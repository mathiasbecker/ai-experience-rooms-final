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B9BE-2816-496D-81B3-81926402C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FFFED-CB36-4DE8-8B3A-09EEB8701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E2225-4513-41C1-8295-B7DC2986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DB70-A4B5-4503-9227-EE1F58946D08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48FB-9BDD-42BB-9942-092DD59B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333B7-5D42-416D-8970-92F35842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D78D-6CF6-4880-88CC-9612F6CA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EC0F-E5AB-4D28-92F4-BD3E0DFDA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A1A9-569B-4502-8F55-A04D4B9CA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409DF-3CB3-4A7A-B9D9-41E55BF1EC52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5BC04-4F73-4560-B569-021E4267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667A-418C-43DA-BA51-9F4E9E70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9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DDA8-2005-46EA-925B-B7D09B58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674D-095E-4FC4-9589-0E0EC5EF1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BEB58-504B-42AD-B406-A0D0C03B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7BB0-DFA0-455B-A298-F0CA118D925D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21FAD-3436-4BD0-89CF-96265711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0E24-4A57-4B8F-906C-3B233F53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3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01A7-FB53-4E4F-95B7-0614998A2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B9A9-E0C9-454F-9731-9B2D90999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59851-49FA-4227-AAFB-AC3873859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5171C-612B-4C64-94D0-AD376401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4C43-2B3B-47CC-88B4-2A9DCB76AB3B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F3F65-C566-4934-BAD4-BAB4FA12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D2967-B998-485A-A0B6-8614E4C5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08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BDDC-0C1D-43FE-BF05-32338629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9CC80-E8BA-4281-893E-E34144DF7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63DE9-04D4-4E7E-A1C4-E087A2FC0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A6562-B564-42B1-BB17-25B9AC378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D12F8-8FAD-4131-9ECF-110762848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1EAF6-B11F-46DA-A8CE-0B09A154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BD380-B025-44C5-83F6-CFEADA6B4997}" type="datetime1">
              <a:rPr lang="en-US" smtClean="0"/>
              <a:t>5/10/2023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0E6ED-3F08-4159-A5B4-F2FDACD6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23727-7984-4EAA-B1AA-B235F2FB1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2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2EAA-A7C6-431A-87D8-C9C534F3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49FCB-CA4F-400B-9CA7-45A0DC41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EC86-39D5-4936-A4A4-39B386F2D056}" type="datetime1">
              <a:rPr lang="en-US" smtClean="0"/>
              <a:t>5/10/2023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97C7F-07EC-4F60-89ED-E3B2207E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5DAA32-FC4F-47AC-B280-3F5D5CB0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7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C8340-B65E-47C6-AAB2-8F976721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447F5-D5A5-4C4B-95CF-C3C22020AD0A}" type="datetime1">
              <a:rPr lang="en-US" smtClean="0"/>
              <a:t>5/10/2023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68DEBD-A9E2-4F76-92DD-87FC838D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41C91-8BE0-4FC0-9390-11AC9290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02E6-CB0C-45F0-9FFE-34A7141CE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5CF7-D885-4784-AE8E-4CAB37E51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56771-82BE-4649-88CE-868CC2AA6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B4E7E-7560-47F6-8C94-10D0553B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87A5-0079-42E5-A663-9F3F2CD028F8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3AE73-C668-41E2-AE13-40AC840C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2E2EF-8EF7-4C95-B5D9-F1385369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9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90F4-2D8D-4A64-AB60-83DFB00C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BB09D-37E4-4F0A-AE08-7983C32E6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A2704-B8EA-46BF-BDF0-3B841C959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9CF15-F3B7-472E-AD5F-D290F84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3DCE-FA12-411C-93DF-CF13AA29DFB9}" type="datetime1">
              <a:rPr lang="en-US" smtClean="0"/>
              <a:t>5/10/2023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A0860-82A1-46C1-B21F-3667AA97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89429-9867-49E4-A37F-0F2BCBC1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1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83B5-C4E9-4CC6-8E22-8A951D21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70946-790E-4E09-8632-3E91B00FD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1E48-0BD9-498E-B49C-C693DD63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5303A-8FFB-435E-AE99-8B0DE361CAE9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01EE9-D55D-4CCD-8339-826ADF6F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91BC4-F77F-42BD-B483-1B738A9F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2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6251E-2285-4D6A-84B9-798CFC628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32104-B1CE-4521-BE21-2F74C0204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741EC-00BE-4199-A1A0-616EF3FC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72BC3-92DE-4152-ACDD-80E9EBF38D0C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CB6B9-98B5-472B-9CA2-41FA3B9E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30A7-A8CB-4A72-BF94-B1BBF317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5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36DCF-6278-47B3-8AB3-B853FE7B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1BC69-B834-4837-9FDA-8AC3D4D68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4AA23-2C88-4BE8-A511-AAE06E0C5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2A0F4-74CE-458C-9600-E42A770DBCDF}" type="datetime1">
              <a:rPr lang="en-US" smtClean="0"/>
              <a:t>5/10/2023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D8EEE-1CB8-4EEA-A8B8-455CAE3C2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6F129-9C92-4BB2-9902-5CBE0EBE3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674C5-C6B8-4D97-9DE3-53FD4952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5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3">
            <a:extLst>
              <a:ext uri="{FF2B5EF4-FFF2-40B4-BE49-F238E27FC236}">
                <a16:creationId xmlns:a16="http://schemas.microsoft.com/office/drawing/2014/main" id="{C6937364-D676-4A74-BCD9-980EDF22D4FA}"/>
              </a:ext>
            </a:extLst>
          </p:cNvPr>
          <p:cNvGrpSpPr/>
          <p:nvPr/>
        </p:nvGrpSpPr>
        <p:grpSpPr>
          <a:xfrm>
            <a:off x="0" y="809339"/>
            <a:ext cx="12194286" cy="6052947"/>
            <a:chOff x="0" y="809339"/>
            <a:chExt cx="12194286" cy="605294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41F1FC8-5F07-424A-9E54-EBCDB5692FF5}"/>
                </a:ext>
              </a:extLst>
            </p:cNvPr>
            <p:cNvSpPr/>
            <p:nvPr/>
          </p:nvSpPr>
          <p:spPr>
            <a:xfrm>
              <a:off x="0" y="6119336"/>
              <a:ext cx="12194286" cy="742950"/>
            </a:xfrm>
            <a:custGeom>
              <a:avLst/>
              <a:gdLst>
                <a:gd name="connsiteX0" fmla="*/ 0 w 12194286"/>
                <a:gd name="connsiteY0" fmla="*/ 0 h 742950"/>
                <a:gd name="connsiteX1" fmla="*/ 12194286 w 12194286"/>
                <a:gd name="connsiteY1" fmla="*/ 0 h 742950"/>
                <a:gd name="connsiteX2" fmla="*/ 12194286 w 12194286"/>
                <a:gd name="connsiteY2" fmla="*/ 742950 h 742950"/>
                <a:gd name="connsiteX3" fmla="*/ 0 w 12194286"/>
                <a:gd name="connsiteY3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4286" h="742950">
                  <a:moveTo>
                    <a:pt x="0" y="0"/>
                  </a:moveTo>
                  <a:lnTo>
                    <a:pt x="12194286" y="0"/>
                  </a:lnTo>
                  <a:lnTo>
                    <a:pt x="12194286" y="742950"/>
                  </a:lnTo>
                  <a:lnTo>
                    <a:pt x="0" y="74295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ED0B224-2E1B-4B98-AD88-CF088B91EDB1}"/>
                </a:ext>
              </a:extLst>
            </p:cNvPr>
            <p:cNvSpPr/>
            <p:nvPr/>
          </p:nvSpPr>
          <p:spPr>
            <a:xfrm>
              <a:off x="0" y="2718911"/>
              <a:ext cx="12192000" cy="3400425"/>
            </a:xfrm>
            <a:custGeom>
              <a:avLst/>
              <a:gdLst>
                <a:gd name="connsiteX0" fmla="*/ 0 w 12192000"/>
                <a:gd name="connsiteY0" fmla="*/ 2302669 h 3400425"/>
                <a:gd name="connsiteX1" fmla="*/ 1304925 w 12192000"/>
                <a:gd name="connsiteY1" fmla="*/ 885825 h 3400425"/>
                <a:gd name="connsiteX2" fmla="*/ 2057400 w 12192000"/>
                <a:gd name="connsiteY2" fmla="*/ 1590675 h 3400425"/>
                <a:gd name="connsiteX3" fmla="*/ 2362200 w 12192000"/>
                <a:gd name="connsiteY3" fmla="*/ 1390650 h 3400425"/>
                <a:gd name="connsiteX4" fmla="*/ 3086100 w 12192000"/>
                <a:gd name="connsiteY4" fmla="*/ 1809750 h 3400425"/>
                <a:gd name="connsiteX5" fmla="*/ 4295775 w 12192000"/>
                <a:gd name="connsiteY5" fmla="*/ 609600 h 3400425"/>
                <a:gd name="connsiteX6" fmla="*/ 4972050 w 12192000"/>
                <a:gd name="connsiteY6" fmla="*/ 1133475 h 3400425"/>
                <a:gd name="connsiteX7" fmla="*/ 7991475 w 12192000"/>
                <a:gd name="connsiteY7" fmla="*/ 1028700 h 3400425"/>
                <a:gd name="connsiteX8" fmla="*/ 9134475 w 12192000"/>
                <a:gd name="connsiteY8" fmla="*/ 0 h 3400425"/>
                <a:gd name="connsiteX9" fmla="*/ 10334625 w 12192000"/>
                <a:gd name="connsiteY9" fmla="*/ 1152525 h 3400425"/>
                <a:gd name="connsiteX10" fmla="*/ 10677525 w 12192000"/>
                <a:gd name="connsiteY10" fmla="*/ 1000125 h 3400425"/>
                <a:gd name="connsiteX11" fmla="*/ 12192000 w 12192000"/>
                <a:gd name="connsiteY11" fmla="*/ 2170081 h 3400425"/>
                <a:gd name="connsiteX12" fmla="*/ 12192000 w 12192000"/>
                <a:gd name="connsiteY12" fmla="*/ 3400425 h 3400425"/>
                <a:gd name="connsiteX13" fmla="*/ 0 w 12192000"/>
                <a:gd name="connsiteY13" fmla="*/ 3400425 h 3400425"/>
                <a:gd name="connsiteX14" fmla="*/ 0 w 12192000"/>
                <a:gd name="connsiteY14" fmla="*/ 2302669 h 340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3400425">
                  <a:moveTo>
                    <a:pt x="0" y="2302669"/>
                  </a:moveTo>
                  <a:lnTo>
                    <a:pt x="1304925" y="885825"/>
                  </a:lnTo>
                  <a:lnTo>
                    <a:pt x="2057400" y="1590675"/>
                  </a:lnTo>
                  <a:lnTo>
                    <a:pt x="2362200" y="1390650"/>
                  </a:lnTo>
                  <a:lnTo>
                    <a:pt x="3086100" y="1809750"/>
                  </a:lnTo>
                  <a:lnTo>
                    <a:pt x="4295775" y="609600"/>
                  </a:lnTo>
                  <a:lnTo>
                    <a:pt x="4972050" y="1133475"/>
                  </a:lnTo>
                  <a:lnTo>
                    <a:pt x="7991475" y="1028700"/>
                  </a:lnTo>
                  <a:lnTo>
                    <a:pt x="9134475" y="0"/>
                  </a:lnTo>
                  <a:lnTo>
                    <a:pt x="10334625" y="1152525"/>
                  </a:lnTo>
                  <a:lnTo>
                    <a:pt x="10677525" y="1000125"/>
                  </a:lnTo>
                  <a:lnTo>
                    <a:pt x="12192000" y="2170081"/>
                  </a:lnTo>
                  <a:lnTo>
                    <a:pt x="12192000" y="3400425"/>
                  </a:lnTo>
                  <a:cubicBezTo>
                    <a:pt x="12087225" y="3400425"/>
                    <a:pt x="0" y="3400425"/>
                    <a:pt x="0" y="3400425"/>
                  </a:cubicBezTo>
                  <a:lnTo>
                    <a:pt x="0" y="2302669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7476077" y="2343340"/>
              <a:ext cx="1450562" cy="537782"/>
              <a:chOff x="7476077" y="2343340"/>
              <a:chExt cx="1450562" cy="537782"/>
            </a:xfrm>
            <a:solidFill>
              <a:srgbClr val="FFFFFF"/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388AD66-13A8-4595-9AC7-952ED6789423}"/>
                  </a:ext>
                </a:extLst>
              </p:cNvPr>
              <p:cNvSpPr/>
              <p:nvPr/>
            </p:nvSpPr>
            <p:spPr>
              <a:xfrm>
                <a:off x="7476077" y="2343340"/>
                <a:ext cx="1353979" cy="498062"/>
              </a:xfrm>
              <a:custGeom>
                <a:avLst/>
                <a:gdLst>
                  <a:gd name="connsiteX0" fmla="*/ 1332166 w 1353979"/>
                  <a:gd name="connsiteY0" fmla="*/ 454247 h 498062"/>
                  <a:gd name="connsiteX1" fmla="*/ 1177576 w 1353979"/>
                  <a:gd name="connsiteY1" fmla="*/ 454247 h 498062"/>
                  <a:gd name="connsiteX2" fmla="*/ 1193292 w 1353979"/>
                  <a:gd name="connsiteY2" fmla="*/ 401574 h 498062"/>
                  <a:gd name="connsiteX3" fmla="*/ 1096803 w 1353979"/>
                  <a:gd name="connsiteY3" fmla="*/ 305086 h 498062"/>
                  <a:gd name="connsiteX4" fmla="*/ 1077563 w 1353979"/>
                  <a:gd name="connsiteY4" fmla="*/ 307086 h 498062"/>
                  <a:gd name="connsiteX5" fmla="*/ 946404 w 1353979"/>
                  <a:gd name="connsiteY5" fmla="*/ 202501 h 498062"/>
                  <a:gd name="connsiteX6" fmla="*/ 867537 w 1353979"/>
                  <a:gd name="connsiteY6" fmla="*/ 228029 h 498062"/>
                  <a:gd name="connsiteX7" fmla="*/ 664845 w 1353979"/>
                  <a:gd name="connsiteY7" fmla="*/ 0 h 498062"/>
                  <a:gd name="connsiteX8" fmla="*/ 452818 w 1353979"/>
                  <a:gd name="connsiteY8" fmla="*/ 323088 h 498062"/>
                  <a:gd name="connsiteX9" fmla="*/ 453009 w 1353979"/>
                  <a:gd name="connsiteY9" fmla="*/ 336804 h 498062"/>
                  <a:gd name="connsiteX10" fmla="*/ 366426 w 1353979"/>
                  <a:gd name="connsiteY10" fmla="*/ 300038 h 498062"/>
                  <a:gd name="connsiteX11" fmla="*/ 245840 w 1353979"/>
                  <a:gd name="connsiteY11" fmla="*/ 420624 h 498062"/>
                  <a:gd name="connsiteX12" fmla="*/ 250603 w 1353979"/>
                  <a:gd name="connsiteY12" fmla="*/ 454247 h 498062"/>
                  <a:gd name="connsiteX13" fmla="*/ 21907 w 1353979"/>
                  <a:gd name="connsiteY13" fmla="*/ 454247 h 498062"/>
                  <a:gd name="connsiteX14" fmla="*/ 0 w 1353979"/>
                  <a:gd name="connsiteY14" fmla="*/ 476155 h 498062"/>
                  <a:gd name="connsiteX15" fmla="*/ 21907 w 1353979"/>
                  <a:gd name="connsiteY15" fmla="*/ 498062 h 498062"/>
                  <a:gd name="connsiteX16" fmla="*/ 274034 w 1353979"/>
                  <a:gd name="connsiteY16" fmla="*/ 498062 h 498062"/>
                  <a:gd name="connsiteX17" fmla="*/ 458819 w 1353979"/>
                  <a:gd name="connsiteY17" fmla="*/ 498062 h 498062"/>
                  <a:gd name="connsiteX18" fmla="*/ 486632 w 1353979"/>
                  <a:gd name="connsiteY18" fmla="*/ 498062 h 498062"/>
                  <a:gd name="connsiteX19" fmla="*/ 842867 w 1353979"/>
                  <a:gd name="connsiteY19" fmla="*/ 498062 h 498062"/>
                  <a:gd name="connsiteX20" fmla="*/ 1332071 w 1353979"/>
                  <a:gd name="connsiteY20" fmla="*/ 498062 h 498062"/>
                  <a:gd name="connsiteX21" fmla="*/ 1353978 w 1353979"/>
                  <a:gd name="connsiteY21" fmla="*/ 476155 h 498062"/>
                  <a:gd name="connsiteX22" fmla="*/ 1332166 w 1353979"/>
                  <a:gd name="connsiteY22" fmla="*/ 454247 h 498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353979" h="498062">
                    <a:moveTo>
                      <a:pt x="1332166" y="454247"/>
                    </a:moveTo>
                    <a:lnTo>
                      <a:pt x="1177576" y="454247"/>
                    </a:lnTo>
                    <a:cubicBezTo>
                      <a:pt x="1187482" y="439102"/>
                      <a:pt x="1193292" y="421005"/>
                      <a:pt x="1193292" y="401574"/>
                    </a:cubicBezTo>
                    <a:cubicBezTo>
                      <a:pt x="1193292" y="348329"/>
                      <a:pt x="1150048" y="305086"/>
                      <a:pt x="1096803" y="305086"/>
                    </a:cubicBezTo>
                    <a:cubicBezTo>
                      <a:pt x="1090231" y="305086"/>
                      <a:pt x="1083754" y="305752"/>
                      <a:pt x="1077563" y="307086"/>
                    </a:cubicBezTo>
                    <a:cubicBezTo>
                      <a:pt x="1063943" y="247174"/>
                      <a:pt x="1010412" y="202501"/>
                      <a:pt x="946404" y="202501"/>
                    </a:cubicBezTo>
                    <a:cubicBezTo>
                      <a:pt x="916971" y="202501"/>
                      <a:pt x="889730" y="212026"/>
                      <a:pt x="867537" y="228029"/>
                    </a:cubicBezTo>
                    <a:cubicBezTo>
                      <a:pt x="840867" y="96012"/>
                      <a:pt x="760286" y="0"/>
                      <a:pt x="664845" y="0"/>
                    </a:cubicBezTo>
                    <a:cubicBezTo>
                      <a:pt x="547783" y="0"/>
                      <a:pt x="452818" y="144589"/>
                      <a:pt x="452818" y="323088"/>
                    </a:cubicBezTo>
                    <a:cubicBezTo>
                      <a:pt x="452818" y="327660"/>
                      <a:pt x="452914" y="332232"/>
                      <a:pt x="453009" y="336804"/>
                    </a:cubicBezTo>
                    <a:cubicBezTo>
                      <a:pt x="431102" y="314134"/>
                      <a:pt x="400431" y="300038"/>
                      <a:pt x="366426" y="300038"/>
                    </a:cubicBezTo>
                    <a:cubicBezTo>
                      <a:pt x="299847" y="300038"/>
                      <a:pt x="245840" y="353949"/>
                      <a:pt x="245840" y="420624"/>
                    </a:cubicBezTo>
                    <a:cubicBezTo>
                      <a:pt x="245840" y="432340"/>
                      <a:pt x="247459" y="443579"/>
                      <a:pt x="250603" y="454247"/>
                    </a:cubicBezTo>
                    <a:lnTo>
                      <a:pt x="21907" y="454247"/>
                    </a:lnTo>
                    <a:cubicBezTo>
                      <a:pt x="9810" y="454247"/>
                      <a:pt x="0" y="464058"/>
                      <a:pt x="0" y="476155"/>
                    </a:cubicBezTo>
                    <a:cubicBezTo>
                      <a:pt x="0" y="488251"/>
                      <a:pt x="9810" y="498062"/>
                      <a:pt x="21907" y="498062"/>
                    </a:cubicBezTo>
                    <a:lnTo>
                      <a:pt x="274034" y="498062"/>
                    </a:lnTo>
                    <a:lnTo>
                      <a:pt x="458819" y="498062"/>
                    </a:lnTo>
                    <a:lnTo>
                      <a:pt x="486632" y="498062"/>
                    </a:lnTo>
                    <a:lnTo>
                      <a:pt x="842867" y="498062"/>
                    </a:lnTo>
                    <a:lnTo>
                      <a:pt x="1332071" y="498062"/>
                    </a:lnTo>
                    <a:cubicBezTo>
                      <a:pt x="1344168" y="498062"/>
                      <a:pt x="1353978" y="488251"/>
                      <a:pt x="1353978" y="476155"/>
                    </a:cubicBezTo>
                    <a:cubicBezTo>
                      <a:pt x="1354074" y="464058"/>
                      <a:pt x="1344263" y="454247"/>
                      <a:pt x="1332166" y="4542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62787E7-CB01-4647-AF0D-472979F9180E}"/>
                  </a:ext>
                </a:extLst>
              </p:cNvPr>
              <p:cNvSpPr/>
              <p:nvPr/>
            </p:nvSpPr>
            <p:spPr>
              <a:xfrm>
                <a:off x="7491317" y="2871597"/>
                <a:ext cx="417385" cy="9525"/>
              </a:xfrm>
              <a:custGeom>
                <a:avLst/>
                <a:gdLst>
                  <a:gd name="connsiteX0" fmla="*/ 0 w 417385"/>
                  <a:gd name="connsiteY0" fmla="*/ 0 h 9525"/>
                  <a:gd name="connsiteX1" fmla="*/ 417385 w 41738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7385" h="9525">
                    <a:moveTo>
                      <a:pt x="0" y="0"/>
                    </a:moveTo>
                    <a:lnTo>
                      <a:pt x="417385" y="0"/>
                    </a:lnTo>
                  </a:path>
                </a:pathLst>
              </a:custGeom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885EA02-72D4-4F53-80D3-AF1B96FA577E}"/>
                  </a:ext>
                </a:extLst>
              </p:cNvPr>
              <p:cNvSpPr/>
              <p:nvPr/>
            </p:nvSpPr>
            <p:spPr>
              <a:xfrm>
                <a:off x="8509254" y="2871597"/>
                <a:ext cx="417385" cy="9525"/>
              </a:xfrm>
              <a:custGeom>
                <a:avLst/>
                <a:gdLst>
                  <a:gd name="connsiteX0" fmla="*/ 0 w 417385"/>
                  <a:gd name="connsiteY0" fmla="*/ 0 h 9525"/>
                  <a:gd name="connsiteX1" fmla="*/ 417385 w 417385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17385" h="9525">
                    <a:moveTo>
                      <a:pt x="0" y="0"/>
                    </a:moveTo>
                    <a:lnTo>
                      <a:pt x="417385" y="0"/>
                    </a:lnTo>
                  </a:path>
                </a:pathLst>
              </a:custGeom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2A00601-72BE-4EFE-ABF6-CA7A28FFF5BE}"/>
                </a:ext>
              </a:extLst>
            </p:cNvPr>
            <p:cNvSpPr/>
            <p:nvPr/>
          </p:nvSpPr>
          <p:spPr>
            <a:xfrm>
              <a:off x="4022026" y="3476148"/>
              <a:ext cx="929258" cy="183546"/>
            </a:xfrm>
            <a:custGeom>
              <a:avLst/>
              <a:gdLst>
                <a:gd name="connsiteX0" fmla="*/ 894779 w 929258"/>
                <a:gd name="connsiteY0" fmla="*/ 177070 h 183546"/>
                <a:gd name="connsiteX1" fmla="*/ 872966 w 929258"/>
                <a:gd name="connsiteY1" fmla="*/ 179641 h 183546"/>
                <a:gd name="connsiteX2" fmla="*/ 689515 w 929258"/>
                <a:gd name="connsiteY2" fmla="*/ 0 h 183546"/>
                <a:gd name="connsiteX3" fmla="*/ 515874 w 929258"/>
                <a:gd name="connsiteY3" fmla="*/ 124015 h 183546"/>
                <a:gd name="connsiteX4" fmla="*/ 287464 w 929258"/>
                <a:gd name="connsiteY4" fmla="*/ 43910 h 183546"/>
                <a:gd name="connsiteX5" fmla="*/ 0 w 929258"/>
                <a:gd name="connsiteY5" fmla="*/ 183547 h 183546"/>
                <a:gd name="connsiteX6" fmla="*/ 929259 w 929258"/>
                <a:gd name="connsiteY6" fmla="*/ 183547 h 183546"/>
                <a:gd name="connsiteX7" fmla="*/ 894779 w 929258"/>
                <a:gd name="connsiteY7" fmla="*/ 177070 h 183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9258" h="183546">
                  <a:moveTo>
                    <a:pt x="894779" y="177070"/>
                  </a:moveTo>
                  <a:cubicBezTo>
                    <a:pt x="887253" y="177070"/>
                    <a:pt x="880015" y="178022"/>
                    <a:pt x="872966" y="179641"/>
                  </a:cubicBezTo>
                  <a:cubicBezTo>
                    <a:pt x="870871" y="80105"/>
                    <a:pt x="789527" y="0"/>
                    <a:pt x="689515" y="0"/>
                  </a:cubicBezTo>
                  <a:cubicBezTo>
                    <a:pt x="608933" y="0"/>
                    <a:pt x="540544" y="51911"/>
                    <a:pt x="515874" y="124015"/>
                  </a:cubicBezTo>
                  <a:cubicBezTo>
                    <a:pt x="453295" y="73914"/>
                    <a:pt x="373951" y="43910"/>
                    <a:pt x="287464" y="43910"/>
                  </a:cubicBezTo>
                  <a:cubicBezTo>
                    <a:pt x="170783" y="43910"/>
                    <a:pt x="67056" y="98584"/>
                    <a:pt x="0" y="183547"/>
                  </a:cubicBezTo>
                  <a:lnTo>
                    <a:pt x="929259" y="183547"/>
                  </a:lnTo>
                  <a:cubicBezTo>
                    <a:pt x="918591" y="179451"/>
                    <a:pt x="906970" y="177070"/>
                    <a:pt x="894779" y="1770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3866673" y="1971198"/>
              <a:ext cx="6078569" cy="4171950"/>
              <a:chOff x="3866673" y="1971198"/>
              <a:chExt cx="6078569" cy="417195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948B463-58E0-4834-81C1-EA51FFC48279}"/>
                  </a:ext>
                </a:extLst>
              </p:cNvPr>
              <p:cNvSpPr/>
              <p:nvPr/>
            </p:nvSpPr>
            <p:spPr>
              <a:xfrm>
                <a:off x="3866673" y="2604611"/>
                <a:ext cx="6078569" cy="3538537"/>
              </a:xfrm>
              <a:custGeom>
                <a:avLst/>
                <a:gdLst>
                  <a:gd name="connsiteX0" fmla="*/ 6078569 w 6078569"/>
                  <a:gd name="connsiteY0" fmla="*/ 3538538 h 3538537"/>
                  <a:gd name="connsiteX1" fmla="*/ 2649284 w 6078569"/>
                  <a:gd name="connsiteY1" fmla="*/ 3518630 h 3538537"/>
                  <a:gd name="connsiteX2" fmla="*/ 0 w 6078569"/>
                  <a:gd name="connsiteY2" fmla="*/ 3503200 h 3538537"/>
                  <a:gd name="connsiteX3" fmla="*/ 157639 w 6078569"/>
                  <a:gd name="connsiteY3" fmla="*/ 2462213 h 3538537"/>
                  <a:gd name="connsiteX4" fmla="*/ 748189 w 6078569"/>
                  <a:gd name="connsiteY4" fmla="*/ 1500188 h 3538537"/>
                  <a:gd name="connsiteX5" fmla="*/ 1014889 w 6078569"/>
                  <a:gd name="connsiteY5" fmla="*/ 1300163 h 3538537"/>
                  <a:gd name="connsiteX6" fmla="*/ 1748314 w 6078569"/>
                  <a:gd name="connsiteY6" fmla="*/ 442913 h 3538537"/>
                  <a:gd name="connsiteX7" fmla="*/ 2195989 w 6078569"/>
                  <a:gd name="connsiteY7" fmla="*/ 766763 h 3538537"/>
                  <a:gd name="connsiteX8" fmla="*/ 2199132 w 6078569"/>
                  <a:gd name="connsiteY8" fmla="*/ 762572 h 3538537"/>
                  <a:gd name="connsiteX9" fmla="*/ 2443639 w 6078569"/>
                  <a:gd name="connsiteY9" fmla="*/ 442913 h 3538537"/>
                  <a:gd name="connsiteX10" fmla="*/ 2605564 w 6078569"/>
                  <a:gd name="connsiteY10" fmla="*/ 376238 h 3538537"/>
                  <a:gd name="connsiteX11" fmla="*/ 2670238 w 6078569"/>
                  <a:gd name="connsiteY11" fmla="*/ 279273 h 3538537"/>
                  <a:gd name="connsiteX12" fmla="*/ 3010376 w 6078569"/>
                  <a:gd name="connsiteY12" fmla="*/ 28575 h 3538537"/>
                  <a:gd name="connsiteX13" fmla="*/ 3010376 w 6078569"/>
                  <a:gd name="connsiteY13" fmla="*/ 152400 h 3538537"/>
                  <a:gd name="connsiteX14" fmla="*/ 2924651 w 6078569"/>
                  <a:gd name="connsiteY14" fmla="*/ 276225 h 3538537"/>
                  <a:gd name="connsiteX15" fmla="*/ 3134201 w 6078569"/>
                  <a:gd name="connsiteY15" fmla="*/ 152400 h 3538537"/>
                  <a:gd name="connsiteX16" fmla="*/ 3181826 w 6078569"/>
                  <a:gd name="connsiteY16" fmla="*/ 0 h 3538537"/>
                  <a:gd name="connsiteX17" fmla="*/ 3267551 w 6078569"/>
                  <a:gd name="connsiteY17" fmla="*/ 38100 h 3538537"/>
                  <a:gd name="connsiteX18" fmla="*/ 3252025 w 6078569"/>
                  <a:gd name="connsiteY18" fmla="*/ 213265 h 3538537"/>
                  <a:gd name="connsiteX19" fmla="*/ 3439001 w 6078569"/>
                  <a:gd name="connsiteY19" fmla="*/ 76200 h 3538537"/>
                  <a:gd name="connsiteX20" fmla="*/ 3648551 w 6078569"/>
                  <a:gd name="connsiteY20" fmla="*/ 276225 h 3538537"/>
                  <a:gd name="connsiteX21" fmla="*/ 3743801 w 6078569"/>
                  <a:gd name="connsiteY21" fmla="*/ 276225 h 3538537"/>
                  <a:gd name="connsiteX22" fmla="*/ 3696176 w 6078569"/>
                  <a:gd name="connsiteY22" fmla="*/ 142875 h 3538537"/>
                  <a:gd name="connsiteX23" fmla="*/ 3867626 w 6078569"/>
                  <a:gd name="connsiteY23" fmla="*/ 276225 h 3538537"/>
                  <a:gd name="connsiteX24" fmla="*/ 4067651 w 6078569"/>
                  <a:gd name="connsiteY24" fmla="*/ 323850 h 3538537"/>
                  <a:gd name="connsiteX25" fmla="*/ 4070509 w 6078569"/>
                  <a:gd name="connsiteY25" fmla="*/ 315849 h 3538537"/>
                  <a:gd name="connsiteX26" fmla="*/ 4072414 w 6078569"/>
                  <a:gd name="connsiteY26" fmla="*/ 319088 h 3538537"/>
                  <a:gd name="connsiteX27" fmla="*/ 4405789 w 6078569"/>
                  <a:gd name="connsiteY27" fmla="*/ 547688 h 3538537"/>
                  <a:gd name="connsiteX28" fmla="*/ 4405789 w 6078569"/>
                  <a:gd name="connsiteY28" fmla="*/ 681038 h 3538537"/>
                  <a:gd name="connsiteX29" fmla="*/ 4767739 w 6078569"/>
                  <a:gd name="connsiteY29" fmla="*/ 909638 h 3538537"/>
                  <a:gd name="connsiteX30" fmla="*/ 4939189 w 6078569"/>
                  <a:gd name="connsiteY30" fmla="*/ 1119188 h 3538537"/>
                  <a:gd name="connsiteX31" fmla="*/ 5329714 w 6078569"/>
                  <a:gd name="connsiteY31" fmla="*/ 1576388 h 3538537"/>
                  <a:gd name="connsiteX32" fmla="*/ 5901214 w 6078569"/>
                  <a:gd name="connsiteY32" fmla="*/ 1766888 h 3538537"/>
                  <a:gd name="connsiteX33" fmla="*/ 6078569 w 6078569"/>
                  <a:gd name="connsiteY33" fmla="*/ 3538538 h 35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6078569" h="3538537">
                    <a:moveTo>
                      <a:pt x="6078569" y="3538538"/>
                    </a:moveTo>
                    <a:lnTo>
                      <a:pt x="2649284" y="3518630"/>
                    </a:lnTo>
                    <a:lnTo>
                      <a:pt x="0" y="3503200"/>
                    </a:lnTo>
                    <a:lnTo>
                      <a:pt x="157639" y="2462213"/>
                    </a:lnTo>
                    <a:lnTo>
                      <a:pt x="748189" y="1500188"/>
                    </a:lnTo>
                    <a:lnTo>
                      <a:pt x="1014889" y="1300163"/>
                    </a:lnTo>
                    <a:lnTo>
                      <a:pt x="1748314" y="442913"/>
                    </a:lnTo>
                    <a:lnTo>
                      <a:pt x="2195989" y="766763"/>
                    </a:lnTo>
                    <a:lnTo>
                      <a:pt x="2199132" y="762572"/>
                    </a:lnTo>
                    <a:lnTo>
                      <a:pt x="2443639" y="442913"/>
                    </a:lnTo>
                    <a:lnTo>
                      <a:pt x="2605564" y="376238"/>
                    </a:lnTo>
                    <a:lnTo>
                      <a:pt x="2670238" y="279273"/>
                    </a:lnTo>
                    <a:cubicBezTo>
                      <a:pt x="2877026" y="123825"/>
                      <a:pt x="3010376" y="28575"/>
                      <a:pt x="3010376" y="28575"/>
                    </a:cubicBezTo>
                    <a:lnTo>
                      <a:pt x="3010376" y="152400"/>
                    </a:lnTo>
                    <a:lnTo>
                      <a:pt x="2924651" y="276225"/>
                    </a:lnTo>
                    <a:lnTo>
                      <a:pt x="3134201" y="152400"/>
                    </a:lnTo>
                    <a:lnTo>
                      <a:pt x="3181826" y="0"/>
                    </a:lnTo>
                    <a:lnTo>
                      <a:pt x="3267551" y="38100"/>
                    </a:lnTo>
                    <a:lnTo>
                      <a:pt x="3252025" y="213265"/>
                    </a:lnTo>
                    <a:lnTo>
                      <a:pt x="3439001" y="76200"/>
                    </a:lnTo>
                    <a:lnTo>
                      <a:pt x="3648551" y="276225"/>
                    </a:lnTo>
                    <a:lnTo>
                      <a:pt x="3743801" y="276225"/>
                    </a:lnTo>
                    <a:lnTo>
                      <a:pt x="3696176" y="142875"/>
                    </a:lnTo>
                    <a:lnTo>
                      <a:pt x="3867626" y="276225"/>
                    </a:lnTo>
                    <a:lnTo>
                      <a:pt x="4067651" y="323850"/>
                    </a:lnTo>
                    <a:lnTo>
                      <a:pt x="4070509" y="315849"/>
                    </a:lnTo>
                    <a:lnTo>
                      <a:pt x="4072414" y="319088"/>
                    </a:lnTo>
                    <a:lnTo>
                      <a:pt x="4405789" y="547688"/>
                    </a:lnTo>
                    <a:lnTo>
                      <a:pt x="4405789" y="681038"/>
                    </a:lnTo>
                    <a:lnTo>
                      <a:pt x="4767739" y="909638"/>
                    </a:lnTo>
                    <a:lnTo>
                      <a:pt x="4939189" y="1119188"/>
                    </a:lnTo>
                    <a:lnTo>
                      <a:pt x="5329714" y="1576388"/>
                    </a:lnTo>
                    <a:lnTo>
                      <a:pt x="5901214" y="1766888"/>
                    </a:lnTo>
                    <a:lnTo>
                      <a:pt x="6078569" y="353853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5091112" y="1971198"/>
                <a:ext cx="4854130" cy="4171950"/>
                <a:chOff x="5091112" y="1971198"/>
                <a:chExt cx="4854130" cy="4171950"/>
              </a:xfrm>
            </p:grpSpPr>
            <p:grpSp>
              <p:nvGrpSpPr>
                <p:cNvPr id="17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6536912" y="1971198"/>
                  <a:ext cx="1400270" cy="957262"/>
                  <a:chOff x="6536912" y="1971198"/>
                  <a:chExt cx="1400270" cy="957262"/>
                </a:xfrm>
              </p:grpSpPr>
              <p:sp>
                <p:nvSpPr>
                  <p:cNvPr id="18" name="Freeform: Shape 17">
                    <a:extLst>
                      <a:ext uri="{FF2B5EF4-FFF2-40B4-BE49-F238E27FC236}">
                        <a16:creationId xmlns:a16="http://schemas.microsoft.com/office/drawing/2014/main" id="{E993D026-208A-40A8-B7A8-A250EFAD2365}"/>
                      </a:ext>
                    </a:extLst>
                  </p:cNvPr>
                  <p:cNvSpPr/>
                  <p:nvPr/>
                </p:nvSpPr>
                <p:spPr>
                  <a:xfrm>
                    <a:off x="7118699" y="1971198"/>
                    <a:ext cx="818483" cy="957262"/>
                  </a:xfrm>
                  <a:custGeom>
                    <a:avLst/>
                    <a:gdLst>
                      <a:gd name="connsiteX0" fmla="*/ 818483 w 818483"/>
                      <a:gd name="connsiteY0" fmla="*/ 949262 h 957262"/>
                      <a:gd name="connsiteX1" fmla="*/ 815626 w 818483"/>
                      <a:gd name="connsiteY1" fmla="*/ 957263 h 957262"/>
                      <a:gd name="connsiteX2" fmla="*/ 615601 w 818483"/>
                      <a:gd name="connsiteY2" fmla="*/ 909638 h 957262"/>
                      <a:gd name="connsiteX3" fmla="*/ 444151 w 818483"/>
                      <a:gd name="connsiteY3" fmla="*/ 776288 h 957262"/>
                      <a:gd name="connsiteX4" fmla="*/ 491776 w 818483"/>
                      <a:gd name="connsiteY4" fmla="*/ 909638 h 957262"/>
                      <a:gd name="connsiteX5" fmla="*/ 396526 w 818483"/>
                      <a:gd name="connsiteY5" fmla="*/ 909638 h 957262"/>
                      <a:gd name="connsiteX6" fmla="*/ 186976 w 818483"/>
                      <a:gd name="connsiteY6" fmla="*/ 709613 h 957262"/>
                      <a:gd name="connsiteX7" fmla="*/ 0 w 818483"/>
                      <a:gd name="connsiteY7" fmla="*/ 846677 h 957262"/>
                      <a:gd name="connsiteX8" fmla="*/ 201263 w 818483"/>
                      <a:gd name="connsiteY8" fmla="*/ 581025 h 957262"/>
                      <a:gd name="connsiteX9" fmla="*/ 58388 w 818483"/>
                      <a:gd name="connsiteY9" fmla="*/ 352425 h 957262"/>
                      <a:gd name="connsiteX10" fmla="*/ 86963 w 818483"/>
                      <a:gd name="connsiteY10" fmla="*/ 0 h 957262"/>
                      <a:gd name="connsiteX11" fmla="*/ 515588 w 818483"/>
                      <a:gd name="connsiteY11" fmla="*/ 419100 h 957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18483" h="957262">
                        <a:moveTo>
                          <a:pt x="818483" y="949262"/>
                        </a:moveTo>
                        <a:lnTo>
                          <a:pt x="815626" y="957263"/>
                        </a:lnTo>
                        <a:lnTo>
                          <a:pt x="615601" y="909638"/>
                        </a:lnTo>
                        <a:lnTo>
                          <a:pt x="444151" y="776288"/>
                        </a:lnTo>
                        <a:lnTo>
                          <a:pt x="491776" y="909638"/>
                        </a:lnTo>
                        <a:lnTo>
                          <a:pt x="396526" y="909638"/>
                        </a:lnTo>
                        <a:lnTo>
                          <a:pt x="186976" y="709613"/>
                        </a:lnTo>
                        <a:lnTo>
                          <a:pt x="0" y="846677"/>
                        </a:lnTo>
                        <a:lnTo>
                          <a:pt x="201263" y="581025"/>
                        </a:lnTo>
                        <a:lnTo>
                          <a:pt x="58388" y="352425"/>
                        </a:lnTo>
                        <a:lnTo>
                          <a:pt x="86963" y="0"/>
                        </a:lnTo>
                        <a:lnTo>
                          <a:pt x="515588" y="419100"/>
                        </a:lnTo>
                        <a:close/>
                      </a:path>
                    </a:pathLst>
                  </a:cu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" name="Freeform: Shape 18">
                    <a:extLst>
                      <a:ext uri="{FF2B5EF4-FFF2-40B4-BE49-F238E27FC236}">
                        <a16:creationId xmlns:a16="http://schemas.microsoft.com/office/drawing/2014/main" id="{F6C92BD1-1DD8-44DA-88B3-862AE14F7954}"/>
                      </a:ext>
                    </a:extLst>
                  </p:cNvPr>
                  <p:cNvSpPr/>
                  <p:nvPr/>
                </p:nvSpPr>
                <p:spPr>
                  <a:xfrm>
                    <a:off x="6536912" y="1971198"/>
                    <a:ext cx="783050" cy="912685"/>
                  </a:xfrm>
                  <a:custGeom>
                    <a:avLst/>
                    <a:gdLst>
                      <a:gd name="connsiteX0" fmla="*/ 581787 w 783050"/>
                      <a:gd name="connsiteY0" fmla="*/ 846677 h 912685"/>
                      <a:gd name="connsiteX1" fmla="*/ 597313 w 783050"/>
                      <a:gd name="connsiteY1" fmla="*/ 671513 h 912685"/>
                      <a:gd name="connsiteX2" fmla="*/ 511588 w 783050"/>
                      <a:gd name="connsiteY2" fmla="*/ 633413 h 912685"/>
                      <a:gd name="connsiteX3" fmla="*/ 463963 w 783050"/>
                      <a:gd name="connsiteY3" fmla="*/ 785813 h 912685"/>
                      <a:gd name="connsiteX4" fmla="*/ 254413 w 783050"/>
                      <a:gd name="connsiteY4" fmla="*/ 909638 h 912685"/>
                      <a:gd name="connsiteX5" fmla="*/ 340138 w 783050"/>
                      <a:gd name="connsiteY5" fmla="*/ 785813 h 912685"/>
                      <a:gd name="connsiteX6" fmla="*/ 340138 w 783050"/>
                      <a:gd name="connsiteY6" fmla="*/ 661988 h 912685"/>
                      <a:gd name="connsiteX7" fmla="*/ 0 w 783050"/>
                      <a:gd name="connsiteY7" fmla="*/ 912686 h 912685"/>
                      <a:gd name="connsiteX8" fmla="*/ 259175 w 783050"/>
                      <a:gd name="connsiteY8" fmla="*/ 523875 h 912685"/>
                      <a:gd name="connsiteX9" fmla="*/ 506825 w 783050"/>
                      <a:gd name="connsiteY9" fmla="*/ 352425 h 912685"/>
                      <a:gd name="connsiteX10" fmla="*/ 668750 w 783050"/>
                      <a:gd name="connsiteY10" fmla="*/ 0 h 912685"/>
                      <a:gd name="connsiteX11" fmla="*/ 640175 w 783050"/>
                      <a:gd name="connsiteY11" fmla="*/ 352425 h 912685"/>
                      <a:gd name="connsiteX12" fmla="*/ 783050 w 783050"/>
                      <a:gd name="connsiteY12" fmla="*/ 581025 h 912685"/>
                      <a:gd name="connsiteX13" fmla="*/ 581787 w 783050"/>
                      <a:gd name="connsiteY13" fmla="*/ 846677 h 9126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783050" h="912685">
                        <a:moveTo>
                          <a:pt x="581787" y="846677"/>
                        </a:moveTo>
                        <a:lnTo>
                          <a:pt x="597313" y="671513"/>
                        </a:lnTo>
                        <a:lnTo>
                          <a:pt x="511588" y="633413"/>
                        </a:lnTo>
                        <a:lnTo>
                          <a:pt x="463963" y="785813"/>
                        </a:lnTo>
                        <a:lnTo>
                          <a:pt x="254413" y="909638"/>
                        </a:lnTo>
                        <a:lnTo>
                          <a:pt x="340138" y="785813"/>
                        </a:lnTo>
                        <a:lnTo>
                          <a:pt x="340138" y="661988"/>
                        </a:lnTo>
                        <a:cubicBezTo>
                          <a:pt x="340138" y="661988"/>
                          <a:pt x="206788" y="757238"/>
                          <a:pt x="0" y="912686"/>
                        </a:cubicBezTo>
                        <a:lnTo>
                          <a:pt x="259175" y="523875"/>
                        </a:lnTo>
                        <a:lnTo>
                          <a:pt x="506825" y="352425"/>
                        </a:lnTo>
                        <a:lnTo>
                          <a:pt x="668750" y="0"/>
                        </a:lnTo>
                        <a:lnTo>
                          <a:pt x="640175" y="352425"/>
                        </a:lnTo>
                        <a:lnTo>
                          <a:pt x="783050" y="581025"/>
                        </a:lnTo>
                        <a:lnTo>
                          <a:pt x="581787" y="84667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0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5091112" y="2320099"/>
                  <a:ext cx="4854130" cy="3823049"/>
                  <a:chOff x="5091112" y="2320099"/>
                  <a:chExt cx="4854130" cy="3823049"/>
                </a:xfrm>
              </p:grpSpPr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EFDEB4D-94F6-4BAA-A691-40298682A5E1}"/>
                      </a:ext>
                    </a:extLst>
                  </p:cNvPr>
                  <p:cNvSpPr/>
                  <p:nvPr/>
                </p:nvSpPr>
                <p:spPr>
                  <a:xfrm>
                    <a:off x="5091112" y="2680811"/>
                    <a:ext cx="4854130" cy="3462337"/>
                  </a:xfrm>
                  <a:custGeom>
                    <a:avLst/>
                    <a:gdLst>
                      <a:gd name="connsiteX0" fmla="*/ 4854131 w 4854130"/>
                      <a:gd name="connsiteY0" fmla="*/ 3462338 h 3462337"/>
                      <a:gd name="connsiteX1" fmla="*/ 1424845 w 4854130"/>
                      <a:gd name="connsiteY1" fmla="*/ 3442430 h 3462337"/>
                      <a:gd name="connsiteX2" fmla="*/ 619125 w 4854130"/>
                      <a:gd name="connsiteY2" fmla="*/ 2890838 h 3462337"/>
                      <a:gd name="connsiteX3" fmla="*/ 180975 w 4854130"/>
                      <a:gd name="connsiteY3" fmla="*/ 2443163 h 3462337"/>
                      <a:gd name="connsiteX4" fmla="*/ 295275 w 4854130"/>
                      <a:gd name="connsiteY4" fmla="*/ 2309813 h 3462337"/>
                      <a:gd name="connsiteX5" fmla="*/ 504825 w 4854130"/>
                      <a:gd name="connsiteY5" fmla="*/ 2252663 h 3462337"/>
                      <a:gd name="connsiteX6" fmla="*/ 381000 w 4854130"/>
                      <a:gd name="connsiteY6" fmla="*/ 2052638 h 3462337"/>
                      <a:gd name="connsiteX7" fmla="*/ 428625 w 4854130"/>
                      <a:gd name="connsiteY7" fmla="*/ 1814513 h 3462337"/>
                      <a:gd name="connsiteX8" fmla="*/ 95250 w 4854130"/>
                      <a:gd name="connsiteY8" fmla="*/ 2052638 h 3462337"/>
                      <a:gd name="connsiteX9" fmla="*/ 0 w 4854130"/>
                      <a:gd name="connsiteY9" fmla="*/ 1957388 h 3462337"/>
                      <a:gd name="connsiteX10" fmla="*/ 171450 w 4854130"/>
                      <a:gd name="connsiteY10" fmla="*/ 1833563 h 3462337"/>
                      <a:gd name="connsiteX11" fmla="*/ 133350 w 4854130"/>
                      <a:gd name="connsiteY11" fmla="*/ 1747838 h 3462337"/>
                      <a:gd name="connsiteX12" fmla="*/ 438150 w 4854130"/>
                      <a:gd name="connsiteY12" fmla="*/ 1585913 h 3462337"/>
                      <a:gd name="connsiteX13" fmla="*/ 561975 w 4854130"/>
                      <a:gd name="connsiteY13" fmla="*/ 1243013 h 3462337"/>
                      <a:gd name="connsiteX14" fmla="*/ 438150 w 4854130"/>
                      <a:gd name="connsiteY14" fmla="*/ 1042988 h 3462337"/>
                      <a:gd name="connsiteX15" fmla="*/ 581025 w 4854130"/>
                      <a:gd name="connsiteY15" fmla="*/ 795338 h 3462337"/>
                      <a:gd name="connsiteX16" fmla="*/ 485775 w 4854130"/>
                      <a:gd name="connsiteY16" fmla="*/ 661988 h 3462337"/>
                      <a:gd name="connsiteX17" fmla="*/ 523875 w 4854130"/>
                      <a:gd name="connsiteY17" fmla="*/ 366713 h 3462337"/>
                      <a:gd name="connsiteX18" fmla="*/ 913352 w 4854130"/>
                      <a:gd name="connsiteY18" fmla="*/ 642842 h 3462337"/>
                      <a:gd name="connsiteX19" fmla="*/ 974693 w 4854130"/>
                      <a:gd name="connsiteY19" fmla="*/ 686372 h 3462337"/>
                      <a:gd name="connsiteX20" fmla="*/ 1047750 w 4854130"/>
                      <a:gd name="connsiteY20" fmla="*/ 738188 h 3462337"/>
                      <a:gd name="connsiteX21" fmla="*/ 1175575 w 4854130"/>
                      <a:gd name="connsiteY21" fmla="*/ 830961 h 3462337"/>
                      <a:gd name="connsiteX22" fmla="*/ 1638300 w 4854130"/>
                      <a:gd name="connsiteY22" fmla="*/ 1166813 h 3462337"/>
                      <a:gd name="connsiteX23" fmla="*/ 1933575 w 4854130"/>
                      <a:gd name="connsiteY23" fmla="*/ 1252538 h 3462337"/>
                      <a:gd name="connsiteX24" fmla="*/ 2705100 w 4854130"/>
                      <a:gd name="connsiteY24" fmla="*/ 1957388 h 3462337"/>
                      <a:gd name="connsiteX25" fmla="*/ 2447925 w 4854130"/>
                      <a:gd name="connsiteY25" fmla="*/ 1204913 h 3462337"/>
                      <a:gd name="connsiteX26" fmla="*/ 2228850 w 4854130"/>
                      <a:gd name="connsiteY26" fmla="*/ 1166813 h 3462337"/>
                      <a:gd name="connsiteX27" fmla="*/ 2352675 w 4854130"/>
                      <a:gd name="connsiteY27" fmla="*/ 1100138 h 3462337"/>
                      <a:gd name="connsiteX28" fmla="*/ 2400300 w 4854130"/>
                      <a:gd name="connsiteY28" fmla="*/ 947738 h 3462337"/>
                      <a:gd name="connsiteX29" fmla="*/ 2295525 w 4854130"/>
                      <a:gd name="connsiteY29" fmla="*/ 947738 h 3462337"/>
                      <a:gd name="connsiteX30" fmla="*/ 2505075 w 4854130"/>
                      <a:gd name="connsiteY30" fmla="*/ 804863 h 3462337"/>
                      <a:gd name="connsiteX31" fmla="*/ 2286000 w 4854130"/>
                      <a:gd name="connsiteY31" fmla="*/ 728663 h 3462337"/>
                      <a:gd name="connsiteX32" fmla="*/ 2085975 w 4854130"/>
                      <a:gd name="connsiteY32" fmla="*/ 804863 h 3462337"/>
                      <a:gd name="connsiteX33" fmla="*/ 2105025 w 4854130"/>
                      <a:gd name="connsiteY33" fmla="*/ 595313 h 3462337"/>
                      <a:gd name="connsiteX34" fmla="*/ 2190750 w 4854130"/>
                      <a:gd name="connsiteY34" fmla="*/ 433388 h 3462337"/>
                      <a:gd name="connsiteX35" fmla="*/ 1971675 w 4854130"/>
                      <a:gd name="connsiteY35" fmla="*/ 442913 h 3462337"/>
                      <a:gd name="connsiteX36" fmla="*/ 1876425 w 4854130"/>
                      <a:gd name="connsiteY36" fmla="*/ 566738 h 3462337"/>
                      <a:gd name="connsiteX37" fmla="*/ 1924050 w 4854130"/>
                      <a:gd name="connsiteY37" fmla="*/ 366713 h 3462337"/>
                      <a:gd name="connsiteX38" fmla="*/ 2105025 w 4854130"/>
                      <a:gd name="connsiteY38" fmla="*/ 233363 h 3462337"/>
                      <a:gd name="connsiteX39" fmla="*/ 1990725 w 4854130"/>
                      <a:gd name="connsiteY39" fmla="*/ 185738 h 3462337"/>
                      <a:gd name="connsiteX40" fmla="*/ 2027587 w 4854130"/>
                      <a:gd name="connsiteY40" fmla="*/ 137065 h 3462337"/>
                      <a:gd name="connsiteX41" fmla="*/ 2214563 w 4854130"/>
                      <a:gd name="connsiteY41" fmla="*/ 0 h 3462337"/>
                      <a:gd name="connsiteX42" fmla="*/ 2424113 w 4854130"/>
                      <a:gd name="connsiteY42" fmla="*/ 200025 h 3462337"/>
                      <a:gd name="connsiteX43" fmla="*/ 2519363 w 4854130"/>
                      <a:gd name="connsiteY43" fmla="*/ 200025 h 3462337"/>
                      <a:gd name="connsiteX44" fmla="*/ 2471738 w 4854130"/>
                      <a:gd name="connsiteY44" fmla="*/ 66675 h 3462337"/>
                      <a:gd name="connsiteX45" fmla="*/ 2643188 w 4854130"/>
                      <a:gd name="connsiteY45" fmla="*/ 200025 h 3462337"/>
                      <a:gd name="connsiteX46" fmla="*/ 2843213 w 4854130"/>
                      <a:gd name="connsiteY46" fmla="*/ 247650 h 3462337"/>
                      <a:gd name="connsiteX47" fmla="*/ 2846070 w 4854130"/>
                      <a:gd name="connsiteY47" fmla="*/ 239649 h 3462337"/>
                      <a:gd name="connsiteX48" fmla="*/ 2847975 w 4854130"/>
                      <a:gd name="connsiteY48" fmla="*/ 242888 h 3462337"/>
                      <a:gd name="connsiteX49" fmla="*/ 3181350 w 4854130"/>
                      <a:gd name="connsiteY49" fmla="*/ 471488 h 3462337"/>
                      <a:gd name="connsiteX50" fmla="*/ 3181350 w 4854130"/>
                      <a:gd name="connsiteY50" fmla="*/ 604838 h 3462337"/>
                      <a:gd name="connsiteX51" fmla="*/ 3543300 w 4854130"/>
                      <a:gd name="connsiteY51" fmla="*/ 833438 h 3462337"/>
                      <a:gd name="connsiteX52" fmla="*/ 3714750 w 4854130"/>
                      <a:gd name="connsiteY52" fmla="*/ 1042988 h 3462337"/>
                      <a:gd name="connsiteX53" fmla="*/ 4105275 w 4854130"/>
                      <a:gd name="connsiteY53" fmla="*/ 1500188 h 3462337"/>
                      <a:gd name="connsiteX54" fmla="*/ 4676775 w 4854130"/>
                      <a:gd name="connsiteY54" fmla="*/ 1690688 h 3462337"/>
                      <a:gd name="connsiteX55" fmla="*/ 4854131 w 4854130"/>
                      <a:gd name="connsiteY55" fmla="*/ 3462338 h 34623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</a:cxnLst>
                    <a:rect l="l" t="t" r="r" b="b"/>
                    <a:pathLst>
                      <a:path w="4854130" h="3462337">
                        <a:moveTo>
                          <a:pt x="4854131" y="3462338"/>
                        </a:moveTo>
                        <a:lnTo>
                          <a:pt x="1424845" y="3442430"/>
                        </a:lnTo>
                        <a:lnTo>
                          <a:pt x="619125" y="2890838"/>
                        </a:lnTo>
                        <a:lnTo>
                          <a:pt x="180975" y="2443163"/>
                        </a:lnTo>
                        <a:lnTo>
                          <a:pt x="295275" y="2309813"/>
                        </a:lnTo>
                        <a:lnTo>
                          <a:pt x="504825" y="2252663"/>
                        </a:lnTo>
                        <a:lnTo>
                          <a:pt x="381000" y="2052638"/>
                        </a:lnTo>
                        <a:lnTo>
                          <a:pt x="428625" y="1814513"/>
                        </a:lnTo>
                        <a:cubicBezTo>
                          <a:pt x="428625" y="1814513"/>
                          <a:pt x="114300" y="2043113"/>
                          <a:pt x="95250" y="2052638"/>
                        </a:cubicBezTo>
                        <a:cubicBezTo>
                          <a:pt x="76200" y="2062163"/>
                          <a:pt x="0" y="1957388"/>
                          <a:pt x="0" y="1957388"/>
                        </a:cubicBezTo>
                        <a:lnTo>
                          <a:pt x="171450" y="1833563"/>
                        </a:lnTo>
                        <a:lnTo>
                          <a:pt x="133350" y="1747838"/>
                        </a:lnTo>
                        <a:lnTo>
                          <a:pt x="438150" y="1585913"/>
                        </a:lnTo>
                        <a:lnTo>
                          <a:pt x="561975" y="1243013"/>
                        </a:lnTo>
                        <a:lnTo>
                          <a:pt x="438150" y="1042988"/>
                        </a:lnTo>
                        <a:lnTo>
                          <a:pt x="581025" y="795338"/>
                        </a:lnTo>
                        <a:lnTo>
                          <a:pt x="485775" y="661988"/>
                        </a:lnTo>
                        <a:lnTo>
                          <a:pt x="523875" y="366713"/>
                        </a:lnTo>
                        <a:lnTo>
                          <a:pt x="913352" y="642842"/>
                        </a:lnTo>
                        <a:lnTo>
                          <a:pt x="974693" y="686372"/>
                        </a:lnTo>
                        <a:lnTo>
                          <a:pt x="1047750" y="738188"/>
                        </a:lnTo>
                        <a:lnTo>
                          <a:pt x="1175575" y="830961"/>
                        </a:lnTo>
                        <a:lnTo>
                          <a:pt x="1638300" y="1166813"/>
                        </a:lnTo>
                        <a:lnTo>
                          <a:pt x="1933575" y="1252538"/>
                        </a:lnTo>
                        <a:lnTo>
                          <a:pt x="2705100" y="1957388"/>
                        </a:lnTo>
                        <a:lnTo>
                          <a:pt x="2447925" y="1204913"/>
                        </a:lnTo>
                        <a:lnTo>
                          <a:pt x="2228850" y="1166813"/>
                        </a:lnTo>
                        <a:lnTo>
                          <a:pt x="2352675" y="1100138"/>
                        </a:lnTo>
                        <a:lnTo>
                          <a:pt x="2400300" y="947738"/>
                        </a:lnTo>
                        <a:lnTo>
                          <a:pt x="2295525" y="947738"/>
                        </a:lnTo>
                        <a:lnTo>
                          <a:pt x="2505075" y="804863"/>
                        </a:lnTo>
                        <a:lnTo>
                          <a:pt x="2286000" y="728663"/>
                        </a:lnTo>
                        <a:cubicBezTo>
                          <a:pt x="2286000" y="728663"/>
                          <a:pt x="2114550" y="795338"/>
                          <a:pt x="2085975" y="804863"/>
                        </a:cubicBezTo>
                        <a:cubicBezTo>
                          <a:pt x="2057400" y="814388"/>
                          <a:pt x="2105025" y="595313"/>
                          <a:pt x="2105025" y="595313"/>
                        </a:cubicBezTo>
                        <a:lnTo>
                          <a:pt x="2190750" y="433388"/>
                        </a:lnTo>
                        <a:lnTo>
                          <a:pt x="1971675" y="442913"/>
                        </a:lnTo>
                        <a:lnTo>
                          <a:pt x="1876425" y="566738"/>
                        </a:lnTo>
                        <a:lnTo>
                          <a:pt x="1924050" y="366713"/>
                        </a:lnTo>
                        <a:lnTo>
                          <a:pt x="2105025" y="233363"/>
                        </a:lnTo>
                        <a:lnTo>
                          <a:pt x="1990725" y="185738"/>
                        </a:lnTo>
                        <a:lnTo>
                          <a:pt x="2027587" y="137065"/>
                        </a:lnTo>
                        <a:lnTo>
                          <a:pt x="2214563" y="0"/>
                        </a:lnTo>
                        <a:lnTo>
                          <a:pt x="2424113" y="200025"/>
                        </a:lnTo>
                        <a:lnTo>
                          <a:pt x="2519363" y="200025"/>
                        </a:lnTo>
                        <a:lnTo>
                          <a:pt x="2471738" y="66675"/>
                        </a:lnTo>
                        <a:lnTo>
                          <a:pt x="2643188" y="200025"/>
                        </a:lnTo>
                        <a:lnTo>
                          <a:pt x="2843213" y="247650"/>
                        </a:lnTo>
                        <a:lnTo>
                          <a:pt x="2846070" y="239649"/>
                        </a:lnTo>
                        <a:lnTo>
                          <a:pt x="2847975" y="242888"/>
                        </a:lnTo>
                        <a:lnTo>
                          <a:pt x="3181350" y="471488"/>
                        </a:lnTo>
                        <a:lnTo>
                          <a:pt x="3181350" y="604838"/>
                        </a:lnTo>
                        <a:lnTo>
                          <a:pt x="3543300" y="833438"/>
                        </a:lnTo>
                        <a:lnTo>
                          <a:pt x="3714750" y="1042988"/>
                        </a:lnTo>
                        <a:lnTo>
                          <a:pt x="4105275" y="1500188"/>
                        </a:lnTo>
                        <a:lnTo>
                          <a:pt x="4676775" y="1690688"/>
                        </a:lnTo>
                        <a:lnTo>
                          <a:pt x="4854131" y="3462338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2" name="Graphic 3">
                    <a:extLst>
                      <a:ext uri="{FF2B5EF4-FFF2-40B4-BE49-F238E27FC236}">
                        <a16:creationId xmlns:a16="http://schemas.microsoft.com/office/drawing/2014/main" id="{C6937364-D676-4A74-BCD9-980EDF22D4FA}"/>
                      </a:ext>
                    </a:extLst>
                  </p:cNvPr>
                  <p:cNvGrpSpPr/>
                  <p:nvPr/>
                </p:nvGrpSpPr>
                <p:grpSpPr>
                  <a:xfrm>
                    <a:off x="5272087" y="2320099"/>
                    <a:ext cx="3176587" cy="3537299"/>
                    <a:chOff x="5272087" y="2320099"/>
                    <a:chExt cx="3176587" cy="3537299"/>
                  </a:xfrm>
                </p:grpSpPr>
                <p:grpSp>
                  <p:nvGrpSpPr>
                    <p:cNvPr id="23" name="Graphic 3">
                      <a:extLst>
                        <a:ext uri="{FF2B5EF4-FFF2-40B4-BE49-F238E27FC236}">
                          <a16:creationId xmlns:a16="http://schemas.microsoft.com/office/drawing/2014/main" id="{C6937364-D676-4A74-BCD9-980EDF22D4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72087" y="3336702"/>
                      <a:ext cx="1447800" cy="2520696"/>
                      <a:chOff x="5272087" y="3336702"/>
                      <a:chExt cx="1447800" cy="2520696"/>
                    </a:xfrm>
                    <a:solidFill>
                      <a:srgbClr val="237BAD"/>
                    </a:solidFill>
                  </p:grpSpPr>
                  <p:sp>
                    <p:nvSpPr>
                      <p:cNvPr id="24" name="Freeform: Shape 23">
                        <a:extLst>
                          <a:ext uri="{FF2B5EF4-FFF2-40B4-BE49-F238E27FC236}">
                            <a16:creationId xmlns:a16="http://schemas.microsoft.com/office/drawing/2014/main" id="{284E5323-F1C2-4D98-A827-912622491B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19737" y="4495323"/>
                        <a:ext cx="1200150" cy="1362075"/>
                      </a:xfrm>
                      <a:custGeom>
                        <a:avLst/>
                        <a:gdLst>
                          <a:gd name="connsiteX0" fmla="*/ 0 w 1200150"/>
                          <a:gd name="connsiteY0" fmla="*/ 0 h 1362075"/>
                          <a:gd name="connsiteX1" fmla="*/ 600075 w 1200150"/>
                          <a:gd name="connsiteY1" fmla="*/ 514350 h 1362075"/>
                          <a:gd name="connsiteX2" fmla="*/ 704850 w 1200150"/>
                          <a:gd name="connsiteY2" fmla="*/ 990600 h 1362075"/>
                          <a:gd name="connsiteX3" fmla="*/ 1200150 w 1200150"/>
                          <a:gd name="connsiteY3" fmla="*/ 1362075 h 1362075"/>
                          <a:gd name="connsiteX4" fmla="*/ 828675 w 1200150"/>
                          <a:gd name="connsiteY4" fmla="*/ 990600 h 1362075"/>
                          <a:gd name="connsiteX5" fmla="*/ 695325 w 1200150"/>
                          <a:gd name="connsiteY5" fmla="*/ 476250 h 1362075"/>
                          <a:gd name="connsiteX6" fmla="*/ 561975 w 1200150"/>
                          <a:gd name="connsiteY6" fmla="*/ 419100 h 1362075"/>
                          <a:gd name="connsiteX7" fmla="*/ 561975 w 1200150"/>
                          <a:gd name="connsiteY7" fmla="*/ 276225 h 136207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</a:cxnLst>
                        <a:rect l="l" t="t" r="r" b="b"/>
                        <a:pathLst>
                          <a:path w="1200150" h="1362075">
                            <a:moveTo>
                              <a:pt x="0" y="0"/>
                            </a:moveTo>
                            <a:lnTo>
                              <a:pt x="600075" y="514350"/>
                            </a:lnTo>
                            <a:lnTo>
                              <a:pt x="704850" y="990600"/>
                            </a:lnTo>
                            <a:lnTo>
                              <a:pt x="1200150" y="1362075"/>
                            </a:lnTo>
                            <a:lnTo>
                              <a:pt x="828675" y="990600"/>
                            </a:lnTo>
                            <a:lnTo>
                              <a:pt x="695325" y="476250"/>
                            </a:lnTo>
                            <a:lnTo>
                              <a:pt x="561975" y="419100"/>
                            </a:lnTo>
                            <a:lnTo>
                              <a:pt x="561975" y="276225"/>
                            </a:lnTo>
                            <a:close/>
                          </a:path>
                        </a:pathLst>
                      </a:custGeom>
                      <a:solidFill>
                        <a:schemeClr val="accent5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5" name="Freeform: Shape 24">
                        <a:extLst>
                          <a:ext uri="{FF2B5EF4-FFF2-40B4-BE49-F238E27FC236}">
                            <a16:creationId xmlns:a16="http://schemas.microsoft.com/office/drawing/2014/main" id="{3B3BE31D-DE53-4D67-99CF-D50E6DA740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272087" y="3336702"/>
                        <a:ext cx="800100" cy="844296"/>
                      </a:xfrm>
                      <a:custGeom>
                        <a:avLst/>
                        <a:gdLst>
                          <a:gd name="connsiteX0" fmla="*/ 0 w 800100"/>
                          <a:gd name="connsiteY0" fmla="*/ 348996 h 844296"/>
                          <a:gd name="connsiteX1" fmla="*/ 27241 w 800100"/>
                          <a:gd name="connsiteY1" fmla="*/ 243840 h 844296"/>
                          <a:gd name="connsiteX2" fmla="*/ 27337 w 800100"/>
                          <a:gd name="connsiteY2" fmla="*/ 243459 h 844296"/>
                          <a:gd name="connsiteX3" fmla="*/ 27623 w 800100"/>
                          <a:gd name="connsiteY3" fmla="*/ 243173 h 844296"/>
                          <a:gd name="connsiteX4" fmla="*/ 164592 w 800100"/>
                          <a:gd name="connsiteY4" fmla="*/ 122777 h 844296"/>
                          <a:gd name="connsiteX5" fmla="*/ 302038 w 800100"/>
                          <a:gd name="connsiteY5" fmla="*/ 2953 h 844296"/>
                          <a:gd name="connsiteX6" fmla="*/ 305467 w 800100"/>
                          <a:gd name="connsiteY6" fmla="*/ 0 h 844296"/>
                          <a:gd name="connsiteX7" fmla="*/ 308134 w 800100"/>
                          <a:gd name="connsiteY7" fmla="*/ 3715 h 844296"/>
                          <a:gd name="connsiteX8" fmla="*/ 403670 w 800100"/>
                          <a:gd name="connsiteY8" fmla="*/ 136874 h 844296"/>
                          <a:gd name="connsiteX9" fmla="*/ 404146 w 800100"/>
                          <a:gd name="connsiteY9" fmla="*/ 137541 h 844296"/>
                          <a:gd name="connsiteX10" fmla="*/ 404336 w 800100"/>
                          <a:gd name="connsiteY10" fmla="*/ 138303 h 844296"/>
                          <a:gd name="connsiteX11" fmla="*/ 433197 w 800100"/>
                          <a:gd name="connsiteY11" fmla="*/ 242983 h 844296"/>
                          <a:gd name="connsiteX12" fmla="*/ 431578 w 800100"/>
                          <a:gd name="connsiteY12" fmla="*/ 240506 h 844296"/>
                          <a:gd name="connsiteX13" fmla="*/ 726186 w 800100"/>
                          <a:gd name="connsiteY13" fmla="*/ 479488 h 844296"/>
                          <a:gd name="connsiteX14" fmla="*/ 727234 w 800100"/>
                          <a:gd name="connsiteY14" fmla="*/ 480346 h 844296"/>
                          <a:gd name="connsiteX15" fmla="*/ 727520 w 800100"/>
                          <a:gd name="connsiteY15" fmla="*/ 481584 h 844296"/>
                          <a:gd name="connsiteX16" fmla="*/ 764286 w 800100"/>
                          <a:gd name="connsiteY16" fmla="*/ 662845 h 844296"/>
                          <a:gd name="connsiteX17" fmla="*/ 800100 w 800100"/>
                          <a:gd name="connsiteY17" fmla="*/ 844296 h 844296"/>
                          <a:gd name="connsiteX18" fmla="*/ 759714 w 800100"/>
                          <a:gd name="connsiteY18" fmla="*/ 663797 h 844296"/>
                          <a:gd name="connsiteX19" fmla="*/ 720280 w 800100"/>
                          <a:gd name="connsiteY19" fmla="*/ 483108 h 844296"/>
                          <a:gd name="connsiteX20" fmla="*/ 721519 w 800100"/>
                          <a:gd name="connsiteY20" fmla="*/ 485204 h 844296"/>
                          <a:gd name="connsiteX21" fmla="*/ 425577 w 800100"/>
                          <a:gd name="connsiteY21" fmla="*/ 247936 h 844296"/>
                          <a:gd name="connsiteX22" fmla="*/ 424339 w 800100"/>
                          <a:gd name="connsiteY22" fmla="*/ 246983 h 844296"/>
                          <a:gd name="connsiteX23" fmla="*/ 423958 w 800100"/>
                          <a:gd name="connsiteY23" fmla="*/ 245459 h 844296"/>
                          <a:gd name="connsiteX24" fmla="*/ 395668 w 800100"/>
                          <a:gd name="connsiteY24" fmla="*/ 140589 h 844296"/>
                          <a:gd name="connsiteX25" fmla="*/ 396335 w 800100"/>
                          <a:gd name="connsiteY25" fmla="*/ 142018 h 844296"/>
                          <a:gd name="connsiteX26" fmla="*/ 301371 w 800100"/>
                          <a:gd name="connsiteY26" fmla="*/ 8477 h 844296"/>
                          <a:gd name="connsiteX27" fmla="*/ 307467 w 800100"/>
                          <a:gd name="connsiteY27" fmla="*/ 9239 h 844296"/>
                          <a:gd name="connsiteX28" fmla="*/ 168688 w 800100"/>
                          <a:gd name="connsiteY28" fmla="*/ 127540 h 844296"/>
                          <a:gd name="connsiteX29" fmla="*/ 29433 w 800100"/>
                          <a:gd name="connsiteY29" fmla="*/ 245269 h 844296"/>
                          <a:gd name="connsiteX30" fmla="*/ 29813 w 800100"/>
                          <a:gd name="connsiteY30" fmla="*/ 244602 h 844296"/>
                          <a:gd name="connsiteX31" fmla="*/ 0 w 800100"/>
                          <a:gd name="connsiteY31" fmla="*/ 348996 h 8442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</a:cxnLst>
                        <a:rect l="l" t="t" r="r" b="b"/>
                        <a:pathLst>
                          <a:path w="800100" h="844296">
                            <a:moveTo>
                              <a:pt x="0" y="348996"/>
                            </a:moveTo>
                            <a:lnTo>
                              <a:pt x="27241" y="243840"/>
                            </a:lnTo>
                            <a:lnTo>
                              <a:pt x="27337" y="243459"/>
                            </a:lnTo>
                            <a:lnTo>
                              <a:pt x="27623" y="243173"/>
                            </a:lnTo>
                            <a:cubicBezTo>
                              <a:pt x="73057" y="202787"/>
                              <a:pt x="118776" y="162782"/>
                              <a:pt x="164592" y="122777"/>
                            </a:cubicBezTo>
                            <a:lnTo>
                              <a:pt x="302038" y="2953"/>
                            </a:lnTo>
                            <a:lnTo>
                              <a:pt x="305467" y="0"/>
                            </a:lnTo>
                            <a:lnTo>
                              <a:pt x="308134" y="3715"/>
                            </a:lnTo>
                            <a:lnTo>
                              <a:pt x="403670" y="136874"/>
                            </a:lnTo>
                            <a:lnTo>
                              <a:pt x="404146" y="137541"/>
                            </a:lnTo>
                            <a:lnTo>
                              <a:pt x="404336" y="138303"/>
                            </a:lnTo>
                            <a:lnTo>
                              <a:pt x="433197" y="242983"/>
                            </a:lnTo>
                            <a:lnTo>
                              <a:pt x="431578" y="240506"/>
                            </a:lnTo>
                            <a:lnTo>
                              <a:pt x="726186" y="479488"/>
                            </a:lnTo>
                            <a:lnTo>
                              <a:pt x="727234" y="480346"/>
                            </a:lnTo>
                            <a:lnTo>
                              <a:pt x="727520" y="481584"/>
                            </a:lnTo>
                            <a:lnTo>
                              <a:pt x="764286" y="662845"/>
                            </a:lnTo>
                            <a:lnTo>
                              <a:pt x="800100" y="844296"/>
                            </a:lnTo>
                            <a:lnTo>
                              <a:pt x="759714" y="663797"/>
                            </a:lnTo>
                            <a:lnTo>
                              <a:pt x="720280" y="483108"/>
                            </a:lnTo>
                            <a:lnTo>
                              <a:pt x="721519" y="485204"/>
                            </a:lnTo>
                            <a:lnTo>
                              <a:pt x="425577" y="247936"/>
                            </a:lnTo>
                            <a:lnTo>
                              <a:pt x="424339" y="246983"/>
                            </a:lnTo>
                            <a:lnTo>
                              <a:pt x="423958" y="245459"/>
                            </a:lnTo>
                            <a:lnTo>
                              <a:pt x="395668" y="140589"/>
                            </a:lnTo>
                            <a:lnTo>
                              <a:pt x="396335" y="142018"/>
                            </a:lnTo>
                            <a:lnTo>
                              <a:pt x="301371" y="8477"/>
                            </a:lnTo>
                            <a:lnTo>
                              <a:pt x="307467" y="9239"/>
                            </a:lnTo>
                            <a:lnTo>
                              <a:pt x="168688" y="127540"/>
                            </a:lnTo>
                            <a:cubicBezTo>
                              <a:pt x="122396" y="166973"/>
                              <a:pt x="76105" y="206312"/>
                              <a:pt x="29433" y="245269"/>
                            </a:cubicBezTo>
                            <a:lnTo>
                              <a:pt x="29813" y="244602"/>
                            </a:lnTo>
                            <a:lnTo>
                              <a:pt x="0" y="348996"/>
                            </a:lnTo>
                            <a:close/>
                          </a:path>
                        </a:pathLst>
                      </a:custGeom>
                      <a:solidFill>
                        <a:schemeClr val="accent5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  <p:grpSp>
                  <p:nvGrpSpPr>
                    <p:cNvPr id="26" name="Graphic 3">
                      <a:extLst>
                        <a:ext uri="{FF2B5EF4-FFF2-40B4-BE49-F238E27FC236}">
                          <a16:creationId xmlns:a16="http://schemas.microsoft.com/office/drawing/2014/main" id="{C6937364-D676-4A74-BCD9-980EDF22D4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910387" y="2320099"/>
                      <a:ext cx="1538287" cy="2456211"/>
                      <a:chOff x="6910387" y="2320099"/>
                      <a:chExt cx="1538287" cy="2456211"/>
                    </a:xfrm>
                  </p:grpSpPr>
                  <p:sp>
                    <p:nvSpPr>
                      <p:cNvPr id="27" name="Freeform: Shape 26">
                        <a:extLst>
                          <a:ext uri="{FF2B5EF4-FFF2-40B4-BE49-F238E27FC236}">
                            <a16:creationId xmlns:a16="http://schemas.microsoft.com/office/drawing/2014/main" id="{CD3A3CF4-8E3A-4420-B8A5-40C1E71219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91425" y="3471386"/>
                        <a:ext cx="857250" cy="1304925"/>
                      </a:xfrm>
                      <a:custGeom>
                        <a:avLst/>
                        <a:gdLst>
                          <a:gd name="connsiteX0" fmla="*/ 0 w 857250"/>
                          <a:gd name="connsiteY0" fmla="*/ 0 h 1304925"/>
                          <a:gd name="connsiteX1" fmla="*/ 238125 w 857250"/>
                          <a:gd name="connsiteY1" fmla="*/ 371475 h 1304925"/>
                          <a:gd name="connsiteX2" fmla="*/ 447675 w 857250"/>
                          <a:gd name="connsiteY2" fmla="*/ 447675 h 1304925"/>
                          <a:gd name="connsiteX3" fmla="*/ 857250 w 857250"/>
                          <a:gd name="connsiteY3" fmla="*/ 1304925 h 1304925"/>
                          <a:gd name="connsiteX4" fmla="*/ 857250 w 857250"/>
                          <a:gd name="connsiteY4" fmla="*/ 1076325 h 1304925"/>
                          <a:gd name="connsiteX5" fmla="*/ 542925 w 857250"/>
                          <a:gd name="connsiteY5" fmla="*/ 342900 h 1304925"/>
                          <a:gd name="connsiteX6" fmla="*/ 245840 w 857250"/>
                          <a:gd name="connsiteY6" fmla="*/ 291465 h 13049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857250" h="1304925">
                            <a:moveTo>
                              <a:pt x="0" y="0"/>
                            </a:moveTo>
                            <a:lnTo>
                              <a:pt x="238125" y="371475"/>
                            </a:lnTo>
                            <a:lnTo>
                              <a:pt x="447675" y="447675"/>
                            </a:lnTo>
                            <a:lnTo>
                              <a:pt x="857250" y="1304925"/>
                            </a:lnTo>
                            <a:lnTo>
                              <a:pt x="857250" y="1076325"/>
                            </a:lnTo>
                            <a:lnTo>
                              <a:pt x="542925" y="342900"/>
                            </a:lnTo>
                            <a:lnTo>
                              <a:pt x="245840" y="291465"/>
                            </a:lnTo>
                            <a:close/>
                          </a:path>
                        </a:pathLst>
                      </a:custGeom>
                      <a:solidFill>
                        <a:schemeClr val="accent5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8" name="Freeform: Shape 27">
                        <a:extLst>
                          <a:ext uri="{FF2B5EF4-FFF2-40B4-BE49-F238E27FC236}">
                            <a16:creationId xmlns:a16="http://schemas.microsoft.com/office/drawing/2014/main" id="{351446C3-5381-4A0B-8CD3-FC65DCB115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10387" y="3109626"/>
                        <a:ext cx="910685" cy="575500"/>
                      </a:xfrm>
                      <a:custGeom>
                        <a:avLst/>
                        <a:gdLst>
                          <a:gd name="connsiteX0" fmla="*/ 0 w 910685"/>
                          <a:gd name="connsiteY0" fmla="*/ 261747 h 575500"/>
                          <a:gd name="connsiteX1" fmla="*/ 55340 w 910685"/>
                          <a:gd name="connsiteY1" fmla="*/ 137160 h 575500"/>
                          <a:gd name="connsiteX2" fmla="*/ 55436 w 910685"/>
                          <a:gd name="connsiteY2" fmla="*/ 136970 h 575500"/>
                          <a:gd name="connsiteX3" fmla="*/ 55626 w 910685"/>
                          <a:gd name="connsiteY3" fmla="*/ 136779 h 575500"/>
                          <a:gd name="connsiteX4" fmla="*/ 149733 w 910685"/>
                          <a:gd name="connsiteY4" fmla="*/ 12097 h 575500"/>
                          <a:gd name="connsiteX5" fmla="*/ 150686 w 910685"/>
                          <a:gd name="connsiteY5" fmla="*/ 10858 h 575500"/>
                          <a:gd name="connsiteX6" fmla="*/ 152305 w 910685"/>
                          <a:gd name="connsiteY6" fmla="*/ 10763 h 575500"/>
                          <a:gd name="connsiteX7" fmla="*/ 371380 w 910685"/>
                          <a:gd name="connsiteY7" fmla="*/ 190 h 575500"/>
                          <a:gd name="connsiteX8" fmla="*/ 374999 w 910685"/>
                          <a:gd name="connsiteY8" fmla="*/ 0 h 575500"/>
                          <a:gd name="connsiteX9" fmla="*/ 375761 w 910685"/>
                          <a:gd name="connsiteY9" fmla="*/ 3620 h 575500"/>
                          <a:gd name="connsiteX10" fmla="*/ 399002 w 910685"/>
                          <a:gd name="connsiteY10" fmla="*/ 107156 h 575500"/>
                          <a:gd name="connsiteX11" fmla="*/ 396240 w 910685"/>
                          <a:gd name="connsiteY11" fmla="*/ 103822 h 575500"/>
                          <a:gd name="connsiteX12" fmla="*/ 578453 w 910685"/>
                          <a:gd name="connsiteY12" fmla="*/ 178022 h 575500"/>
                          <a:gd name="connsiteX13" fmla="*/ 579501 w 910685"/>
                          <a:gd name="connsiteY13" fmla="*/ 178403 h 575500"/>
                          <a:gd name="connsiteX14" fmla="*/ 580168 w 910685"/>
                          <a:gd name="connsiteY14" fmla="*/ 179261 h 575500"/>
                          <a:gd name="connsiteX15" fmla="*/ 746093 w 910685"/>
                          <a:gd name="connsiteY15" fmla="*/ 376809 h 575500"/>
                          <a:gd name="connsiteX16" fmla="*/ 910685 w 910685"/>
                          <a:gd name="connsiteY16" fmla="*/ 575501 h 575500"/>
                          <a:gd name="connsiteX17" fmla="*/ 741426 w 910685"/>
                          <a:gd name="connsiteY17" fmla="*/ 380810 h 575500"/>
                          <a:gd name="connsiteX18" fmla="*/ 573500 w 910685"/>
                          <a:gd name="connsiteY18" fmla="*/ 184976 h 575500"/>
                          <a:gd name="connsiteX19" fmla="*/ 575215 w 910685"/>
                          <a:gd name="connsiteY19" fmla="*/ 186214 h 575500"/>
                          <a:gd name="connsiteX20" fmla="*/ 392811 w 910685"/>
                          <a:gd name="connsiteY20" fmla="*/ 112490 h 575500"/>
                          <a:gd name="connsiteX21" fmla="*/ 390525 w 910685"/>
                          <a:gd name="connsiteY21" fmla="*/ 111538 h 575500"/>
                          <a:gd name="connsiteX22" fmla="*/ 390049 w 910685"/>
                          <a:gd name="connsiteY22" fmla="*/ 109156 h 575500"/>
                          <a:gd name="connsiteX23" fmla="*/ 367284 w 910685"/>
                          <a:gd name="connsiteY23" fmla="*/ 5429 h 575500"/>
                          <a:gd name="connsiteX24" fmla="*/ 371761 w 910685"/>
                          <a:gd name="connsiteY24" fmla="*/ 8858 h 575500"/>
                          <a:gd name="connsiteX25" fmla="*/ 152686 w 910685"/>
                          <a:gd name="connsiteY25" fmla="*/ 17336 h 575500"/>
                          <a:gd name="connsiteX26" fmla="*/ 155162 w 910685"/>
                          <a:gd name="connsiteY26" fmla="*/ 16002 h 575500"/>
                          <a:gd name="connsiteX27" fmla="*/ 58769 w 910685"/>
                          <a:gd name="connsiteY27" fmla="*/ 138970 h 575500"/>
                          <a:gd name="connsiteX28" fmla="*/ 58960 w 910685"/>
                          <a:gd name="connsiteY28" fmla="*/ 138589 h 575500"/>
                          <a:gd name="connsiteX29" fmla="*/ 0 w 910685"/>
                          <a:gd name="connsiteY29" fmla="*/ 261747 h 5755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</a:cxnLst>
                        <a:rect l="l" t="t" r="r" b="b"/>
                        <a:pathLst>
                          <a:path w="910685" h="575500">
                            <a:moveTo>
                              <a:pt x="0" y="261747"/>
                            </a:moveTo>
                            <a:lnTo>
                              <a:pt x="55340" y="137160"/>
                            </a:lnTo>
                            <a:lnTo>
                              <a:pt x="55436" y="136970"/>
                            </a:lnTo>
                            <a:lnTo>
                              <a:pt x="55626" y="136779"/>
                            </a:lnTo>
                            <a:lnTo>
                              <a:pt x="149733" y="12097"/>
                            </a:lnTo>
                            <a:lnTo>
                              <a:pt x="150686" y="10858"/>
                            </a:lnTo>
                            <a:lnTo>
                              <a:pt x="152305" y="10763"/>
                            </a:lnTo>
                            <a:cubicBezTo>
                              <a:pt x="225266" y="6858"/>
                              <a:pt x="298323" y="3524"/>
                              <a:pt x="371380" y="190"/>
                            </a:cubicBezTo>
                            <a:lnTo>
                              <a:pt x="374999" y="0"/>
                            </a:lnTo>
                            <a:lnTo>
                              <a:pt x="375761" y="3620"/>
                            </a:lnTo>
                            <a:lnTo>
                              <a:pt x="399002" y="107156"/>
                            </a:lnTo>
                            <a:lnTo>
                              <a:pt x="396240" y="103822"/>
                            </a:lnTo>
                            <a:cubicBezTo>
                              <a:pt x="457105" y="128206"/>
                              <a:pt x="517684" y="153353"/>
                              <a:pt x="578453" y="178022"/>
                            </a:cubicBezTo>
                            <a:lnTo>
                              <a:pt x="579501" y="178403"/>
                            </a:lnTo>
                            <a:lnTo>
                              <a:pt x="580168" y="179261"/>
                            </a:lnTo>
                            <a:cubicBezTo>
                              <a:pt x="635698" y="244888"/>
                              <a:pt x="691134" y="310705"/>
                              <a:pt x="746093" y="376809"/>
                            </a:cubicBezTo>
                            <a:cubicBezTo>
                              <a:pt x="801338" y="442722"/>
                              <a:pt x="856107" y="509016"/>
                              <a:pt x="910685" y="575501"/>
                            </a:cubicBezTo>
                            <a:cubicBezTo>
                              <a:pt x="853917" y="510826"/>
                              <a:pt x="797528" y="445961"/>
                              <a:pt x="741426" y="380810"/>
                            </a:cubicBezTo>
                            <a:cubicBezTo>
                              <a:pt x="685133" y="315754"/>
                              <a:pt x="629222" y="250412"/>
                              <a:pt x="573500" y="184976"/>
                            </a:cubicBezTo>
                            <a:lnTo>
                              <a:pt x="575215" y="186214"/>
                            </a:lnTo>
                            <a:cubicBezTo>
                              <a:pt x="514445" y="161639"/>
                              <a:pt x="453485" y="137446"/>
                              <a:pt x="392811" y="112490"/>
                            </a:cubicBezTo>
                            <a:lnTo>
                              <a:pt x="390525" y="111538"/>
                            </a:lnTo>
                            <a:lnTo>
                              <a:pt x="390049" y="109156"/>
                            </a:lnTo>
                            <a:lnTo>
                              <a:pt x="367284" y="5429"/>
                            </a:lnTo>
                            <a:lnTo>
                              <a:pt x="371761" y="8858"/>
                            </a:lnTo>
                            <a:cubicBezTo>
                              <a:pt x="298704" y="11906"/>
                              <a:pt x="225743" y="14954"/>
                              <a:pt x="152686" y="17336"/>
                            </a:cubicBezTo>
                            <a:lnTo>
                              <a:pt x="155162" y="16002"/>
                            </a:lnTo>
                            <a:lnTo>
                              <a:pt x="58769" y="138970"/>
                            </a:lnTo>
                            <a:lnTo>
                              <a:pt x="58960" y="138589"/>
                            </a:lnTo>
                            <a:lnTo>
                              <a:pt x="0" y="261747"/>
                            </a:lnTo>
                            <a:close/>
                          </a:path>
                        </a:pathLst>
                      </a:custGeom>
                      <a:solidFill>
                        <a:schemeClr val="accent5">
                          <a:lumMod val="50000"/>
                        </a:schemeClr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29" name="Freeform: Shape 28">
                        <a:extLst>
                          <a:ext uri="{FF2B5EF4-FFF2-40B4-BE49-F238E27FC236}">
                            <a16:creationId xmlns:a16="http://schemas.microsoft.com/office/drawing/2014/main" id="{CC0D7CCD-C2CF-4D00-B32D-F80C232769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96125" y="2320099"/>
                        <a:ext cx="431958" cy="399002"/>
                      </a:xfrm>
                      <a:custGeom>
                        <a:avLst/>
                        <a:gdLst>
                          <a:gd name="connsiteX0" fmla="*/ 0 w 431958"/>
                          <a:gd name="connsiteY0" fmla="*/ 85630 h 399002"/>
                          <a:gd name="connsiteX1" fmla="*/ 39338 w 431958"/>
                          <a:gd name="connsiteY1" fmla="*/ 43434 h 399002"/>
                          <a:gd name="connsiteX2" fmla="*/ 78962 w 431958"/>
                          <a:gd name="connsiteY2" fmla="*/ 1619 h 399002"/>
                          <a:gd name="connsiteX3" fmla="*/ 80582 w 431958"/>
                          <a:gd name="connsiteY3" fmla="*/ 0 h 399002"/>
                          <a:gd name="connsiteX4" fmla="*/ 82582 w 431958"/>
                          <a:gd name="connsiteY4" fmla="*/ 1333 h 399002"/>
                          <a:gd name="connsiteX5" fmla="*/ 177641 w 431958"/>
                          <a:gd name="connsiteY5" fmla="*/ 63246 h 399002"/>
                          <a:gd name="connsiteX6" fmla="*/ 272225 w 431958"/>
                          <a:gd name="connsiteY6" fmla="*/ 125921 h 399002"/>
                          <a:gd name="connsiteX7" fmla="*/ 273939 w 431958"/>
                          <a:gd name="connsiteY7" fmla="*/ 127063 h 399002"/>
                          <a:gd name="connsiteX8" fmla="*/ 274320 w 431958"/>
                          <a:gd name="connsiteY8" fmla="*/ 129064 h 399002"/>
                          <a:gd name="connsiteX9" fmla="*/ 289846 w 431958"/>
                          <a:gd name="connsiteY9" fmla="*/ 209550 h 399002"/>
                          <a:gd name="connsiteX10" fmla="*/ 299275 w 431958"/>
                          <a:gd name="connsiteY10" fmla="*/ 249269 h 399002"/>
                          <a:gd name="connsiteX11" fmla="*/ 304991 w 431958"/>
                          <a:gd name="connsiteY11" fmla="*/ 268700 h 399002"/>
                          <a:gd name="connsiteX12" fmla="*/ 308515 w 431958"/>
                          <a:gd name="connsiteY12" fmla="*/ 277939 h 399002"/>
                          <a:gd name="connsiteX13" fmla="*/ 313658 w 431958"/>
                          <a:gd name="connsiteY13" fmla="*/ 285464 h 399002"/>
                          <a:gd name="connsiteX14" fmla="*/ 372333 w 431958"/>
                          <a:gd name="connsiteY14" fmla="*/ 342519 h 399002"/>
                          <a:gd name="connsiteX15" fmla="*/ 431959 w 431958"/>
                          <a:gd name="connsiteY15" fmla="*/ 399002 h 399002"/>
                          <a:gd name="connsiteX16" fmla="*/ 369284 w 431958"/>
                          <a:gd name="connsiteY16" fmla="*/ 345948 h 399002"/>
                          <a:gd name="connsiteX17" fmla="*/ 308420 w 431958"/>
                          <a:gd name="connsiteY17" fmla="*/ 290417 h 399002"/>
                          <a:gd name="connsiteX18" fmla="*/ 301752 w 431958"/>
                          <a:gd name="connsiteY18" fmla="*/ 281273 h 399002"/>
                          <a:gd name="connsiteX19" fmla="*/ 297656 w 431958"/>
                          <a:gd name="connsiteY19" fmla="*/ 271367 h 399002"/>
                          <a:gd name="connsiteX20" fmla="*/ 291370 w 431958"/>
                          <a:gd name="connsiteY20" fmla="*/ 251460 h 399002"/>
                          <a:gd name="connsiteX21" fmla="*/ 281464 w 431958"/>
                          <a:gd name="connsiteY21" fmla="*/ 211360 h 399002"/>
                          <a:gd name="connsiteX22" fmla="*/ 265081 w 431958"/>
                          <a:gd name="connsiteY22" fmla="*/ 130683 h 399002"/>
                          <a:gd name="connsiteX23" fmla="*/ 267081 w 431958"/>
                          <a:gd name="connsiteY23" fmla="*/ 133826 h 399002"/>
                          <a:gd name="connsiteX24" fmla="*/ 173069 w 431958"/>
                          <a:gd name="connsiteY24" fmla="*/ 70295 h 399002"/>
                          <a:gd name="connsiteX25" fmla="*/ 79534 w 431958"/>
                          <a:gd name="connsiteY25" fmla="*/ 6001 h 399002"/>
                          <a:gd name="connsiteX26" fmla="*/ 83153 w 431958"/>
                          <a:gd name="connsiteY26" fmla="*/ 5620 h 399002"/>
                          <a:gd name="connsiteX27" fmla="*/ 41815 w 431958"/>
                          <a:gd name="connsiteY27" fmla="*/ 45815 h 399002"/>
                          <a:gd name="connsiteX28" fmla="*/ 0 w 431958"/>
                          <a:gd name="connsiteY28" fmla="*/ 85630 h 39900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</a:cxnLst>
                        <a:rect l="l" t="t" r="r" b="b"/>
                        <a:pathLst>
                          <a:path w="431958" h="399002">
                            <a:moveTo>
                              <a:pt x="0" y="85630"/>
                            </a:moveTo>
                            <a:cubicBezTo>
                              <a:pt x="12954" y="71438"/>
                              <a:pt x="26194" y="57436"/>
                              <a:pt x="39338" y="43434"/>
                            </a:cubicBezTo>
                            <a:cubicBezTo>
                              <a:pt x="52483" y="29337"/>
                              <a:pt x="65627" y="15430"/>
                              <a:pt x="78962" y="1619"/>
                            </a:cubicBezTo>
                            <a:lnTo>
                              <a:pt x="80582" y="0"/>
                            </a:lnTo>
                            <a:lnTo>
                              <a:pt x="82582" y="1333"/>
                            </a:lnTo>
                            <a:cubicBezTo>
                              <a:pt x="114300" y="21908"/>
                              <a:pt x="146209" y="42291"/>
                              <a:pt x="177641" y="63246"/>
                            </a:cubicBezTo>
                            <a:lnTo>
                              <a:pt x="272225" y="125921"/>
                            </a:lnTo>
                            <a:lnTo>
                              <a:pt x="273939" y="127063"/>
                            </a:lnTo>
                            <a:lnTo>
                              <a:pt x="274320" y="129064"/>
                            </a:lnTo>
                            <a:cubicBezTo>
                              <a:pt x="278987" y="155924"/>
                              <a:pt x="284036" y="182880"/>
                              <a:pt x="289846" y="209550"/>
                            </a:cubicBezTo>
                            <a:cubicBezTo>
                              <a:pt x="292798" y="222885"/>
                              <a:pt x="295751" y="236220"/>
                              <a:pt x="299275" y="249269"/>
                            </a:cubicBezTo>
                            <a:cubicBezTo>
                              <a:pt x="301085" y="255842"/>
                              <a:pt x="302895" y="262318"/>
                              <a:pt x="304991" y="268700"/>
                            </a:cubicBezTo>
                            <a:cubicBezTo>
                              <a:pt x="305943" y="271939"/>
                              <a:pt x="307277" y="274892"/>
                              <a:pt x="308515" y="277939"/>
                            </a:cubicBezTo>
                            <a:cubicBezTo>
                              <a:pt x="309849" y="280606"/>
                              <a:pt x="311277" y="282988"/>
                              <a:pt x="313658" y="285464"/>
                            </a:cubicBezTo>
                            <a:cubicBezTo>
                              <a:pt x="332137" y="305086"/>
                              <a:pt x="352520" y="323755"/>
                              <a:pt x="372333" y="342519"/>
                            </a:cubicBezTo>
                            <a:lnTo>
                              <a:pt x="431959" y="399002"/>
                            </a:lnTo>
                            <a:cubicBezTo>
                              <a:pt x="410813" y="381667"/>
                              <a:pt x="390049" y="363760"/>
                              <a:pt x="369284" y="345948"/>
                            </a:cubicBezTo>
                            <a:cubicBezTo>
                              <a:pt x="348710" y="327755"/>
                              <a:pt x="328136" y="310039"/>
                              <a:pt x="308420" y="290417"/>
                            </a:cubicBezTo>
                            <a:cubicBezTo>
                              <a:pt x="305943" y="288036"/>
                              <a:pt x="303562" y="284702"/>
                              <a:pt x="301752" y="281273"/>
                            </a:cubicBezTo>
                            <a:cubicBezTo>
                              <a:pt x="300324" y="278035"/>
                              <a:pt x="298704" y="274701"/>
                              <a:pt x="297656" y="271367"/>
                            </a:cubicBezTo>
                            <a:cubicBezTo>
                              <a:pt x="295180" y="264795"/>
                              <a:pt x="293275" y="258127"/>
                              <a:pt x="291370" y="251460"/>
                            </a:cubicBezTo>
                            <a:cubicBezTo>
                              <a:pt x="287655" y="238125"/>
                              <a:pt x="284512" y="224790"/>
                              <a:pt x="281464" y="211360"/>
                            </a:cubicBezTo>
                            <a:cubicBezTo>
                              <a:pt x="275463" y="184595"/>
                              <a:pt x="270034" y="157734"/>
                              <a:pt x="265081" y="130683"/>
                            </a:cubicBezTo>
                            <a:lnTo>
                              <a:pt x="267081" y="133826"/>
                            </a:lnTo>
                            <a:lnTo>
                              <a:pt x="173069" y="70295"/>
                            </a:lnTo>
                            <a:cubicBezTo>
                              <a:pt x="141637" y="49244"/>
                              <a:pt x="110680" y="27527"/>
                              <a:pt x="79534" y="6001"/>
                            </a:cubicBezTo>
                            <a:lnTo>
                              <a:pt x="83153" y="5620"/>
                            </a:lnTo>
                            <a:cubicBezTo>
                              <a:pt x="69532" y="19145"/>
                              <a:pt x="55721" y="32575"/>
                              <a:pt x="41815" y="45815"/>
                            </a:cubicBezTo>
                            <a:cubicBezTo>
                              <a:pt x="27813" y="59055"/>
                              <a:pt x="14001" y="72390"/>
                              <a:pt x="0" y="85630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</p:grpSp>
          </p:grpSp>
        </p:grpSp>
        <p:grpSp>
          <p:nvGrpSpPr>
            <p:cNvPr id="30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6877050" y="5346191"/>
              <a:ext cx="1705070" cy="794369"/>
              <a:chOff x="6877050" y="5346191"/>
              <a:chExt cx="1705070" cy="794369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10B0DCA-647A-4DC9-991A-438DC56039AA}"/>
                  </a:ext>
                </a:extLst>
              </p:cNvPr>
              <p:cNvSpPr/>
              <p:nvPr/>
            </p:nvSpPr>
            <p:spPr>
              <a:xfrm>
                <a:off x="6877050" y="5346191"/>
                <a:ext cx="1705070" cy="782669"/>
              </a:xfrm>
              <a:custGeom>
                <a:avLst/>
                <a:gdLst>
                  <a:gd name="connsiteX0" fmla="*/ 1705070 w 1705070"/>
                  <a:gd name="connsiteY0" fmla="*/ 454819 h 782669"/>
                  <a:gd name="connsiteX1" fmla="*/ 1565434 w 1705070"/>
                  <a:gd name="connsiteY1" fmla="*/ 782669 h 782669"/>
                  <a:gd name="connsiteX2" fmla="*/ 934974 w 1705070"/>
                  <a:gd name="connsiteY2" fmla="*/ 782669 h 782669"/>
                  <a:gd name="connsiteX3" fmla="*/ 919449 w 1705070"/>
                  <a:gd name="connsiteY3" fmla="*/ 766953 h 782669"/>
                  <a:gd name="connsiteX4" fmla="*/ 899827 w 1705070"/>
                  <a:gd name="connsiteY4" fmla="*/ 782669 h 782669"/>
                  <a:gd name="connsiteX5" fmla="*/ 176213 w 1705070"/>
                  <a:gd name="connsiteY5" fmla="*/ 782669 h 782669"/>
                  <a:gd name="connsiteX6" fmla="*/ 0 w 1705070"/>
                  <a:gd name="connsiteY6" fmla="*/ 454819 h 782669"/>
                  <a:gd name="connsiteX7" fmla="*/ 393097 w 1705070"/>
                  <a:gd name="connsiteY7" fmla="*/ 61817 h 782669"/>
                  <a:gd name="connsiteX8" fmla="*/ 731044 w 1705070"/>
                  <a:gd name="connsiteY8" fmla="*/ 254127 h 782669"/>
                  <a:gd name="connsiteX9" fmla="*/ 832866 w 1705070"/>
                  <a:gd name="connsiteY9" fmla="*/ 273939 h 782669"/>
                  <a:gd name="connsiteX10" fmla="*/ 1250252 w 1705070"/>
                  <a:gd name="connsiteY10" fmla="*/ 0 h 782669"/>
                  <a:gd name="connsiteX11" fmla="*/ 1705070 w 1705070"/>
                  <a:gd name="connsiteY11" fmla="*/ 454819 h 782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05070" h="782669">
                    <a:moveTo>
                      <a:pt x="1705070" y="454819"/>
                    </a:moveTo>
                    <a:cubicBezTo>
                      <a:pt x="1705070" y="583692"/>
                      <a:pt x="1651540" y="699992"/>
                      <a:pt x="1565434" y="782669"/>
                    </a:cubicBezTo>
                    <a:lnTo>
                      <a:pt x="934974" y="782669"/>
                    </a:lnTo>
                    <a:cubicBezTo>
                      <a:pt x="929735" y="777526"/>
                      <a:pt x="924497" y="772287"/>
                      <a:pt x="919449" y="766953"/>
                    </a:cubicBezTo>
                    <a:cubicBezTo>
                      <a:pt x="913162" y="772478"/>
                      <a:pt x="906589" y="777716"/>
                      <a:pt x="899827" y="782669"/>
                    </a:cubicBezTo>
                    <a:lnTo>
                      <a:pt x="176213" y="782669"/>
                    </a:lnTo>
                    <a:cubicBezTo>
                      <a:pt x="70009" y="712280"/>
                      <a:pt x="0" y="591693"/>
                      <a:pt x="0" y="454819"/>
                    </a:cubicBezTo>
                    <a:cubicBezTo>
                      <a:pt x="0" y="237744"/>
                      <a:pt x="176022" y="61817"/>
                      <a:pt x="393097" y="61817"/>
                    </a:cubicBezTo>
                    <a:cubicBezTo>
                      <a:pt x="536829" y="61817"/>
                      <a:pt x="662559" y="138970"/>
                      <a:pt x="731044" y="254127"/>
                    </a:cubicBezTo>
                    <a:cubicBezTo>
                      <a:pt x="766953" y="254603"/>
                      <a:pt x="801148" y="261556"/>
                      <a:pt x="832866" y="273939"/>
                    </a:cubicBezTo>
                    <a:cubicBezTo>
                      <a:pt x="902780" y="112681"/>
                      <a:pt x="1063371" y="0"/>
                      <a:pt x="1250252" y="0"/>
                    </a:cubicBezTo>
                    <a:cubicBezTo>
                      <a:pt x="1501426" y="0"/>
                      <a:pt x="1705070" y="203644"/>
                      <a:pt x="1705070" y="454819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32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7207859" y="5504097"/>
                <a:ext cx="1151375" cy="636464"/>
                <a:chOff x="7207859" y="5504097"/>
                <a:chExt cx="1151375" cy="636464"/>
              </a:xfrm>
              <a:solidFill>
                <a:srgbClr val="147646"/>
              </a:solidFill>
            </p:grpSpPr>
            <p:grpSp>
              <p:nvGrpSpPr>
                <p:cNvPr id="33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7207859" y="5524290"/>
                  <a:ext cx="66890" cy="616271"/>
                  <a:chOff x="7207859" y="5524290"/>
                  <a:chExt cx="66890" cy="616271"/>
                </a:xfrm>
                <a:solidFill>
                  <a:srgbClr val="147646"/>
                </a:solidFill>
              </p:grpSpPr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E90500BE-506A-45B7-922D-E4D0FF8DFBF6}"/>
                      </a:ext>
                    </a:extLst>
                  </p:cNvPr>
                  <p:cNvSpPr/>
                  <p:nvPr/>
                </p:nvSpPr>
                <p:spPr>
                  <a:xfrm>
                    <a:off x="7241381" y="5527167"/>
                    <a:ext cx="9525" cy="611219"/>
                  </a:xfrm>
                  <a:custGeom>
                    <a:avLst/>
                    <a:gdLst>
                      <a:gd name="connsiteX0" fmla="*/ 0 w 9525"/>
                      <a:gd name="connsiteY0" fmla="*/ 0 h 611219"/>
                      <a:gd name="connsiteX1" fmla="*/ 0 w 9525"/>
                      <a:gd name="connsiteY1" fmla="*/ 611219 h 6112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525" h="611219">
                        <a:moveTo>
                          <a:pt x="0" y="0"/>
                        </a:moveTo>
                        <a:lnTo>
                          <a:pt x="0" y="611219"/>
                        </a:lnTo>
                      </a:path>
                    </a:pathLst>
                  </a:custGeom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DCC4A05E-A195-42D8-8545-07B4B743C158}"/>
                      </a:ext>
                    </a:extLst>
                  </p:cNvPr>
                  <p:cNvSpPr/>
                  <p:nvPr/>
                </p:nvSpPr>
                <p:spPr>
                  <a:xfrm>
                    <a:off x="7207859" y="5524290"/>
                    <a:ext cx="66890" cy="616271"/>
                  </a:xfrm>
                  <a:custGeom>
                    <a:avLst/>
                    <a:gdLst>
                      <a:gd name="connsiteX0" fmla="*/ 36760 w 66890"/>
                      <a:gd name="connsiteY0" fmla="*/ 2877 h 616271"/>
                      <a:gd name="connsiteX1" fmla="*/ 49619 w 66890"/>
                      <a:gd name="connsiteY1" fmla="*/ 155658 h 616271"/>
                      <a:gd name="connsiteX2" fmla="*/ 54857 w 66890"/>
                      <a:gd name="connsiteY2" fmla="*/ 232049 h 616271"/>
                      <a:gd name="connsiteX3" fmla="*/ 59144 w 66890"/>
                      <a:gd name="connsiteY3" fmla="*/ 308439 h 616271"/>
                      <a:gd name="connsiteX4" fmla="*/ 65240 w 66890"/>
                      <a:gd name="connsiteY4" fmla="*/ 384829 h 616271"/>
                      <a:gd name="connsiteX5" fmla="*/ 65525 w 66890"/>
                      <a:gd name="connsiteY5" fmla="*/ 461220 h 616271"/>
                      <a:gd name="connsiteX6" fmla="*/ 56096 w 66890"/>
                      <a:gd name="connsiteY6" fmla="*/ 537610 h 616271"/>
                      <a:gd name="connsiteX7" fmla="*/ 36665 w 66890"/>
                      <a:gd name="connsiteY7" fmla="*/ 614001 h 616271"/>
                      <a:gd name="connsiteX8" fmla="*/ 32283 w 66890"/>
                      <a:gd name="connsiteY8" fmla="*/ 616096 h 616271"/>
                      <a:gd name="connsiteX9" fmla="*/ 30188 w 66890"/>
                      <a:gd name="connsiteY9" fmla="*/ 614001 h 616271"/>
                      <a:gd name="connsiteX10" fmla="*/ 10757 w 66890"/>
                      <a:gd name="connsiteY10" fmla="*/ 537610 h 616271"/>
                      <a:gd name="connsiteX11" fmla="*/ 1327 w 66890"/>
                      <a:gd name="connsiteY11" fmla="*/ 461220 h 616271"/>
                      <a:gd name="connsiteX12" fmla="*/ 1613 w 66890"/>
                      <a:gd name="connsiteY12" fmla="*/ 384829 h 616271"/>
                      <a:gd name="connsiteX13" fmla="*/ 7709 w 66890"/>
                      <a:gd name="connsiteY13" fmla="*/ 308439 h 616271"/>
                      <a:gd name="connsiteX14" fmla="*/ 11995 w 66890"/>
                      <a:gd name="connsiteY14" fmla="*/ 232049 h 616271"/>
                      <a:gd name="connsiteX15" fmla="*/ 17234 w 66890"/>
                      <a:gd name="connsiteY15" fmla="*/ 155658 h 616271"/>
                      <a:gd name="connsiteX16" fmla="*/ 30093 w 66890"/>
                      <a:gd name="connsiteY16" fmla="*/ 2877 h 616271"/>
                      <a:gd name="connsiteX17" fmla="*/ 33617 w 66890"/>
                      <a:gd name="connsiteY17" fmla="*/ 19 h 616271"/>
                      <a:gd name="connsiteX18" fmla="*/ 36760 w 66890"/>
                      <a:gd name="connsiteY18" fmla="*/ 2877 h 6162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6890" h="616271">
                        <a:moveTo>
                          <a:pt x="36760" y="2877"/>
                        </a:moveTo>
                        <a:cubicBezTo>
                          <a:pt x="41808" y="53836"/>
                          <a:pt x="45619" y="104794"/>
                          <a:pt x="49619" y="155658"/>
                        </a:cubicBezTo>
                        <a:lnTo>
                          <a:pt x="54857" y="232049"/>
                        </a:lnTo>
                        <a:lnTo>
                          <a:pt x="59144" y="308439"/>
                        </a:lnTo>
                        <a:cubicBezTo>
                          <a:pt x="60477" y="333871"/>
                          <a:pt x="63049" y="359398"/>
                          <a:pt x="65240" y="384829"/>
                        </a:cubicBezTo>
                        <a:cubicBezTo>
                          <a:pt x="67240" y="410261"/>
                          <a:pt x="67526" y="435788"/>
                          <a:pt x="65525" y="461220"/>
                        </a:cubicBezTo>
                        <a:cubicBezTo>
                          <a:pt x="63620" y="486652"/>
                          <a:pt x="60573" y="512179"/>
                          <a:pt x="56096" y="537610"/>
                        </a:cubicBezTo>
                        <a:cubicBezTo>
                          <a:pt x="51524" y="563042"/>
                          <a:pt x="45809" y="588569"/>
                          <a:pt x="36665" y="614001"/>
                        </a:cubicBezTo>
                        <a:cubicBezTo>
                          <a:pt x="35998" y="615811"/>
                          <a:pt x="34093" y="616668"/>
                          <a:pt x="32283" y="616096"/>
                        </a:cubicBezTo>
                        <a:cubicBezTo>
                          <a:pt x="31331" y="615715"/>
                          <a:pt x="30569" y="614953"/>
                          <a:pt x="30188" y="614001"/>
                        </a:cubicBezTo>
                        <a:cubicBezTo>
                          <a:pt x="21044" y="588569"/>
                          <a:pt x="15329" y="563042"/>
                          <a:pt x="10757" y="537610"/>
                        </a:cubicBezTo>
                        <a:cubicBezTo>
                          <a:pt x="6280" y="512179"/>
                          <a:pt x="3232" y="486652"/>
                          <a:pt x="1327" y="461220"/>
                        </a:cubicBezTo>
                        <a:cubicBezTo>
                          <a:pt x="-578" y="435788"/>
                          <a:pt x="-387" y="410261"/>
                          <a:pt x="1613" y="384829"/>
                        </a:cubicBezTo>
                        <a:cubicBezTo>
                          <a:pt x="3804" y="359398"/>
                          <a:pt x="6376" y="333871"/>
                          <a:pt x="7709" y="308439"/>
                        </a:cubicBezTo>
                        <a:lnTo>
                          <a:pt x="11995" y="232049"/>
                        </a:lnTo>
                        <a:lnTo>
                          <a:pt x="17234" y="155658"/>
                        </a:lnTo>
                        <a:cubicBezTo>
                          <a:pt x="21139" y="104699"/>
                          <a:pt x="24949" y="53740"/>
                          <a:pt x="30093" y="2877"/>
                        </a:cubicBezTo>
                        <a:cubicBezTo>
                          <a:pt x="30283" y="1067"/>
                          <a:pt x="31807" y="-171"/>
                          <a:pt x="33617" y="19"/>
                        </a:cubicBezTo>
                        <a:cubicBezTo>
                          <a:pt x="35427" y="115"/>
                          <a:pt x="36570" y="1353"/>
                          <a:pt x="36760" y="2877"/>
                        </a:cubicBezTo>
                        <a:close/>
                      </a:path>
                    </a:pathLst>
                  </a:custGeom>
                  <a:solidFill>
                    <a:schemeClr val="accent6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36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7937658" y="5504097"/>
                  <a:ext cx="421576" cy="578792"/>
                  <a:chOff x="7937658" y="5504097"/>
                  <a:chExt cx="421576" cy="578792"/>
                </a:xfrm>
                <a:solidFill>
                  <a:srgbClr val="147646"/>
                </a:solidFill>
              </p:grpSpPr>
              <p:grpSp>
                <p:nvGrpSpPr>
                  <p:cNvPr id="37" name="Graphic 3">
                    <a:extLst>
                      <a:ext uri="{FF2B5EF4-FFF2-40B4-BE49-F238E27FC236}">
                        <a16:creationId xmlns:a16="http://schemas.microsoft.com/office/drawing/2014/main" id="{C6937364-D676-4A74-BCD9-980EDF22D4FA}"/>
                      </a:ext>
                    </a:extLst>
                  </p:cNvPr>
                  <p:cNvGrpSpPr/>
                  <p:nvPr/>
                </p:nvGrpSpPr>
                <p:grpSpPr>
                  <a:xfrm>
                    <a:off x="8100637" y="5504097"/>
                    <a:ext cx="66890" cy="578792"/>
                    <a:chOff x="8100637" y="5504097"/>
                    <a:chExt cx="66890" cy="578792"/>
                  </a:xfrm>
                  <a:solidFill>
                    <a:srgbClr val="147646"/>
                  </a:solidFill>
                </p:grpSpPr>
                <p:sp>
                  <p:nvSpPr>
                    <p:cNvPr id="38" name="Freeform: Shape 37">
                      <a:extLst>
                        <a:ext uri="{FF2B5EF4-FFF2-40B4-BE49-F238E27FC236}">
                          <a16:creationId xmlns:a16="http://schemas.microsoft.com/office/drawing/2014/main" id="{91C6410A-6DA8-442B-A772-FA3C442CDE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4254" y="5506974"/>
                      <a:ext cx="9525" cy="573500"/>
                    </a:xfrm>
                    <a:custGeom>
                      <a:avLst/>
                      <a:gdLst>
                        <a:gd name="connsiteX0" fmla="*/ 0 w 9525"/>
                        <a:gd name="connsiteY0" fmla="*/ 0 h 573500"/>
                        <a:gd name="connsiteX1" fmla="*/ 0 w 9525"/>
                        <a:gd name="connsiteY1" fmla="*/ 573500 h 5735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9525" h="573500">
                          <a:moveTo>
                            <a:pt x="0" y="0"/>
                          </a:moveTo>
                          <a:lnTo>
                            <a:pt x="0" y="573500"/>
                          </a:lnTo>
                        </a:path>
                      </a:pathLst>
                    </a:custGeom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9" name="Freeform: Shape 38">
                      <a:extLst>
                        <a:ext uri="{FF2B5EF4-FFF2-40B4-BE49-F238E27FC236}">
                          <a16:creationId xmlns:a16="http://schemas.microsoft.com/office/drawing/2014/main" id="{0717823C-85E8-4972-9659-768D9F9DA4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00637" y="5504097"/>
                      <a:ext cx="66890" cy="578792"/>
                    </a:xfrm>
                    <a:custGeom>
                      <a:avLst/>
                      <a:gdLst>
                        <a:gd name="connsiteX0" fmla="*/ 36760 w 66890"/>
                        <a:gd name="connsiteY0" fmla="*/ 2877 h 578792"/>
                        <a:gd name="connsiteX1" fmla="*/ 49619 w 66890"/>
                        <a:gd name="connsiteY1" fmla="*/ 146228 h 578792"/>
                        <a:gd name="connsiteX2" fmla="*/ 54857 w 66890"/>
                        <a:gd name="connsiteY2" fmla="*/ 217951 h 578792"/>
                        <a:gd name="connsiteX3" fmla="*/ 59144 w 66890"/>
                        <a:gd name="connsiteY3" fmla="*/ 289675 h 578792"/>
                        <a:gd name="connsiteX4" fmla="*/ 65240 w 66890"/>
                        <a:gd name="connsiteY4" fmla="*/ 361398 h 578792"/>
                        <a:gd name="connsiteX5" fmla="*/ 65526 w 66890"/>
                        <a:gd name="connsiteY5" fmla="*/ 433121 h 578792"/>
                        <a:gd name="connsiteX6" fmla="*/ 56096 w 66890"/>
                        <a:gd name="connsiteY6" fmla="*/ 504844 h 578792"/>
                        <a:gd name="connsiteX7" fmla="*/ 36665 w 66890"/>
                        <a:gd name="connsiteY7" fmla="*/ 576568 h 578792"/>
                        <a:gd name="connsiteX8" fmla="*/ 32188 w 66890"/>
                        <a:gd name="connsiteY8" fmla="*/ 578568 h 578792"/>
                        <a:gd name="connsiteX9" fmla="*/ 30188 w 66890"/>
                        <a:gd name="connsiteY9" fmla="*/ 576568 h 578792"/>
                        <a:gd name="connsiteX10" fmla="*/ 10757 w 66890"/>
                        <a:gd name="connsiteY10" fmla="*/ 504844 h 578792"/>
                        <a:gd name="connsiteX11" fmla="*/ 1327 w 66890"/>
                        <a:gd name="connsiteY11" fmla="*/ 433121 h 578792"/>
                        <a:gd name="connsiteX12" fmla="*/ 1613 w 66890"/>
                        <a:gd name="connsiteY12" fmla="*/ 361398 h 578792"/>
                        <a:gd name="connsiteX13" fmla="*/ 7709 w 66890"/>
                        <a:gd name="connsiteY13" fmla="*/ 289675 h 578792"/>
                        <a:gd name="connsiteX14" fmla="*/ 11995 w 66890"/>
                        <a:gd name="connsiteY14" fmla="*/ 217951 h 578792"/>
                        <a:gd name="connsiteX15" fmla="*/ 17234 w 66890"/>
                        <a:gd name="connsiteY15" fmla="*/ 146228 h 578792"/>
                        <a:gd name="connsiteX16" fmla="*/ 30092 w 66890"/>
                        <a:gd name="connsiteY16" fmla="*/ 2877 h 578792"/>
                        <a:gd name="connsiteX17" fmla="*/ 33617 w 66890"/>
                        <a:gd name="connsiteY17" fmla="*/ 19 h 578792"/>
                        <a:gd name="connsiteX18" fmla="*/ 36760 w 66890"/>
                        <a:gd name="connsiteY18" fmla="*/ 2877 h 57879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66890" h="578792">
                          <a:moveTo>
                            <a:pt x="36760" y="2877"/>
                          </a:moveTo>
                          <a:cubicBezTo>
                            <a:pt x="41808" y="50692"/>
                            <a:pt x="45618" y="98508"/>
                            <a:pt x="49619" y="146228"/>
                          </a:cubicBezTo>
                          <a:lnTo>
                            <a:pt x="54857" y="217951"/>
                          </a:lnTo>
                          <a:lnTo>
                            <a:pt x="59144" y="289675"/>
                          </a:lnTo>
                          <a:cubicBezTo>
                            <a:pt x="60477" y="313583"/>
                            <a:pt x="63049" y="337490"/>
                            <a:pt x="65240" y="361398"/>
                          </a:cubicBezTo>
                          <a:cubicBezTo>
                            <a:pt x="67240" y="385306"/>
                            <a:pt x="67526" y="409213"/>
                            <a:pt x="65526" y="433121"/>
                          </a:cubicBezTo>
                          <a:cubicBezTo>
                            <a:pt x="63621" y="457029"/>
                            <a:pt x="60573" y="480936"/>
                            <a:pt x="56096" y="504844"/>
                          </a:cubicBezTo>
                          <a:cubicBezTo>
                            <a:pt x="51524" y="528752"/>
                            <a:pt x="45809" y="552660"/>
                            <a:pt x="36665" y="576568"/>
                          </a:cubicBezTo>
                          <a:cubicBezTo>
                            <a:pt x="35998" y="578378"/>
                            <a:pt x="33998" y="579235"/>
                            <a:pt x="32188" y="578568"/>
                          </a:cubicBezTo>
                          <a:cubicBezTo>
                            <a:pt x="31235" y="578187"/>
                            <a:pt x="30569" y="577425"/>
                            <a:pt x="30188" y="576568"/>
                          </a:cubicBezTo>
                          <a:cubicBezTo>
                            <a:pt x="21044" y="552660"/>
                            <a:pt x="15329" y="528752"/>
                            <a:pt x="10757" y="504844"/>
                          </a:cubicBezTo>
                          <a:cubicBezTo>
                            <a:pt x="6280" y="480936"/>
                            <a:pt x="3232" y="457029"/>
                            <a:pt x="1327" y="433121"/>
                          </a:cubicBezTo>
                          <a:cubicBezTo>
                            <a:pt x="-578" y="409213"/>
                            <a:pt x="-388" y="385306"/>
                            <a:pt x="1613" y="361398"/>
                          </a:cubicBezTo>
                          <a:cubicBezTo>
                            <a:pt x="3803" y="337490"/>
                            <a:pt x="6375" y="313583"/>
                            <a:pt x="7709" y="289675"/>
                          </a:cubicBezTo>
                          <a:lnTo>
                            <a:pt x="11995" y="217951"/>
                          </a:lnTo>
                          <a:lnTo>
                            <a:pt x="17234" y="146228"/>
                          </a:lnTo>
                          <a:cubicBezTo>
                            <a:pt x="21139" y="98413"/>
                            <a:pt x="24949" y="50597"/>
                            <a:pt x="30092" y="2877"/>
                          </a:cubicBezTo>
                          <a:cubicBezTo>
                            <a:pt x="30283" y="1067"/>
                            <a:pt x="31902" y="-171"/>
                            <a:pt x="33617" y="19"/>
                          </a:cubicBezTo>
                          <a:cubicBezTo>
                            <a:pt x="35426" y="210"/>
                            <a:pt x="36665" y="1353"/>
                            <a:pt x="36760" y="2877"/>
                          </a:cubicBezTo>
                          <a:close/>
                        </a:path>
                      </a:pathLst>
                    </a:custGeom>
                    <a:solidFill>
                      <a:schemeClr val="accent6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0" name="Graphic 3">
                    <a:extLst>
                      <a:ext uri="{FF2B5EF4-FFF2-40B4-BE49-F238E27FC236}">
                        <a16:creationId xmlns:a16="http://schemas.microsoft.com/office/drawing/2014/main" id="{C6937364-D676-4A74-BCD9-980EDF22D4FA}"/>
                      </a:ext>
                    </a:extLst>
                  </p:cNvPr>
                  <p:cNvGrpSpPr/>
                  <p:nvPr/>
                </p:nvGrpSpPr>
                <p:grpSpPr>
                  <a:xfrm>
                    <a:off x="8134159" y="5621464"/>
                    <a:ext cx="225075" cy="239077"/>
                    <a:chOff x="8134159" y="5621464"/>
                    <a:chExt cx="225075" cy="239077"/>
                  </a:xfrm>
                  <a:solidFill>
                    <a:srgbClr val="147646"/>
                  </a:solidFill>
                </p:grpSpPr>
                <p:sp>
                  <p:nvSpPr>
                    <p:cNvPr id="41" name="Freeform: Shape 40">
                      <a:extLst>
                        <a:ext uri="{FF2B5EF4-FFF2-40B4-BE49-F238E27FC236}">
                          <a16:creationId xmlns:a16="http://schemas.microsoft.com/office/drawing/2014/main" id="{B8078F04-97F9-439E-8746-7658584C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4254" y="5621464"/>
                      <a:ext cx="224980" cy="239077"/>
                    </a:xfrm>
                    <a:custGeom>
                      <a:avLst/>
                      <a:gdLst>
                        <a:gd name="connsiteX0" fmla="*/ 224980 w 224980"/>
                        <a:gd name="connsiteY0" fmla="*/ 0 h 239077"/>
                        <a:gd name="connsiteX1" fmla="*/ 0 w 224980"/>
                        <a:gd name="connsiteY1" fmla="*/ 239078 h 239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24980" h="239077">
                          <a:moveTo>
                            <a:pt x="224980" y="0"/>
                          </a:moveTo>
                          <a:lnTo>
                            <a:pt x="0" y="239078"/>
                          </a:lnTo>
                        </a:path>
                      </a:pathLst>
                    </a:custGeom>
                    <a:ln>
                      <a:solidFill>
                        <a:schemeClr val="accent6">
                          <a:lumMod val="75000"/>
                        </a:schemeClr>
                      </a:solidFill>
                    </a:ln>
                  </p:spPr>
                  <p:style>
                    <a:lnRef idx="3">
                      <a:schemeClr val="accent6"/>
                    </a:lnRef>
                    <a:fillRef idx="0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2" name="Freeform: Shape 41">
                      <a:extLst>
                        <a:ext uri="{FF2B5EF4-FFF2-40B4-BE49-F238E27FC236}">
                          <a16:creationId xmlns:a16="http://schemas.microsoft.com/office/drawing/2014/main" id="{188009C8-4596-41D1-B40E-999A52768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34159" y="5621464"/>
                      <a:ext cx="225075" cy="239077"/>
                    </a:xfrm>
                    <a:custGeom>
                      <a:avLst/>
                      <a:gdLst>
                        <a:gd name="connsiteX0" fmla="*/ 225076 w 225075"/>
                        <a:gd name="connsiteY0" fmla="*/ 0 h 239077"/>
                        <a:gd name="connsiteX1" fmla="*/ 177927 w 225075"/>
                        <a:gd name="connsiteY1" fmla="*/ 68389 h 239077"/>
                        <a:gd name="connsiteX2" fmla="*/ 124206 w 225075"/>
                        <a:gd name="connsiteY2" fmla="*/ 130493 h 239077"/>
                        <a:gd name="connsiteX3" fmla="*/ 65437 w 225075"/>
                        <a:gd name="connsiteY3" fmla="*/ 187928 h 239077"/>
                        <a:gd name="connsiteX4" fmla="*/ 0 w 225075"/>
                        <a:gd name="connsiteY4" fmla="*/ 239078 h 239077"/>
                        <a:gd name="connsiteX5" fmla="*/ 47054 w 225075"/>
                        <a:gd name="connsiteY5" fmla="*/ 170688 h 239077"/>
                        <a:gd name="connsiteX6" fmla="*/ 100870 w 225075"/>
                        <a:gd name="connsiteY6" fmla="*/ 108585 h 239077"/>
                        <a:gd name="connsiteX7" fmla="*/ 159639 w 225075"/>
                        <a:gd name="connsiteY7" fmla="*/ 51149 h 239077"/>
                        <a:gd name="connsiteX8" fmla="*/ 225076 w 225075"/>
                        <a:gd name="connsiteY8" fmla="*/ 0 h 2390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225075" h="239077">
                          <a:moveTo>
                            <a:pt x="225076" y="0"/>
                          </a:moveTo>
                          <a:cubicBezTo>
                            <a:pt x="211170" y="24479"/>
                            <a:pt x="194882" y="46768"/>
                            <a:pt x="177927" y="68389"/>
                          </a:cubicBezTo>
                          <a:cubicBezTo>
                            <a:pt x="160877" y="89916"/>
                            <a:pt x="142970" y="110585"/>
                            <a:pt x="124206" y="130493"/>
                          </a:cubicBezTo>
                          <a:cubicBezTo>
                            <a:pt x="105442" y="150400"/>
                            <a:pt x="85916" y="169640"/>
                            <a:pt x="65437" y="187928"/>
                          </a:cubicBezTo>
                          <a:cubicBezTo>
                            <a:pt x="44863" y="206121"/>
                            <a:pt x="23622" y="223742"/>
                            <a:pt x="0" y="239078"/>
                          </a:cubicBezTo>
                          <a:cubicBezTo>
                            <a:pt x="13907" y="214599"/>
                            <a:pt x="30099" y="192310"/>
                            <a:pt x="47054" y="170688"/>
                          </a:cubicBezTo>
                          <a:cubicBezTo>
                            <a:pt x="64104" y="149162"/>
                            <a:pt x="82011" y="128492"/>
                            <a:pt x="100870" y="108585"/>
                          </a:cubicBezTo>
                          <a:cubicBezTo>
                            <a:pt x="119634" y="88678"/>
                            <a:pt x="139161" y="69532"/>
                            <a:pt x="159639" y="51149"/>
                          </a:cubicBezTo>
                          <a:cubicBezTo>
                            <a:pt x="180308" y="32957"/>
                            <a:pt x="201549" y="15335"/>
                            <a:pt x="225076" y="0"/>
                          </a:cubicBezTo>
                          <a:close/>
                        </a:path>
                      </a:pathLst>
                    </a:custGeom>
                    <a:solidFill>
                      <a:schemeClr val="accent6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43" name="Graphic 3">
                    <a:extLst>
                      <a:ext uri="{FF2B5EF4-FFF2-40B4-BE49-F238E27FC236}">
                        <a16:creationId xmlns:a16="http://schemas.microsoft.com/office/drawing/2014/main" id="{C6937364-D676-4A74-BCD9-980EDF22D4F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658" y="5755481"/>
                    <a:ext cx="196596" cy="262985"/>
                    <a:chOff x="7937658" y="5755481"/>
                    <a:chExt cx="196596" cy="262985"/>
                  </a:xfrm>
                  <a:solidFill>
                    <a:srgbClr val="147646"/>
                  </a:solidFill>
                </p:grpSpPr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29D2A6FC-A003-444C-A2A0-BF6906560D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658" y="5755481"/>
                      <a:ext cx="196595" cy="262985"/>
                    </a:xfrm>
                    <a:custGeom>
                      <a:avLst/>
                      <a:gdLst>
                        <a:gd name="connsiteX0" fmla="*/ 0 w 196595"/>
                        <a:gd name="connsiteY0" fmla="*/ 0 h 262985"/>
                        <a:gd name="connsiteX1" fmla="*/ 196596 w 196595"/>
                        <a:gd name="connsiteY1" fmla="*/ 262985 h 2629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96595" h="262985">
                          <a:moveTo>
                            <a:pt x="0" y="0"/>
                          </a:moveTo>
                          <a:lnTo>
                            <a:pt x="196596" y="262985"/>
                          </a:lnTo>
                        </a:path>
                      </a:pathLst>
                    </a:custGeom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45" name="Freeform: Shape 44">
                      <a:extLst>
                        <a:ext uri="{FF2B5EF4-FFF2-40B4-BE49-F238E27FC236}">
                          <a16:creationId xmlns:a16="http://schemas.microsoft.com/office/drawing/2014/main" id="{ECE0B141-F06B-4F56-A091-4450428695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658" y="5755481"/>
                      <a:ext cx="196596" cy="262889"/>
                    </a:xfrm>
                    <a:custGeom>
                      <a:avLst/>
                      <a:gdLst>
                        <a:gd name="connsiteX0" fmla="*/ 0 w 196596"/>
                        <a:gd name="connsiteY0" fmla="*/ 0 h 262889"/>
                        <a:gd name="connsiteX1" fmla="*/ 59246 w 196596"/>
                        <a:gd name="connsiteY1" fmla="*/ 58198 h 262889"/>
                        <a:gd name="connsiteX2" fmla="*/ 111157 w 196596"/>
                        <a:gd name="connsiteY2" fmla="*/ 121825 h 262889"/>
                        <a:gd name="connsiteX3" fmla="*/ 157544 w 196596"/>
                        <a:gd name="connsiteY3" fmla="*/ 189643 h 262889"/>
                        <a:gd name="connsiteX4" fmla="*/ 196596 w 196596"/>
                        <a:gd name="connsiteY4" fmla="*/ 262890 h 262889"/>
                        <a:gd name="connsiteX5" fmla="*/ 137351 w 196596"/>
                        <a:gd name="connsiteY5" fmla="*/ 204692 h 262889"/>
                        <a:gd name="connsiteX6" fmla="*/ 85440 w 196596"/>
                        <a:gd name="connsiteY6" fmla="*/ 140970 h 262889"/>
                        <a:gd name="connsiteX7" fmla="*/ 39053 w 196596"/>
                        <a:gd name="connsiteY7" fmla="*/ 73152 h 262889"/>
                        <a:gd name="connsiteX8" fmla="*/ 0 w 196596"/>
                        <a:gd name="connsiteY8" fmla="*/ 0 h 26288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96596" h="262889">
                          <a:moveTo>
                            <a:pt x="0" y="0"/>
                          </a:moveTo>
                          <a:cubicBezTo>
                            <a:pt x="21717" y="17907"/>
                            <a:pt x="40863" y="37814"/>
                            <a:pt x="59246" y="58198"/>
                          </a:cubicBezTo>
                          <a:cubicBezTo>
                            <a:pt x="77534" y="78677"/>
                            <a:pt x="94774" y="99917"/>
                            <a:pt x="111157" y="121825"/>
                          </a:cubicBezTo>
                          <a:cubicBezTo>
                            <a:pt x="127540" y="143733"/>
                            <a:pt x="143066" y="166307"/>
                            <a:pt x="157544" y="189643"/>
                          </a:cubicBezTo>
                          <a:cubicBezTo>
                            <a:pt x="171927" y="213074"/>
                            <a:pt x="185547" y="236982"/>
                            <a:pt x="196596" y="262890"/>
                          </a:cubicBezTo>
                          <a:cubicBezTo>
                            <a:pt x="174879" y="244983"/>
                            <a:pt x="155734" y="225171"/>
                            <a:pt x="137351" y="204692"/>
                          </a:cubicBezTo>
                          <a:cubicBezTo>
                            <a:pt x="119063" y="184214"/>
                            <a:pt x="101822" y="162973"/>
                            <a:pt x="85440" y="140970"/>
                          </a:cubicBezTo>
                          <a:cubicBezTo>
                            <a:pt x="69056" y="119063"/>
                            <a:pt x="53530" y="96488"/>
                            <a:pt x="39053" y="73152"/>
                          </a:cubicBezTo>
                          <a:cubicBezTo>
                            <a:pt x="24670" y="49816"/>
                            <a:pt x="11049" y="25908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6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570128D-4CCB-4FB7-90E1-C3CF0C3F025A}"/>
                </a:ext>
              </a:extLst>
            </p:cNvPr>
            <p:cNvSpPr/>
            <p:nvPr/>
          </p:nvSpPr>
          <p:spPr>
            <a:xfrm>
              <a:off x="10599223" y="5810861"/>
              <a:ext cx="1447283" cy="332237"/>
            </a:xfrm>
            <a:custGeom>
              <a:avLst/>
              <a:gdLst>
                <a:gd name="connsiteX0" fmla="*/ 30677 w 1447283"/>
                <a:gd name="connsiteY0" fmla="*/ 318000 h 332237"/>
                <a:gd name="connsiteX1" fmla="*/ 109258 w 1447283"/>
                <a:gd name="connsiteY1" fmla="*/ 79018 h 332237"/>
                <a:gd name="connsiteX2" fmla="*/ 315665 w 1447283"/>
                <a:gd name="connsiteY2" fmla="*/ 48538 h 332237"/>
                <a:gd name="connsiteX3" fmla="*/ 646087 w 1447283"/>
                <a:gd name="connsiteY3" fmla="*/ 127596 h 332237"/>
                <a:gd name="connsiteX4" fmla="*/ 865923 w 1447283"/>
                <a:gd name="connsiteY4" fmla="*/ 134168 h 332237"/>
                <a:gd name="connsiteX5" fmla="*/ 1052805 w 1447283"/>
                <a:gd name="connsiteY5" fmla="*/ 20153 h 332237"/>
                <a:gd name="connsiteX6" fmla="*/ 1249210 w 1447283"/>
                <a:gd name="connsiteY6" fmla="*/ 134168 h 332237"/>
                <a:gd name="connsiteX7" fmla="*/ 1446091 w 1447283"/>
                <a:gd name="connsiteY7" fmla="*/ 316286 h 332237"/>
                <a:gd name="connsiteX8" fmla="*/ 30677 w 1447283"/>
                <a:gd name="connsiteY8" fmla="*/ 318000 h 33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283" h="332237">
                  <a:moveTo>
                    <a:pt x="30677" y="318000"/>
                  </a:moveTo>
                  <a:cubicBezTo>
                    <a:pt x="30677" y="257802"/>
                    <a:pt x="-76289" y="45395"/>
                    <a:pt x="109258" y="79018"/>
                  </a:cubicBezTo>
                  <a:cubicBezTo>
                    <a:pt x="247942" y="104164"/>
                    <a:pt x="214128" y="90639"/>
                    <a:pt x="315665" y="48538"/>
                  </a:cubicBezTo>
                  <a:cubicBezTo>
                    <a:pt x="417296" y="6533"/>
                    <a:pt x="589698" y="42156"/>
                    <a:pt x="646087" y="127596"/>
                  </a:cubicBezTo>
                  <a:cubicBezTo>
                    <a:pt x="702475" y="213035"/>
                    <a:pt x="755720" y="191889"/>
                    <a:pt x="865923" y="134168"/>
                  </a:cubicBezTo>
                  <a:cubicBezTo>
                    <a:pt x="976033" y="76351"/>
                    <a:pt x="945267" y="-48712"/>
                    <a:pt x="1052805" y="20153"/>
                  </a:cubicBezTo>
                  <a:cubicBezTo>
                    <a:pt x="1160246" y="89019"/>
                    <a:pt x="1179296" y="122071"/>
                    <a:pt x="1249210" y="134168"/>
                  </a:cubicBezTo>
                  <a:cubicBezTo>
                    <a:pt x="1319028" y="146264"/>
                    <a:pt x="1397228" y="281424"/>
                    <a:pt x="1446091" y="316286"/>
                  </a:cubicBezTo>
                  <a:cubicBezTo>
                    <a:pt x="1494859" y="351147"/>
                    <a:pt x="30677" y="318000"/>
                    <a:pt x="30677" y="318000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8048625" y="3847623"/>
              <a:ext cx="3438525" cy="2357437"/>
              <a:chOff x="8048625" y="3847623"/>
              <a:chExt cx="3438525" cy="2357437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20C52A8F-F00F-4C6C-9943-C818716B11C0}"/>
                  </a:ext>
                </a:extLst>
              </p:cNvPr>
              <p:cNvSpPr/>
              <p:nvPr/>
            </p:nvSpPr>
            <p:spPr>
              <a:xfrm>
                <a:off x="8048625" y="3847623"/>
                <a:ext cx="3429838" cy="2347912"/>
              </a:xfrm>
              <a:custGeom>
                <a:avLst/>
                <a:gdLst>
                  <a:gd name="connsiteX0" fmla="*/ 3429000 w 3429838"/>
                  <a:gd name="connsiteY0" fmla="*/ 2347913 h 2347912"/>
                  <a:gd name="connsiteX1" fmla="*/ 2597372 w 3429838"/>
                  <a:gd name="connsiteY1" fmla="*/ 2345627 h 2347912"/>
                  <a:gd name="connsiteX2" fmla="*/ 0 w 3429838"/>
                  <a:gd name="connsiteY2" fmla="*/ 2338388 h 2347912"/>
                  <a:gd name="connsiteX3" fmla="*/ 1731646 w 3429838"/>
                  <a:gd name="connsiteY3" fmla="*/ 58674 h 2347912"/>
                  <a:gd name="connsiteX4" fmla="*/ 1773174 w 3429838"/>
                  <a:gd name="connsiteY4" fmla="*/ 4286 h 2347912"/>
                  <a:gd name="connsiteX5" fmla="*/ 1776413 w 3429838"/>
                  <a:gd name="connsiteY5" fmla="*/ 0 h 2347912"/>
                  <a:gd name="connsiteX6" fmla="*/ 1781175 w 3429838"/>
                  <a:gd name="connsiteY6" fmla="*/ 4953 h 2347912"/>
                  <a:gd name="connsiteX7" fmla="*/ 2100263 w 3429838"/>
                  <a:gd name="connsiteY7" fmla="*/ 333375 h 2347912"/>
                  <a:gd name="connsiteX8" fmla="*/ 2024063 w 3429838"/>
                  <a:gd name="connsiteY8" fmla="*/ 504825 h 2347912"/>
                  <a:gd name="connsiteX9" fmla="*/ 2262188 w 3429838"/>
                  <a:gd name="connsiteY9" fmla="*/ 971550 h 2347912"/>
                  <a:gd name="connsiteX10" fmla="*/ 2576513 w 3429838"/>
                  <a:gd name="connsiteY10" fmla="*/ 1066800 h 2347912"/>
                  <a:gd name="connsiteX11" fmla="*/ 3052763 w 3429838"/>
                  <a:gd name="connsiteY11" fmla="*/ 1952625 h 2347912"/>
                  <a:gd name="connsiteX12" fmla="*/ 3056953 w 3429838"/>
                  <a:gd name="connsiteY12" fmla="*/ 1957102 h 2347912"/>
                  <a:gd name="connsiteX13" fmla="*/ 3061431 w 3429838"/>
                  <a:gd name="connsiteY13" fmla="*/ 1961674 h 2347912"/>
                  <a:gd name="connsiteX14" fmla="*/ 3063526 w 3429838"/>
                  <a:gd name="connsiteY14" fmla="*/ 1963769 h 2347912"/>
                  <a:gd name="connsiteX15" fmla="*/ 3069050 w 3429838"/>
                  <a:gd name="connsiteY15" fmla="*/ 1969103 h 2347912"/>
                  <a:gd name="connsiteX16" fmla="*/ 3081910 w 3429838"/>
                  <a:gd name="connsiteY16" fmla="*/ 1980533 h 2347912"/>
                  <a:gd name="connsiteX17" fmla="*/ 3087624 w 3429838"/>
                  <a:gd name="connsiteY17" fmla="*/ 1985391 h 2347912"/>
                  <a:gd name="connsiteX18" fmla="*/ 3093530 w 3429838"/>
                  <a:gd name="connsiteY18" fmla="*/ 1990344 h 2347912"/>
                  <a:gd name="connsiteX19" fmla="*/ 3346133 w 3429838"/>
                  <a:gd name="connsiteY19" fmla="*/ 2190179 h 2347912"/>
                  <a:gd name="connsiteX20" fmla="*/ 3348799 w 3429838"/>
                  <a:gd name="connsiteY20" fmla="*/ 2192845 h 2347912"/>
                  <a:gd name="connsiteX21" fmla="*/ 3418714 w 3429838"/>
                  <a:gd name="connsiteY21" fmla="*/ 2286286 h 2347912"/>
                  <a:gd name="connsiteX22" fmla="*/ 3419189 w 3429838"/>
                  <a:gd name="connsiteY22" fmla="*/ 2287143 h 2347912"/>
                  <a:gd name="connsiteX23" fmla="*/ 3429000 w 3429838"/>
                  <a:gd name="connsiteY23" fmla="*/ 2347913 h 234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29838" h="2347912">
                    <a:moveTo>
                      <a:pt x="3429000" y="2347913"/>
                    </a:moveTo>
                    <a:lnTo>
                      <a:pt x="2597372" y="2345627"/>
                    </a:lnTo>
                    <a:lnTo>
                      <a:pt x="0" y="2338388"/>
                    </a:lnTo>
                    <a:lnTo>
                      <a:pt x="1731646" y="58674"/>
                    </a:lnTo>
                    <a:lnTo>
                      <a:pt x="1773174" y="4286"/>
                    </a:lnTo>
                    <a:lnTo>
                      <a:pt x="1776413" y="0"/>
                    </a:lnTo>
                    <a:lnTo>
                      <a:pt x="1781175" y="4953"/>
                    </a:lnTo>
                    <a:lnTo>
                      <a:pt x="2100263" y="333375"/>
                    </a:lnTo>
                    <a:lnTo>
                      <a:pt x="2024063" y="504825"/>
                    </a:lnTo>
                    <a:cubicBezTo>
                      <a:pt x="2024063" y="504825"/>
                      <a:pt x="2224088" y="971550"/>
                      <a:pt x="2262188" y="971550"/>
                    </a:cubicBezTo>
                    <a:cubicBezTo>
                      <a:pt x="2300288" y="971550"/>
                      <a:pt x="2576513" y="1066800"/>
                      <a:pt x="2576513" y="1066800"/>
                    </a:cubicBezTo>
                    <a:cubicBezTo>
                      <a:pt x="2576513" y="1066800"/>
                      <a:pt x="2967038" y="1857375"/>
                      <a:pt x="3052763" y="1952625"/>
                    </a:cubicBezTo>
                    <a:cubicBezTo>
                      <a:pt x="3054096" y="1954149"/>
                      <a:pt x="3055525" y="1955578"/>
                      <a:pt x="3056953" y="1957102"/>
                    </a:cubicBezTo>
                    <a:cubicBezTo>
                      <a:pt x="3058382" y="1958626"/>
                      <a:pt x="3059906" y="1960150"/>
                      <a:pt x="3061431" y="1961674"/>
                    </a:cubicBezTo>
                    <a:cubicBezTo>
                      <a:pt x="3062097" y="1962340"/>
                      <a:pt x="3062764" y="1963102"/>
                      <a:pt x="3063526" y="1963769"/>
                    </a:cubicBezTo>
                    <a:cubicBezTo>
                      <a:pt x="3065335" y="1965484"/>
                      <a:pt x="3067145" y="1967293"/>
                      <a:pt x="3069050" y="1969103"/>
                    </a:cubicBezTo>
                    <a:cubicBezTo>
                      <a:pt x="3073051" y="1972818"/>
                      <a:pt x="3077337" y="1976628"/>
                      <a:pt x="3081910" y="1980533"/>
                    </a:cubicBezTo>
                    <a:cubicBezTo>
                      <a:pt x="3083814" y="1982248"/>
                      <a:pt x="3085623" y="1983867"/>
                      <a:pt x="3087624" y="1985391"/>
                    </a:cubicBezTo>
                    <a:cubicBezTo>
                      <a:pt x="3089529" y="1987010"/>
                      <a:pt x="3091529" y="1988725"/>
                      <a:pt x="3093530" y="1990344"/>
                    </a:cubicBezTo>
                    <a:cubicBezTo>
                      <a:pt x="3161539" y="2046541"/>
                      <a:pt x="3270695" y="2116645"/>
                      <a:pt x="3346133" y="2190179"/>
                    </a:cubicBezTo>
                    <a:cubicBezTo>
                      <a:pt x="3346990" y="2191036"/>
                      <a:pt x="3347942" y="2191988"/>
                      <a:pt x="3348799" y="2192845"/>
                    </a:cubicBezTo>
                    <a:cubicBezTo>
                      <a:pt x="3380041" y="2223611"/>
                      <a:pt x="3405188" y="2255044"/>
                      <a:pt x="3418714" y="2286286"/>
                    </a:cubicBezTo>
                    <a:cubicBezTo>
                      <a:pt x="3418903" y="2286572"/>
                      <a:pt x="3418998" y="2286857"/>
                      <a:pt x="3419189" y="2287143"/>
                    </a:cubicBezTo>
                    <a:cubicBezTo>
                      <a:pt x="3427857" y="2307527"/>
                      <a:pt x="3431667" y="2327910"/>
                      <a:pt x="3429000" y="23479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9266586" y="3851909"/>
                <a:ext cx="2220563" cy="2353151"/>
                <a:chOff x="9266586" y="3851909"/>
                <a:chExt cx="2220563" cy="2353151"/>
              </a:xfrm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0D8B0A75-D172-446C-BF69-4CAAF30A1BC9}"/>
                    </a:ext>
                  </a:extLst>
                </p:cNvPr>
                <p:cNvSpPr/>
                <p:nvPr/>
              </p:nvSpPr>
              <p:spPr>
                <a:xfrm>
                  <a:off x="9358312" y="3851909"/>
                  <a:ext cx="2128837" cy="2353151"/>
                </a:xfrm>
                <a:custGeom>
                  <a:avLst/>
                  <a:gdLst>
                    <a:gd name="connsiteX0" fmla="*/ 2128838 w 2128837"/>
                    <a:gd name="connsiteY0" fmla="*/ 2353152 h 2353151"/>
                    <a:gd name="connsiteX1" fmla="*/ 1290638 w 2128837"/>
                    <a:gd name="connsiteY1" fmla="*/ 2343627 h 2353151"/>
                    <a:gd name="connsiteX2" fmla="*/ 1287684 w 2128837"/>
                    <a:gd name="connsiteY2" fmla="*/ 2341341 h 2353151"/>
                    <a:gd name="connsiteX3" fmla="*/ 333375 w 2128837"/>
                    <a:gd name="connsiteY3" fmla="*/ 1586389 h 2353151"/>
                    <a:gd name="connsiteX4" fmla="*/ 0 w 2128837"/>
                    <a:gd name="connsiteY4" fmla="*/ 1748314 h 2353151"/>
                    <a:gd name="connsiteX5" fmla="*/ 190500 w 2128837"/>
                    <a:gd name="connsiteY5" fmla="*/ 1033939 h 2353151"/>
                    <a:gd name="connsiteX6" fmla="*/ 190500 w 2128837"/>
                    <a:gd name="connsiteY6" fmla="*/ 824389 h 2353151"/>
                    <a:gd name="connsiteX7" fmla="*/ 409575 w 2128837"/>
                    <a:gd name="connsiteY7" fmla="*/ 662464 h 2353151"/>
                    <a:gd name="connsiteX8" fmla="*/ 485775 w 2128837"/>
                    <a:gd name="connsiteY8" fmla="*/ 357664 h 2353151"/>
                    <a:gd name="connsiteX9" fmla="*/ 421958 w 2128837"/>
                    <a:gd name="connsiteY9" fmla="*/ 54388 h 2353151"/>
                    <a:gd name="connsiteX10" fmla="*/ 463487 w 2128837"/>
                    <a:gd name="connsiteY10" fmla="*/ 0 h 2353151"/>
                    <a:gd name="connsiteX11" fmla="*/ 471488 w 2128837"/>
                    <a:gd name="connsiteY11" fmla="*/ 667 h 2353151"/>
                    <a:gd name="connsiteX12" fmla="*/ 790575 w 2128837"/>
                    <a:gd name="connsiteY12" fmla="*/ 329089 h 2353151"/>
                    <a:gd name="connsiteX13" fmla="*/ 714375 w 2128837"/>
                    <a:gd name="connsiteY13" fmla="*/ 500539 h 2353151"/>
                    <a:gd name="connsiteX14" fmla="*/ 952500 w 2128837"/>
                    <a:gd name="connsiteY14" fmla="*/ 967264 h 2353151"/>
                    <a:gd name="connsiteX15" fmla="*/ 1266825 w 2128837"/>
                    <a:gd name="connsiteY15" fmla="*/ 1062514 h 2353151"/>
                    <a:gd name="connsiteX16" fmla="*/ 1743075 w 2128837"/>
                    <a:gd name="connsiteY16" fmla="*/ 1948339 h 2353151"/>
                    <a:gd name="connsiteX17" fmla="*/ 1747266 w 2128837"/>
                    <a:gd name="connsiteY17" fmla="*/ 1952815 h 2353151"/>
                    <a:gd name="connsiteX18" fmla="*/ 1751743 w 2128837"/>
                    <a:gd name="connsiteY18" fmla="*/ 1957388 h 2353151"/>
                    <a:gd name="connsiteX19" fmla="*/ 1753838 w 2128837"/>
                    <a:gd name="connsiteY19" fmla="*/ 1959483 h 2353151"/>
                    <a:gd name="connsiteX20" fmla="*/ 1759362 w 2128837"/>
                    <a:gd name="connsiteY20" fmla="*/ 1964817 h 2353151"/>
                    <a:gd name="connsiteX21" fmla="*/ 1772222 w 2128837"/>
                    <a:gd name="connsiteY21" fmla="*/ 1976247 h 2353151"/>
                    <a:gd name="connsiteX22" fmla="*/ 1777937 w 2128837"/>
                    <a:gd name="connsiteY22" fmla="*/ 1981105 h 2353151"/>
                    <a:gd name="connsiteX23" fmla="*/ 1783842 w 2128837"/>
                    <a:gd name="connsiteY23" fmla="*/ 1986058 h 2353151"/>
                    <a:gd name="connsiteX24" fmla="*/ 2036446 w 2128837"/>
                    <a:gd name="connsiteY24" fmla="*/ 2185893 h 2353151"/>
                    <a:gd name="connsiteX25" fmla="*/ 2039112 w 2128837"/>
                    <a:gd name="connsiteY25" fmla="*/ 2188559 h 2353151"/>
                    <a:gd name="connsiteX26" fmla="*/ 2109026 w 2128837"/>
                    <a:gd name="connsiteY26" fmla="*/ 2281999 h 2353151"/>
                    <a:gd name="connsiteX27" fmla="*/ 2109502 w 2128837"/>
                    <a:gd name="connsiteY27" fmla="*/ 2282857 h 2353151"/>
                    <a:gd name="connsiteX28" fmla="*/ 2128838 w 2128837"/>
                    <a:gd name="connsiteY28" fmla="*/ 2353152 h 235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128837" h="2353151">
                      <a:moveTo>
                        <a:pt x="2128838" y="2353152"/>
                      </a:moveTo>
                      <a:lnTo>
                        <a:pt x="1290638" y="2343627"/>
                      </a:lnTo>
                      <a:lnTo>
                        <a:pt x="1287684" y="2341341"/>
                      </a:lnTo>
                      <a:lnTo>
                        <a:pt x="333375" y="1586389"/>
                      </a:lnTo>
                      <a:lnTo>
                        <a:pt x="0" y="1748314"/>
                      </a:lnTo>
                      <a:lnTo>
                        <a:pt x="190500" y="1033939"/>
                      </a:lnTo>
                      <a:lnTo>
                        <a:pt x="190500" y="824389"/>
                      </a:lnTo>
                      <a:lnTo>
                        <a:pt x="409575" y="662464"/>
                      </a:lnTo>
                      <a:lnTo>
                        <a:pt x="485775" y="357664"/>
                      </a:lnTo>
                      <a:lnTo>
                        <a:pt x="421958" y="54388"/>
                      </a:lnTo>
                      <a:lnTo>
                        <a:pt x="463487" y="0"/>
                      </a:lnTo>
                      <a:lnTo>
                        <a:pt x="471488" y="667"/>
                      </a:lnTo>
                      <a:lnTo>
                        <a:pt x="790575" y="329089"/>
                      </a:lnTo>
                      <a:lnTo>
                        <a:pt x="714375" y="500539"/>
                      </a:lnTo>
                      <a:cubicBezTo>
                        <a:pt x="714375" y="500539"/>
                        <a:pt x="914400" y="967264"/>
                        <a:pt x="952500" y="967264"/>
                      </a:cubicBezTo>
                      <a:cubicBezTo>
                        <a:pt x="990600" y="967264"/>
                        <a:pt x="1266825" y="1062514"/>
                        <a:pt x="1266825" y="1062514"/>
                      </a:cubicBezTo>
                      <a:cubicBezTo>
                        <a:pt x="1266825" y="1062514"/>
                        <a:pt x="1657350" y="1853089"/>
                        <a:pt x="1743075" y="1948339"/>
                      </a:cubicBezTo>
                      <a:cubicBezTo>
                        <a:pt x="1744409" y="1949863"/>
                        <a:pt x="1745838" y="1951292"/>
                        <a:pt x="1747266" y="1952815"/>
                      </a:cubicBezTo>
                      <a:cubicBezTo>
                        <a:pt x="1748694" y="1954340"/>
                        <a:pt x="1750123" y="1955864"/>
                        <a:pt x="1751743" y="1957388"/>
                      </a:cubicBezTo>
                      <a:cubicBezTo>
                        <a:pt x="1752409" y="1958054"/>
                        <a:pt x="1753077" y="1958816"/>
                        <a:pt x="1753838" y="1959483"/>
                      </a:cubicBezTo>
                      <a:cubicBezTo>
                        <a:pt x="1755648" y="1961198"/>
                        <a:pt x="1757458" y="1963007"/>
                        <a:pt x="1759362" y="1964817"/>
                      </a:cubicBezTo>
                      <a:cubicBezTo>
                        <a:pt x="1763363" y="1968532"/>
                        <a:pt x="1767649" y="1972342"/>
                        <a:pt x="1772222" y="1976247"/>
                      </a:cubicBezTo>
                      <a:cubicBezTo>
                        <a:pt x="1774031" y="1977866"/>
                        <a:pt x="1775936" y="1979485"/>
                        <a:pt x="1777937" y="1981105"/>
                      </a:cubicBezTo>
                      <a:cubicBezTo>
                        <a:pt x="1779841" y="1982724"/>
                        <a:pt x="1781841" y="1984439"/>
                        <a:pt x="1783842" y="1986058"/>
                      </a:cubicBezTo>
                      <a:cubicBezTo>
                        <a:pt x="1851756" y="2041589"/>
                        <a:pt x="1959483" y="2108645"/>
                        <a:pt x="2036446" y="2185893"/>
                      </a:cubicBezTo>
                      <a:cubicBezTo>
                        <a:pt x="2037302" y="2186749"/>
                        <a:pt x="2038255" y="2187702"/>
                        <a:pt x="2039112" y="2188559"/>
                      </a:cubicBezTo>
                      <a:cubicBezTo>
                        <a:pt x="2068354" y="2218277"/>
                        <a:pt x="2093023" y="2249424"/>
                        <a:pt x="2109026" y="2281999"/>
                      </a:cubicBezTo>
                      <a:cubicBezTo>
                        <a:pt x="2109216" y="2282286"/>
                        <a:pt x="2109311" y="2282571"/>
                        <a:pt x="2109502" y="2282857"/>
                      </a:cubicBezTo>
                      <a:cubicBezTo>
                        <a:pt x="2120551" y="2305622"/>
                        <a:pt x="2127504" y="2329053"/>
                        <a:pt x="2128838" y="2353152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51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9266586" y="4352448"/>
                  <a:ext cx="1429416" cy="1561813"/>
                  <a:chOff x="9266586" y="4352448"/>
                  <a:chExt cx="1429416" cy="1561813"/>
                </a:xfrm>
                <a:solidFill>
                  <a:srgbClr val="237BAD"/>
                </a:solidFill>
              </p:grpSpPr>
              <p:grpSp>
                <p:nvGrpSpPr>
                  <p:cNvPr id="52" name="Graphic 3">
                    <a:extLst>
                      <a:ext uri="{FF2B5EF4-FFF2-40B4-BE49-F238E27FC236}">
                        <a16:creationId xmlns:a16="http://schemas.microsoft.com/office/drawing/2014/main" id="{C6937364-D676-4A74-BCD9-980EDF22D4FA}"/>
                      </a:ext>
                    </a:extLst>
                  </p:cNvPr>
                  <p:cNvGrpSpPr/>
                  <p:nvPr/>
                </p:nvGrpSpPr>
                <p:grpSpPr>
                  <a:xfrm>
                    <a:off x="9548812" y="4352448"/>
                    <a:ext cx="1147190" cy="1222343"/>
                    <a:chOff x="9548812" y="4352448"/>
                    <a:chExt cx="1147190" cy="1222343"/>
                  </a:xfrm>
                  <a:solidFill>
                    <a:srgbClr val="237BAD"/>
                  </a:solidFill>
                </p:grpSpPr>
                <p:sp>
                  <p:nvSpPr>
                    <p:cNvPr id="53" name="Freeform: Shape 52">
                      <a:extLst>
                        <a:ext uri="{FF2B5EF4-FFF2-40B4-BE49-F238E27FC236}">
                          <a16:creationId xmlns:a16="http://schemas.microsoft.com/office/drawing/2014/main" id="{17A099B5-3146-47B8-8ABE-E949728B80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812" y="4676298"/>
                      <a:ext cx="425291" cy="898493"/>
                    </a:xfrm>
                    <a:custGeom>
                      <a:avLst/>
                      <a:gdLst>
                        <a:gd name="connsiteX0" fmla="*/ 0 w 425291"/>
                        <a:gd name="connsiteY0" fmla="*/ 0 h 898493"/>
                        <a:gd name="connsiteX1" fmla="*/ 0 w 425291"/>
                        <a:gd name="connsiteY1" fmla="*/ 209550 h 898493"/>
                        <a:gd name="connsiteX2" fmla="*/ 308038 w 425291"/>
                        <a:gd name="connsiteY2" fmla="*/ 583597 h 898493"/>
                        <a:gd name="connsiteX3" fmla="*/ 396430 w 425291"/>
                        <a:gd name="connsiteY3" fmla="*/ 898493 h 898493"/>
                        <a:gd name="connsiteX4" fmla="*/ 425291 w 425291"/>
                        <a:gd name="connsiteY4" fmla="*/ 543115 h 898493"/>
                        <a:gd name="connsiteX5" fmla="*/ 129254 w 425291"/>
                        <a:gd name="connsiteY5" fmla="*/ 248793 h 8984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25291" h="898493">
                          <a:moveTo>
                            <a:pt x="0" y="0"/>
                          </a:moveTo>
                          <a:lnTo>
                            <a:pt x="0" y="209550"/>
                          </a:lnTo>
                          <a:lnTo>
                            <a:pt x="308038" y="583597"/>
                          </a:lnTo>
                          <a:lnTo>
                            <a:pt x="396430" y="898493"/>
                          </a:lnTo>
                          <a:lnTo>
                            <a:pt x="425291" y="543115"/>
                          </a:lnTo>
                          <a:lnTo>
                            <a:pt x="129254" y="248793"/>
                          </a:lnTo>
                          <a:close/>
                        </a:path>
                      </a:pathLst>
                    </a:custGeom>
                    <a:solidFill>
                      <a:schemeClr val="accent5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54" name="Freeform: Shape 53">
                      <a:extLst>
                        <a:ext uri="{FF2B5EF4-FFF2-40B4-BE49-F238E27FC236}">
                          <a16:creationId xmlns:a16="http://schemas.microsoft.com/office/drawing/2014/main" id="{64BC3731-DC06-4E12-8D4F-1806FB78CB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72687" y="4352448"/>
                      <a:ext cx="623315" cy="1195863"/>
                    </a:xfrm>
                    <a:custGeom>
                      <a:avLst/>
                      <a:gdLst>
                        <a:gd name="connsiteX0" fmla="*/ 623315 w 623315"/>
                        <a:gd name="connsiteY0" fmla="*/ 1195864 h 1195863"/>
                        <a:gd name="connsiteX1" fmla="*/ 505206 w 623315"/>
                        <a:gd name="connsiteY1" fmla="*/ 589502 h 1195863"/>
                        <a:gd name="connsiteX2" fmla="*/ 103537 w 623315"/>
                        <a:gd name="connsiteY2" fmla="*/ 517303 h 1195863"/>
                        <a:gd name="connsiteX3" fmla="*/ 0 w 623315"/>
                        <a:gd name="connsiteY3" fmla="*/ 0 h 1195863"/>
                        <a:gd name="connsiteX4" fmla="*/ 238125 w 623315"/>
                        <a:gd name="connsiteY4" fmla="*/ 466725 h 1195863"/>
                        <a:gd name="connsiteX5" fmla="*/ 552450 w 623315"/>
                        <a:gd name="connsiteY5" fmla="*/ 561975 h 1195863"/>
                        <a:gd name="connsiteX6" fmla="*/ 623315 w 623315"/>
                        <a:gd name="connsiteY6" fmla="*/ 1195864 h 11958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623315" h="1195863">
                          <a:moveTo>
                            <a:pt x="623315" y="1195864"/>
                          </a:moveTo>
                          <a:lnTo>
                            <a:pt x="505206" y="589502"/>
                          </a:lnTo>
                          <a:lnTo>
                            <a:pt x="103537" y="517303"/>
                          </a:lnTo>
                          <a:lnTo>
                            <a:pt x="0" y="0"/>
                          </a:lnTo>
                          <a:cubicBezTo>
                            <a:pt x="0" y="0"/>
                            <a:pt x="200025" y="466725"/>
                            <a:pt x="238125" y="466725"/>
                          </a:cubicBezTo>
                          <a:cubicBezTo>
                            <a:pt x="276225" y="466725"/>
                            <a:pt x="552450" y="561975"/>
                            <a:pt x="552450" y="561975"/>
                          </a:cubicBezTo>
                          <a:lnTo>
                            <a:pt x="623315" y="1195864"/>
                          </a:lnTo>
                          <a:close/>
                        </a:path>
                      </a:pathLst>
                    </a:custGeom>
                    <a:solidFill>
                      <a:schemeClr val="accent5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EDD35E57-5212-4C4C-9626-F942A23CA4AD}"/>
                      </a:ext>
                    </a:extLst>
                  </p:cNvPr>
                  <p:cNvSpPr/>
                  <p:nvPr/>
                </p:nvSpPr>
                <p:spPr>
                  <a:xfrm>
                    <a:off x="9266586" y="5438298"/>
                    <a:ext cx="425100" cy="475963"/>
                  </a:xfrm>
                  <a:custGeom>
                    <a:avLst/>
                    <a:gdLst>
                      <a:gd name="connsiteX0" fmla="*/ 0 w 425100"/>
                      <a:gd name="connsiteY0" fmla="*/ 475964 h 475963"/>
                      <a:gd name="connsiteX1" fmla="*/ 42482 w 425100"/>
                      <a:gd name="connsiteY1" fmla="*/ 317945 h 475963"/>
                      <a:gd name="connsiteX2" fmla="*/ 87249 w 425100"/>
                      <a:gd name="connsiteY2" fmla="*/ 160591 h 475963"/>
                      <a:gd name="connsiteX3" fmla="*/ 87821 w 425100"/>
                      <a:gd name="connsiteY3" fmla="*/ 158686 h 475963"/>
                      <a:gd name="connsiteX4" fmla="*/ 89725 w 425100"/>
                      <a:gd name="connsiteY4" fmla="*/ 157734 h 475963"/>
                      <a:gd name="connsiteX5" fmla="*/ 173164 w 425100"/>
                      <a:gd name="connsiteY5" fmla="*/ 117443 h 475963"/>
                      <a:gd name="connsiteX6" fmla="*/ 256794 w 425100"/>
                      <a:gd name="connsiteY6" fmla="*/ 77534 h 475963"/>
                      <a:gd name="connsiteX7" fmla="*/ 340709 w 425100"/>
                      <a:gd name="connsiteY7" fmla="*/ 38290 h 475963"/>
                      <a:gd name="connsiteX8" fmla="*/ 425101 w 425100"/>
                      <a:gd name="connsiteY8" fmla="*/ 0 h 475963"/>
                      <a:gd name="connsiteX9" fmla="*/ 342805 w 425100"/>
                      <a:gd name="connsiteY9" fmla="*/ 42672 h 475963"/>
                      <a:gd name="connsiteX10" fmla="*/ 260032 w 425100"/>
                      <a:gd name="connsiteY10" fmla="*/ 84391 h 475963"/>
                      <a:gd name="connsiteX11" fmla="*/ 176975 w 425100"/>
                      <a:gd name="connsiteY11" fmla="*/ 125444 h 475963"/>
                      <a:gd name="connsiteX12" fmla="*/ 93726 w 425100"/>
                      <a:gd name="connsiteY12" fmla="*/ 166116 h 475963"/>
                      <a:gd name="connsiteX13" fmla="*/ 96202 w 425100"/>
                      <a:gd name="connsiteY13" fmla="*/ 163259 h 475963"/>
                      <a:gd name="connsiteX14" fmla="*/ 49244 w 425100"/>
                      <a:gd name="connsiteY14" fmla="*/ 319944 h 475963"/>
                      <a:gd name="connsiteX15" fmla="*/ 0 w 425100"/>
                      <a:gd name="connsiteY15" fmla="*/ 475964 h 4759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425100" h="475963">
                        <a:moveTo>
                          <a:pt x="0" y="475964"/>
                        </a:moveTo>
                        <a:cubicBezTo>
                          <a:pt x="13525" y="423100"/>
                          <a:pt x="27908" y="370522"/>
                          <a:pt x="42482" y="317945"/>
                        </a:cubicBezTo>
                        <a:cubicBezTo>
                          <a:pt x="56865" y="265366"/>
                          <a:pt x="72295" y="213074"/>
                          <a:pt x="87249" y="160591"/>
                        </a:cubicBezTo>
                        <a:lnTo>
                          <a:pt x="87821" y="158686"/>
                        </a:lnTo>
                        <a:lnTo>
                          <a:pt x="89725" y="157734"/>
                        </a:lnTo>
                        <a:cubicBezTo>
                          <a:pt x="117348" y="144018"/>
                          <a:pt x="145352" y="130873"/>
                          <a:pt x="173164" y="117443"/>
                        </a:cubicBezTo>
                        <a:lnTo>
                          <a:pt x="256794" y="77534"/>
                        </a:lnTo>
                        <a:lnTo>
                          <a:pt x="340709" y="38290"/>
                        </a:lnTo>
                        <a:cubicBezTo>
                          <a:pt x="368808" y="25527"/>
                          <a:pt x="396812" y="12478"/>
                          <a:pt x="425101" y="0"/>
                        </a:cubicBezTo>
                        <a:cubicBezTo>
                          <a:pt x="397764" y="14478"/>
                          <a:pt x="370237" y="28480"/>
                          <a:pt x="342805" y="42672"/>
                        </a:cubicBezTo>
                        <a:lnTo>
                          <a:pt x="260032" y="84391"/>
                        </a:lnTo>
                        <a:lnTo>
                          <a:pt x="176975" y="125444"/>
                        </a:lnTo>
                        <a:cubicBezTo>
                          <a:pt x="149257" y="138969"/>
                          <a:pt x="121634" y="152876"/>
                          <a:pt x="93726" y="166116"/>
                        </a:cubicBezTo>
                        <a:lnTo>
                          <a:pt x="96202" y="163259"/>
                        </a:lnTo>
                        <a:cubicBezTo>
                          <a:pt x="80486" y="215455"/>
                          <a:pt x="65437" y="267843"/>
                          <a:pt x="49244" y="319944"/>
                        </a:cubicBezTo>
                        <a:cubicBezTo>
                          <a:pt x="33242" y="372046"/>
                          <a:pt x="17050" y="424148"/>
                          <a:pt x="0" y="475964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56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981741" y="4801076"/>
              <a:ext cx="1218533" cy="1373124"/>
              <a:chOff x="981741" y="4801076"/>
              <a:chExt cx="1218533" cy="1373124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405E1D5-03F4-45AD-9C50-5554F63A2EC4}"/>
                  </a:ext>
                </a:extLst>
              </p:cNvPr>
              <p:cNvSpPr/>
              <p:nvPr/>
            </p:nvSpPr>
            <p:spPr>
              <a:xfrm>
                <a:off x="1904142" y="5279707"/>
                <a:ext cx="296132" cy="838676"/>
              </a:xfrm>
              <a:custGeom>
                <a:avLst/>
                <a:gdLst>
                  <a:gd name="connsiteX0" fmla="*/ 148114 w 296132"/>
                  <a:gd name="connsiteY0" fmla="*/ 838676 h 838676"/>
                  <a:gd name="connsiteX1" fmla="*/ 0 w 296132"/>
                  <a:gd name="connsiteY1" fmla="*/ 838676 h 838676"/>
                  <a:gd name="connsiteX2" fmla="*/ 74104 w 296132"/>
                  <a:gd name="connsiteY2" fmla="*/ 419386 h 838676"/>
                  <a:gd name="connsiteX3" fmla="*/ 148114 w 296132"/>
                  <a:gd name="connsiteY3" fmla="*/ 0 h 838676"/>
                  <a:gd name="connsiteX4" fmla="*/ 222123 w 296132"/>
                  <a:gd name="connsiteY4" fmla="*/ 419386 h 838676"/>
                  <a:gd name="connsiteX5" fmla="*/ 296132 w 296132"/>
                  <a:gd name="connsiteY5" fmla="*/ 838676 h 83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132" h="838676">
                    <a:moveTo>
                      <a:pt x="148114" y="838676"/>
                    </a:moveTo>
                    <a:lnTo>
                      <a:pt x="0" y="838676"/>
                    </a:lnTo>
                    <a:lnTo>
                      <a:pt x="74104" y="419386"/>
                    </a:lnTo>
                    <a:lnTo>
                      <a:pt x="148114" y="0"/>
                    </a:lnTo>
                    <a:lnTo>
                      <a:pt x="222123" y="419386"/>
                    </a:lnTo>
                    <a:lnTo>
                      <a:pt x="296132" y="838676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20D9C468-973B-4733-8971-4651A7DB3B8F}"/>
                  </a:ext>
                </a:extLst>
              </p:cNvPr>
              <p:cNvSpPr/>
              <p:nvPr/>
            </p:nvSpPr>
            <p:spPr>
              <a:xfrm>
                <a:off x="1247298" y="5279707"/>
                <a:ext cx="296037" cy="838676"/>
              </a:xfrm>
              <a:custGeom>
                <a:avLst/>
                <a:gdLst>
                  <a:gd name="connsiteX0" fmla="*/ 148019 w 296037"/>
                  <a:gd name="connsiteY0" fmla="*/ 838676 h 838676"/>
                  <a:gd name="connsiteX1" fmla="*/ 0 w 296037"/>
                  <a:gd name="connsiteY1" fmla="*/ 838676 h 838676"/>
                  <a:gd name="connsiteX2" fmla="*/ 74009 w 296037"/>
                  <a:gd name="connsiteY2" fmla="*/ 419386 h 838676"/>
                  <a:gd name="connsiteX3" fmla="*/ 148019 w 296037"/>
                  <a:gd name="connsiteY3" fmla="*/ 0 h 838676"/>
                  <a:gd name="connsiteX4" fmla="*/ 222028 w 296037"/>
                  <a:gd name="connsiteY4" fmla="*/ 419386 h 838676"/>
                  <a:gd name="connsiteX5" fmla="*/ 296037 w 296037"/>
                  <a:gd name="connsiteY5" fmla="*/ 838676 h 83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037" h="838676">
                    <a:moveTo>
                      <a:pt x="148019" y="838676"/>
                    </a:moveTo>
                    <a:lnTo>
                      <a:pt x="0" y="838676"/>
                    </a:lnTo>
                    <a:lnTo>
                      <a:pt x="74009" y="419386"/>
                    </a:lnTo>
                    <a:lnTo>
                      <a:pt x="148019" y="0"/>
                    </a:lnTo>
                    <a:lnTo>
                      <a:pt x="222028" y="419386"/>
                    </a:lnTo>
                    <a:lnTo>
                      <a:pt x="296037" y="838676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3F47B9B-2547-477A-8631-907AE409143A}"/>
                  </a:ext>
                </a:extLst>
              </p:cNvPr>
              <p:cNvSpPr/>
              <p:nvPr/>
            </p:nvSpPr>
            <p:spPr>
              <a:xfrm>
                <a:off x="981741" y="4801076"/>
                <a:ext cx="296036" cy="1373124"/>
              </a:xfrm>
              <a:custGeom>
                <a:avLst/>
                <a:gdLst>
                  <a:gd name="connsiteX0" fmla="*/ 148019 w 296036"/>
                  <a:gd name="connsiteY0" fmla="*/ 1373124 h 1373124"/>
                  <a:gd name="connsiteX1" fmla="*/ 0 w 296036"/>
                  <a:gd name="connsiteY1" fmla="*/ 1373124 h 1373124"/>
                  <a:gd name="connsiteX2" fmla="*/ 74009 w 296036"/>
                  <a:gd name="connsiteY2" fmla="*/ 686562 h 1373124"/>
                  <a:gd name="connsiteX3" fmla="*/ 148019 w 296036"/>
                  <a:gd name="connsiteY3" fmla="*/ 0 h 1373124"/>
                  <a:gd name="connsiteX4" fmla="*/ 222028 w 296036"/>
                  <a:gd name="connsiteY4" fmla="*/ 686562 h 1373124"/>
                  <a:gd name="connsiteX5" fmla="*/ 296037 w 296036"/>
                  <a:gd name="connsiteY5" fmla="*/ 1373124 h 1373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036" h="1373124">
                    <a:moveTo>
                      <a:pt x="148019" y="1373124"/>
                    </a:moveTo>
                    <a:lnTo>
                      <a:pt x="0" y="1373124"/>
                    </a:lnTo>
                    <a:lnTo>
                      <a:pt x="74009" y="686562"/>
                    </a:lnTo>
                    <a:lnTo>
                      <a:pt x="148019" y="0"/>
                    </a:lnTo>
                    <a:lnTo>
                      <a:pt x="222028" y="686562"/>
                    </a:lnTo>
                    <a:lnTo>
                      <a:pt x="296037" y="1373124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0F9444B-6889-4F8B-B62F-6F48698FA9F6}"/>
                  </a:ext>
                </a:extLst>
              </p:cNvPr>
              <p:cNvSpPr/>
              <p:nvPr/>
            </p:nvSpPr>
            <p:spPr>
              <a:xfrm>
                <a:off x="1414462" y="5009864"/>
                <a:ext cx="400907" cy="1135665"/>
              </a:xfrm>
              <a:custGeom>
                <a:avLst/>
                <a:gdLst>
                  <a:gd name="connsiteX0" fmla="*/ 200406 w 400907"/>
                  <a:gd name="connsiteY0" fmla="*/ 1135666 h 1135665"/>
                  <a:gd name="connsiteX1" fmla="*/ 0 w 400907"/>
                  <a:gd name="connsiteY1" fmla="*/ 1135666 h 1135665"/>
                  <a:gd name="connsiteX2" fmla="*/ 100203 w 400907"/>
                  <a:gd name="connsiteY2" fmla="*/ 567785 h 1135665"/>
                  <a:gd name="connsiteX3" fmla="*/ 200406 w 400907"/>
                  <a:gd name="connsiteY3" fmla="*/ 0 h 1135665"/>
                  <a:gd name="connsiteX4" fmla="*/ 300609 w 400907"/>
                  <a:gd name="connsiteY4" fmla="*/ 567785 h 1135665"/>
                  <a:gd name="connsiteX5" fmla="*/ 400907 w 400907"/>
                  <a:gd name="connsiteY5" fmla="*/ 1135666 h 1135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0907" h="1135665">
                    <a:moveTo>
                      <a:pt x="200406" y="1135666"/>
                    </a:moveTo>
                    <a:lnTo>
                      <a:pt x="0" y="1135666"/>
                    </a:lnTo>
                    <a:lnTo>
                      <a:pt x="100203" y="567785"/>
                    </a:lnTo>
                    <a:lnTo>
                      <a:pt x="200406" y="0"/>
                    </a:lnTo>
                    <a:lnTo>
                      <a:pt x="300609" y="567785"/>
                    </a:lnTo>
                    <a:lnTo>
                      <a:pt x="400907" y="1135666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E1578DE-1DD7-424C-81BA-A93FF630B666}"/>
                </a:ext>
              </a:extLst>
            </p:cNvPr>
            <p:cNvSpPr/>
            <p:nvPr/>
          </p:nvSpPr>
          <p:spPr>
            <a:xfrm>
              <a:off x="5275937" y="5804860"/>
              <a:ext cx="1448187" cy="331366"/>
            </a:xfrm>
            <a:custGeom>
              <a:avLst/>
              <a:gdLst>
                <a:gd name="connsiteX0" fmla="*/ 29487 w 1448187"/>
                <a:gd name="connsiteY0" fmla="*/ 314476 h 331366"/>
                <a:gd name="connsiteX1" fmla="*/ 110164 w 1448187"/>
                <a:gd name="connsiteY1" fmla="*/ 79018 h 331366"/>
                <a:gd name="connsiteX2" fmla="*/ 316571 w 1448187"/>
                <a:gd name="connsiteY2" fmla="*/ 48538 h 331366"/>
                <a:gd name="connsiteX3" fmla="*/ 646993 w 1448187"/>
                <a:gd name="connsiteY3" fmla="*/ 127596 h 331366"/>
                <a:gd name="connsiteX4" fmla="*/ 866830 w 1448187"/>
                <a:gd name="connsiteY4" fmla="*/ 134168 h 331366"/>
                <a:gd name="connsiteX5" fmla="*/ 1053711 w 1448187"/>
                <a:gd name="connsiteY5" fmla="*/ 20153 h 331366"/>
                <a:gd name="connsiteX6" fmla="*/ 1250116 w 1448187"/>
                <a:gd name="connsiteY6" fmla="*/ 134168 h 331366"/>
                <a:gd name="connsiteX7" fmla="*/ 1446998 w 1448187"/>
                <a:gd name="connsiteY7" fmla="*/ 316286 h 331366"/>
                <a:gd name="connsiteX8" fmla="*/ 29487 w 1448187"/>
                <a:gd name="connsiteY8" fmla="*/ 314476 h 331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8187" h="331366">
                  <a:moveTo>
                    <a:pt x="29487" y="314476"/>
                  </a:moveTo>
                  <a:cubicBezTo>
                    <a:pt x="29487" y="254278"/>
                    <a:pt x="-75288" y="45395"/>
                    <a:pt x="110164" y="79018"/>
                  </a:cubicBezTo>
                  <a:cubicBezTo>
                    <a:pt x="248848" y="104164"/>
                    <a:pt x="215034" y="90639"/>
                    <a:pt x="316571" y="48538"/>
                  </a:cubicBezTo>
                  <a:cubicBezTo>
                    <a:pt x="418203" y="6533"/>
                    <a:pt x="590605" y="42156"/>
                    <a:pt x="646993" y="127596"/>
                  </a:cubicBezTo>
                  <a:cubicBezTo>
                    <a:pt x="703381" y="213035"/>
                    <a:pt x="756626" y="191889"/>
                    <a:pt x="866830" y="134168"/>
                  </a:cubicBezTo>
                  <a:cubicBezTo>
                    <a:pt x="977034" y="76351"/>
                    <a:pt x="946173" y="-48712"/>
                    <a:pt x="1053711" y="20153"/>
                  </a:cubicBezTo>
                  <a:cubicBezTo>
                    <a:pt x="1161153" y="89020"/>
                    <a:pt x="1180203" y="122071"/>
                    <a:pt x="1250116" y="134168"/>
                  </a:cubicBezTo>
                  <a:cubicBezTo>
                    <a:pt x="1319934" y="146264"/>
                    <a:pt x="1398135" y="281424"/>
                    <a:pt x="1446998" y="316286"/>
                  </a:cubicBezTo>
                  <a:cubicBezTo>
                    <a:pt x="1495766" y="351242"/>
                    <a:pt x="29487" y="314476"/>
                    <a:pt x="29487" y="314476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2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1685925" y="4104798"/>
              <a:ext cx="4152900" cy="2081212"/>
              <a:chOff x="1685925" y="4104798"/>
              <a:chExt cx="4152900" cy="2081212"/>
            </a:xfrm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0697DCB-2980-44A6-8EBC-D413BDB9B28B}"/>
                  </a:ext>
                </a:extLst>
              </p:cNvPr>
              <p:cNvSpPr/>
              <p:nvPr/>
            </p:nvSpPr>
            <p:spPr>
              <a:xfrm>
                <a:off x="1685925" y="4104798"/>
                <a:ext cx="4152900" cy="2081212"/>
              </a:xfrm>
              <a:custGeom>
                <a:avLst/>
                <a:gdLst>
                  <a:gd name="connsiteX0" fmla="*/ 4152900 w 4152900"/>
                  <a:gd name="connsiteY0" fmla="*/ 2043113 h 2081212"/>
                  <a:gd name="connsiteX1" fmla="*/ 3562350 w 4152900"/>
                  <a:gd name="connsiteY1" fmla="*/ 2043113 h 2081212"/>
                  <a:gd name="connsiteX2" fmla="*/ 0 w 4152900"/>
                  <a:gd name="connsiteY2" fmla="*/ 2081213 h 2081212"/>
                  <a:gd name="connsiteX3" fmla="*/ 1519238 w 4152900"/>
                  <a:gd name="connsiteY3" fmla="*/ 0 h 2081212"/>
                  <a:gd name="connsiteX4" fmla="*/ 1966913 w 4152900"/>
                  <a:gd name="connsiteY4" fmla="*/ 352425 h 2081212"/>
                  <a:gd name="connsiteX5" fmla="*/ 1966913 w 4152900"/>
                  <a:gd name="connsiteY5" fmla="*/ 476250 h 2081212"/>
                  <a:gd name="connsiteX6" fmla="*/ 2176463 w 4152900"/>
                  <a:gd name="connsiteY6" fmla="*/ 628650 h 2081212"/>
                  <a:gd name="connsiteX7" fmla="*/ 2443163 w 4152900"/>
                  <a:gd name="connsiteY7" fmla="*/ 266700 h 2081212"/>
                  <a:gd name="connsiteX8" fmla="*/ 2871788 w 4152900"/>
                  <a:gd name="connsiteY8" fmla="*/ 685800 h 2081212"/>
                  <a:gd name="connsiteX9" fmla="*/ 3014663 w 4152900"/>
                  <a:gd name="connsiteY9" fmla="*/ 1019175 h 2081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52900" h="2081212">
                    <a:moveTo>
                      <a:pt x="4152900" y="2043113"/>
                    </a:moveTo>
                    <a:lnTo>
                      <a:pt x="3562350" y="2043113"/>
                    </a:lnTo>
                    <a:lnTo>
                      <a:pt x="0" y="2081213"/>
                    </a:lnTo>
                    <a:lnTo>
                      <a:pt x="1519238" y="0"/>
                    </a:lnTo>
                    <a:lnTo>
                      <a:pt x="1966913" y="352425"/>
                    </a:lnTo>
                    <a:lnTo>
                      <a:pt x="1966913" y="476250"/>
                    </a:lnTo>
                    <a:lnTo>
                      <a:pt x="2176463" y="628650"/>
                    </a:lnTo>
                    <a:lnTo>
                      <a:pt x="2443163" y="266700"/>
                    </a:lnTo>
                    <a:lnTo>
                      <a:pt x="2871788" y="685800"/>
                    </a:lnTo>
                    <a:lnTo>
                      <a:pt x="3014663" y="10191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4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2491644" y="4104798"/>
                <a:ext cx="3347180" cy="2043397"/>
                <a:chOff x="2491644" y="4104798"/>
                <a:chExt cx="3347180" cy="2043397"/>
              </a:xfrm>
            </p:grpSpPr>
            <p:grpSp>
              <p:nvGrpSpPr>
                <p:cNvPr id="65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3862387" y="4371498"/>
                  <a:ext cx="1976437" cy="1776697"/>
                  <a:chOff x="3862387" y="4371498"/>
                  <a:chExt cx="1976437" cy="1776697"/>
                </a:xfrm>
              </p:grpSpPr>
              <p:sp>
                <p:nvSpPr>
                  <p:cNvPr id="66" name="Freeform: Shape 65">
                    <a:extLst>
                      <a:ext uri="{FF2B5EF4-FFF2-40B4-BE49-F238E27FC236}">
                        <a16:creationId xmlns:a16="http://schemas.microsoft.com/office/drawing/2014/main" id="{10598D8B-9CA7-4FF1-8AE1-A1CB89D677C8}"/>
                      </a:ext>
                    </a:extLst>
                  </p:cNvPr>
                  <p:cNvSpPr/>
                  <p:nvPr/>
                </p:nvSpPr>
                <p:spPr>
                  <a:xfrm>
                    <a:off x="3862387" y="4371498"/>
                    <a:ext cx="1976437" cy="1776697"/>
                  </a:xfrm>
                  <a:custGeom>
                    <a:avLst/>
                    <a:gdLst>
                      <a:gd name="connsiteX0" fmla="*/ 1976438 w 1976437"/>
                      <a:gd name="connsiteY0" fmla="*/ 1776413 h 1776697"/>
                      <a:gd name="connsiteX1" fmla="*/ 1357979 w 1976437"/>
                      <a:gd name="connsiteY1" fmla="*/ 1776698 h 1776697"/>
                      <a:gd name="connsiteX2" fmla="*/ 1228725 w 1976437"/>
                      <a:gd name="connsiteY2" fmla="*/ 1704975 h 1776697"/>
                      <a:gd name="connsiteX3" fmla="*/ 590550 w 1976437"/>
                      <a:gd name="connsiteY3" fmla="*/ 1000125 h 1776697"/>
                      <a:gd name="connsiteX4" fmla="*/ 219075 w 1976437"/>
                      <a:gd name="connsiteY4" fmla="*/ 1362075 h 1776697"/>
                      <a:gd name="connsiteX5" fmla="*/ 285750 w 1976437"/>
                      <a:gd name="connsiteY5" fmla="*/ 1028700 h 1776697"/>
                      <a:gd name="connsiteX6" fmla="*/ 447675 w 1976437"/>
                      <a:gd name="connsiteY6" fmla="*/ 1000125 h 1776697"/>
                      <a:gd name="connsiteX7" fmla="*/ 371475 w 1976437"/>
                      <a:gd name="connsiteY7" fmla="*/ 809625 h 1776697"/>
                      <a:gd name="connsiteX8" fmla="*/ 447675 w 1976437"/>
                      <a:gd name="connsiteY8" fmla="*/ 752475 h 1776697"/>
                      <a:gd name="connsiteX9" fmla="*/ 352425 w 1976437"/>
                      <a:gd name="connsiteY9" fmla="*/ 628650 h 1776697"/>
                      <a:gd name="connsiteX10" fmla="*/ 0 w 1976437"/>
                      <a:gd name="connsiteY10" fmla="*/ 1076325 h 1776697"/>
                      <a:gd name="connsiteX11" fmla="*/ 200025 w 1976437"/>
                      <a:gd name="connsiteY11" fmla="*/ 542925 h 1776697"/>
                      <a:gd name="connsiteX12" fmla="*/ 350996 w 1976437"/>
                      <a:gd name="connsiteY12" fmla="*/ 434530 h 1776697"/>
                      <a:gd name="connsiteX13" fmla="*/ 266700 w 1976437"/>
                      <a:gd name="connsiteY13" fmla="*/ 304800 h 1776697"/>
                      <a:gd name="connsiteX14" fmla="*/ 266700 w 1976437"/>
                      <a:gd name="connsiteY14" fmla="*/ 0 h 1776697"/>
                      <a:gd name="connsiteX15" fmla="*/ 695325 w 1976437"/>
                      <a:gd name="connsiteY15" fmla="*/ 419100 h 1776697"/>
                      <a:gd name="connsiteX16" fmla="*/ 838200 w 1976437"/>
                      <a:gd name="connsiteY16" fmla="*/ 752475 h 1776697"/>
                      <a:gd name="connsiteX17" fmla="*/ 1976438 w 1976437"/>
                      <a:gd name="connsiteY17" fmla="*/ 1776413 h 1776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976437" h="1776697">
                        <a:moveTo>
                          <a:pt x="1976438" y="1776413"/>
                        </a:moveTo>
                        <a:lnTo>
                          <a:pt x="1357979" y="1776698"/>
                        </a:lnTo>
                        <a:lnTo>
                          <a:pt x="1228725" y="1704975"/>
                        </a:lnTo>
                        <a:cubicBezTo>
                          <a:pt x="1228725" y="1704975"/>
                          <a:pt x="628650" y="1047750"/>
                          <a:pt x="590550" y="1000125"/>
                        </a:cubicBezTo>
                        <a:cubicBezTo>
                          <a:pt x="552450" y="952500"/>
                          <a:pt x="342900" y="1209675"/>
                          <a:pt x="219075" y="1362075"/>
                        </a:cubicBezTo>
                        <a:cubicBezTo>
                          <a:pt x="95250" y="1514475"/>
                          <a:pt x="285750" y="1028700"/>
                          <a:pt x="285750" y="1028700"/>
                        </a:cubicBezTo>
                        <a:lnTo>
                          <a:pt x="447675" y="1000125"/>
                        </a:lnTo>
                        <a:lnTo>
                          <a:pt x="371475" y="809625"/>
                        </a:lnTo>
                        <a:lnTo>
                          <a:pt x="447675" y="752475"/>
                        </a:lnTo>
                        <a:cubicBezTo>
                          <a:pt x="447675" y="752475"/>
                          <a:pt x="381000" y="647700"/>
                          <a:pt x="352425" y="628650"/>
                        </a:cubicBezTo>
                        <a:cubicBezTo>
                          <a:pt x="323850" y="609600"/>
                          <a:pt x="0" y="1076325"/>
                          <a:pt x="0" y="1076325"/>
                        </a:cubicBezTo>
                        <a:lnTo>
                          <a:pt x="200025" y="542925"/>
                        </a:lnTo>
                        <a:lnTo>
                          <a:pt x="350996" y="434530"/>
                        </a:lnTo>
                        <a:lnTo>
                          <a:pt x="266700" y="304800"/>
                        </a:lnTo>
                        <a:lnTo>
                          <a:pt x="266700" y="0"/>
                        </a:lnTo>
                        <a:lnTo>
                          <a:pt x="695325" y="419100"/>
                        </a:lnTo>
                        <a:lnTo>
                          <a:pt x="838200" y="752475"/>
                        </a:lnTo>
                        <a:lnTo>
                          <a:pt x="1976438" y="1776413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: Shape 66">
                    <a:extLst>
                      <a:ext uri="{FF2B5EF4-FFF2-40B4-BE49-F238E27FC236}">
                        <a16:creationId xmlns:a16="http://schemas.microsoft.com/office/drawing/2014/main" id="{8E5E1671-9499-4811-A477-F5F9746B84D8}"/>
                      </a:ext>
                    </a:extLst>
                  </p:cNvPr>
                  <p:cNvSpPr/>
                  <p:nvPr/>
                </p:nvSpPr>
                <p:spPr>
                  <a:xfrm>
                    <a:off x="4148137" y="5000148"/>
                    <a:ext cx="1072229" cy="1148047"/>
                  </a:xfrm>
                  <a:custGeom>
                    <a:avLst/>
                    <a:gdLst>
                      <a:gd name="connsiteX0" fmla="*/ 66675 w 1072229"/>
                      <a:gd name="connsiteY0" fmla="*/ 0 h 1148047"/>
                      <a:gd name="connsiteX1" fmla="*/ 161925 w 1072229"/>
                      <a:gd name="connsiteY1" fmla="*/ 123825 h 1148047"/>
                      <a:gd name="connsiteX2" fmla="*/ 85725 w 1072229"/>
                      <a:gd name="connsiteY2" fmla="*/ 180975 h 1148047"/>
                      <a:gd name="connsiteX3" fmla="*/ 161925 w 1072229"/>
                      <a:gd name="connsiteY3" fmla="*/ 371475 h 1148047"/>
                      <a:gd name="connsiteX4" fmla="*/ 0 w 1072229"/>
                      <a:gd name="connsiteY4" fmla="*/ 400050 h 1148047"/>
                      <a:gd name="connsiteX5" fmla="*/ 100489 w 1072229"/>
                      <a:gd name="connsiteY5" fmla="*/ 533400 h 1148047"/>
                      <a:gd name="connsiteX6" fmla="*/ 289084 w 1072229"/>
                      <a:gd name="connsiteY6" fmla="*/ 365855 h 1148047"/>
                      <a:gd name="connsiteX7" fmla="*/ 942975 w 1072229"/>
                      <a:gd name="connsiteY7" fmla="*/ 1076325 h 1148047"/>
                      <a:gd name="connsiteX8" fmla="*/ 1072229 w 1072229"/>
                      <a:gd name="connsiteY8" fmla="*/ 1148048 h 1148047"/>
                      <a:gd name="connsiteX9" fmla="*/ 924211 w 1072229"/>
                      <a:gd name="connsiteY9" fmla="*/ 1011364 h 1148047"/>
                      <a:gd name="connsiteX10" fmla="*/ 617411 w 1072229"/>
                      <a:gd name="connsiteY10" fmla="*/ 502444 h 1148047"/>
                      <a:gd name="connsiteX11" fmla="*/ 404431 w 1072229"/>
                      <a:gd name="connsiteY11" fmla="*/ 408622 h 1148047"/>
                      <a:gd name="connsiteX12" fmla="*/ 242030 w 1072229"/>
                      <a:gd name="connsiteY12" fmla="*/ 116300 h 1148047"/>
                      <a:gd name="connsiteX13" fmla="*/ 66675 w 1072229"/>
                      <a:gd name="connsiteY13" fmla="*/ 0 h 11480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072229" h="1148047">
                        <a:moveTo>
                          <a:pt x="66675" y="0"/>
                        </a:moveTo>
                        <a:lnTo>
                          <a:pt x="161925" y="123825"/>
                        </a:lnTo>
                        <a:lnTo>
                          <a:pt x="85725" y="180975"/>
                        </a:lnTo>
                        <a:lnTo>
                          <a:pt x="161925" y="371475"/>
                        </a:lnTo>
                        <a:lnTo>
                          <a:pt x="0" y="400050"/>
                        </a:lnTo>
                        <a:lnTo>
                          <a:pt x="100489" y="533400"/>
                        </a:lnTo>
                        <a:lnTo>
                          <a:pt x="289084" y="365855"/>
                        </a:lnTo>
                        <a:lnTo>
                          <a:pt x="942975" y="1076325"/>
                        </a:lnTo>
                        <a:lnTo>
                          <a:pt x="1072229" y="1148048"/>
                        </a:lnTo>
                        <a:cubicBezTo>
                          <a:pt x="1072229" y="1148048"/>
                          <a:pt x="935069" y="1036701"/>
                          <a:pt x="924211" y="1011364"/>
                        </a:cubicBezTo>
                        <a:cubicBezTo>
                          <a:pt x="913352" y="986028"/>
                          <a:pt x="617411" y="502444"/>
                          <a:pt x="617411" y="502444"/>
                        </a:cubicBezTo>
                        <a:lnTo>
                          <a:pt x="404431" y="408622"/>
                        </a:lnTo>
                        <a:lnTo>
                          <a:pt x="242030" y="116300"/>
                        </a:lnTo>
                        <a:lnTo>
                          <a:pt x="66675" y="0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" name="Graphic 3">
                  <a:extLst>
                    <a:ext uri="{FF2B5EF4-FFF2-40B4-BE49-F238E27FC236}">
                      <a16:creationId xmlns:a16="http://schemas.microsoft.com/office/drawing/2014/main" id="{C6937364-D676-4A74-BCD9-980EDF22D4FA}"/>
                    </a:ext>
                  </a:extLst>
                </p:cNvPr>
                <p:cNvGrpSpPr/>
                <p:nvPr/>
              </p:nvGrpSpPr>
              <p:grpSpPr>
                <a:xfrm>
                  <a:off x="2491644" y="4104798"/>
                  <a:ext cx="1370742" cy="1971579"/>
                  <a:chOff x="2491644" y="4104798"/>
                  <a:chExt cx="1370742" cy="1971579"/>
                </a:xfrm>
              </p:grpSpPr>
              <p:sp>
                <p:nvSpPr>
                  <p:cNvPr id="69" name="Freeform: Shape 68">
                    <a:extLst>
                      <a:ext uri="{FF2B5EF4-FFF2-40B4-BE49-F238E27FC236}">
                        <a16:creationId xmlns:a16="http://schemas.microsoft.com/office/drawing/2014/main" id="{5E4C8F00-87B5-40DE-A1CC-7121033AB2AB}"/>
                      </a:ext>
                    </a:extLst>
                  </p:cNvPr>
                  <p:cNvSpPr/>
                  <p:nvPr/>
                </p:nvSpPr>
                <p:spPr>
                  <a:xfrm>
                    <a:off x="2738532" y="4104798"/>
                    <a:ext cx="1123854" cy="1971579"/>
                  </a:xfrm>
                  <a:custGeom>
                    <a:avLst/>
                    <a:gdLst>
                      <a:gd name="connsiteX0" fmla="*/ 666655 w 1123854"/>
                      <a:gd name="connsiteY0" fmla="*/ 1257300 h 1971579"/>
                      <a:gd name="connsiteX1" fmla="*/ 0 w 1123854"/>
                      <a:gd name="connsiteY1" fmla="*/ 1971580 h 1971579"/>
                      <a:gd name="connsiteX2" fmla="*/ 399955 w 1123854"/>
                      <a:gd name="connsiteY2" fmla="*/ 1181100 h 1971579"/>
                      <a:gd name="connsiteX3" fmla="*/ 85630 w 1123854"/>
                      <a:gd name="connsiteY3" fmla="*/ 1304925 h 1971579"/>
                      <a:gd name="connsiteX4" fmla="*/ 599980 w 1123854"/>
                      <a:gd name="connsiteY4" fmla="*/ 523875 h 1971579"/>
                      <a:gd name="connsiteX5" fmla="*/ 333280 w 1123854"/>
                      <a:gd name="connsiteY5" fmla="*/ 523875 h 1971579"/>
                      <a:gd name="connsiteX6" fmla="*/ 466630 w 1123854"/>
                      <a:gd name="connsiteY6" fmla="*/ 0 h 1971579"/>
                      <a:gd name="connsiteX7" fmla="*/ 914305 w 1123854"/>
                      <a:gd name="connsiteY7" fmla="*/ 352425 h 1971579"/>
                      <a:gd name="connsiteX8" fmla="*/ 914305 w 1123854"/>
                      <a:gd name="connsiteY8" fmla="*/ 476250 h 1971579"/>
                      <a:gd name="connsiteX9" fmla="*/ 1123855 w 1123854"/>
                      <a:gd name="connsiteY9" fmla="*/ 628650 h 1971579"/>
                      <a:gd name="connsiteX10" fmla="*/ 609505 w 1123854"/>
                      <a:gd name="connsiteY10" fmla="*/ 1019175 h 1971579"/>
                      <a:gd name="connsiteX11" fmla="*/ 666655 w 1123854"/>
                      <a:gd name="connsiteY11" fmla="*/ 1257300 h 19715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123854" h="1971579">
                        <a:moveTo>
                          <a:pt x="666655" y="1257300"/>
                        </a:moveTo>
                        <a:cubicBezTo>
                          <a:pt x="695039" y="1295114"/>
                          <a:pt x="10477" y="1961388"/>
                          <a:pt x="0" y="1971580"/>
                        </a:cubicBezTo>
                        <a:lnTo>
                          <a:pt x="399955" y="1181100"/>
                        </a:lnTo>
                        <a:lnTo>
                          <a:pt x="85630" y="1304925"/>
                        </a:lnTo>
                        <a:lnTo>
                          <a:pt x="599980" y="523875"/>
                        </a:lnTo>
                        <a:lnTo>
                          <a:pt x="333280" y="523875"/>
                        </a:lnTo>
                        <a:lnTo>
                          <a:pt x="466630" y="0"/>
                        </a:lnTo>
                        <a:lnTo>
                          <a:pt x="914305" y="352425"/>
                        </a:lnTo>
                        <a:lnTo>
                          <a:pt x="914305" y="476250"/>
                        </a:lnTo>
                        <a:lnTo>
                          <a:pt x="1123855" y="628650"/>
                        </a:lnTo>
                        <a:lnTo>
                          <a:pt x="609505" y="1019175"/>
                        </a:lnTo>
                        <a:cubicBezTo>
                          <a:pt x="609505" y="1019175"/>
                          <a:pt x="638080" y="1219200"/>
                          <a:pt x="666655" y="1257300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" name="Freeform: Shape 69">
                    <a:extLst>
                      <a:ext uri="{FF2B5EF4-FFF2-40B4-BE49-F238E27FC236}">
                        <a16:creationId xmlns:a16="http://schemas.microsoft.com/office/drawing/2014/main" id="{75592163-5D86-4458-94B9-DF9EDC6B8B8C}"/>
                      </a:ext>
                    </a:extLst>
                  </p:cNvPr>
                  <p:cNvSpPr/>
                  <p:nvPr/>
                </p:nvSpPr>
                <p:spPr>
                  <a:xfrm>
                    <a:off x="2491644" y="5282374"/>
                    <a:ext cx="785526" cy="604551"/>
                  </a:xfrm>
                  <a:custGeom>
                    <a:avLst/>
                    <a:gdLst>
                      <a:gd name="connsiteX0" fmla="*/ 0 w 785526"/>
                      <a:gd name="connsiteY0" fmla="*/ 604552 h 604551"/>
                      <a:gd name="connsiteX1" fmla="*/ 2191 w 785526"/>
                      <a:gd name="connsiteY1" fmla="*/ 595789 h 604551"/>
                      <a:gd name="connsiteX2" fmla="*/ 5715 w 785526"/>
                      <a:gd name="connsiteY2" fmla="*/ 587407 h 604551"/>
                      <a:gd name="connsiteX3" fmla="*/ 14002 w 785526"/>
                      <a:gd name="connsiteY3" fmla="*/ 571119 h 604551"/>
                      <a:gd name="connsiteX4" fmla="*/ 32576 w 785526"/>
                      <a:gd name="connsiteY4" fmla="*/ 539782 h 604551"/>
                      <a:gd name="connsiteX5" fmla="*/ 72104 w 785526"/>
                      <a:gd name="connsiteY5" fmla="*/ 478536 h 604551"/>
                      <a:gd name="connsiteX6" fmla="*/ 155448 w 785526"/>
                      <a:gd name="connsiteY6" fmla="*/ 358902 h 604551"/>
                      <a:gd name="connsiteX7" fmla="*/ 241363 w 785526"/>
                      <a:gd name="connsiteY7" fmla="*/ 241173 h 604551"/>
                      <a:gd name="connsiteX8" fmla="*/ 328708 w 785526"/>
                      <a:gd name="connsiteY8" fmla="*/ 124492 h 604551"/>
                      <a:gd name="connsiteX9" fmla="*/ 329470 w 785526"/>
                      <a:gd name="connsiteY9" fmla="*/ 123444 h 604551"/>
                      <a:gd name="connsiteX10" fmla="*/ 330708 w 785526"/>
                      <a:gd name="connsiteY10" fmla="*/ 122968 h 604551"/>
                      <a:gd name="connsiteX11" fmla="*/ 488061 w 785526"/>
                      <a:gd name="connsiteY11" fmla="*/ 61532 h 604551"/>
                      <a:gd name="connsiteX12" fmla="*/ 645700 w 785526"/>
                      <a:gd name="connsiteY12" fmla="*/ 762 h 604551"/>
                      <a:gd name="connsiteX13" fmla="*/ 647700 w 785526"/>
                      <a:gd name="connsiteY13" fmla="*/ 0 h 604551"/>
                      <a:gd name="connsiteX14" fmla="*/ 649034 w 785526"/>
                      <a:gd name="connsiteY14" fmla="*/ 1619 h 604551"/>
                      <a:gd name="connsiteX15" fmla="*/ 717518 w 785526"/>
                      <a:gd name="connsiteY15" fmla="*/ 82391 h 604551"/>
                      <a:gd name="connsiteX16" fmla="*/ 785527 w 785526"/>
                      <a:gd name="connsiteY16" fmla="*/ 163544 h 604551"/>
                      <a:gd name="connsiteX17" fmla="*/ 714851 w 785526"/>
                      <a:gd name="connsiteY17" fmla="*/ 84677 h 604551"/>
                      <a:gd name="connsiteX18" fmla="*/ 644557 w 785526"/>
                      <a:gd name="connsiteY18" fmla="*/ 5429 h 604551"/>
                      <a:gd name="connsiteX19" fmla="*/ 647890 w 785526"/>
                      <a:gd name="connsiteY19" fmla="*/ 6287 h 604551"/>
                      <a:gd name="connsiteX20" fmla="*/ 491204 w 785526"/>
                      <a:gd name="connsiteY20" fmla="*/ 69342 h 604551"/>
                      <a:gd name="connsiteX21" fmla="*/ 334232 w 785526"/>
                      <a:gd name="connsiteY21" fmla="*/ 131731 h 604551"/>
                      <a:gd name="connsiteX22" fmla="*/ 336233 w 785526"/>
                      <a:gd name="connsiteY22" fmla="*/ 130207 h 604551"/>
                      <a:gd name="connsiteX23" fmla="*/ 248412 w 785526"/>
                      <a:gd name="connsiteY23" fmla="*/ 246317 h 604551"/>
                      <a:gd name="connsiteX24" fmla="*/ 161544 w 785526"/>
                      <a:gd name="connsiteY24" fmla="*/ 363189 h 604551"/>
                      <a:gd name="connsiteX25" fmla="*/ 76105 w 785526"/>
                      <a:gd name="connsiteY25" fmla="*/ 481108 h 604551"/>
                      <a:gd name="connsiteX26" fmla="*/ 34766 w 785526"/>
                      <a:gd name="connsiteY26" fmla="*/ 541020 h 604551"/>
                      <a:gd name="connsiteX27" fmla="*/ 15335 w 785526"/>
                      <a:gd name="connsiteY27" fmla="*/ 571786 h 604551"/>
                      <a:gd name="connsiteX28" fmla="*/ 6477 w 785526"/>
                      <a:gd name="connsiteY28" fmla="*/ 587598 h 604551"/>
                      <a:gd name="connsiteX29" fmla="*/ 2572 w 785526"/>
                      <a:gd name="connsiteY29" fmla="*/ 595789 h 604551"/>
                      <a:gd name="connsiteX30" fmla="*/ 0 w 785526"/>
                      <a:gd name="connsiteY30" fmla="*/ 604552 h 604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785526" h="604551">
                        <a:moveTo>
                          <a:pt x="0" y="604552"/>
                        </a:moveTo>
                        <a:cubicBezTo>
                          <a:pt x="381" y="601504"/>
                          <a:pt x="953" y="598551"/>
                          <a:pt x="2191" y="595789"/>
                        </a:cubicBezTo>
                        <a:cubicBezTo>
                          <a:pt x="3143" y="592932"/>
                          <a:pt x="4477" y="590169"/>
                          <a:pt x="5715" y="587407"/>
                        </a:cubicBezTo>
                        <a:cubicBezTo>
                          <a:pt x="8192" y="581787"/>
                          <a:pt x="11239" y="576548"/>
                          <a:pt x="14002" y="571119"/>
                        </a:cubicBezTo>
                        <a:cubicBezTo>
                          <a:pt x="20003" y="560546"/>
                          <a:pt x="26194" y="550069"/>
                          <a:pt x="32576" y="539782"/>
                        </a:cubicBezTo>
                        <a:cubicBezTo>
                          <a:pt x="45339" y="519113"/>
                          <a:pt x="58674" y="498729"/>
                          <a:pt x="72104" y="478536"/>
                        </a:cubicBezTo>
                        <a:cubicBezTo>
                          <a:pt x="99346" y="438246"/>
                          <a:pt x="127254" y="398526"/>
                          <a:pt x="155448" y="358902"/>
                        </a:cubicBezTo>
                        <a:cubicBezTo>
                          <a:pt x="183547" y="319278"/>
                          <a:pt x="212503" y="280226"/>
                          <a:pt x="241363" y="241173"/>
                        </a:cubicBezTo>
                        <a:cubicBezTo>
                          <a:pt x="270320" y="202121"/>
                          <a:pt x="299276" y="163164"/>
                          <a:pt x="328708" y="124492"/>
                        </a:cubicBezTo>
                        <a:lnTo>
                          <a:pt x="329470" y="123444"/>
                        </a:lnTo>
                        <a:lnTo>
                          <a:pt x="330708" y="122968"/>
                        </a:lnTo>
                        <a:lnTo>
                          <a:pt x="488061" y="61532"/>
                        </a:lnTo>
                        <a:cubicBezTo>
                          <a:pt x="540448" y="40958"/>
                          <a:pt x="593122" y="20860"/>
                          <a:pt x="645700" y="762"/>
                        </a:cubicBezTo>
                        <a:lnTo>
                          <a:pt x="647700" y="0"/>
                        </a:lnTo>
                        <a:lnTo>
                          <a:pt x="649034" y="1619"/>
                        </a:lnTo>
                        <a:lnTo>
                          <a:pt x="717518" y="82391"/>
                        </a:lnTo>
                        <a:lnTo>
                          <a:pt x="785527" y="163544"/>
                        </a:lnTo>
                        <a:lnTo>
                          <a:pt x="714851" y="84677"/>
                        </a:lnTo>
                        <a:lnTo>
                          <a:pt x="644557" y="5429"/>
                        </a:lnTo>
                        <a:lnTo>
                          <a:pt x="647890" y="6287"/>
                        </a:lnTo>
                        <a:cubicBezTo>
                          <a:pt x="595694" y="27432"/>
                          <a:pt x="543592" y="48673"/>
                          <a:pt x="491204" y="69342"/>
                        </a:cubicBezTo>
                        <a:lnTo>
                          <a:pt x="334232" y="131731"/>
                        </a:lnTo>
                        <a:lnTo>
                          <a:pt x="336233" y="130207"/>
                        </a:lnTo>
                        <a:lnTo>
                          <a:pt x="248412" y="246317"/>
                        </a:lnTo>
                        <a:lnTo>
                          <a:pt x="161544" y="363189"/>
                        </a:lnTo>
                        <a:cubicBezTo>
                          <a:pt x="132683" y="402241"/>
                          <a:pt x="104013" y="441388"/>
                          <a:pt x="76105" y="481108"/>
                        </a:cubicBezTo>
                        <a:cubicBezTo>
                          <a:pt x="62008" y="500920"/>
                          <a:pt x="48196" y="520827"/>
                          <a:pt x="34766" y="541020"/>
                        </a:cubicBezTo>
                        <a:cubicBezTo>
                          <a:pt x="28099" y="551117"/>
                          <a:pt x="21527" y="561404"/>
                          <a:pt x="15335" y="571786"/>
                        </a:cubicBezTo>
                        <a:cubicBezTo>
                          <a:pt x="12383" y="577024"/>
                          <a:pt x="9049" y="582168"/>
                          <a:pt x="6477" y="587598"/>
                        </a:cubicBezTo>
                        <a:cubicBezTo>
                          <a:pt x="5048" y="590264"/>
                          <a:pt x="3620" y="592932"/>
                          <a:pt x="2572" y="595789"/>
                        </a:cubicBezTo>
                        <a:cubicBezTo>
                          <a:pt x="1238" y="598646"/>
                          <a:pt x="571" y="601599"/>
                          <a:pt x="0" y="604552"/>
                        </a:cubicBez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71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3126771" y="5057108"/>
              <a:ext cx="721328" cy="1135665"/>
              <a:chOff x="3126771" y="5057108"/>
              <a:chExt cx="721328" cy="1135665"/>
            </a:xfrm>
            <a:solidFill>
              <a:srgbClr val="354036"/>
            </a:solidFill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F00F9359-4AC2-4BCC-8DBC-2F60A95058BA}"/>
                  </a:ext>
                </a:extLst>
              </p:cNvPr>
              <p:cNvSpPr/>
              <p:nvPr/>
            </p:nvSpPr>
            <p:spPr>
              <a:xfrm>
                <a:off x="3552063" y="5336095"/>
                <a:ext cx="296036" cy="838771"/>
              </a:xfrm>
              <a:custGeom>
                <a:avLst/>
                <a:gdLst>
                  <a:gd name="connsiteX0" fmla="*/ 148018 w 296036"/>
                  <a:gd name="connsiteY0" fmla="*/ 838772 h 838771"/>
                  <a:gd name="connsiteX1" fmla="*/ 0 w 296036"/>
                  <a:gd name="connsiteY1" fmla="*/ 838772 h 838771"/>
                  <a:gd name="connsiteX2" fmla="*/ 74009 w 296036"/>
                  <a:gd name="connsiteY2" fmla="*/ 419386 h 838771"/>
                  <a:gd name="connsiteX3" fmla="*/ 148018 w 296036"/>
                  <a:gd name="connsiteY3" fmla="*/ 0 h 838771"/>
                  <a:gd name="connsiteX4" fmla="*/ 222028 w 296036"/>
                  <a:gd name="connsiteY4" fmla="*/ 419386 h 838771"/>
                  <a:gd name="connsiteX5" fmla="*/ 296037 w 296036"/>
                  <a:gd name="connsiteY5" fmla="*/ 838772 h 83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036" h="838771">
                    <a:moveTo>
                      <a:pt x="148018" y="838772"/>
                    </a:moveTo>
                    <a:lnTo>
                      <a:pt x="0" y="838772"/>
                    </a:lnTo>
                    <a:lnTo>
                      <a:pt x="74009" y="419386"/>
                    </a:lnTo>
                    <a:lnTo>
                      <a:pt x="148018" y="0"/>
                    </a:lnTo>
                    <a:lnTo>
                      <a:pt x="222028" y="419386"/>
                    </a:lnTo>
                    <a:lnTo>
                      <a:pt x="296037" y="838772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B6A5DA2-D736-4455-90D9-768FF951274A}"/>
                  </a:ext>
                </a:extLst>
              </p:cNvPr>
              <p:cNvSpPr/>
              <p:nvPr/>
            </p:nvSpPr>
            <p:spPr>
              <a:xfrm>
                <a:off x="3126771" y="5057108"/>
                <a:ext cx="400812" cy="1135665"/>
              </a:xfrm>
              <a:custGeom>
                <a:avLst/>
                <a:gdLst>
                  <a:gd name="connsiteX0" fmla="*/ 200406 w 400812"/>
                  <a:gd name="connsiteY0" fmla="*/ 1135666 h 1135665"/>
                  <a:gd name="connsiteX1" fmla="*/ 0 w 400812"/>
                  <a:gd name="connsiteY1" fmla="*/ 1135666 h 1135665"/>
                  <a:gd name="connsiteX2" fmla="*/ 100203 w 400812"/>
                  <a:gd name="connsiteY2" fmla="*/ 567785 h 1135665"/>
                  <a:gd name="connsiteX3" fmla="*/ 200406 w 400812"/>
                  <a:gd name="connsiteY3" fmla="*/ 0 h 1135665"/>
                  <a:gd name="connsiteX4" fmla="*/ 300609 w 400812"/>
                  <a:gd name="connsiteY4" fmla="*/ 567785 h 1135665"/>
                  <a:gd name="connsiteX5" fmla="*/ 400812 w 400812"/>
                  <a:gd name="connsiteY5" fmla="*/ 1135666 h 1135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0812" h="1135665">
                    <a:moveTo>
                      <a:pt x="200406" y="1135666"/>
                    </a:moveTo>
                    <a:lnTo>
                      <a:pt x="0" y="1135666"/>
                    </a:lnTo>
                    <a:lnTo>
                      <a:pt x="100203" y="567785"/>
                    </a:lnTo>
                    <a:lnTo>
                      <a:pt x="200406" y="0"/>
                    </a:lnTo>
                    <a:lnTo>
                      <a:pt x="300609" y="567785"/>
                    </a:lnTo>
                    <a:lnTo>
                      <a:pt x="400812" y="1135666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4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9563766" y="5010626"/>
              <a:ext cx="1218533" cy="1373124"/>
              <a:chOff x="9563766" y="5010626"/>
              <a:chExt cx="1218533" cy="1373124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8503597-9451-40A1-A060-9F404FCFFA64}"/>
                  </a:ext>
                </a:extLst>
              </p:cNvPr>
              <p:cNvSpPr/>
              <p:nvPr/>
            </p:nvSpPr>
            <p:spPr>
              <a:xfrm>
                <a:off x="10486168" y="5489257"/>
                <a:ext cx="296131" cy="838676"/>
              </a:xfrm>
              <a:custGeom>
                <a:avLst/>
                <a:gdLst>
                  <a:gd name="connsiteX0" fmla="*/ 148113 w 296131"/>
                  <a:gd name="connsiteY0" fmla="*/ 838676 h 838676"/>
                  <a:gd name="connsiteX1" fmla="*/ 0 w 296131"/>
                  <a:gd name="connsiteY1" fmla="*/ 838676 h 838676"/>
                  <a:gd name="connsiteX2" fmla="*/ 74104 w 296131"/>
                  <a:gd name="connsiteY2" fmla="*/ 419386 h 838676"/>
                  <a:gd name="connsiteX3" fmla="*/ 148113 w 296131"/>
                  <a:gd name="connsiteY3" fmla="*/ 0 h 838676"/>
                  <a:gd name="connsiteX4" fmla="*/ 222122 w 296131"/>
                  <a:gd name="connsiteY4" fmla="*/ 419386 h 838676"/>
                  <a:gd name="connsiteX5" fmla="*/ 296132 w 296131"/>
                  <a:gd name="connsiteY5" fmla="*/ 838676 h 83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131" h="838676">
                    <a:moveTo>
                      <a:pt x="148113" y="838676"/>
                    </a:moveTo>
                    <a:lnTo>
                      <a:pt x="0" y="838676"/>
                    </a:lnTo>
                    <a:lnTo>
                      <a:pt x="74104" y="419386"/>
                    </a:lnTo>
                    <a:lnTo>
                      <a:pt x="148113" y="0"/>
                    </a:lnTo>
                    <a:lnTo>
                      <a:pt x="222122" y="419386"/>
                    </a:lnTo>
                    <a:lnTo>
                      <a:pt x="296132" y="838676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2145466D-FFB3-47D9-B0AD-228E2E231933}"/>
                  </a:ext>
                </a:extLst>
              </p:cNvPr>
              <p:cNvSpPr/>
              <p:nvPr/>
            </p:nvSpPr>
            <p:spPr>
              <a:xfrm>
                <a:off x="9829323" y="5489257"/>
                <a:ext cx="296037" cy="838676"/>
              </a:xfrm>
              <a:custGeom>
                <a:avLst/>
                <a:gdLst>
                  <a:gd name="connsiteX0" fmla="*/ 148019 w 296037"/>
                  <a:gd name="connsiteY0" fmla="*/ 838676 h 838676"/>
                  <a:gd name="connsiteX1" fmla="*/ 0 w 296037"/>
                  <a:gd name="connsiteY1" fmla="*/ 838676 h 838676"/>
                  <a:gd name="connsiteX2" fmla="*/ 74009 w 296037"/>
                  <a:gd name="connsiteY2" fmla="*/ 419386 h 838676"/>
                  <a:gd name="connsiteX3" fmla="*/ 148019 w 296037"/>
                  <a:gd name="connsiteY3" fmla="*/ 0 h 838676"/>
                  <a:gd name="connsiteX4" fmla="*/ 222028 w 296037"/>
                  <a:gd name="connsiteY4" fmla="*/ 419386 h 838676"/>
                  <a:gd name="connsiteX5" fmla="*/ 296038 w 296037"/>
                  <a:gd name="connsiteY5" fmla="*/ 838676 h 838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037" h="838676">
                    <a:moveTo>
                      <a:pt x="148019" y="838676"/>
                    </a:moveTo>
                    <a:lnTo>
                      <a:pt x="0" y="838676"/>
                    </a:lnTo>
                    <a:lnTo>
                      <a:pt x="74009" y="419386"/>
                    </a:lnTo>
                    <a:lnTo>
                      <a:pt x="148019" y="0"/>
                    </a:lnTo>
                    <a:lnTo>
                      <a:pt x="222028" y="419386"/>
                    </a:lnTo>
                    <a:lnTo>
                      <a:pt x="296038" y="838676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7A3F6E7-24C0-4ADB-913D-E4E76C315C7F}"/>
                  </a:ext>
                </a:extLst>
              </p:cNvPr>
              <p:cNvSpPr/>
              <p:nvPr/>
            </p:nvSpPr>
            <p:spPr>
              <a:xfrm>
                <a:off x="9563766" y="5010626"/>
                <a:ext cx="296037" cy="1373124"/>
              </a:xfrm>
              <a:custGeom>
                <a:avLst/>
                <a:gdLst>
                  <a:gd name="connsiteX0" fmla="*/ 148018 w 296037"/>
                  <a:gd name="connsiteY0" fmla="*/ 1373124 h 1373124"/>
                  <a:gd name="connsiteX1" fmla="*/ 0 w 296037"/>
                  <a:gd name="connsiteY1" fmla="*/ 1373124 h 1373124"/>
                  <a:gd name="connsiteX2" fmla="*/ 74009 w 296037"/>
                  <a:gd name="connsiteY2" fmla="*/ 686562 h 1373124"/>
                  <a:gd name="connsiteX3" fmla="*/ 148018 w 296037"/>
                  <a:gd name="connsiteY3" fmla="*/ 0 h 1373124"/>
                  <a:gd name="connsiteX4" fmla="*/ 222028 w 296037"/>
                  <a:gd name="connsiteY4" fmla="*/ 686562 h 1373124"/>
                  <a:gd name="connsiteX5" fmla="*/ 296037 w 296037"/>
                  <a:gd name="connsiteY5" fmla="*/ 1373124 h 1373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037" h="1373124">
                    <a:moveTo>
                      <a:pt x="148018" y="1373124"/>
                    </a:moveTo>
                    <a:lnTo>
                      <a:pt x="0" y="1373124"/>
                    </a:lnTo>
                    <a:lnTo>
                      <a:pt x="74009" y="686562"/>
                    </a:lnTo>
                    <a:lnTo>
                      <a:pt x="148018" y="0"/>
                    </a:lnTo>
                    <a:lnTo>
                      <a:pt x="222028" y="686562"/>
                    </a:lnTo>
                    <a:lnTo>
                      <a:pt x="296037" y="1373124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EFD5E449-A87C-450F-B684-BEB92C1D5247}"/>
                  </a:ext>
                </a:extLst>
              </p:cNvPr>
              <p:cNvSpPr/>
              <p:nvPr/>
            </p:nvSpPr>
            <p:spPr>
              <a:xfrm>
                <a:off x="9996487" y="5219414"/>
                <a:ext cx="400906" cy="1135665"/>
              </a:xfrm>
              <a:custGeom>
                <a:avLst/>
                <a:gdLst>
                  <a:gd name="connsiteX0" fmla="*/ 200406 w 400906"/>
                  <a:gd name="connsiteY0" fmla="*/ 1135666 h 1135665"/>
                  <a:gd name="connsiteX1" fmla="*/ 0 w 400906"/>
                  <a:gd name="connsiteY1" fmla="*/ 1135666 h 1135665"/>
                  <a:gd name="connsiteX2" fmla="*/ 100203 w 400906"/>
                  <a:gd name="connsiteY2" fmla="*/ 567785 h 1135665"/>
                  <a:gd name="connsiteX3" fmla="*/ 200406 w 400906"/>
                  <a:gd name="connsiteY3" fmla="*/ 0 h 1135665"/>
                  <a:gd name="connsiteX4" fmla="*/ 300610 w 400906"/>
                  <a:gd name="connsiteY4" fmla="*/ 567785 h 1135665"/>
                  <a:gd name="connsiteX5" fmla="*/ 400907 w 400906"/>
                  <a:gd name="connsiteY5" fmla="*/ 1135666 h 1135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0906" h="1135665">
                    <a:moveTo>
                      <a:pt x="200406" y="1135666"/>
                    </a:moveTo>
                    <a:lnTo>
                      <a:pt x="0" y="1135666"/>
                    </a:lnTo>
                    <a:lnTo>
                      <a:pt x="100203" y="567785"/>
                    </a:lnTo>
                    <a:lnTo>
                      <a:pt x="200406" y="0"/>
                    </a:lnTo>
                    <a:lnTo>
                      <a:pt x="300610" y="567785"/>
                    </a:lnTo>
                    <a:lnTo>
                      <a:pt x="400907" y="1135666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9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1161383" y="809339"/>
              <a:ext cx="3755802" cy="1555622"/>
              <a:chOff x="1161383" y="809339"/>
              <a:chExt cx="3755802" cy="1555622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ABE8A940-249D-42EF-A9C9-8E3AE8EF3B81}"/>
                  </a:ext>
                </a:extLst>
              </p:cNvPr>
              <p:cNvSpPr/>
              <p:nvPr/>
            </p:nvSpPr>
            <p:spPr>
              <a:xfrm>
                <a:off x="1161383" y="1647729"/>
                <a:ext cx="895159" cy="9525"/>
              </a:xfrm>
              <a:custGeom>
                <a:avLst/>
                <a:gdLst>
                  <a:gd name="connsiteX0" fmla="*/ 0 w 895159"/>
                  <a:gd name="connsiteY0" fmla="*/ 0 h 9525"/>
                  <a:gd name="connsiteX1" fmla="*/ 895160 w 89515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5159" h="9525">
                    <a:moveTo>
                      <a:pt x="0" y="0"/>
                    </a:moveTo>
                    <a:lnTo>
                      <a:pt x="895160" y="0"/>
                    </a:lnTo>
                  </a:path>
                </a:pathLst>
              </a:custGeom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99322DB-64A0-45A8-A21E-0CA4E68A5500}"/>
                  </a:ext>
                </a:extLst>
              </p:cNvPr>
              <p:cNvSpPr/>
              <p:nvPr/>
            </p:nvSpPr>
            <p:spPr>
              <a:xfrm>
                <a:off x="4022026" y="1423892"/>
                <a:ext cx="895159" cy="9525"/>
              </a:xfrm>
              <a:custGeom>
                <a:avLst/>
                <a:gdLst>
                  <a:gd name="connsiteX0" fmla="*/ 0 w 895159"/>
                  <a:gd name="connsiteY0" fmla="*/ 0 h 9525"/>
                  <a:gd name="connsiteX1" fmla="*/ 895159 w 89515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5159" h="9525">
                    <a:moveTo>
                      <a:pt x="0" y="0"/>
                    </a:moveTo>
                    <a:lnTo>
                      <a:pt x="895159" y="0"/>
                    </a:lnTo>
                  </a:path>
                </a:pathLst>
              </a:custGeom>
              <a:ln w="19050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83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2315908" y="809339"/>
                <a:ext cx="1573434" cy="1555622"/>
                <a:chOff x="2315908" y="809339"/>
                <a:chExt cx="1573434" cy="1555622"/>
              </a:xfrm>
            </p:grpSpPr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94839F24-6D08-4EB9-94C6-A01BFA53CEAA}"/>
                    </a:ext>
                  </a:extLst>
                </p:cNvPr>
                <p:cNvSpPr/>
                <p:nvPr/>
              </p:nvSpPr>
              <p:spPr>
                <a:xfrm>
                  <a:off x="2315908" y="809339"/>
                  <a:ext cx="1573434" cy="1555622"/>
                </a:xfrm>
                <a:custGeom>
                  <a:avLst/>
                  <a:gdLst>
                    <a:gd name="connsiteX0" fmla="*/ 1573435 w 1573434"/>
                    <a:gd name="connsiteY0" fmla="*/ 1077373 h 1555622"/>
                    <a:gd name="connsiteX1" fmla="*/ 446056 w 1573434"/>
                    <a:gd name="connsiteY1" fmla="*/ 0 h 1555622"/>
                    <a:gd name="connsiteX2" fmla="*/ 0 w 1573434"/>
                    <a:gd name="connsiteY2" fmla="*/ 720376 h 1555622"/>
                    <a:gd name="connsiteX3" fmla="*/ 874109 w 1573434"/>
                    <a:gd name="connsiteY3" fmla="*/ 1555623 h 1555622"/>
                    <a:gd name="connsiteX4" fmla="*/ 1573435 w 1573434"/>
                    <a:gd name="connsiteY4" fmla="*/ 1077373 h 155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73434" h="1555622">
                      <a:moveTo>
                        <a:pt x="1573435" y="1077373"/>
                      </a:moveTo>
                      <a:cubicBezTo>
                        <a:pt x="1277302" y="644557"/>
                        <a:pt x="891826" y="276225"/>
                        <a:pt x="446056" y="0"/>
                      </a:cubicBezTo>
                      <a:lnTo>
                        <a:pt x="0" y="720376"/>
                      </a:lnTo>
                      <a:cubicBezTo>
                        <a:pt x="344519" y="933545"/>
                        <a:pt x="645509" y="1221200"/>
                        <a:pt x="874109" y="1555623"/>
                      </a:cubicBezTo>
                      <a:lnTo>
                        <a:pt x="1573435" y="1077373"/>
                      </a:lnTo>
                      <a:close/>
                    </a:path>
                  </a:pathLst>
                </a:cu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8FD86063-D9F6-4150-99EE-D94168B25157}"/>
                    </a:ext>
                  </a:extLst>
                </p:cNvPr>
                <p:cNvSpPr/>
                <p:nvPr/>
              </p:nvSpPr>
              <p:spPr>
                <a:xfrm>
                  <a:off x="2570607" y="1118024"/>
                  <a:ext cx="3333" cy="3462"/>
                </a:xfrm>
                <a:custGeom>
                  <a:avLst/>
                  <a:gdLst>
                    <a:gd name="connsiteX0" fmla="*/ 0 w 3333"/>
                    <a:gd name="connsiteY0" fmla="*/ 401 h 3462"/>
                    <a:gd name="connsiteX1" fmla="*/ 3334 w 3333"/>
                    <a:gd name="connsiteY1" fmla="*/ 3068 h 3462"/>
                    <a:gd name="connsiteX2" fmla="*/ 0 w 3333"/>
                    <a:gd name="connsiteY2" fmla="*/ 401 h 3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33" h="3462">
                      <a:moveTo>
                        <a:pt x="0" y="401"/>
                      </a:moveTo>
                      <a:cubicBezTo>
                        <a:pt x="1429" y="-1123"/>
                        <a:pt x="2762" y="2116"/>
                        <a:pt x="3334" y="3068"/>
                      </a:cubicBezTo>
                      <a:cubicBezTo>
                        <a:pt x="1905" y="4592"/>
                        <a:pt x="571" y="1259"/>
                        <a:pt x="0" y="4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EEDC0ADD-A3B1-4B71-9BDE-FC32646A9D8B}"/>
                    </a:ext>
                  </a:extLst>
                </p:cNvPr>
                <p:cNvSpPr/>
                <p:nvPr/>
              </p:nvSpPr>
              <p:spPr>
                <a:xfrm>
                  <a:off x="2585180" y="1136904"/>
                  <a:ext cx="2969" cy="5048"/>
                </a:xfrm>
                <a:custGeom>
                  <a:avLst/>
                  <a:gdLst>
                    <a:gd name="connsiteX0" fmla="*/ 0 w 2969"/>
                    <a:gd name="connsiteY0" fmla="*/ 2762 h 5048"/>
                    <a:gd name="connsiteX1" fmla="*/ 2191 w 2969"/>
                    <a:gd name="connsiteY1" fmla="*/ 0 h 5048"/>
                    <a:gd name="connsiteX2" fmla="*/ 2286 w 2969"/>
                    <a:gd name="connsiteY2" fmla="*/ 5048 h 5048"/>
                    <a:gd name="connsiteX3" fmla="*/ 0 w 2969"/>
                    <a:gd name="connsiteY3" fmla="*/ 2762 h 5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69" h="5048">
                      <a:moveTo>
                        <a:pt x="0" y="2762"/>
                      </a:moveTo>
                      <a:cubicBezTo>
                        <a:pt x="762" y="2096"/>
                        <a:pt x="1429" y="1429"/>
                        <a:pt x="2191" y="0"/>
                      </a:cubicBezTo>
                      <a:cubicBezTo>
                        <a:pt x="1429" y="2191"/>
                        <a:pt x="4191" y="1905"/>
                        <a:pt x="2286" y="5048"/>
                      </a:cubicBezTo>
                      <a:cubicBezTo>
                        <a:pt x="381" y="5048"/>
                        <a:pt x="1143" y="3238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5C53BCCE-BE28-4CCD-9A85-C8AB4A775782}"/>
                    </a:ext>
                  </a:extLst>
                </p:cNvPr>
                <p:cNvSpPr/>
                <p:nvPr/>
              </p:nvSpPr>
              <p:spPr>
                <a:xfrm>
                  <a:off x="2589847" y="1143853"/>
                  <a:ext cx="4191" cy="5133"/>
                </a:xfrm>
                <a:custGeom>
                  <a:avLst/>
                  <a:gdLst>
                    <a:gd name="connsiteX0" fmla="*/ 0 w 4191"/>
                    <a:gd name="connsiteY0" fmla="*/ 289 h 5133"/>
                    <a:gd name="connsiteX1" fmla="*/ 4191 w 4191"/>
                    <a:gd name="connsiteY1" fmla="*/ 4575 h 5133"/>
                    <a:gd name="connsiteX2" fmla="*/ 0 w 4191"/>
                    <a:gd name="connsiteY2" fmla="*/ 289 h 5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91" h="5133">
                      <a:moveTo>
                        <a:pt x="0" y="289"/>
                      </a:moveTo>
                      <a:cubicBezTo>
                        <a:pt x="2477" y="-1235"/>
                        <a:pt x="2572" y="3718"/>
                        <a:pt x="4191" y="4575"/>
                      </a:cubicBezTo>
                      <a:cubicBezTo>
                        <a:pt x="953" y="6766"/>
                        <a:pt x="667" y="1908"/>
                        <a:pt x="0" y="2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46C9D890-DF42-48FC-A504-BC812B0D96C5}"/>
                    </a:ext>
                  </a:extLst>
                </p:cNvPr>
                <p:cNvSpPr/>
                <p:nvPr/>
              </p:nvSpPr>
              <p:spPr>
                <a:xfrm>
                  <a:off x="2594056" y="1148143"/>
                  <a:ext cx="2744" cy="4407"/>
                </a:xfrm>
                <a:custGeom>
                  <a:avLst/>
                  <a:gdLst>
                    <a:gd name="connsiteX0" fmla="*/ 1982 w 2744"/>
                    <a:gd name="connsiteY0" fmla="*/ 0 h 4407"/>
                    <a:gd name="connsiteX1" fmla="*/ 2745 w 2744"/>
                    <a:gd name="connsiteY1" fmla="*/ 2857 h 4407"/>
                    <a:gd name="connsiteX2" fmla="*/ 1982 w 2744"/>
                    <a:gd name="connsiteY2" fmla="*/ 0 h 4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44" h="4407">
                      <a:moveTo>
                        <a:pt x="1982" y="0"/>
                      </a:moveTo>
                      <a:cubicBezTo>
                        <a:pt x="2935" y="476"/>
                        <a:pt x="1030" y="2953"/>
                        <a:pt x="2745" y="2857"/>
                      </a:cubicBezTo>
                      <a:cubicBezTo>
                        <a:pt x="78" y="6858"/>
                        <a:pt x="-1447" y="2096"/>
                        <a:pt x="198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EEC74365-4034-4E5F-9199-5E796D72152B}"/>
                    </a:ext>
                  </a:extLst>
                </p:cNvPr>
                <p:cNvSpPr/>
                <p:nvPr/>
              </p:nvSpPr>
              <p:spPr>
                <a:xfrm>
                  <a:off x="2596705" y="1153069"/>
                  <a:ext cx="8477" cy="7822"/>
                </a:xfrm>
                <a:custGeom>
                  <a:avLst/>
                  <a:gdLst>
                    <a:gd name="connsiteX0" fmla="*/ 0 w 8477"/>
                    <a:gd name="connsiteY0" fmla="*/ 313 h 7822"/>
                    <a:gd name="connsiteX1" fmla="*/ 8477 w 8477"/>
                    <a:gd name="connsiteY1" fmla="*/ 7742 h 7822"/>
                    <a:gd name="connsiteX2" fmla="*/ 0 w 8477"/>
                    <a:gd name="connsiteY2" fmla="*/ 313 h 7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77" h="7822">
                      <a:moveTo>
                        <a:pt x="0" y="313"/>
                      </a:moveTo>
                      <a:cubicBezTo>
                        <a:pt x="2858" y="-1592"/>
                        <a:pt x="5905" y="5742"/>
                        <a:pt x="8477" y="7742"/>
                      </a:cubicBezTo>
                      <a:cubicBezTo>
                        <a:pt x="4001" y="8600"/>
                        <a:pt x="2953" y="2313"/>
                        <a:pt x="0" y="3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3398FE0E-6AEC-42B6-B433-3894BF90C62C}"/>
                    </a:ext>
                  </a:extLst>
                </p:cNvPr>
                <p:cNvSpPr/>
                <p:nvPr/>
              </p:nvSpPr>
              <p:spPr>
                <a:xfrm>
                  <a:off x="2705957" y="1099303"/>
                  <a:ext cx="6096" cy="2986"/>
                </a:xfrm>
                <a:custGeom>
                  <a:avLst/>
                  <a:gdLst>
                    <a:gd name="connsiteX0" fmla="*/ 0 w 6096"/>
                    <a:gd name="connsiteY0" fmla="*/ 1405 h 2986"/>
                    <a:gd name="connsiteX1" fmla="*/ 6096 w 6096"/>
                    <a:gd name="connsiteY1" fmla="*/ 1786 h 2986"/>
                    <a:gd name="connsiteX2" fmla="*/ 0 w 6096"/>
                    <a:gd name="connsiteY2" fmla="*/ 1405 h 2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96" h="2986">
                      <a:moveTo>
                        <a:pt x="0" y="1405"/>
                      </a:moveTo>
                      <a:cubicBezTo>
                        <a:pt x="2381" y="-1833"/>
                        <a:pt x="4096" y="1501"/>
                        <a:pt x="6096" y="1786"/>
                      </a:cubicBezTo>
                      <a:cubicBezTo>
                        <a:pt x="2858" y="5215"/>
                        <a:pt x="3238" y="72"/>
                        <a:pt x="0" y="14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E2B47F36-99C9-4171-80EF-C14F1345DFB1}"/>
                    </a:ext>
                  </a:extLst>
                </p:cNvPr>
                <p:cNvSpPr/>
                <p:nvPr/>
              </p:nvSpPr>
              <p:spPr>
                <a:xfrm>
                  <a:off x="2696908" y="1115353"/>
                  <a:ext cx="5429" cy="3963"/>
                </a:xfrm>
                <a:custGeom>
                  <a:avLst/>
                  <a:gdLst>
                    <a:gd name="connsiteX0" fmla="*/ 0 w 5429"/>
                    <a:gd name="connsiteY0" fmla="*/ 1072 h 3963"/>
                    <a:gd name="connsiteX1" fmla="*/ 5429 w 5429"/>
                    <a:gd name="connsiteY1" fmla="*/ 3643 h 3963"/>
                    <a:gd name="connsiteX2" fmla="*/ 0 w 5429"/>
                    <a:gd name="connsiteY2" fmla="*/ 1072 h 3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29" h="3963">
                      <a:moveTo>
                        <a:pt x="0" y="1072"/>
                      </a:moveTo>
                      <a:cubicBezTo>
                        <a:pt x="4096" y="-1976"/>
                        <a:pt x="2191" y="2310"/>
                        <a:pt x="5429" y="3643"/>
                      </a:cubicBezTo>
                      <a:cubicBezTo>
                        <a:pt x="2667" y="5072"/>
                        <a:pt x="1238" y="1262"/>
                        <a:pt x="0" y="10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94C3057D-0479-4295-BAB0-2CF7FDEB535E}"/>
                    </a:ext>
                  </a:extLst>
                </p:cNvPr>
                <p:cNvSpPr/>
                <p:nvPr/>
              </p:nvSpPr>
              <p:spPr>
                <a:xfrm>
                  <a:off x="2713005" y="1101219"/>
                  <a:ext cx="9048" cy="3834"/>
                </a:xfrm>
                <a:custGeom>
                  <a:avLst/>
                  <a:gdLst>
                    <a:gd name="connsiteX0" fmla="*/ 0 w 9048"/>
                    <a:gd name="connsiteY0" fmla="*/ 1489 h 3834"/>
                    <a:gd name="connsiteX1" fmla="*/ 9049 w 9048"/>
                    <a:gd name="connsiteY1" fmla="*/ 3299 h 3834"/>
                    <a:gd name="connsiteX2" fmla="*/ 0 w 9048"/>
                    <a:gd name="connsiteY2" fmla="*/ 1489 h 38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48" h="3834">
                      <a:moveTo>
                        <a:pt x="0" y="1489"/>
                      </a:moveTo>
                      <a:cubicBezTo>
                        <a:pt x="3429" y="-2606"/>
                        <a:pt x="6953" y="3013"/>
                        <a:pt x="9049" y="3299"/>
                      </a:cubicBezTo>
                      <a:cubicBezTo>
                        <a:pt x="5810" y="4728"/>
                        <a:pt x="2953" y="3013"/>
                        <a:pt x="0" y="14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B0102F28-02D7-4741-8E03-1D1643CAA732}"/>
                    </a:ext>
                  </a:extLst>
                </p:cNvPr>
                <p:cNvSpPr/>
                <p:nvPr/>
              </p:nvSpPr>
              <p:spPr>
                <a:xfrm>
                  <a:off x="2710529" y="1129166"/>
                  <a:ext cx="9620" cy="8825"/>
                </a:xfrm>
                <a:custGeom>
                  <a:avLst/>
                  <a:gdLst>
                    <a:gd name="connsiteX0" fmla="*/ 0 w 9620"/>
                    <a:gd name="connsiteY0" fmla="*/ 22 h 8825"/>
                    <a:gd name="connsiteX1" fmla="*/ 9620 w 9620"/>
                    <a:gd name="connsiteY1" fmla="*/ 7070 h 8825"/>
                    <a:gd name="connsiteX2" fmla="*/ 0 w 9620"/>
                    <a:gd name="connsiteY2" fmla="*/ 22 h 8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0" h="8825">
                      <a:moveTo>
                        <a:pt x="0" y="22"/>
                      </a:moveTo>
                      <a:cubicBezTo>
                        <a:pt x="3810" y="-454"/>
                        <a:pt x="6477" y="6975"/>
                        <a:pt x="9620" y="7070"/>
                      </a:cubicBezTo>
                      <a:cubicBezTo>
                        <a:pt x="3048" y="13166"/>
                        <a:pt x="3620" y="1546"/>
                        <a:pt x="0" y="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106386A9-A5FF-4581-8E07-F4221838CCEC}"/>
                    </a:ext>
                  </a:extLst>
                </p:cNvPr>
                <p:cNvSpPr/>
                <p:nvPr/>
              </p:nvSpPr>
              <p:spPr>
                <a:xfrm>
                  <a:off x="2511880" y="1470764"/>
                  <a:ext cx="1710" cy="4469"/>
                </a:xfrm>
                <a:custGeom>
                  <a:avLst/>
                  <a:gdLst>
                    <a:gd name="connsiteX0" fmla="*/ 243 w 1710"/>
                    <a:gd name="connsiteY0" fmla="*/ 371 h 4469"/>
                    <a:gd name="connsiteX1" fmla="*/ 1005 w 1710"/>
                    <a:gd name="connsiteY1" fmla="*/ 4467 h 4469"/>
                    <a:gd name="connsiteX2" fmla="*/ 243 w 1710"/>
                    <a:gd name="connsiteY2" fmla="*/ 371 h 4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10" h="4469">
                      <a:moveTo>
                        <a:pt x="243" y="371"/>
                      </a:moveTo>
                      <a:cubicBezTo>
                        <a:pt x="1767" y="-1153"/>
                        <a:pt x="2243" y="2372"/>
                        <a:pt x="1005" y="4467"/>
                      </a:cubicBezTo>
                      <a:cubicBezTo>
                        <a:pt x="-1186" y="4562"/>
                        <a:pt x="1005" y="1419"/>
                        <a:pt x="243" y="3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0FFA42FA-1524-44B8-A873-C7E8723142F7}"/>
                    </a:ext>
                  </a:extLst>
                </p:cNvPr>
                <p:cNvSpPr/>
                <p:nvPr/>
              </p:nvSpPr>
              <p:spPr>
                <a:xfrm>
                  <a:off x="2509492" y="1475612"/>
                  <a:ext cx="5149" cy="9429"/>
                </a:xfrm>
                <a:custGeom>
                  <a:avLst/>
                  <a:gdLst>
                    <a:gd name="connsiteX0" fmla="*/ 4346 w 5149"/>
                    <a:gd name="connsiteY0" fmla="*/ 0 h 9429"/>
                    <a:gd name="connsiteX1" fmla="*/ 3393 w 5149"/>
                    <a:gd name="connsiteY1" fmla="*/ 9430 h 9429"/>
                    <a:gd name="connsiteX2" fmla="*/ 59 w 5149"/>
                    <a:gd name="connsiteY2" fmla="*/ 6668 h 9429"/>
                    <a:gd name="connsiteX3" fmla="*/ 4346 w 5149"/>
                    <a:gd name="connsiteY3" fmla="*/ 0 h 9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49" h="9429">
                      <a:moveTo>
                        <a:pt x="4346" y="0"/>
                      </a:moveTo>
                      <a:cubicBezTo>
                        <a:pt x="1393" y="5048"/>
                        <a:pt x="8156" y="3048"/>
                        <a:pt x="3393" y="9430"/>
                      </a:cubicBezTo>
                      <a:cubicBezTo>
                        <a:pt x="1964" y="9049"/>
                        <a:pt x="4917" y="-190"/>
                        <a:pt x="59" y="6668"/>
                      </a:cubicBezTo>
                      <a:cubicBezTo>
                        <a:pt x="-512" y="3715"/>
                        <a:pt x="3202" y="2191"/>
                        <a:pt x="434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4ED64DB-40C9-4A17-8D83-99E92CAE0015}"/>
                    </a:ext>
                  </a:extLst>
                </p:cNvPr>
                <p:cNvSpPr/>
                <p:nvPr/>
              </p:nvSpPr>
              <p:spPr>
                <a:xfrm>
                  <a:off x="2756534" y="1111443"/>
                  <a:ext cx="4577" cy="3090"/>
                </a:xfrm>
                <a:custGeom>
                  <a:avLst/>
                  <a:gdLst>
                    <a:gd name="connsiteX0" fmla="*/ 0 w 4577"/>
                    <a:gd name="connsiteY0" fmla="*/ 791 h 3090"/>
                    <a:gd name="connsiteX1" fmla="*/ 4477 w 4577"/>
                    <a:gd name="connsiteY1" fmla="*/ 2887 h 3090"/>
                    <a:gd name="connsiteX2" fmla="*/ 0 w 4577"/>
                    <a:gd name="connsiteY2" fmla="*/ 791 h 3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77" h="3090">
                      <a:moveTo>
                        <a:pt x="0" y="791"/>
                      </a:moveTo>
                      <a:cubicBezTo>
                        <a:pt x="476" y="-733"/>
                        <a:pt x="5334" y="-66"/>
                        <a:pt x="4477" y="2887"/>
                      </a:cubicBezTo>
                      <a:cubicBezTo>
                        <a:pt x="2477" y="3649"/>
                        <a:pt x="1810" y="2125"/>
                        <a:pt x="0" y="7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C943532C-2FAE-4252-98A3-D97BD09A74CF}"/>
                    </a:ext>
                  </a:extLst>
                </p:cNvPr>
                <p:cNvSpPr/>
                <p:nvPr/>
              </p:nvSpPr>
              <p:spPr>
                <a:xfrm>
                  <a:off x="2764250" y="1139422"/>
                  <a:ext cx="11334" cy="8053"/>
                </a:xfrm>
                <a:custGeom>
                  <a:avLst/>
                  <a:gdLst>
                    <a:gd name="connsiteX0" fmla="*/ 0 w 11334"/>
                    <a:gd name="connsiteY0" fmla="*/ 339 h 8053"/>
                    <a:gd name="connsiteX1" fmla="*/ 11335 w 11334"/>
                    <a:gd name="connsiteY1" fmla="*/ 815 h 8053"/>
                    <a:gd name="connsiteX2" fmla="*/ 8001 w 11334"/>
                    <a:gd name="connsiteY2" fmla="*/ 8054 h 8053"/>
                    <a:gd name="connsiteX3" fmla="*/ 1619 w 11334"/>
                    <a:gd name="connsiteY3" fmla="*/ 4911 h 8053"/>
                    <a:gd name="connsiteX4" fmla="*/ 0 w 11334"/>
                    <a:gd name="connsiteY4" fmla="*/ 339 h 80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34" h="8053">
                      <a:moveTo>
                        <a:pt x="0" y="339"/>
                      </a:moveTo>
                      <a:cubicBezTo>
                        <a:pt x="4477" y="-1376"/>
                        <a:pt x="7144" y="4149"/>
                        <a:pt x="11335" y="815"/>
                      </a:cubicBezTo>
                      <a:cubicBezTo>
                        <a:pt x="11335" y="3577"/>
                        <a:pt x="10859" y="4434"/>
                        <a:pt x="8001" y="8054"/>
                      </a:cubicBezTo>
                      <a:cubicBezTo>
                        <a:pt x="6382" y="5006"/>
                        <a:pt x="5239" y="5768"/>
                        <a:pt x="1619" y="4911"/>
                      </a:cubicBezTo>
                      <a:cubicBezTo>
                        <a:pt x="3429" y="1767"/>
                        <a:pt x="2000" y="815"/>
                        <a:pt x="0" y="3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2AAF4057-6215-44ED-B671-E25F8C701A86}"/>
                    </a:ext>
                  </a:extLst>
                </p:cNvPr>
                <p:cNvSpPr/>
                <p:nvPr/>
              </p:nvSpPr>
              <p:spPr>
                <a:xfrm>
                  <a:off x="2690400" y="1263014"/>
                  <a:ext cx="1729" cy="5905"/>
                </a:xfrm>
                <a:custGeom>
                  <a:avLst/>
                  <a:gdLst>
                    <a:gd name="connsiteX0" fmla="*/ 1079 w 1729"/>
                    <a:gd name="connsiteY0" fmla="*/ 0 h 5905"/>
                    <a:gd name="connsiteX1" fmla="*/ 317 w 1729"/>
                    <a:gd name="connsiteY1" fmla="*/ 5906 h 5905"/>
                    <a:gd name="connsiteX2" fmla="*/ 1079 w 1729"/>
                    <a:gd name="connsiteY2" fmla="*/ 0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29" h="5905">
                      <a:moveTo>
                        <a:pt x="1079" y="0"/>
                      </a:moveTo>
                      <a:cubicBezTo>
                        <a:pt x="2126" y="1143"/>
                        <a:pt x="1936" y="3048"/>
                        <a:pt x="317" y="5906"/>
                      </a:cubicBezTo>
                      <a:cubicBezTo>
                        <a:pt x="793" y="3810"/>
                        <a:pt x="-1112" y="3334"/>
                        <a:pt x="107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255CF75B-2915-412C-B1AF-D9D1F913490C}"/>
                    </a:ext>
                  </a:extLst>
                </p:cNvPr>
                <p:cNvSpPr/>
                <p:nvPr/>
              </p:nvSpPr>
              <p:spPr>
                <a:xfrm>
                  <a:off x="2784062" y="1152525"/>
                  <a:ext cx="2952" cy="5714"/>
                </a:xfrm>
                <a:custGeom>
                  <a:avLst/>
                  <a:gdLst>
                    <a:gd name="connsiteX0" fmla="*/ 0 w 2952"/>
                    <a:gd name="connsiteY0" fmla="*/ 3524 h 5714"/>
                    <a:gd name="connsiteX1" fmla="*/ 2953 w 2952"/>
                    <a:gd name="connsiteY1" fmla="*/ 0 h 5714"/>
                    <a:gd name="connsiteX2" fmla="*/ 1810 w 2952"/>
                    <a:gd name="connsiteY2" fmla="*/ 5715 h 5714"/>
                    <a:gd name="connsiteX3" fmla="*/ 0 w 2952"/>
                    <a:gd name="connsiteY3" fmla="*/ 3524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2" h="5714">
                      <a:moveTo>
                        <a:pt x="0" y="3524"/>
                      </a:moveTo>
                      <a:cubicBezTo>
                        <a:pt x="1143" y="1429"/>
                        <a:pt x="2000" y="1143"/>
                        <a:pt x="2953" y="0"/>
                      </a:cubicBezTo>
                      <a:cubicBezTo>
                        <a:pt x="2000" y="2286"/>
                        <a:pt x="3429" y="3048"/>
                        <a:pt x="1810" y="5715"/>
                      </a:cubicBezTo>
                      <a:cubicBezTo>
                        <a:pt x="476" y="5429"/>
                        <a:pt x="0" y="4572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2A474542-3CF4-4B9D-9E1B-9DCD59DE5944}"/>
                    </a:ext>
                  </a:extLst>
                </p:cNvPr>
                <p:cNvSpPr/>
                <p:nvPr/>
              </p:nvSpPr>
              <p:spPr>
                <a:xfrm>
                  <a:off x="2786348" y="1156339"/>
                  <a:ext cx="7239" cy="4394"/>
                </a:xfrm>
                <a:custGeom>
                  <a:avLst/>
                  <a:gdLst>
                    <a:gd name="connsiteX0" fmla="*/ 0 w 7239"/>
                    <a:gd name="connsiteY0" fmla="*/ 2091 h 4394"/>
                    <a:gd name="connsiteX1" fmla="*/ 7239 w 7239"/>
                    <a:gd name="connsiteY1" fmla="*/ 1995 h 4394"/>
                    <a:gd name="connsiteX2" fmla="*/ 0 w 7239"/>
                    <a:gd name="connsiteY2" fmla="*/ 2091 h 4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239" h="4394">
                      <a:moveTo>
                        <a:pt x="0" y="2091"/>
                      </a:moveTo>
                      <a:cubicBezTo>
                        <a:pt x="2857" y="-2196"/>
                        <a:pt x="4858" y="1329"/>
                        <a:pt x="7239" y="1995"/>
                      </a:cubicBezTo>
                      <a:cubicBezTo>
                        <a:pt x="2667" y="7139"/>
                        <a:pt x="1810" y="2472"/>
                        <a:pt x="0" y="20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9B009F79-F740-415B-B8FC-D5C926BD3D29}"/>
                    </a:ext>
                  </a:extLst>
                </p:cNvPr>
                <p:cNvSpPr/>
                <p:nvPr/>
              </p:nvSpPr>
              <p:spPr>
                <a:xfrm>
                  <a:off x="2706433" y="1288454"/>
                  <a:ext cx="8477" cy="4724"/>
                </a:xfrm>
                <a:custGeom>
                  <a:avLst/>
                  <a:gdLst>
                    <a:gd name="connsiteX0" fmla="*/ 0 w 8477"/>
                    <a:gd name="connsiteY0" fmla="*/ 1040 h 4724"/>
                    <a:gd name="connsiteX1" fmla="*/ 8477 w 8477"/>
                    <a:gd name="connsiteY1" fmla="*/ 1516 h 4724"/>
                    <a:gd name="connsiteX2" fmla="*/ 0 w 8477"/>
                    <a:gd name="connsiteY2" fmla="*/ 1040 h 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77" h="4724">
                      <a:moveTo>
                        <a:pt x="0" y="1040"/>
                      </a:moveTo>
                      <a:cubicBezTo>
                        <a:pt x="2953" y="-865"/>
                        <a:pt x="4953" y="182"/>
                        <a:pt x="8477" y="1516"/>
                      </a:cubicBezTo>
                      <a:cubicBezTo>
                        <a:pt x="3524" y="9136"/>
                        <a:pt x="3715" y="754"/>
                        <a:pt x="0" y="10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613B153D-A1E4-46C6-BF2D-F25F3C7B4878}"/>
                    </a:ext>
                  </a:extLst>
                </p:cNvPr>
                <p:cNvSpPr/>
                <p:nvPr/>
              </p:nvSpPr>
              <p:spPr>
                <a:xfrm>
                  <a:off x="2692801" y="1318675"/>
                  <a:ext cx="3726" cy="3231"/>
                </a:xfrm>
                <a:custGeom>
                  <a:avLst/>
                  <a:gdLst>
                    <a:gd name="connsiteX0" fmla="*/ 12 w 3726"/>
                    <a:gd name="connsiteY0" fmla="*/ 727 h 3231"/>
                    <a:gd name="connsiteX1" fmla="*/ 3726 w 3726"/>
                    <a:gd name="connsiteY1" fmla="*/ 2632 h 3231"/>
                    <a:gd name="connsiteX2" fmla="*/ 12 w 3726"/>
                    <a:gd name="connsiteY2" fmla="*/ 727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26" h="3231">
                      <a:moveTo>
                        <a:pt x="12" y="727"/>
                      </a:moveTo>
                      <a:cubicBezTo>
                        <a:pt x="2774" y="-1749"/>
                        <a:pt x="1440" y="2918"/>
                        <a:pt x="3726" y="2632"/>
                      </a:cubicBezTo>
                      <a:cubicBezTo>
                        <a:pt x="2012" y="4347"/>
                        <a:pt x="-179" y="1965"/>
                        <a:pt x="12" y="72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B15A062E-64B2-4616-BC84-C80977A415D5}"/>
                    </a:ext>
                  </a:extLst>
                </p:cNvPr>
                <p:cNvSpPr/>
                <p:nvPr/>
              </p:nvSpPr>
              <p:spPr>
                <a:xfrm>
                  <a:off x="2828734" y="1149273"/>
                  <a:ext cx="3345" cy="3632"/>
                </a:xfrm>
                <a:custGeom>
                  <a:avLst/>
                  <a:gdLst>
                    <a:gd name="connsiteX0" fmla="*/ 0 w 3345"/>
                    <a:gd name="connsiteY0" fmla="*/ 1442 h 3632"/>
                    <a:gd name="connsiteX1" fmla="*/ 1810 w 3345"/>
                    <a:gd name="connsiteY1" fmla="*/ 3632 h 3632"/>
                    <a:gd name="connsiteX2" fmla="*/ 0 w 3345"/>
                    <a:gd name="connsiteY2" fmla="*/ 1442 h 3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45" h="3632">
                      <a:moveTo>
                        <a:pt x="0" y="1442"/>
                      </a:moveTo>
                      <a:cubicBezTo>
                        <a:pt x="1524" y="-1130"/>
                        <a:pt x="5524" y="-178"/>
                        <a:pt x="1810" y="3632"/>
                      </a:cubicBezTo>
                      <a:cubicBezTo>
                        <a:pt x="1714" y="2585"/>
                        <a:pt x="1333" y="1727"/>
                        <a:pt x="0" y="14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23F1C24C-E61E-444B-AA70-366599E5D013}"/>
                    </a:ext>
                  </a:extLst>
                </p:cNvPr>
                <p:cNvSpPr/>
                <p:nvPr/>
              </p:nvSpPr>
              <p:spPr>
                <a:xfrm>
                  <a:off x="2819685" y="1177081"/>
                  <a:ext cx="4021" cy="2364"/>
                </a:xfrm>
                <a:custGeom>
                  <a:avLst/>
                  <a:gdLst>
                    <a:gd name="connsiteX0" fmla="*/ 0 w 4021"/>
                    <a:gd name="connsiteY0" fmla="*/ 876 h 2364"/>
                    <a:gd name="connsiteX1" fmla="*/ 4001 w 4021"/>
                    <a:gd name="connsiteY1" fmla="*/ 1638 h 2364"/>
                    <a:gd name="connsiteX2" fmla="*/ 0 w 4021"/>
                    <a:gd name="connsiteY2" fmla="*/ 876 h 23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21" h="2364">
                      <a:moveTo>
                        <a:pt x="0" y="876"/>
                      </a:moveTo>
                      <a:cubicBezTo>
                        <a:pt x="1619" y="-267"/>
                        <a:pt x="4286" y="-553"/>
                        <a:pt x="4001" y="1638"/>
                      </a:cubicBezTo>
                      <a:cubicBezTo>
                        <a:pt x="2477" y="3638"/>
                        <a:pt x="1429" y="876"/>
                        <a:pt x="0" y="8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9B112F8D-2E6A-470C-BC2F-DF4801452B5C}"/>
                    </a:ext>
                  </a:extLst>
                </p:cNvPr>
                <p:cNvSpPr/>
                <p:nvPr/>
              </p:nvSpPr>
              <p:spPr>
                <a:xfrm>
                  <a:off x="2587272" y="1527195"/>
                  <a:ext cx="25530" cy="22903"/>
                </a:xfrm>
                <a:custGeom>
                  <a:avLst/>
                  <a:gdLst>
                    <a:gd name="connsiteX0" fmla="*/ 99 w 25530"/>
                    <a:gd name="connsiteY0" fmla="*/ 996 h 22903"/>
                    <a:gd name="connsiteX1" fmla="*/ 4289 w 25530"/>
                    <a:gd name="connsiteY1" fmla="*/ 4234 h 22903"/>
                    <a:gd name="connsiteX2" fmla="*/ 25530 w 25530"/>
                    <a:gd name="connsiteY2" fmla="*/ 18903 h 22903"/>
                    <a:gd name="connsiteX3" fmla="*/ 23339 w 25530"/>
                    <a:gd name="connsiteY3" fmla="*/ 22903 h 22903"/>
                    <a:gd name="connsiteX4" fmla="*/ 861 w 25530"/>
                    <a:gd name="connsiteY4" fmla="*/ 7568 h 22903"/>
                    <a:gd name="connsiteX5" fmla="*/ 99 w 25530"/>
                    <a:gd name="connsiteY5" fmla="*/ 996 h 22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530" h="22903">
                      <a:moveTo>
                        <a:pt x="99" y="996"/>
                      </a:moveTo>
                      <a:cubicBezTo>
                        <a:pt x="1908" y="-1957"/>
                        <a:pt x="4671" y="2424"/>
                        <a:pt x="4289" y="4234"/>
                      </a:cubicBezTo>
                      <a:cubicBezTo>
                        <a:pt x="14100" y="6901"/>
                        <a:pt x="16481" y="15855"/>
                        <a:pt x="25530" y="18903"/>
                      </a:cubicBezTo>
                      <a:cubicBezTo>
                        <a:pt x="23435" y="20617"/>
                        <a:pt x="24292" y="21474"/>
                        <a:pt x="23339" y="22903"/>
                      </a:cubicBezTo>
                      <a:cubicBezTo>
                        <a:pt x="16577" y="19093"/>
                        <a:pt x="7909" y="9663"/>
                        <a:pt x="861" y="7568"/>
                      </a:cubicBezTo>
                      <a:cubicBezTo>
                        <a:pt x="-949" y="6425"/>
                        <a:pt x="765" y="2901"/>
                        <a:pt x="99" y="9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67F6E8F2-7019-4B30-BBC2-01DCD18A06EA}"/>
                    </a:ext>
                  </a:extLst>
                </p:cNvPr>
                <p:cNvSpPr/>
                <p:nvPr/>
              </p:nvSpPr>
              <p:spPr>
                <a:xfrm>
                  <a:off x="2738437" y="1309973"/>
                  <a:ext cx="6191" cy="5071"/>
                </a:xfrm>
                <a:custGeom>
                  <a:avLst/>
                  <a:gdLst>
                    <a:gd name="connsiteX0" fmla="*/ 857 w 6191"/>
                    <a:gd name="connsiteY0" fmla="*/ 2381 h 5071"/>
                    <a:gd name="connsiteX1" fmla="*/ 6191 w 6191"/>
                    <a:gd name="connsiteY1" fmla="*/ 0 h 5071"/>
                    <a:gd name="connsiteX2" fmla="*/ 2477 w 6191"/>
                    <a:gd name="connsiteY2" fmla="*/ 4477 h 5071"/>
                    <a:gd name="connsiteX3" fmla="*/ 0 w 6191"/>
                    <a:gd name="connsiteY3" fmla="*/ 4477 h 5071"/>
                    <a:gd name="connsiteX4" fmla="*/ 857 w 6191"/>
                    <a:gd name="connsiteY4" fmla="*/ 2381 h 5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91" h="5071">
                      <a:moveTo>
                        <a:pt x="857" y="2381"/>
                      </a:moveTo>
                      <a:cubicBezTo>
                        <a:pt x="2762" y="762"/>
                        <a:pt x="4572" y="0"/>
                        <a:pt x="6191" y="0"/>
                      </a:cubicBezTo>
                      <a:cubicBezTo>
                        <a:pt x="4572" y="3429"/>
                        <a:pt x="-571" y="2477"/>
                        <a:pt x="2477" y="4477"/>
                      </a:cubicBezTo>
                      <a:cubicBezTo>
                        <a:pt x="1429" y="5715"/>
                        <a:pt x="762" y="4667"/>
                        <a:pt x="0" y="4477"/>
                      </a:cubicBezTo>
                      <a:cubicBezTo>
                        <a:pt x="857" y="3429"/>
                        <a:pt x="1143" y="2762"/>
                        <a:pt x="857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BA85F888-8E57-4647-BB5D-C45EC69F1207}"/>
                    </a:ext>
                  </a:extLst>
                </p:cNvPr>
                <p:cNvSpPr/>
                <p:nvPr/>
              </p:nvSpPr>
              <p:spPr>
                <a:xfrm>
                  <a:off x="2844165" y="1159503"/>
                  <a:ext cx="5473" cy="5308"/>
                </a:xfrm>
                <a:custGeom>
                  <a:avLst/>
                  <a:gdLst>
                    <a:gd name="connsiteX0" fmla="*/ 0 w 5473"/>
                    <a:gd name="connsiteY0" fmla="*/ 1689 h 5308"/>
                    <a:gd name="connsiteX1" fmla="*/ 4381 w 5473"/>
                    <a:gd name="connsiteY1" fmla="*/ 70 h 5308"/>
                    <a:gd name="connsiteX2" fmla="*/ 4286 w 5473"/>
                    <a:gd name="connsiteY2" fmla="*/ 5118 h 5308"/>
                    <a:gd name="connsiteX3" fmla="*/ 2191 w 5473"/>
                    <a:gd name="connsiteY3" fmla="*/ 5309 h 5308"/>
                    <a:gd name="connsiteX4" fmla="*/ 3715 w 5473"/>
                    <a:gd name="connsiteY4" fmla="*/ 1023 h 5308"/>
                    <a:gd name="connsiteX5" fmla="*/ 0 w 5473"/>
                    <a:gd name="connsiteY5" fmla="*/ 1689 h 5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473" h="5308">
                      <a:moveTo>
                        <a:pt x="0" y="1689"/>
                      </a:moveTo>
                      <a:cubicBezTo>
                        <a:pt x="1619" y="-25"/>
                        <a:pt x="3048" y="-120"/>
                        <a:pt x="4381" y="70"/>
                      </a:cubicBezTo>
                      <a:cubicBezTo>
                        <a:pt x="5239" y="1213"/>
                        <a:pt x="6382" y="2166"/>
                        <a:pt x="4286" y="5118"/>
                      </a:cubicBezTo>
                      <a:cubicBezTo>
                        <a:pt x="3620" y="4642"/>
                        <a:pt x="3048" y="4261"/>
                        <a:pt x="2191" y="5309"/>
                      </a:cubicBezTo>
                      <a:cubicBezTo>
                        <a:pt x="1524" y="4642"/>
                        <a:pt x="2191" y="3118"/>
                        <a:pt x="3715" y="1023"/>
                      </a:cubicBezTo>
                      <a:cubicBezTo>
                        <a:pt x="2476" y="1023"/>
                        <a:pt x="953" y="3309"/>
                        <a:pt x="0" y="16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37369878-DCC3-4FA0-9C6A-9D8663AFAFEB}"/>
                    </a:ext>
                  </a:extLst>
                </p:cNvPr>
                <p:cNvSpPr/>
                <p:nvPr/>
              </p:nvSpPr>
              <p:spPr>
                <a:xfrm>
                  <a:off x="2849403" y="1163059"/>
                  <a:ext cx="36575" cy="34641"/>
                </a:xfrm>
                <a:custGeom>
                  <a:avLst/>
                  <a:gdLst>
                    <a:gd name="connsiteX0" fmla="*/ 24194 w 36575"/>
                    <a:gd name="connsiteY0" fmla="*/ 20041 h 34641"/>
                    <a:gd name="connsiteX1" fmla="*/ 25146 w 36575"/>
                    <a:gd name="connsiteY1" fmla="*/ 24423 h 34641"/>
                    <a:gd name="connsiteX2" fmla="*/ 22574 w 36575"/>
                    <a:gd name="connsiteY2" fmla="*/ 28137 h 34641"/>
                    <a:gd name="connsiteX3" fmla="*/ 18193 w 36575"/>
                    <a:gd name="connsiteY3" fmla="*/ 25756 h 34641"/>
                    <a:gd name="connsiteX4" fmla="*/ 18193 w 36575"/>
                    <a:gd name="connsiteY4" fmla="*/ 21851 h 34641"/>
                    <a:gd name="connsiteX5" fmla="*/ 21241 w 36575"/>
                    <a:gd name="connsiteY5" fmla="*/ 22232 h 34641"/>
                    <a:gd name="connsiteX6" fmla="*/ 18860 w 36575"/>
                    <a:gd name="connsiteY6" fmla="*/ 16993 h 34641"/>
                    <a:gd name="connsiteX7" fmla="*/ 20193 w 36575"/>
                    <a:gd name="connsiteY7" fmla="*/ 18993 h 34641"/>
                    <a:gd name="connsiteX8" fmla="*/ 14669 w 36575"/>
                    <a:gd name="connsiteY8" fmla="*/ 13469 h 34641"/>
                    <a:gd name="connsiteX9" fmla="*/ 0 w 36575"/>
                    <a:gd name="connsiteY9" fmla="*/ 1944 h 34641"/>
                    <a:gd name="connsiteX10" fmla="*/ 11144 w 36575"/>
                    <a:gd name="connsiteY10" fmla="*/ 5087 h 34641"/>
                    <a:gd name="connsiteX11" fmla="*/ 11525 w 36575"/>
                    <a:gd name="connsiteY11" fmla="*/ 10421 h 34641"/>
                    <a:gd name="connsiteX12" fmla="*/ 31528 w 36575"/>
                    <a:gd name="connsiteY12" fmla="*/ 31566 h 34641"/>
                    <a:gd name="connsiteX13" fmla="*/ 36576 w 36575"/>
                    <a:gd name="connsiteY13" fmla="*/ 32995 h 34641"/>
                    <a:gd name="connsiteX14" fmla="*/ 30575 w 36575"/>
                    <a:gd name="connsiteY14" fmla="*/ 31090 h 34641"/>
                    <a:gd name="connsiteX15" fmla="*/ 26861 w 36575"/>
                    <a:gd name="connsiteY15" fmla="*/ 31662 h 34641"/>
                    <a:gd name="connsiteX16" fmla="*/ 28480 w 36575"/>
                    <a:gd name="connsiteY16" fmla="*/ 27375 h 34641"/>
                    <a:gd name="connsiteX17" fmla="*/ 24098 w 36575"/>
                    <a:gd name="connsiteY17" fmla="*/ 28899 h 34641"/>
                    <a:gd name="connsiteX18" fmla="*/ 27622 w 36575"/>
                    <a:gd name="connsiteY18" fmla="*/ 25661 h 34641"/>
                    <a:gd name="connsiteX19" fmla="*/ 24194 w 36575"/>
                    <a:gd name="connsiteY19" fmla="*/ 20041 h 34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6575" h="34641">
                      <a:moveTo>
                        <a:pt x="24194" y="20041"/>
                      </a:moveTo>
                      <a:cubicBezTo>
                        <a:pt x="20288" y="21946"/>
                        <a:pt x="23431" y="24137"/>
                        <a:pt x="25146" y="24423"/>
                      </a:cubicBezTo>
                      <a:cubicBezTo>
                        <a:pt x="23336" y="26994"/>
                        <a:pt x="24670" y="26709"/>
                        <a:pt x="22574" y="28137"/>
                      </a:cubicBezTo>
                      <a:cubicBezTo>
                        <a:pt x="23241" y="25947"/>
                        <a:pt x="20003" y="24708"/>
                        <a:pt x="18193" y="25756"/>
                      </a:cubicBezTo>
                      <a:cubicBezTo>
                        <a:pt x="17526" y="24899"/>
                        <a:pt x="16383" y="24327"/>
                        <a:pt x="18193" y="21851"/>
                      </a:cubicBezTo>
                      <a:cubicBezTo>
                        <a:pt x="18860" y="24423"/>
                        <a:pt x="19336" y="21756"/>
                        <a:pt x="21241" y="22232"/>
                      </a:cubicBezTo>
                      <a:cubicBezTo>
                        <a:pt x="22384" y="19184"/>
                        <a:pt x="15145" y="23184"/>
                        <a:pt x="18860" y="16993"/>
                      </a:cubicBezTo>
                      <a:cubicBezTo>
                        <a:pt x="20098" y="17184"/>
                        <a:pt x="19717" y="18327"/>
                        <a:pt x="20193" y="18993"/>
                      </a:cubicBezTo>
                      <a:cubicBezTo>
                        <a:pt x="21717" y="14612"/>
                        <a:pt x="17240" y="15088"/>
                        <a:pt x="14669" y="13469"/>
                      </a:cubicBezTo>
                      <a:cubicBezTo>
                        <a:pt x="9335" y="9945"/>
                        <a:pt x="4953" y="2896"/>
                        <a:pt x="0" y="1944"/>
                      </a:cubicBezTo>
                      <a:cubicBezTo>
                        <a:pt x="4477" y="-4152"/>
                        <a:pt x="6382" y="6135"/>
                        <a:pt x="11144" y="5087"/>
                      </a:cubicBezTo>
                      <a:cubicBezTo>
                        <a:pt x="10859" y="7087"/>
                        <a:pt x="12287" y="8040"/>
                        <a:pt x="11525" y="10421"/>
                      </a:cubicBezTo>
                      <a:cubicBezTo>
                        <a:pt x="21908" y="12326"/>
                        <a:pt x="30575" y="19755"/>
                        <a:pt x="31528" y="31566"/>
                      </a:cubicBezTo>
                      <a:cubicBezTo>
                        <a:pt x="34576" y="30042"/>
                        <a:pt x="34576" y="31471"/>
                        <a:pt x="36576" y="32995"/>
                      </a:cubicBezTo>
                      <a:cubicBezTo>
                        <a:pt x="33338" y="36710"/>
                        <a:pt x="27813" y="33281"/>
                        <a:pt x="30575" y="31090"/>
                      </a:cubicBezTo>
                      <a:cubicBezTo>
                        <a:pt x="28575" y="28518"/>
                        <a:pt x="28480" y="32709"/>
                        <a:pt x="26861" y="31662"/>
                      </a:cubicBezTo>
                      <a:cubicBezTo>
                        <a:pt x="24575" y="30995"/>
                        <a:pt x="28861" y="29471"/>
                        <a:pt x="28480" y="27375"/>
                      </a:cubicBezTo>
                      <a:cubicBezTo>
                        <a:pt x="25622" y="29757"/>
                        <a:pt x="26289" y="29376"/>
                        <a:pt x="24098" y="28899"/>
                      </a:cubicBezTo>
                      <a:cubicBezTo>
                        <a:pt x="25337" y="27185"/>
                        <a:pt x="26575" y="25947"/>
                        <a:pt x="27622" y="25661"/>
                      </a:cubicBezTo>
                      <a:cubicBezTo>
                        <a:pt x="28194" y="22518"/>
                        <a:pt x="21908" y="25089"/>
                        <a:pt x="24194" y="2004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CCCB6918-D8B9-4D34-BA1D-23D1A789C157}"/>
                    </a:ext>
                  </a:extLst>
                </p:cNvPr>
                <p:cNvSpPr/>
                <p:nvPr/>
              </p:nvSpPr>
              <p:spPr>
                <a:xfrm>
                  <a:off x="2757677" y="1326162"/>
                  <a:ext cx="30480" cy="31055"/>
                </a:xfrm>
                <a:custGeom>
                  <a:avLst/>
                  <a:gdLst>
                    <a:gd name="connsiteX0" fmla="*/ 2096 w 30480"/>
                    <a:gd name="connsiteY0" fmla="*/ 480 h 31055"/>
                    <a:gd name="connsiteX1" fmla="*/ 8287 w 30480"/>
                    <a:gd name="connsiteY1" fmla="*/ 2480 h 31055"/>
                    <a:gd name="connsiteX2" fmla="*/ 6191 w 30480"/>
                    <a:gd name="connsiteY2" fmla="*/ 9052 h 31055"/>
                    <a:gd name="connsiteX3" fmla="*/ 11335 w 30480"/>
                    <a:gd name="connsiteY3" fmla="*/ 5338 h 31055"/>
                    <a:gd name="connsiteX4" fmla="*/ 30385 w 30480"/>
                    <a:gd name="connsiteY4" fmla="*/ 27055 h 31055"/>
                    <a:gd name="connsiteX5" fmla="*/ 29528 w 30480"/>
                    <a:gd name="connsiteY5" fmla="*/ 29150 h 31055"/>
                    <a:gd name="connsiteX6" fmla="*/ 28194 w 30480"/>
                    <a:gd name="connsiteY6" fmla="*/ 31055 h 31055"/>
                    <a:gd name="connsiteX7" fmla="*/ 18479 w 30480"/>
                    <a:gd name="connsiteY7" fmla="*/ 16863 h 31055"/>
                    <a:gd name="connsiteX8" fmla="*/ 15621 w 30480"/>
                    <a:gd name="connsiteY8" fmla="*/ 19149 h 31055"/>
                    <a:gd name="connsiteX9" fmla="*/ 11716 w 30480"/>
                    <a:gd name="connsiteY9" fmla="*/ 15720 h 31055"/>
                    <a:gd name="connsiteX10" fmla="*/ 13240 w 30480"/>
                    <a:gd name="connsiteY10" fmla="*/ 12672 h 31055"/>
                    <a:gd name="connsiteX11" fmla="*/ 6668 w 30480"/>
                    <a:gd name="connsiteY11" fmla="*/ 13053 h 31055"/>
                    <a:gd name="connsiteX12" fmla="*/ 3620 w 30480"/>
                    <a:gd name="connsiteY12" fmla="*/ 10195 h 31055"/>
                    <a:gd name="connsiteX13" fmla="*/ 5429 w 30480"/>
                    <a:gd name="connsiteY13" fmla="*/ 2194 h 31055"/>
                    <a:gd name="connsiteX14" fmla="*/ 1238 w 30480"/>
                    <a:gd name="connsiteY14" fmla="*/ 6385 h 31055"/>
                    <a:gd name="connsiteX15" fmla="*/ 0 w 30480"/>
                    <a:gd name="connsiteY15" fmla="*/ 4480 h 31055"/>
                    <a:gd name="connsiteX16" fmla="*/ 2096 w 30480"/>
                    <a:gd name="connsiteY16" fmla="*/ 480 h 31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0480" h="31055">
                      <a:moveTo>
                        <a:pt x="2096" y="480"/>
                      </a:moveTo>
                      <a:cubicBezTo>
                        <a:pt x="5048" y="-758"/>
                        <a:pt x="6668" y="575"/>
                        <a:pt x="8287" y="2480"/>
                      </a:cubicBezTo>
                      <a:cubicBezTo>
                        <a:pt x="3048" y="5909"/>
                        <a:pt x="10668" y="4576"/>
                        <a:pt x="6191" y="9052"/>
                      </a:cubicBezTo>
                      <a:cubicBezTo>
                        <a:pt x="7715" y="8862"/>
                        <a:pt x="9620" y="6385"/>
                        <a:pt x="11335" y="5338"/>
                      </a:cubicBezTo>
                      <a:cubicBezTo>
                        <a:pt x="21431" y="12291"/>
                        <a:pt x="24194" y="19149"/>
                        <a:pt x="30385" y="27055"/>
                      </a:cubicBezTo>
                      <a:cubicBezTo>
                        <a:pt x="30766" y="27340"/>
                        <a:pt x="29909" y="28388"/>
                        <a:pt x="29528" y="29150"/>
                      </a:cubicBezTo>
                      <a:lnTo>
                        <a:pt x="28194" y="31055"/>
                      </a:lnTo>
                      <a:cubicBezTo>
                        <a:pt x="27051" y="25435"/>
                        <a:pt x="20193" y="24959"/>
                        <a:pt x="18479" y="16863"/>
                      </a:cubicBezTo>
                      <a:cubicBezTo>
                        <a:pt x="17526" y="17339"/>
                        <a:pt x="16574" y="18196"/>
                        <a:pt x="15621" y="19149"/>
                      </a:cubicBezTo>
                      <a:cubicBezTo>
                        <a:pt x="14859" y="17244"/>
                        <a:pt x="14002" y="15244"/>
                        <a:pt x="11716" y="15720"/>
                      </a:cubicBezTo>
                      <a:cubicBezTo>
                        <a:pt x="12859" y="14291"/>
                        <a:pt x="12383" y="13910"/>
                        <a:pt x="13240" y="12672"/>
                      </a:cubicBezTo>
                      <a:cubicBezTo>
                        <a:pt x="10192" y="14577"/>
                        <a:pt x="10478" y="7814"/>
                        <a:pt x="6668" y="13053"/>
                      </a:cubicBezTo>
                      <a:cubicBezTo>
                        <a:pt x="5429" y="11719"/>
                        <a:pt x="6477" y="9243"/>
                        <a:pt x="3620" y="10195"/>
                      </a:cubicBezTo>
                      <a:cubicBezTo>
                        <a:pt x="4477" y="6195"/>
                        <a:pt x="6287" y="4385"/>
                        <a:pt x="5429" y="2194"/>
                      </a:cubicBezTo>
                      <a:cubicBezTo>
                        <a:pt x="4477" y="2671"/>
                        <a:pt x="3334" y="5528"/>
                        <a:pt x="1238" y="6385"/>
                      </a:cubicBezTo>
                      <a:cubicBezTo>
                        <a:pt x="1334" y="5433"/>
                        <a:pt x="857" y="4861"/>
                        <a:pt x="0" y="4480"/>
                      </a:cubicBezTo>
                      <a:cubicBezTo>
                        <a:pt x="1334" y="3433"/>
                        <a:pt x="4858" y="956"/>
                        <a:pt x="2096" y="4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7258B925-2627-435C-A02D-37ADE061B6EB}"/>
                    </a:ext>
                  </a:extLst>
                </p:cNvPr>
                <p:cNvSpPr/>
                <p:nvPr/>
              </p:nvSpPr>
              <p:spPr>
                <a:xfrm>
                  <a:off x="2612122" y="1547666"/>
                  <a:ext cx="3632" cy="2794"/>
                </a:xfrm>
                <a:custGeom>
                  <a:avLst/>
                  <a:gdLst>
                    <a:gd name="connsiteX0" fmla="*/ 204 w 3632"/>
                    <a:gd name="connsiteY0" fmla="*/ 813 h 2794"/>
                    <a:gd name="connsiteX1" fmla="*/ 3632 w 3632"/>
                    <a:gd name="connsiteY1" fmla="*/ 51 h 2794"/>
                    <a:gd name="connsiteX2" fmla="*/ 204 w 3632"/>
                    <a:gd name="connsiteY2" fmla="*/ 813 h 2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32" h="2794">
                      <a:moveTo>
                        <a:pt x="204" y="813"/>
                      </a:moveTo>
                      <a:cubicBezTo>
                        <a:pt x="1537" y="-425"/>
                        <a:pt x="2490" y="146"/>
                        <a:pt x="3632" y="51"/>
                      </a:cubicBezTo>
                      <a:cubicBezTo>
                        <a:pt x="870" y="3670"/>
                        <a:pt x="-559" y="3480"/>
                        <a:pt x="204" y="8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8A9D6509-088A-4429-BCC7-34E0363C6C11}"/>
                    </a:ext>
                  </a:extLst>
                </p:cNvPr>
                <p:cNvSpPr/>
                <p:nvPr/>
              </p:nvSpPr>
              <p:spPr>
                <a:xfrm>
                  <a:off x="2755106" y="1340072"/>
                  <a:ext cx="4121" cy="4762"/>
                </a:xfrm>
                <a:custGeom>
                  <a:avLst/>
                  <a:gdLst>
                    <a:gd name="connsiteX0" fmla="*/ 0 w 4121"/>
                    <a:gd name="connsiteY0" fmla="*/ 3334 h 4762"/>
                    <a:gd name="connsiteX1" fmla="*/ 1905 w 4121"/>
                    <a:gd name="connsiteY1" fmla="*/ 476 h 4762"/>
                    <a:gd name="connsiteX2" fmla="*/ 3429 w 4121"/>
                    <a:gd name="connsiteY2" fmla="*/ 0 h 4762"/>
                    <a:gd name="connsiteX3" fmla="*/ 2667 w 4121"/>
                    <a:gd name="connsiteY3" fmla="*/ 4763 h 4762"/>
                    <a:gd name="connsiteX4" fmla="*/ 0 w 4121"/>
                    <a:gd name="connsiteY4" fmla="*/ 3334 h 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21" h="4762">
                      <a:moveTo>
                        <a:pt x="0" y="3334"/>
                      </a:moveTo>
                      <a:lnTo>
                        <a:pt x="1905" y="476"/>
                      </a:lnTo>
                      <a:cubicBezTo>
                        <a:pt x="1714" y="1810"/>
                        <a:pt x="2286" y="1810"/>
                        <a:pt x="3429" y="0"/>
                      </a:cubicBezTo>
                      <a:cubicBezTo>
                        <a:pt x="4572" y="762"/>
                        <a:pt x="4286" y="2286"/>
                        <a:pt x="2667" y="4763"/>
                      </a:cubicBezTo>
                      <a:cubicBezTo>
                        <a:pt x="2000" y="3238"/>
                        <a:pt x="1905" y="3143"/>
                        <a:pt x="0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1A2CA286-AB13-403C-B645-9E267A947477}"/>
                    </a:ext>
                  </a:extLst>
                </p:cNvPr>
                <p:cNvSpPr/>
                <p:nvPr/>
              </p:nvSpPr>
              <p:spPr>
                <a:xfrm>
                  <a:off x="2765894" y="1345977"/>
                  <a:ext cx="4260" cy="4241"/>
                </a:xfrm>
                <a:custGeom>
                  <a:avLst/>
                  <a:gdLst>
                    <a:gd name="connsiteX0" fmla="*/ 1213 w 4260"/>
                    <a:gd name="connsiteY0" fmla="*/ 0 h 4241"/>
                    <a:gd name="connsiteX1" fmla="*/ 4261 w 4260"/>
                    <a:gd name="connsiteY1" fmla="*/ 2953 h 4241"/>
                    <a:gd name="connsiteX2" fmla="*/ 1213 w 4260"/>
                    <a:gd name="connsiteY2" fmla="*/ 0 h 4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60" h="4241">
                      <a:moveTo>
                        <a:pt x="1213" y="0"/>
                      </a:moveTo>
                      <a:cubicBezTo>
                        <a:pt x="2832" y="572"/>
                        <a:pt x="1975" y="2667"/>
                        <a:pt x="4261" y="2953"/>
                      </a:cubicBezTo>
                      <a:cubicBezTo>
                        <a:pt x="2261" y="5715"/>
                        <a:pt x="-2121" y="3715"/>
                        <a:pt x="121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11B3B96A-ADBB-41DD-9AEF-6E295C4E3F2D}"/>
                    </a:ext>
                  </a:extLst>
                </p:cNvPr>
                <p:cNvSpPr/>
                <p:nvPr/>
              </p:nvSpPr>
              <p:spPr>
                <a:xfrm>
                  <a:off x="2788634" y="1354076"/>
                  <a:ext cx="2527" cy="7236"/>
                </a:xfrm>
                <a:custGeom>
                  <a:avLst/>
                  <a:gdLst>
                    <a:gd name="connsiteX0" fmla="*/ 95 w 2527"/>
                    <a:gd name="connsiteY0" fmla="*/ 854 h 7236"/>
                    <a:gd name="connsiteX1" fmla="*/ 0 w 2527"/>
                    <a:gd name="connsiteY1" fmla="*/ 7236 h 7236"/>
                    <a:gd name="connsiteX2" fmla="*/ 95 w 2527"/>
                    <a:gd name="connsiteY2" fmla="*/ 854 h 72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27" h="7236">
                      <a:moveTo>
                        <a:pt x="95" y="854"/>
                      </a:moveTo>
                      <a:cubicBezTo>
                        <a:pt x="2762" y="-2479"/>
                        <a:pt x="3905" y="4855"/>
                        <a:pt x="0" y="7236"/>
                      </a:cubicBezTo>
                      <a:cubicBezTo>
                        <a:pt x="1429" y="4283"/>
                        <a:pt x="1715" y="1902"/>
                        <a:pt x="95" y="8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AA0C6286-42B2-4D2F-A7C0-1F55A08E3926}"/>
                    </a:ext>
                  </a:extLst>
                </p:cNvPr>
                <p:cNvSpPr/>
                <p:nvPr/>
              </p:nvSpPr>
              <p:spPr>
                <a:xfrm>
                  <a:off x="2809113" y="1325543"/>
                  <a:ext cx="4000" cy="4376"/>
                </a:xfrm>
                <a:custGeom>
                  <a:avLst/>
                  <a:gdLst>
                    <a:gd name="connsiteX0" fmla="*/ 0 w 4000"/>
                    <a:gd name="connsiteY0" fmla="*/ 527 h 4376"/>
                    <a:gd name="connsiteX1" fmla="*/ 4000 w 4000"/>
                    <a:gd name="connsiteY1" fmla="*/ 3956 h 4376"/>
                    <a:gd name="connsiteX2" fmla="*/ 0 w 4000"/>
                    <a:gd name="connsiteY2" fmla="*/ 527 h 43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00" h="4376">
                      <a:moveTo>
                        <a:pt x="0" y="527"/>
                      </a:moveTo>
                      <a:cubicBezTo>
                        <a:pt x="3334" y="-1664"/>
                        <a:pt x="1714" y="3670"/>
                        <a:pt x="4000" y="3956"/>
                      </a:cubicBezTo>
                      <a:cubicBezTo>
                        <a:pt x="1048" y="5765"/>
                        <a:pt x="1524" y="1193"/>
                        <a:pt x="0" y="52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26855B01-74DA-4176-8D39-B834D987C2E5}"/>
                    </a:ext>
                  </a:extLst>
                </p:cNvPr>
                <p:cNvSpPr/>
                <p:nvPr/>
              </p:nvSpPr>
              <p:spPr>
                <a:xfrm>
                  <a:off x="2650517" y="1551943"/>
                  <a:ext cx="3112" cy="3164"/>
                </a:xfrm>
                <a:custGeom>
                  <a:avLst/>
                  <a:gdLst>
                    <a:gd name="connsiteX0" fmla="*/ 5 w 3112"/>
                    <a:gd name="connsiteY0" fmla="*/ 2250 h 3164"/>
                    <a:gd name="connsiteX1" fmla="*/ 1719 w 3112"/>
                    <a:gd name="connsiteY1" fmla="*/ 3108 h 3164"/>
                    <a:gd name="connsiteX2" fmla="*/ 5 w 3112"/>
                    <a:gd name="connsiteY2" fmla="*/ 2250 h 3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12" h="3164">
                      <a:moveTo>
                        <a:pt x="5" y="2250"/>
                      </a:moveTo>
                      <a:cubicBezTo>
                        <a:pt x="-186" y="-417"/>
                        <a:pt x="5720" y="-1369"/>
                        <a:pt x="1719" y="3108"/>
                      </a:cubicBezTo>
                      <a:cubicBezTo>
                        <a:pt x="290" y="3679"/>
                        <a:pt x="2291" y="-321"/>
                        <a:pt x="5" y="225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4763B137-E0C0-4461-9898-FD15DEDB8B1D}"/>
                    </a:ext>
                  </a:extLst>
                </p:cNvPr>
                <p:cNvSpPr/>
                <p:nvPr/>
              </p:nvSpPr>
              <p:spPr>
                <a:xfrm>
                  <a:off x="2960560" y="1112805"/>
                  <a:ext cx="3619" cy="4808"/>
                </a:xfrm>
                <a:custGeom>
                  <a:avLst/>
                  <a:gdLst>
                    <a:gd name="connsiteX0" fmla="*/ 0 w 3619"/>
                    <a:gd name="connsiteY0" fmla="*/ 2762 h 4808"/>
                    <a:gd name="connsiteX1" fmla="*/ 1905 w 3619"/>
                    <a:gd name="connsiteY1" fmla="*/ 0 h 4808"/>
                    <a:gd name="connsiteX2" fmla="*/ 3620 w 3619"/>
                    <a:gd name="connsiteY2" fmla="*/ 3524 h 4808"/>
                    <a:gd name="connsiteX3" fmla="*/ 0 w 3619"/>
                    <a:gd name="connsiteY3" fmla="*/ 2762 h 4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9" h="4808">
                      <a:moveTo>
                        <a:pt x="0" y="2762"/>
                      </a:moveTo>
                      <a:lnTo>
                        <a:pt x="1905" y="0"/>
                      </a:lnTo>
                      <a:cubicBezTo>
                        <a:pt x="3810" y="381"/>
                        <a:pt x="2953" y="2381"/>
                        <a:pt x="3620" y="3524"/>
                      </a:cubicBezTo>
                      <a:cubicBezTo>
                        <a:pt x="1143" y="6382"/>
                        <a:pt x="762" y="3715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2644DBEE-82FA-4B75-97A3-1C6C05142705}"/>
                    </a:ext>
                  </a:extLst>
                </p:cNvPr>
                <p:cNvSpPr/>
                <p:nvPr/>
              </p:nvSpPr>
              <p:spPr>
                <a:xfrm>
                  <a:off x="2798635" y="1351463"/>
                  <a:ext cx="4095" cy="2353"/>
                </a:xfrm>
                <a:custGeom>
                  <a:avLst/>
                  <a:gdLst>
                    <a:gd name="connsiteX0" fmla="*/ 0 w 4095"/>
                    <a:gd name="connsiteY0" fmla="*/ 1087 h 2353"/>
                    <a:gd name="connsiteX1" fmla="*/ 4096 w 4095"/>
                    <a:gd name="connsiteY1" fmla="*/ 706 h 2353"/>
                    <a:gd name="connsiteX2" fmla="*/ 0 w 4095"/>
                    <a:gd name="connsiteY2" fmla="*/ 1087 h 2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" h="2353">
                      <a:moveTo>
                        <a:pt x="0" y="1087"/>
                      </a:moveTo>
                      <a:cubicBezTo>
                        <a:pt x="1619" y="-342"/>
                        <a:pt x="2953" y="-247"/>
                        <a:pt x="4096" y="706"/>
                      </a:cubicBezTo>
                      <a:cubicBezTo>
                        <a:pt x="2191" y="4230"/>
                        <a:pt x="1429" y="991"/>
                        <a:pt x="0" y="10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C917ABEE-7684-42DE-AF1C-D9805FE9A4A1}"/>
                    </a:ext>
                  </a:extLst>
                </p:cNvPr>
                <p:cNvSpPr/>
                <p:nvPr/>
              </p:nvSpPr>
              <p:spPr>
                <a:xfrm>
                  <a:off x="2804116" y="1366551"/>
                  <a:ext cx="5151" cy="6381"/>
                </a:xfrm>
                <a:custGeom>
                  <a:avLst/>
                  <a:gdLst>
                    <a:gd name="connsiteX0" fmla="*/ 1758 w 5151"/>
                    <a:gd name="connsiteY0" fmla="*/ 0 h 6381"/>
                    <a:gd name="connsiteX1" fmla="*/ 4139 w 5151"/>
                    <a:gd name="connsiteY1" fmla="*/ 6382 h 6381"/>
                    <a:gd name="connsiteX2" fmla="*/ 1758 w 5151"/>
                    <a:gd name="connsiteY2" fmla="*/ 0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51" h="6381">
                      <a:moveTo>
                        <a:pt x="1758" y="0"/>
                      </a:moveTo>
                      <a:cubicBezTo>
                        <a:pt x="2139" y="3238"/>
                        <a:pt x="7283" y="762"/>
                        <a:pt x="4139" y="6382"/>
                      </a:cubicBezTo>
                      <a:cubicBezTo>
                        <a:pt x="4139" y="2667"/>
                        <a:pt x="-3290" y="6572"/>
                        <a:pt x="175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3713C11C-74EF-42EF-909B-2F80CE2A34E7}"/>
                    </a:ext>
                  </a:extLst>
                </p:cNvPr>
                <p:cNvSpPr/>
                <p:nvPr/>
              </p:nvSpPr>
              <p:spPr>
                <a:xfrm>
                  <a:off x="2785270" y="1397245"/>
                  <a:ext cx="3282" cy="3000"/>
                </a:xfrm>
                <a:custGeom>
                  <a:avLst/>
                  <a:gdLst>
                    <a:gd name="connsiteX0" fmla="*/ 30 w 3282"/>
                    <a:gd name="connsiteY0" fmla="*/ 643 h 3000"/>
                    <a:gd name="connsiteX1" fmla="*/ 3268 w 3282"/>
                    <a:gd name="connsiteY1" fmla="*/ 2358 h 3000"/>
                    <a:gd name="connsiteX2" fmla="*/ 30 w 3282"/>
                    <a:gd name="connsiteY2" fmla="*/ 643 h 3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82" h="3000">
                      <a:moveTo>
                        <a:pt x="30" y="643"/>
                      </a:moveTo>
                      <a:cubicBezTo>
                        <a:pt x="1744" y="-1167"/>
                        <a:pt x="3459" y="1310"/>
                        <a:pt x="3268" y="2358"/>
                      </a:cubicBezTo>
                      <a:cubicBezTo>
                        <a:pt x="1554" y="4167"/>
                        <a:pt x="-256" y="1691"/>
                        <a:pt x="30" y="6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99C7B282-2D33-40F8-8FAE-882D5FE73197}"/>
                    </a:ext>
                  </a:extLst>
                </p:cNvPr>
                <p:cNvSpPr/>
                <p:nvPr/>
              </p:nvSpPr>
              <p:spPr>
                <a:xfrm>
                  <a:off x="2802444" y="1385601"/>
                  <a:ext cx="3373" cy="3905"/>
                </a:xfrm>
                <a:custGeom>
                  <a:avLst/>
                  <a:gdLst>
                    <a:gd name="connsiteX0" fmla="*/ 1049 w 3373"/>
                    <a:gd name="connsiteY0" fmla="*/ 190 h 3905"/>
                    <a:gd name="connsiteX1" fmla="*/ 1335 w 3373"/>
                    <a:gd name="connsiteY1" fmla="*/ 1619 h 3905"/>
                    <a:gd name="connsiteX2" fmla="*/ 3144 w 3373"/>
                    <a:gd name="connsiteY2" fmla="*/ 0 h 3905"/>
                    <a:gd name="connsiteX3" fmla="*/ 954 w 3373"/>
                    <a:gd name="connsiteY3" fmla="*/ 3905 h 3905"/>
                    <a:gd name="connsiteX4" fmla="*/ 1049 w 3373"/>
                    <a:gd name="connsiteY4" fmla="*/ 190 h 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73" h="3905">
                      <a:moveTo>
                        <a:pt x="1049" y="190"/>
                      </a:moveTo>
                      <a:cubicBezTo>
                        <a:pt x="1716" y="286"/>
                        <a:pt x="1716" y="857"/>
                        <a:pt x="1335" y="1619"/>
                      </a:cubicBezTo>
                      <a:cubicBezTo>
                        <a:pt x="1811" y="1810"/>
                        <a:pt x="2478" y="667"/>
                        <a:pt x="3144" y="0"/>
                      </a:cubicBezTo>
                      <a:cubicBezTo>
                        <a:pt x="3906" y="1524"/>
                        <a:pt x="2668" y="1619"/>
                        <a:pt x="954" y="3905"/>
                      </a:cubicBezTo>
                      <a:cubicBezTo>
                        <a:pt x="287" y="3143"/>
                        <a:pt x="-856" y="2572"/>
                        <a:pt x="1049" y="1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005353B5-32D8-4A69-9855-DB8E77180609}"/>
                    </a:ext>
                  </a:extLst>
                </p:cNvPr>
                <p:cNvSpPr/>
                <p:nvPr/>
              </p:nvSpPr>
              <p:spPr>
                <a:xfrm>
                  <a:off x="2812027" y="1371981"/>
                  <a:ext cx="7943" cy="12012"/>
                </a:xfrm>
                <a:custGeom>
                  <a:avLst/>
                  <a:gdLst>
                    <a:gd name="connsiteX0" fmla="*/ 6896 w 7943"/>
                    <a:gd name="connsiteY0" fmla="*/ 12002 h 12012"/>
                    <a:gd name="connsiteX1" fmla="*/ 1372 w 7943"/>
                    <a:gd name="connsiteY1" fmla="*/ 6382 h 12012"/>
                    <a:gd name="connsiteX2" fmla="*/ 1467 w 7943"/>
                    <a:gd name="connsiteY2" fmla="*/ 0 h 12012"/>
                    <a:gd name="connsiteX3" fmla="*/ 7944 w 7943"/>
                    <a:gd name="connsiteY3" fmla="*/ 3429 h 12012"/>
                    <a:gd name="connsiteX4" fmla="*/ 6896 w 7943"/>
                    <a:gd name="connsiteY4" fmla="*/ 12002 h 12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43" h="12012">
                      <a:moveTo>
                        <a:pt x="6896" y="12002"/>
                      </a:moveTo>
                      <a:cubicBezTo>
                        <a:pt x="2134" y="12382"/>
                        <a:pt x="5658" y="2762"/>
                        <a:pt x="1372" y="6382"/>
                      </a:cubicBezTo>
                      <a:cubicBezTo>
                        <a:pt x="1181" y="4381"/>
                        <a:pt x="-1677" y="4096"/>
                        <a:pt x="1467" y="0"/>
                      </a:cubicBezTo>
                      <a:cubicBezTo>
                        <a:pt x="2800" y="3810"/>
                        <a:pt x="4229" y="3429"/>
                        <a:pt x="7944" y="3429"/>
                      </a:cubicBezTo>
                      <a:cubicBezTo>
                        <a:pt x="2419" y="7906"/>
                        <a:pt x="9563" y="7620"/>
                        <a:pt x="6896" y="120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41AF7A17-DE08-4C63-B7C5-7C0CC034065A}"/>
                    </a:ext>
                  </a:extLst>
                </p:cNvPr>
                <p:cNvSpPr/>
                <p:nvPr/>
              </p:nvSpPr>
              <p:spPr>
                <a:xfrm>
                  <a:off x="2828639" y="1360853"/>
                  <a:ext cx="5429" cy="2555"/>
                </a:xfrm>
                <a:custGeom>
                  <a:avLst/>
                  <a:gdLst>
                    <a:gd name="connsiteX0" fmla="*/ 0 w 5429"/>
                    <a:gd name="connsiteY0" fmla="*/ 2555 h 2555"/>
                    <a:gd name="connsiteX1" fmla="*/ 5429 w 5429"/>
                    <a:gd name="connsiteY1" fmla="*/ 364 h 2555"/>
                    <a:gd name="connsiteX2" fmla="*/ 0 w 5429"/>
                    <a:gd name="connsiteY2" fmla="*/ 2555 h 2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29" h="2555">
                      <a:moveTo>
                        <a:pt x="0" y="2555"/>
                      </a:moveTo>
                      <a:cubicBezTo>
                        <a:pt x="2191" y="-493"/>
                        <a:pt x="3810" y="-207"/>
                        <a:pt x="5429" y="364"/>
                      </a:cubicBezTo>
                      <a:cubicBezTo>
                        <a:pt x="2191" y="4270"/>
                        <a:pt x="3048" y="1222"/>
                        <a:pt x="0" y="25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5399A4E2-0409-4641-8C25-42A8AD791B8C}"/>
                    </a:ext>
                  </a:extLst>
                </p:cNvPr>
                <p:cNvSpPr/>
                <p:nvPr/>
              </p:nvSpPr>
              <p:spPr>
                <a:xfrm>
                  <a:off x="2819114" y="1376825"/>
                  <a:ext cx="3619" cy="3852"/>
                </a:xfrm>
                <a:custGeom>
                  <a:avLst/>
                  <a:gdLst>
                    <a:gd name="connsiteX0" fmla="*/ 0 w 3619"/>
                    <a:gd name="connsiteY0" fmla="*/ 680 h 3852"/>
                    <a:gd name="connsiteX1" fmla="*/ 3620 w 3619"/>
                    <a:gd name="connsiteY1" fmla="*/ 2776 h 3852"/>
                    <a:gd name="connsiteX2" fmla="*/ 0 w 3619"/>
                    <a:gd name="connsiteY2" fmla="*/ 680 h 3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9" h="3852">
                      <a:moveTo>
                        <a:pt x="0" y="680"/>
                      </a:moveTo>
                      <a:cubicBezTo>
                        <a:pt x="2762" y="-1606"/>
                        <a:pt x="2000" y="2585"/>
                        <a:pt x="3620" y="2776"/>
                      </a:cubicBezTo>
                      <a:cubicBezTo>
                        <a:pt x="190" y="5538"/>
                        <a:pt x="571" y="2300"/>
                        <a:pt x="0" y="6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AEEAA2DD-1E5A-4BCC-A8AB-AC32CDA80738}"/>
                    </a:ext>
                  </a:extLst>
                </p:cNvPr>
                <p:cNvSpPr/>
                <p:nvPr/>
              </p:nvSpPr>
              <p:spPr>
                <a:xfrm>
                  <a:off x="2801084" y="1410917"/>
                  <a:ext cx="3075" cy="3363"/>
                </a:xfrm>
                <a:custGeom>
                  <a:avLst/>
                  <a:gdLst>
                    <a:gd name="connsiteX0" fmla="*/ 123 w 3075"/>
                    <a:gd name="connsiteY0" fmla="*/ 783 h 3363"/>
                    <a:gd name="connsiteX1" fmla="*/ 3075 w 3075"/>
                    <a:gd name="connsiteY1" fmla="*/ 1164 h 3363"/>
                    <a:gd name="connsiteX2" fmla="*/ 123 w 3075"/>
                    <a:gd name="connsiteY2" fmla="*/ 783 h 33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75" h="3363">
                      <a:moveTo>
                        <a:pt x="123" y="783"/>
                      </a:moveTo>
                      <a:cubicBezTo>
                        <a:pt x="1456" y="-1218"/>
                        <a:pt x="2028" y="1259"/>
                        <a:pt x="3075" y="1164"/>
                      </a:cubicBezTo>
                      <a:cubicBezTo>
                        <a:pt x="123" y="5355"/>
                        <a:pt x="-258" y="2592"/>
                        <a:pt x="123" y="7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298E6D48-3D70-4C57-8519-0CFBD1A6FA8F}"/>
                    </a:ext>
                  </a:extLst>
                </p:cNvPr>
                <p:cNvSpPr/>
                <p:nvPr/>
              </p:nvSpPr>
              <p:spPr>
                <a:xfrm>
                  <a:off x="2701766" y="1548846"/>
                  <a:ext cx="4572" cy="3211"/>
                </a:xfrm>
                <a:custGeom>
                  <a:avLst/>
                  <a:gdLst>
                    <a:gd name="connsiteX0" fmla="*/ 0 w 4572"/>
                    <a:gd name="connsiteY0" fmla="*/ 586 h 3211"/>
                    <a:gd name="connsiteX1" fmla="*/ 4572 w 4572"/>
                    <a:gd name="connsiteY1" fmla="*/ 1824 h 3211"/>
                    <a:gd name="connsiteX2" fmla="*/ 0 w 4572"/>
                    <a:gd name="connsiteY2" fmla="*/ 586 h 3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72" h="3211">
                      <a:moveTo>
                        <a:pt x="0" y="586"/>
                      </a:moveTo>
                      <a:cubicBezTo>
                        <a:pt x="2000" y="-1224"/>
                        <a:pt x="2953" y="1729"/>
                        <a:pt x="4572" y="1824"/>
                      </a:cubicBezTo>
                      <a:cubicBezTo>
                        <a:pt x="1143" y="5443"/>
                        <a:pt x="2000" y="871"/>
                        <a:pt x="0" y="5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5CE8800D-C99F-42DB-89E7-3703CFD116A8}"/>
                    </a:ext>
                  </a:extLst>
                </p:cNvPr>
                <p:cNvSpPr/>
                <p:nvPr/>
              </p:nvSpPr>
              <p:spPr>
                <a:xfrm>
                  <a:off x="2818898" y="1391253"/>
                  <a:ext cx="4120" cy="2497"/>
                </a:xfrm>
                <a:custGeom>
                  <a:avLst/>
                  <a:gdLst>
                    <a:gd name="connsiteX0" fmla="*/ 25 w 4120"/>
                    <a:gd name="connsiteY0" fmla="*/ 540 h 2497"/>
                    <a:gd name="connsiteX1" fmla="*/ 4121 w 4120"/>
                    <a:gd name="connsiteY1" fmla="*/ 254 h 2497"/>
                    <a:gd name="connsiteX2" fmla="*/ 25 w 4120"/>
                    <a:gd name="connsiteY2" fmla="*/ 540 h 2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20" h="2497">
                      <a:moveTo>
                        <a:pt x="25" y="540"/>
                      </a:moveTo>
                      <a:cubicBezTo>
                        <a:pt x="1644" y="-699"/>
                        <a:pt x="2692" y="635"/>
                        <a:pt x="4121" y="254"/>
                      </a:cubicBezTo>
                      <a:cubicBezTo>
                        <a:pt x="1930" y="3969"/>
                        <a:pt x="-261" y="2349"/>
                        <a:pt x="25" y="5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BA0C5AB6-94CA-4023-97C1-E721EBF2A15C}"/>
                    </a:ext>
                  </a:extLst>
                </p:cNvPr>
                <p:cNvSpPr/>
                <p:nvPr/>
              </p:nvSpPr>
              <p:spPr>
                <a:xfrm>
                  <a:off x="2705385" y="1551161"/>
                  <a:ext cx="3121" cy="4651"/>
                </a:xfrm>
                <a:custGeom>
                  <a:avLst/>
                  <a:gdLst>
                    <a:gd name="connsiteX0" fmla="*/ 0 w 3121"/>
                    <a:gd name="connsiteY0" fmla="*/ 1604 h 4651"/>
                    <a:gd name="connsiteX1" fmla="*/ 762 w 3121"/>
                    <a:gd name="connsiteY1" fmla="*/ 4652 h 4651"/>
                    <a:gd name="connsiteX2" fmla="*/ 0 w 3121"/>
                    <a:gd name="connsiteY2" fmla="*/ 1604 h 4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21" h="4651">
                      <a:moveTo>
                        <a:pt x="0" y="1604"/>
                      </a:moveTo>
                      <a:cubicBezTo>
                        <a:pt x="3238" y="-2778"/>
                        <a:pt x="4667" y="3033"/>
                        <a:pt x="762" y="4652"/>
                      </a:cubicBezTo>
                      <a:cubicBezTo>
                        <a:pt x="-1048" y="4557"/>
                        <a:pt x="2572" y="1128"/>
                        <a:pt x="0" y="16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4B45E25F-19BB-4CA4-B7E2-B2D1C58B2597}"/>
                    </a:ext>
                  </a:extLst>
                </p:cNvPr>
                <p:cNvSpPr/>
                <p:nvPr/>
              </p:nvSpPr>
              <p:spPr>
                <a:xfrm>
                  <a:off x="2708814" y="1554686"/>
                  <a:ext cx="12096" cy="10556"/>
                </a:xfrm>
                <a:custGeom>
                  <a:avLst/>
                  <a:gdLst>
                    <a:gd name="connsiteX0" fmla="*/ 571 w 12096"/>
                    <a:gd name="connsiteY0" fmla="*/ 1603 h 10556"/>
                    <a:gd name="connsiteX1" fmla="*/ 6667 w 12096"/>
                    <a:gd name="connsiteY1" fmla="*/ 2365 h 10556"/>
                    <a:gd name="connsiteX2" fmla="*/ 12097 w 12096"/>
                    <a:gd name="connsiteY2" fmla="*/ 10556 h 10556"/>
                    <a:gd name="connsiteX3" fmla="*/ 1524 w 12096"/>
                    <a:gd name="connsiteY3" fmla="*/ 5984 h 10556"/>
                    <a:gd name="connsiteX4" fmla="*/ 3524 w 12096"/>
                    <a:gd name="connsiteY4" fmla="*/ 3222 h 10556"/>
                    <a:gd name="connsiteX5" fmla="*/ 0 w 12096"/>
                    <a:gd name="connsiteY5" fmla="*/ 3889 h 10556"/>
                    <a:gd name="connsiteX6" fmla="*/ 571 w 12096"/>
                    <a:gd name="connsiteY6" fmla="*/ 1603 h 1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096" h="10556">
                      <a:moveTo>
                        <a:pt x="571" y="1603"/>
                      </a:moveTo>
                      <a:cubicBezTo>
                        <a:pt x="3619" y="-1826"/>
                        <a:pt x="5429" y="1126"/>
                        <a:pt x="6667" y="2365"/>
                      </a:cubicBezTo>
                      <a:cubicBezTo>
                        <a:pt x="9049" y="4841"/>
                        <a:pt x="10668" y="9223"/>
                        <a:pt x="12097" y="10556"/>
                      </a:cubicBezTo>
                      <a:cubicBezTo>
                        <a:pt x="7906" y="10271"/>
                        <a:pt x="6477" y="4079"/>
                        <a:pt x="1524" y="5984"/>
                      </a:cubicBezTo>
                      <a:cubicBezTo>
                        <a:pt x="1238" y="4936"/>
                        <a:pt x="2667" y="4270"/>
                        <a:pt x="3524" y="3222"/>
                      </a:cubicBezTo>
                      <a:cubicBezTo>
                        <a:pt x="2857" y="1031"/>
                        <a:pt x="857" y="5317"/>
                        <a:pt x="0" y="3889"/>
                      </a:cubicBezTo>
                      <a:cubicBezTo>
                        <a:pt x="1429" y="2460"/>
                        <a:pt x="1048" y="1984"/>
                        <a:pt x="571" y="16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4BB78F62-39F6-4026-B6DC-D414F1C7487B}"/>
                    </a:ext>
                  </a:extLst>
                </p:cNvPr>
                <p:cNvSpPr/>
                <p:nvPr/>
              </p:nvSpPr>
              <p:spPr>
                <a:xfrm>
                  <a:off x="2813399" y="1415500"/>
                  <a:ext cx="2215" cy="3820"/>
                </a:xfrm>
                <a:custGeom>
                  <a:avLst/>
                  <a:gdLst>
                    <a:gd name="connsiteX0" fmla="*/ 0 w 2215"/>
                    <a:gd name="connsiteY0" fmla="*/ 486 h 3820"/>
                    <a:gd name="connsiteX1" fmla="*/ 1334 w 2215"/>
                    <a:gd name="connsiteY1" fmla="*/ 3820 h 3820"/>
                    <a:gd name="connsiteX2" fmla="*/ 0 w 2215"/>
                    <a:gd name="connsiteY2" fmla="*/ 486 h 38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5" h="3820">
                      <a:moveTo>
                        <a:pt x="0" y="486"/>
                      </a:moveTo>
                      <a:cubicBezTo>
                        <a:pt x="1714" y="-1133"/>
                        <a:pt x="3238" y="1629"/>
                        <a:pt x="1334" y="3820"/>
                      </a:cubicBezTo>
                      <a:cubicBezTo>
                        <a:pt x="-381" y="3439"/>
                        <a:pt x="571" y="1534"/>
                        <a:pt x="0" y="4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2AE38ABA-3CD6-4C5C-AE8A-1F7D26A85DA5}"/>
                    </a:ext>
                  </a:extLst>
                </p:cNvPr>
                <p:cNvSpPr/>
                <p:nvPr/>
              </p:nvSpPr>
              <p:spPr>
                <a:xfrm>
                  <a:off x="2896361" y="1303959"/>
                  <a:ext cx="6167" cy="4775"/>
                </a:xfrm>
                <a:custGeom>
                  <a:avLst/>
                  <a:gdLst>
                    <a:gd name="connsiteX0" fmla="*/ 0 w 6167"/>
                    <a:gd name="connsiteY0" fmla="*/ 1441 h 4775"/>
                    <a:gd name="connsiteX1" fmla="*/ 4858 w 6167"/>
                    <a:gd name="connsiteY1" fmla="*/ 298 h 4775"/>
                    <a:gd name="connsiteX2" fmla="*/ 3524 w 6167"/>
                    <a:gd name="connsiteY2" fmla="*/ 4775 h 4775"/>
                    <a:gd name="connsiteX3" fmla="*/ 0 w 6167"/>
                    <a:gd name="connsiteY3" fmla="*/ 1441 h 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67" h="4775">
                      <a:moveTo>
                        <a:pt x="0" y="1441"/>
                      </a:moveTo>
                      <a:cubicBezTo>
                        <a:pt x="1619" y="-559"/>
                        <a:pt x="4953" y="2489"/>
                        <a:pt x="4858" y="298"/>
                      </a:cubicBezTo>
                      <a:cubicBezTo>
                        <a:pt x="7906" y="-1035"/>
                        <a:pt x="4858" y="2394"/>
                        <a:pt x="3524" y="4775"/>
                      </a:cubicBezTo>
                      <a:cubicBezTo>
                        <a:pt x="1334" y="4204"/>
                        <a:pt x="2381" y="1822"/>
                        <a:pt x="0" y="144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4C9DCBC1-520D-4BBD-8839-7E7D8005BE97}"/>
                    </a:ext>
                  </a:extLst>
                </p:cNvPr>
                <p:cNvSpPr/>
                <p:nvPr/>
              </p:nvSpPr>
              <p:spPr>
                <a:xfrm>
                  <a:off x="2815208" y="1418639"/>
                  <a:ext cx="3143" cy="2777"/>
                </a:xfrm>
                <a:custGeom>
                  <a:avLst/>
                  <a:gdLst>
                    <a:gd name="connsiteX0" fmla="*/ 0 w 3143"/>
                    <a:gd name="connsiteY0" fmla="*/ 967 h 2777"/>
                    <a:gd name="connsiteX1" fmla="*/ 3143 w 3143"/>
                    <a:gd name="connsiteY1" fmla="*/ 205 h 2777"/>
                    <a:gd name="connsiteX2" fmla="*/ 2667 w 3143"/>
                    <a:gd name="connsiteY2" fmla="*/ 2586 h 2777"/>
                    <a:gd name="connsiteX3" fmla="*/ 0 w 3143"/>
                    <a:gd name="connsiteY3" fmla="*/ 967 h 2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43" h="2777">
                      <a:moveTo>
                        <a:pt x="0" y="967"/>
                      </a:moveTo>
                      <a:cubicBezTo>
                        <a:pt x="1238" y="-81"/>
                        <a:pt x="2191" y="-176"/>
                        <a:pt x="3143" y="205"/>
                      </a:cubicBezTo>
                      <a:cubicBezTo>
                        <a:pt x="2762" y="1157"/>
                        <a:pt x="2381" y="2015"/>
                        <a:pt x="2667" y="2586"/>
                      </a:cubicBezTo>
                      <a:cubicBezTo>
                        <a:pt x="1048" y="3348"/>
                        <a:pt x="476" y="1634"/>
                        <a:pt x="0" y="9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D673A02C-FD9F-426B-B2BB-2EED6B477F63}"/>
                    </a:ext>
                  </a:extLst>
                </p:cNvPr>
                <p:cNvSpPr/>
                <p:nvPr/>
              </p:nvSpPr>
              <p:spPr>
                <a:xfrm>
                  <a:off x="2679573" y="1606639"/>
                  <a:ext cx="9429" cy="7177"/>
                </a:xfrm>
                <a:custGeom>
                  <a:avLst/>
                  <a:gdLst>
                    <a:gd name="connsiteX0" fmla="*/ 0 w 9429"/>
                    <a:gd name="connsiteY0" fmla="*/ 324 h 7177"/>
                    <a:gd name="connsiteX1" fmla="*/ 9430 w 9429"/>
                    <a:gd name="connsiteY1" fmla="*/ 6801 h 7177"/>
                    <a:gd name="connsiteX2" fmla="*/ 0 w 9429"/>
                    <a:gd name="connsiteY2" fmla="*/ 324 h 7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429" h="7177">
                      <a:moveTo>
                        <a:pt x="0" y="324"/>
                      </a:moveTo>
                      <a:cubicBezTo>
                        <a:pt x="4000" y="-1677"/>
                        <a:pt x="4572" y="6229"/>
                        <a:pt x="9430" y="6801"/>
                      </a:cubicBezTo>
                      <a:cubicBezTo>
                        <a:pt x="4381" y="8705"/>
                        <a:pt x="1524" y="2895"/>
                        <a:pt x="0" y="3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5AA70025-A33A-4D08-A589-8051440441A9}"/>
                    </a:ext>
                  </a:extLst>
                </p:cNvPr>
                <p:cNvSpPr/>
                <p:nvPr/>
              </p:nvSpPr>
              <p:spPr>
                <a:xfrm>
                  <a:off x="2850546" y="1376648"/>
                  <a:ext cx="3810" cy="7239"/>
                </a:xfrm>
                <a:custGeom>
                  <a:avLst/>
                  <a:gdLst>
                    <a:gd name="connsiteX0" fmla="*/ 0 w 3810"/>
                    <a:gd name="connsiteY0" fmla="*/ 4381 h 7239"/>
                    <a:gd name="connsiteX1" fmla="*/ 3810 w 3810"/>
                    <a:gd name="connsiteY1" fmla="*/ 0 h 7239"/>
                    <a:gd name="connsiteX2" fmla="*/ 476 w 3810"/>
                    <a:gd name="connsiteY2" fmla="*/ 7239 h 7239"/>
                    <a:gd name="connsiteX3" fmla="*/ 0 w 3810"/>
                    <a:gd name="connsiteY3" fmla="*/ 4381 h 7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10" h="7239">
                      <a:moveTo>
                        <a:pt x="0" y="4381"/>
                      </a:moveTo>
                      <a:cubicBezTo>
                        <a:pt x="1143" y="3524"/>
                        <a:pt x="2381" y="2286"/>
                        <a:pt x="3810" y="0"/>
                      </a:cubicBezTo>
                      <a:cubicBezTo>
                        <a:pt x="2191" y="2667"/>
                        <a:pt x="2953" y="5620"/>
                        <a:pt x="476" y="7239"/>
                      </a:cubicBezTo>
                      <a:cubicBezTo>
                        <a:pt x="95" y="6477"/>
                        <a:pt x="2286" y="4191"/>
                        <a:pt x="0" y="4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Freeform: Shape 133">
                  <a:extLst>
                    <a:ext uri="{FF2B5EF4-FFF2-40B4-BE49-F238E27FC236}">
                      <a16:creationId xmlns:a16="http://schemas.microsoft.com/office/drawing/2014/main" id="{9B78FCA2-C6D3-4B23-AD9D-ADC2ECBAD67F}"/>
                    </a:ext>
                  </a:extLst>
                </p:cNvPr>
                <p:cNvSpPr/>
                <p:nvPr/>
              </p:nvSpPr>
              <p:spPr>
                <a:xfrm>
                  <a:off x="2825115" y="1417696"/>
                  <a:ext cx="3809" cy="3795"/>
                </a:xfrm>
                <a:custGeom>
                  <a:avLst/>
                  <a:gdLst>
                    <a:gd name="connsiteX0" fmla="*/ 0 w 3809"/>
                    <a:gd name="connsiteY0" fmla="*/ 2291 h 3795"/>
                    <a:gd name="connsiteX1" fmla="*/ 3810 w 3809"/>
                    <a:gd name="connsiteY1" fmla="*/ 576 h 3795"/>
                    <a:gd name="connsiteX2" fmla="*/ 0 w 3809"/>
                    <a:gd name="connsiteY2" fmla="*/ 2291 h 3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3795">
                      <a:moveTo>
                        <a:pt x="0" y="2291"/>
                      </a:moveTo>
                      <a:cubicBezTo>
                        <a:pt x="1429" y="1148"/>
                        <a:pt x="2953" y="-1043"/>
                        <a:pt x="3810" y="576"/>
                      </a:cubicBezTo>
                      <a:cubicBezTo>
                        <a:pt x="2000" y="4577"/>
                        <a:pt x="571" y="4481"/>
                        <a:pt x="0" y="22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9FD710C2-CDBC-4933-A874-B24817677DBE}"/>
                    </a:ext>
                  </a:extLst>
                </p:cNvPr>
                <p:cNvSpPr/>
                <p:nvPr/>
              </p:nvSpPr>
              <p:spPr>
                <a:xfrm>
                  <a:off x="2852642" y="1378267"/>
                  <a:ext cx="4476" cy="7154"/>
                </a:xfrm>
                <a:custGeom>
                  <a:avLst/>
                  <a:gdLst>
                    <a:gd name="connsiteX0" fmla="*/ 0 w 4476"/>
                    <a:gd name="connsiteY0" fmla="*/ 5239 h 7154"/>
                    <a:gd name="connsiteX1" fmla="*/ 4477 w 4476"/>
                    <a:gd name="connsiteY1" fmla="*/ 0 h 7154"/>
                    <a:gd name="connsiteX2" fmla="*/ 4286 w 4476"/>
                    <a:gd name="connsiteY2" fmla="*/ 3810 h 7154"/>
                    <a:gd name="connsiteX3" fmla="*/ 1810 w 4476"/>
                    <a:gd name="connsiteY3" fmla="*/ 6287 h 7154"/>
                    <a:gd name="connsiteX4" fmla="*/ 0 w 4476"/>
                    <a:gd name="connsiteY4" fmla="*/ 5239 h 7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76" h="7154">
                      <a:moveTo>
                        <a:pt x="0" y="5239"/>
                      </a:moveTo>
                      <a:cubicBezTo>
                        <a:pt x="1334" y="4477"/>
                        <a:pt x="2953" y="2286"/>
                        <a:pt x="4477" y="0"/>
                      </a:cubicBezTo>
                      <a:cubicBezTo>
                        <a:pt x="4382" y="1238"/>
                        <a:pt x="3524" y="2953"/>
                        <a:pt x="4286" y="3810"/>
                      </a:cubicBezTo>
                      <a:cubicBezTo>
                        <a:pt x="3524" y="5239"/>
                        <a:pt x="857" y="5048"/>
                        <a:pt x="1810" y="6287"/>
                      </a:cubicBezTo>
                      <a:cubicBezTo>
                        <a:pt x="-476" y="8858"/>
                        <a:pt x="1524" y="4858"/>
                        <a:pt x="0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72B64758-54D4-47DB-BC02-D4964169F1D7}"/>
                    </a:ext>
                  </a:extLst>
                </p:cNvPr>
                <p:cNvSpPr/>
                <p:nvPr/>
              </p:nvSpPr>
              <p:spPr>
                <a:xfrm>
                  <a:off x="2867786" y="1364025"/>
                  <a:ext cx="4095" cy="3859"/>
                </a:xfrm>
                <a:custGeom>
                  <a:avLst/>
                  <a:gdLst>
                    <a:gd name="connsiteX0" fmla="*/ 0 w 4095"/>
                    <a:gd name="connsiteY0" fmla="*/ 717 h 3859"/>
                    <a:gd name="connsiteX1" fmla="*/ 4096 w 4095"/>
                    <a:gd name="connsiteY1" fmla="*/ 431 h 3859"/>
                    <a:gd name="connsiteX2" fmla="*/ 953 w 4095"/>
                    <a:gd name="connsiteY2" fmla="*/ 3860 h 3859"/>
                    <a:gd name="connsiteX3" fmla="*/ 0 w 4095"/>
                    <a:gd name="connsiteY3" fmla="*/ 717 h 3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5" h="3859">
                      <a:moveTo>
                        <a:pt x="0" y="717"/>
                      </a:moveTo>
                      <a:cubicBezTo>
                        <a:pt x="1524" y="-236"/>
                        <a:pt x="2858" y="-141"/>
                        <a:pt x="4096" y="431"/>
                      </a:cubicBezTo>
                      <a:cubicBezTo>
                        <a:pt x="3143" y="1002"/>
                        <a:pt x="2096" y="2241"/>
                        <a:pt x="953" y="3860"/>
                      </a:cubicBezTo>
                      <a:cubicBezTo>
                        <a:pt x="381" y="3003"/>
                        <a:pt x="2096" y="812"/>
                        <a:pt x="0" y="7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E7357E20-1C3E-4F10-B1AA-5793C9258189}"/>
                    </a:ext>
                  </a:extLst>
                </p:cNvPr>
                <p:cNvSpPr/>
                <p:nvPr/>
              </p:nvSpPr>
              <p:spPr>
                <a:xfrm>
                  <a:off x="2874644" y="1368964"/>
                  <a:ext cx="5372" cy="7588"/>
                </a:xfrm>
                <a:custGeom>
                  <a:avLst/>
                  <a:gdLst>
                    <a:gd name="connsiteX0" fmla="*/ 3905 w 5372"/>
                    <a:gd name="connsiteY0" fmla="*/ 635 h 7588"/>
                    <a:gd name="connsiteX1" fmla="*/ 3905 w 5372"/>
                    <a:gd name="connsiteY1" fmla="*/ 5874 h 7588"/>
                    <a:gd name="connsiteX2" fmla="*/ 0 w 5372"/>
                    <a:gd name="connsiteY2" fmla="*/ 7588 h 7588"/>
                    <a:gd name="connsiteX3" fmla="*/ 3905 w 5372"/>
                    <a:gd name="connsiteY3" fmla="*/ 635 h 7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72" h="7588">
                      <a:moveTo>
                        <a:pt x="3905" y="635"/>
                      </a:moveTo>
                      <a:cubicBezTo>
                        <a:pt x="8573" y="-2413"/>
                        <a:pt x="286" y="6540"/>
                        <a:pt x="3905" y="5874"/>
                      </a:cubicBezTo>
                      <a:cubicBezTo>
                        <a:pt x="4286" y="7874"/>
                        <a:pt x="1334" y="5493"/>
                        <a:pt x="0" y="7588"/>
                      </a:cubicBezTo>
                      <a:cubicBezTo>
                        <a:pt x="667" y="4350"/>
                        <a:pt x="4001" y="3111"/>
                        <a:pt x="3905" y="63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: Shape 137">
                  <a:extLst>
                    <a:ext uri="{FF2B5EF4-FFF2-40B4-BE49-F238E27FC236}">
                      <a16:creationId xmlns:a16="http://schemas.microsoft.com/office/drawing/2014/main" id="{1C9CA0F1-CCFB-4328-997B-174B3F83FEC4}"/>
                    </a:ext>
                  </a:extLst>
                </p:cNvPr>
                <p:cNvSpPr/>
                <p:nvPr/>
              </p:nvSpPr>
              <p:spPr>
                <a:xfrm>
                  <a:off x="2870691" y="1378172"/>
                  <a:ext cx="2519" cy="5619"/>
                </a:xfrm>
                <a:custGeom>
                  <a:avLst/>
                  <a:gdLst>
                    <a:gd name="connsiteX0" fmla="*/ 2239 w 2519"/>
                    <a:gd name="connsiteY0" fmla="*/ 0 h 5619"/>
                    <a:gd name="connsiteX1" fmla="*/ 620 w 2519"/>
                    <a:gd name="connsiteY1" fmla="*/ 5620 h 5619"/>
                    <a:gd name="connsiteX2" fmla="*/ 2239 w 2519"/>
                    <a:gd name="connsiteY2" fmla="*/ 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9" h="5619">
                      <a:moveTo>
                        <a:pt x="2239" y="0"/>
                      </a:moveTo>
                      <a:cubicBezTo>
                        <a:pt x="3192" y="1048"/>
                        <a:pt x="1477" y="3619"/>
                        <a:pt x="620" y="5620"/>
                      </a:cubicBezTo>
                      <a:cubicBezTo>
                        <a:pt x="-523" y="4667"/>
                        <a:pt x="-142" y="2857"/>
                        <a:pt x="223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: Shape 138">
                  <a:extLst>
                    <a:ext uri="{FF2B5EF4-FFF2-40B4-BE49-F238E27FC236}">
                      <a16:creationId xmlns:a16="http://schemas.microsoft.com/office/drawing/2014/main" id="{CE21F8E8-459F-4626-98AB-08C5A6BCC087}"/>
                    </a:ext>
                  </a:extLst>
                </p:cNvPr>
                <p:cNvSpPr/>
                <p:nvPr/>
              </p:nvSpPr>
              <p:spPr>
                <a:xfrm>
                  <a:off x="2766736" y="1521523"/>
                  <a:ext cx="2570" cy="3905"/>
                </a:xfrm>
                <a:custGeom>
                  <a:avLst/>
                  <a:gdLst>
                    <a:gd name="connsiteX0" fmla="*/ 1229 w 2570"/>
                    <a:gd name="connsiteY0" fmla="*/ 3905 h 3905"/>
                    <a:gd name="connsiteX1" fmla="*/ 1133 w 2570"/>
                    <a:gd name="connsiteY1" fmla="*/ 0 h 3905"/>
                    <a:gd name="connsiteX2" fmla="*/ 1229 w 2570"/>
                    <a:gd name="connsiteY2" fmla="*/ 3905 h 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0" h="3905">
                      <a:moveTo>
                        <a:pt x="1229" y="3905"/>
                      </a:moveTo>
                      <a:cubicBezTo>
                        <a:pt x="181" y="3143"/>
                        <a:pt x="-867" y="2477"/>
                        <a:pt x="1133" y="0"/>
                      </a:cubicBezTo>
                      <a:cubicBezTo>
                        <a:pt x="2467" y="476"/>
                        <a:pt x="3515" y="1143"/>
                        <a:pt x="1229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1243F718-E8A5-4DA4-8C85-501AE775BE3D}"/>
                    </a:ext>
                  </a:extLst>
                </p:cNvPr>
                <p:cNvSpPr/>
                <p:nvPr/>
              </p:nvSpPr>
              <p:spPr>
                <a:xfrm>
                  <a:off x="2874740" y="1377946"/>
                  <a:ext cx="6858" cy="4702"/>
                </a:xfrm>
                <a:custGeom>
                  <a:avLst/>
                  <a:gdLst>
                    <a:gd name="connsiteX0" fmla="*/ 0 w 6858"/>
                    <a:gd name="connsiteY0" fmla="*/ 1179 h 4702"/>
                    <a:gd name="connsiteX1" fmla="*/ 6858 w 6858"/>
                    <a:gd name="connsiteY1" fmla="*/ 2512 h 4702"/>
                    <a:gd name="connsiteX2" fmla="*/ 3905 w 6858"/>
                    <a:gd name="connsiteY2" fmla="*/ 4703 h 4702"/>
                    <a:gd name="connsiteX3" fmla="*/ 0 w 6858"/>
                    <a:gd name="connsiteY3" fmla="*/ 1179 h 4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58" h="4702">
                      <a:moveTo>
                        <a:pt x="0" y="1179"/>
                      </a:moveTo>
                      <a:cubicBezTo>
                        <a:pt x="2953" y="-1965"/>
                        <a:pt x="4572" y="2131"/>
                        <a:pt x="6858" y="2512"/>
                      </a:cubicBezTo>
                      <a:cubicBezTo>
                        <a:pt x="5905" y="3274"/>
                        <a:pt x="5048" y="2893"/>
                        <a:pt x="3905" y="4703"/>
                      </a:cubicBezTo>
                      <a:cubicBezTo>
                        <a:pt x="2857" y="2417"/>
                        <a:pt x="1810" y="3179"/>
                        <a:pt x="0" y="11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372F82C1-6B2F-4541-9A05-41ADB51FBDBC}"/>
                    </a:ext>
                  </a:extLst>
                </p:cNvPr>
                <p:cNvSpPr/>
                <p:nvPr/>
              </p:nvSpPr>
              <p:spPr>
                <a:xfrm>
                  <a:off x="2856166" y="1405703"/>
                  <a:ext cx="3619" cy="4584"/>
                </a:xfrm>
                <a:custGeom>
                  <a:avLst/>
                  <a:gdLst>
                    <a:gd name="connsiteX0" fmla="*/ 0 w 3619"/>
                    <a:gd name="connsiteY0" fmla="*/ 1901 h 4584"/>
                    <a:gd name="connsiteX1" fmla="*/ 3620 w 3619"/>
                    <a:gd name="connsiteY1" fmla="*/ 3997 h 4584"/>
                    <a:gd name="connsiteX2" fmla="*/ 0 w 3619"/>
                    <a:gd name="connsiteY2" fmla="*/ 1901 h 4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9" h="4584">
                      <a:moveTo>
                        <a:pt x="0" y="1901"/>
                      </a:moveTo>
                      <a:cubicBezTo>
                        <a:pt x="4191" y="-2861"/>
                        <a:pt x="2572" y="2663"/>
                        <a:pt x="3620" y="3997"/>
                      </a:cubicBezTo>
                      <a:cubicBezTo>
                        <a:pt x="953" y="6187"/>
                        <a:pt x="2477" y="1520"/>
                        <a:pt x="0" y="19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DE379AEA-6CE2-4261-B368-2D74CE598A1A}"/>
                    </a:ext>
                  </a:extLst>
                </p:cNvPr>
                <p:cNvSpPr/>
                <p:nvPr/>
              </p:nvSpPr>
              <p:spPr>
                <a:xfrm>
                  <a:off x="2698960" y="1618200"/>
                  <a:ext cx="3616" cy="2050"/>
                </a:xfrm>
                <a:custGeom>
                  <a:avLst/>
                  <a:gdLst>
                    <a:gd name="connsiteX0" fmla="*/ 3472 w 3616"/>
                    <a:gd name="connsiteY0" fmla="*/ 1335 h 2050"/>
                    <a:gd name="connsiteX1" fmla="*/ 1758 w 3616"/>
                    <a:gd name="connsiteY1" fmla="*/ 383 h 2050"/>
                    <a:gd name="connsiteX2" fmla="*/ 3472 w 3616"/>
                    <a:gd name="connsiteY2" fmla="*/ 1335 h 2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6" h="2050">
                      <a:moveTo>
                        <a:pt x="3472" y="1335"/>
                      </a:moveTo>
                      <a:cubicBezTo>
                        <a:pt x="995" y="3907"/>
                        <a:pt x="-1957" y="-1427"/>
                        <a:pt x="1758" y="383"/>
                      </a:cubicBezTo>
                      <a:cubicBezTo>
                        <a:pt x="2805" y="859"/>
                        <a:pt x="4044" y="-1046"/>
                        <a:pt x="3472" y="133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748D79C5-6AD5-44C0-BF16-A3A7A354F851}"/>
                    </a:ext>
                  </a:extLst>
                </p:cNvPr>
                <p:cNvSpPr/>
                <p:nvPr/>
              </p:nvSpPr>
              <p:spPr>
                <a:xfrm>
                  <a:off x="2866072" y="1423511"/>
                  <a:ext cx="2952" cy="4399"/>
                </a:xfrm>
                <a:custGeom>
                  <a:avLst/>
                  <a:gdLst>
                    <a:gd name="connsiteX0" fmla="*/ 0 w 2952"/>
                    <a:gd name="connsiteY0" fmla="*/ 2762 h 4399"/>
                    <a:gd name="connsiteX1" fmla="*/ 2096 w 2952"/>
                    <a:gd name="connsiteY1" fmla="*/ 0 h 4399"/>
                    <a:gd name="connsiteX2" fmla="*/ 2953 w 2952"/>
                    <a:gd name="connsiteY2" fmla="*/ 3143 h 4399"/>
                    <a:gd name="connsiteX3" fmla="*/ 0 w 2952"/>
                    <a:gd name="connsiteY3" fmla="*/ 2762 h 4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2" h="4399">
                      <a:moveTo>
                        <a:pt x="0" y="2762"/>
                      </a:moveTo>
                      <a:lnTo>
                        <a:pt x="2096" y="0"/>
                      </a:lnTo>
                      <a:cubicBezTo>
                        <a:pt x="4001" y="95"/>
                        <a:pt x="1048" y="2953"/>
                        <a:pt x="2953" y="3143"/>
                      </a:cubicBezTo>
                      <a:cubicBezTo>
                        <a:pt x="286" y="6001"/>
                        <a:pt x="1810" y="3143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36059054-ADA6-4E28-81C2-FCB818210252}"/>
                    </a:ext>
                  </a:extLst>
                </p:cNvPr>
                <p:cNvSpPr/>
                <p:nvPr/>
              </p:nvSpPr>
              <p:spPr>
                <a:xfrm>
                  <a:off x="2876359" y="1414288"/>
                  <a:ext cx="9169" cy="10079"/>
                </a:xfrm>
                <a:custGeom>
                  <a:avLst/>
                  <a:gdLst>
                    <a:gd name="connsiteX0" fmla="*/ 0 w 9169"/>
                    <a:gd name="connsiteY0" fmla="*/ 936 h 10079"/>
                    <a:gd name="connsiteX1" fmla="*/ 8191 w 9169"/>
                    <a:gd name="connsiteY1" fmla="*/ 3032 h 10079"/>
                    <a:gd name="connsiteX2" fmla="*/ 5905 w 9169"/>
                    <a:gd name="connsiteY2" fmla="*/ 6937 h 10079"/>
                    <a:gd name="connsiteX3" fmla="*/ 6763 w 9169"/>
                    <a:gd name="connsiteY3" fmla="*/ 10080 h 10079"/>
                    <a:gd name="connsiteX4" fmla="*/ 0 w 9169"/>
                    <a:gd name="connsiteY4" fmla="*/ 936 h 100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169" h="10079">
                      <a:moveTo>
                        <a:pt x="0" y="936"/>
                      </a:moveTo>
                      <a:cubicBezTo>
                        <a:pt x="3429" y="-2588"/>
                        <a:pt x="4096" y="5127"/>
                        <a:pt x="8191" y="3032"/>
                      </a:cubicBezTo>
                      <a:cubicBezTo>
                        <a:pt x="6858" y="4651"/>
                        <a:pt x="7334" y="5222"/>
                        <a:pt x="5905" y="6937"/>
                      </a:cubicBezTo>
                      <a:cubicBezTo>
                        <a:pt x="10001" y="4746"/>
                        <a:pt x="10192" y="5413"/>
                        <a:pt x="6763" y="10080"/>
                      </a:cubicBezTo>
                      <a:cubicBezTo>
                        <a:pt x="3524" y="5317"/>
                        <a:pt x="3905" y="4270"/>
                        <a:pt x="0" y="93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5D5A7D8D-0837-4BCF-B87E-6AA27B813BFE}"/>
                    </a:ext>
                  </a:extLst>
                </p:cNvPr>
                <p:cNvSpPr/>
                <p:nvPr/>
              </p:nvSpPr>
              <p:spPr>
                <a:xfrm>
                  <a:off x="2884439" y="1421891"/>
                  <a:ext cx="3147" cy="7143"/>
                </a:xfrm>
                <a:custGeom>
                  <a:avLst/>
                  <a:gdLst>
                    <a:gd name="connsiteX0" fmla="*/ 1254 w 3147"/>
                    <a:gd name="connsiteY0" fmla="*/ 0 h 7143"/>
                    <a:gd name="connsiteX1" fmla="*/ 2397 w 3147"/>
                    <a:gd name="connsiteY1" fmla="*/ 7144 h 7143"/>
                    <a:gd name="connsiteX2" fmla="*/ 1254 w 3147"/>
                    <a:gd name="connsiteY2" fmla="*/ 0 h 7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7" h="7143">
                      <a:moveTo>
                        <a:pt x="1254" y="0"/>
                      </a:moveTo>
                      <a:cubicBezTo>
                        <a:pt x="1826" y="2286"/>
                        <a:pt x="4398" y="3334"/>
                        <a:pt x="2397" y="7144"/>
                      </a:cubicBezTo>
                      <a:cubicBezTo>
                        <a:pt x="1350" y="5144"/>
                        <a:pt x="-1698" y="4191"/>
                        <a:pt x="125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3AB260F6-9144-4BA5-BD18-7F1A77E770D2}"/>
                    </a:ext>
                  </a:extLst>
                </p:cNvPr>
                <p:cNvSpPr/>
                <p:nvPr/>
              </p:nvSpPr>
              <p:spPr>
                <a:xfrm>
                  <a:off x="3017480" y="1253025"/>
                  <a:ext cx="4910" cy="4274"/>
                </a:xfrm>
                <a:custGeom>
                  <a:avLst/>
                  <a:gdLst>
                    <a:gd name="connsiteX0" fmla="*/ 40 w 4910"/>
                    <a:gd name="connsiteY0" fmla="*/ 560 h 4274"/>
                    <a:gd name="connsiteX1" fmla="*/ 4136 w 4910"/>
                    <a:gd name="connsiteY1" fmla="*/ 4274 h 4274"/>
                    <a:gd name="connsiteX2" fmla="*/ 40 w 4910"/>
                    <a:gd name="connsiteY2" fmla="*/ 560 h 4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10" h="4274">
                      <a:moveTo>
                        <a:pt x="40" y="560"/>
                      </a:moveTo>
                      <a:cubicBezTo>
                        <a:pt x="-627" y="-1060"/>
                        <a:pt x="7374" y="1036"/>
                        <a:pt x="4136" y="4274"/>
                      </a:cubicBezTo>
                      <a:cubicBezTo>
                        <a:pt x="2707" y="2274"/>
                        <a:pt x="2421" y="2465"/>
                        <a:pt x="40" y="5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D0054C48-C098-4366-ABD8-0F6889C83C1E}"/>
                    </a:ext>
                  </a:extLst>
                </p:cNvPr>
                <p:cNvSpPr/>
                <p:nvPr/>
              </p:nvSpPr>
              <p:spPr>
                <a:xfrm>
                  <a:off x="2873978" y="1450752"/>
                  <a:ext cx="7238" cy="3394"/>
                </a:xfrm>
                <a:custGeom>
                  <a:avLst/>
                  <a:gdLst>
                    <a:gd name="connsiteX0" fmla="*/ 0 w 7238"/>
                    <a:gd name="connsiteY0" fmla="*/ 953 h 3394"/>
                    <a:gd name="connsiteX1" fmla="*/ 7239 w 7238"/>
                    <a:gd name="connsiteY1" fmla="*/ 0 h 3394"/>
                    <a:gd name="connsiteX2" fmla="*/ 5620 w 7238"/>
                    <a:gd name="connsiteY2" fmla="*/ 2953 h 3394"/>
                    <a:gd name="connsiteX3" fmla="*/ 0 w 7238"/>
                    <a:gd name="connsiteY3" fmla="*/ 953 h 33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38" h="3394">
                      <a:moveTo>
                        <a:pt x="0" y="953"/>
                      </a:moveTo>
                      <a:cubicBezTo>
                        <a:pt x="3143" y="-1524"/>
                        <a:pt x="3429" y="2286"/>
                        <a:pt x="7239" y="0"/>
                      </a:cubicBezTo>
                      <a:cubicBezTo>
                        <a:pt x="6191" y="1238"/>
                        <a:pt x="5239" y="2477"/>
                        <a:pt x="5620" y="2953"/>
                      </a:cubicBezTo>
                      <a:cubicBezTo>
                        <a:pt x="3238" y="4572"/>
                        <a:pt x="2000" y="1238"/>
                        <a:pt x="0" y="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09790D24-542B-4027-B501-78AA6BD92E2A}"/>
                    </a:ext>
                  </a:extLst>
                </p:cNvPr>
                <p:cNvSpPr/>
                <p:nvPr/>
              </p:nvSpPr>
              <p:spPr>
                <a:xfrm>
                  <a:off x="2914112" y="1399426"/>
                  <a:ext cx="5585" cy="6368"/>
                </a:xfrm>
                <a:custGeom>
                  <a:avLst/>
                  <a:gdLst>
                    <a:gd name="connsiteX0" fmla="*/ 5585 w 5585"/>
                    <a:gd name="connsiteY0" fmla="*/ 367 h 6368"/>
                    <a:gd name="connsiteX1" fmla="*/ 3300 w 5585"/>
                    <a:gd name="connsiteY1" fmla="*/ 1606 h 6368"/>
                    <a:gd name="connsiteX2" fmla="*/ 252 w 5585"/>
                    <a:gd name="connsiteY2" fmla="*/ 6368 h 6368"/>
                    <a:gd name="connsiteX3" fmla="*/ 5585 w 5585"/>
                    <a:gd name="connsiteY3" fmla="*/ 367 h 6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5" h="6368">
                      <a:moveTo>
                        <a:pt x="5585" y="367"/>
                      </a:moveTo>
                      <a:cubicBezTo>
                        <a:pt x="4538" y="1987"/>
                        <a:pt x="3966" y="1891"/>
                        <a:pt x="3300" y="1606"/>
                      </a:cubicBezTo>
                      <a:cubicBezTo>
                        <a:pt x="1490" y="3701"/>
                        <a:pt x="2633" y="4082"/>
                        <a:pt x="252" y="6368"/>
                      </a:cubicBezTo>
                      <a:cubicBezTo>
                        <a:pt x="-1177" y="5130"/>
                        <a:pt x="3871" y="-1633"/>
                        <a:pt x="5585" y="3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7AF3A45A-488E-4BDD-920F-07B46803BBC2}"/>
                    </a:ext>
                  </a:extLst>
                </p:cNvPr>
                <p:cNvSpPr/>
                <p:nvPr/>
              </p:nvSpPr>
              <p:spPr>
                <a:xfrm>
                  <a:off x="2834830" y="1508510"/>
                  <a:ext cx="4191" cy="3365"/>
                </a:xfrm>
                <a:custGeom>
                  <a:avLst/>
                  <a:gdLst>
                    <a:gd name="connsiteX0" fmla="*/ 0 w 4191"/>
                    <a:gd name="connsiteY0" fmla="*/ 1583 h 3365"/>
                    <a:gd name="connsiteX1" fmla="*/ 4191 w 4191"/>
                    <a:gd name="connsiteY1" fmla="*/ 2726 h 3365"/>
                    <a:gd name="connsiteX2" fmla="*/ 0 w 4191"/>
                    <a:gd name="connsiteY2" fmla="*/ 1583 h 3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91" h="3365">
                      <a:moveTo>
                        <a:pt x="0" y="1583"/>
                      </a:moveTo>
                      <a:cubicBezTo>
                        <a:pt x="2858" y="-2322"/>
                        <a:pt x="3524" y="2155"/>
                        <a:pt x="4191" y="2726"/>
                      </a:cubicBezTo>
                      <a:cubicBezTo>
                        <a:pt x="2286" y="4631"/>
                        <a:pt x="1524" y="1679"/>
                        <a:pt x="0" y="15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44208E7A-2208-4460-90EA-F5D958E0E30C}"/>
                    </a:ext>
                  </a:extLst>
                </p:cNvPr>
                <p:cNvSpPr/>
                <p:nvPr/>
              </p:nvSpPr>
              <p:spPr>
                <a:xfrm>
                  <a:off x="2885408" y="1443323"/>
                  <a:ext cx="5638" cy="5936"/>
                </a:xfrm>
                <a:custGeom>
                  <a:avLst/>
                  <a:gdLst>
                    <a:gd name="connsiteX0" fmla="*/ 0 w 5638"/>
                    <a:gd name="connsiteY0" fmla="*/ 2000 h 5936"/>
                    <a:gd name="connsiteX1" fmla="*/ 5429 w 5638"/>
                    <a:gd name="connsiteY1" fmla="*/ 0 h 5936"/>
                    <a:gd name="connsiteX2" fmla="*/ 3334 w 5638"/>
                    <a:gd name="connsiteY2" fmla="*/ 5334 h 5936"/>
                    <a:gd name="connsiteX3" fmla="*/ 0 w 5638"/>
                    <a:gd name="connsiteY3" fmla="*/ 2000 h 59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38" h="5936">
                      <a:moveTo>
                        <a:pt x="0" y="2000"/>
                      </a:moveTo>
                      <a:cubicBezTo>
                        <a:pt x="2000" y="476"/>
                        <a:pt x="3238" y="2572"/>
                        <a:pt x="5429" y="0"/>
                      </a:cubicBezTo>
                      <a:cubicBezTo>
                        <a:pt x="6858" y="571"/>
                        <a:pt x="381" y="5620"/>
                        <a:pt x="3334" y="5334"/>
                      </a:cubicBezTo>
                      <a:cubicBezTo>
                        <a:pt x="-476" y="7715"/>
                        <a:pt x="2000" y="2286"/>
                        <a:pt x="0" y="2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98E9A230-BE32-4EA5-B1D0-F09974260722}"/>
                    </a:ext>
                  </a:extLst>
                </p:cNvPr>
                <p:cNvSpPr/>
                <p:nvPr/>
              </p:nvSpPr>
              <p:spPr>
                <a:xfrm>
                  <a:off x="3015329" y="1276546"/>
                  <a:ext cx="4182" cy="5708"/>
                </a:xfrm>
                <a:custGeom>
                  <a:avLst/>
                  <a:gdLst>
                    <a:gd name="connsiteX0" fmla="*/ 0 w 4182"/>
                    <a:gd name="connsiteY0" fmla="*/ 756 h 5708"/>
                    <a:gd name="connsiteX1" fmla="*/ 3810 w 4182"/>
                    <a:gd name="connsiteY1" fmla="*/ 5709 h 5708"/>
                    <a:gd name="connsiteX2" fmla="*/ 0 w 4182"/>
                    <a:gd name="connsiteY2" fmla="*/ 756 h 5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82" h="5708">
                      <a:moveTo>
                        <a:pt x="0" y="756"/>
                      </a:moveTo>
                      <a:cubicBezTo>
                        <a:pt x="1810" y="-1911"/>
                        <a:pt x="5334" y="3137"/>
                        <a:pt x="3810" y="5709"/>
                      </a:cubicBezTo>
                      <a:cubicBezTo>
                        <a:pt x="2096" y="4375"/>
                        <a:pt x="1714" y="2185"/>
                        <a:pt x="0" y="75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39BC714C-6E28-421E-8AB8-75BB4DA96491}"/>
                    </a:ext>
                  </a:extLst>
                </p:cNvPr>
                <p:cNvSpPr/>
                <p:nvPr/>
              </p:nvSpPr>
              <p:spPr>
                <a:xfrm>
                  <a:off x="2845498" y="1504157"/>
                  <a:ext cx="7334" cy="2602"/>
                </a:xfrm>
                <a:custGeom>
                  <a:avLst/>
                  <a:gdLst>
                    <a:gd name="connsiteX0" fmla="*/ 0 w 7334"/>
                    <a:gd name="connsiteY0" fmla="*/ 411 h 2602"/>
                    <a:gd name="connsiteX1" fmla="*/ 7334 w 7334"/>
                    <a:gd name="connsiteY1" fmla="*/ 792 h 2602"/>
                    <a:gd name="connsiteX2" fmla="*/ 1524 w 7334"/>
                    <a:gd name="connsiteY2" fmla="*/ 2602 h 2602"/>
                    <a:gd name="connsiteX3" fmla="*/ 0 w 7334"/>
                    <a:gd name="connsiteY3" fmla="*/ 411 h 2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34" h="2602">
                      <a:moveTo>
                        <a:pt x="0" y="411"/>
                      </a:moveTo>
                      <a:cubicBezTo>
                        <a:pt x="2477" y="411"/>
                        <a:pt x="5239" y="-732"/>
                        <a:pt x="7334" y="792"/>
                      </a:cubicBezTo>
                      <a:cubicBezTo>
                        <a:pt x="4763" y="2888"/>
                        <a:pt x="4858" y="30"/>
                        <a:pt x="1524" y="2602"/>
                      </a:cubicBezTo>
                      <a:cubicBezTo>
                        <a:pt x="95" y="2412"/>
                        <a:pt x="1810" y="411"/>
                        <a:pt x="0" y="4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Freeform: Shape 152">
                  <a:extLst>
                    <a:ext uri="{FF2B5EF4-FFF2-40B4-BE49-F238E27FC236}">
                      <a16:creationId xmlns:a16="http://schemas.microsoft.com/office/drawing/2014/main" id="{7D603C6F-DF08-4D18-A877-30C721B2684A}"/>
                    </a:ext>
                  </a:extLst>
                </p:cNvPr>
                <p:cNvSpPr/>
                <p:nvPr/>
              </p:nvSpPr>
              <p:spPr>
                <a:xfrm>
                  <a:off x="2885217" y="1452926"/>
                  <a:ext cx="4476" cy="3180"/>
                </a:xfrm>
                <a:custGeom>
                  <a:avLst/>
                  <a:gdLst>
                    <a:gd name="connsiteX0" fmla="*/ 0 w 4476"/>
                    <a:gd name="connsiteY0" fmla="*/ 208 h 3180"/>
                    <a:gd name="connsiteX1" fmla="*/ 4477 w 4476"/>
                    <a:gd name="connsiteY1" fmla="*/ 2875 h 3180"/>
                    <a:gd name="connsiteX2" fmla="*/ 0 w 4476"/>
                    <a:gd name="connsiteY2" fmla="*/ 208 h 3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76" h="3180">
                      <a:moveTo>
                        <a:pt x="0" y="208"/>
                      </a:moveTo>
                      <a:cubicBezTo>
                        <a:pt x="2953" y="-745"/>
                        <a:pt x="3715" y="1827"/>
                        <a:pt x="4477" y="2875"/>
                      </a:cubicBezTo>
                      <a:cubicBezTo>
                        <a:pt x="1524" y="4208"/>
                        <a:pt x="476" y="779"/>
                        <a:pt x="0" y="2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: Shape 153">
                  <a:extLst>
                    <a:ext uri="{FF2B5EF4-FFF2-40B4-BE49-F238E27FC236}">
                      <a16:creationId xmlns:a16="http://schemas.microsoft.com/office/drawing/2014/main" id="{A9C1AC9E-A3AC-4FDD-9F24-ED546E1C8AAA}"/>
                    </a:ext>
                  </a:extLst>
                </p:cNvPr>
                <p:cNvSpPr/>
                <p:nvPr/>
              </p:nvSpPr>
              <p:spPr>
                <a:xfrm>
                  <a:off x="2891015" y="1444561"/>
                  <a:ext cx="6679" cy="7619"/>
                </a:xfrm>
                <a:custGeom>
                  <a:avLst/>
                  <a:gdLst>
                    <a:gd name="connsiteX0" fmla="*/ 12 w 6679"/>
                    <a:gd name="connsiteY0" fmla="*/ 2762 h 7619"/>
                    <a:gd name="connsiteX1" fmla="*/ 4108 w 6679"/>
                    <a:gd name="connsiteY1" fmla="*/ 0 h 7619"/>
                    <a:gd name="connsiteX2" fmla="*/ 3822 w 6679"/>
                    <a:gd name="connsiteY2" fmla="*/ 1143 h 7619"/>
                    <a:gd name="connsiteX3" fmla="*/ 4679 w 6679"/>
                    <a:gd name="connsiteY3" fmla="*/ 1714 h 7619"/>
                    <a:gd name="connsiteX4" fmla="*/ 1727 w 6679"/>
                    <a:gd name="connsiteY4" fmla="*/ 3905 h 7619"/>
                    <a:gd name="connsiteX5" fmla="*/ 6680 w 6679"/>
                    <a:gd name="connsiteY5" fmla="*/ 4286 h 7619"/>
                    <a:gd name="connsiteX6" fmla="*/ 3441 w 6679"/>
                    <a:gd name="connsiteY6" fmla="*/ 7620 h 7619"/>
                    <a:gd name="connsiteX7" fmla="*/ 4394 w 6679"/>
                    <a:gd name="connsiteY7" fmla="*/ 5524 h 7619"/>
                    <a:gd name="connsiteX8" fmla="*/ 12 w 6679"/>
                    <a:gd name="connsiteY8" fmla="*/ 2762 h 7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679" h="7619">
                      <a:moveTo>
                        <a:pt x="12" y="2762"/>
                      </a:moveTo>
                      <a:cubicBezTo>
                        <a:pt x="1727" y="286"/>
                        <a:pt x="2298" y="3143"/>
                        <a:pt x="4108" y="0"/>
                      </a:cubicBezTo>
                      <a:cubicBezTo>
                        <a:pt x="4584" y="95"/>
                        <a:pt x="4298" y="571"/>
                        <a:pt x="3822" y="1143"/>
                      </a:cubicBezTo>
                      <a:lnTo>
                        <a:pt x="4679" y="1714"/>
                      </a:lnTo>
                      <a:cubicBezTo>
                        <a:pt x="3632" y="2762"/>
                        <a:pt x="2774" y="2667"/>
                        <a:pt x="1727" y="3905"/>
                      </a:cubicBezTo>
                      <a:cubicBezTo>
                        <a:pt x="3251" y="4763"/>
                        <a:pt x="5441" y="2381"/>
                        <a:pt x="6680" y="4286"/>
                      </a:cubicBezTo>
                      <a:cubicBezTo>
                        <a:pt x="5727" y="4858"/>
                        <a:pt x="4584" y="6001"/>
                        <a:pt x="3441" y="7620"/>
                      </a:cubicBezTo>
                      <a:cubicBezTo>
                        <a:pt x="3060" y="7334"/>
                        <a:pt x="3917" y="6286"/>
                        <a:pt x="4394" y="5524"/>
                      </a:cubicBezTo>
                      <a:cubicBezTo>
                        <a:pt x="1917" y="4763"/>
                        <a:pt x="-178" y="6382"/>
                        <a:pt x="12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Freeform: Shape 154">
                  <a:extLst>
                    <a:ext uri="{FF2B5EF4-FFF2-40B4-BE49-F238E27FC236}">
                      <a16:creationId xmlns:a16="http://schemas.microsoft.com/office/drawing/2014/main" id="{DEC0CD47-0BA4-4828-8462-A65C8846E061}"/>
                    </a:ext>
                  </a:extLst>
                </p:cNvPr>
                <p:cNvSpPr/>
                <p:nvPr/>
              </p:nvSpPr>
              <p:spPr>
                <a:xfrm>
                  <a:off x="2897314" y="1438652"/>
                  <a:ext cx="5810" cy="4421"/>
                </a:xfrm>
                <a:custGeom>
                  <a:avLst/>
                  <a:gdLst>
                    <a:gd name="connsiteX0" fmla="*/ 0 w 5810"/>
                    <a:gd name="connsiteY0" fmla="*/ 575 h 4421"/>
                    <a:gd name="connsiteX1" fmla="*/ 5810 w 5810"/>
                    <a:gd name="connsiteY1" fmla="*/ 4100 h 4421"/>
                    <a:gd name="connsiteX2" fmla="*/ 0 w 5810"/>
                    <a:gd name="connsiteY2" fmla="*/ 575 h 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10" h="4421">
                      <a:moveTo>
                        <a:pt x="0" y="575"/>
                      </a:moveTo>
                      <a:cubicBezTo>
                        <a:pt x="4096" y="-1425"/>
                        <a:pt x="3905" y="2290"/>
                        <a:pt x="5810" y="4100"/>
                      </a:cubicBezTo>
                      <a:cubicBezTo>
                        <a:pt x="2667" y="5528"/>
                        <a:pt x="1238" y="1814"/>
                        <a:pt x="0" y="5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Freeform: Shape 155">
                  <a:extLst>
                    <a:ext uri="{FF2B5EF4-FFF2-40B4-BE49-F238E27FC236}">
                      <a16:creationId xmlns:a16="http://schemas.microsoft.com/office/drawing/2014/main" id="{9A306B35-117A-42A4-A814-1D6149E171D6}"/>
                    </a:ext>
                  </a:extLst>
                </p:cNvPr>
                <p:cNvSpPr/>
                <p:nvPr/>
              </p:nvSpPr>
              <p:spPr>
                <a:xfrm>
                  <a:off x="3006280" y="1299972"/>
                  <a:ext cx="4863" cy="4106"/>
                </a:xfrm>
                <a:custGeom>
                  <a:avLst/>
                  <a:gdLst>
                    <a:gd name="connsiteX0" fmla="*/ 0 w 4863"/>
                    <a:gd name="connsiteY0" fmla="*/ 3715 h 4106"/>
                    <a:gd name="connsiteX1" fmla="*/ 2096 w 4863"/>
                    <a:gd name="connsiteY1" fmla="*/ 952 h 4106"/>
                    <a:gd name="connsiteX2" fmla="*/ 4858 w 4863"/>
                    <a:gd name="connsiteY2" fmla="*/ 0 h 4106"/>
                    <a:gd name="connsiteX3" fmla="*/ 0 w 4863"/>
                    <a:gd name="connsiteY3" fmla="*/ 3715 h 4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63" h="4106">
                      <a:moveTo>
                        <a:pt x="0" y="3715"/>
                      </a:moveTo>
                      <a:lnTo>
                        <a:pt x="2096" y="952"/>
                      </a:lnTo>
                      <a:cubicBezTo>
                        <a:pt x="2762" y="1810"/>
                        <a:pt x="3715" y="1619"/>
                        <a:pt x="4858" y="0"/>
                      </a:cubicBezTo>
                      <a:cubicBezTo>
                        <a:pt x="5048" y="2381"/>
                        <a:pt x="762" y="5143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Freeform: Shape 156">
                  <a:extLst>
                    <a:ext uri="{FF2B5EF4-FFF2-40B4-BE49-F238E27FC236}">
                      <a16:creationId xmlns:a16="http://schemas.microsoft.com/office/drawing/2014/main" id="{938AE15E-897E-43B8-A319-E45ED66B6A13}"/>
                    </a:ext>
                  </a:extLst>
                </p:cNvPr>
                <p:cNvSpPr/>
                <p:nvPr/>
              </p:nvSpPr>
              <p:spPr>
                <a:xfrm>
                  <a:off x="3019228" y="1291494"/>
                  <a:ext cx="5552" cy="5403"/>
                </a:xfrm>
                <a:custGeom>
                  <a:avLst/>
                  <a:gdLst>
                    <a:gd name="connsiteX0" fmla="*/ 291 w 5552"/>
                    <a:gd name="connsiteY0" fmla="*/ 2953 h 5403"/>
                    <a:gd name="connsiteX1" fmla="*/ 482 w 5552"/>
                    <a:gd name="connsiteY1" fmla="*/ 1810 h 5403"/>
                    <a:gd name="connsiteX2" fmla="*/ 1911 w 5552"/>
                    <a:gd name="connsiteY2" fmla="*/ 0 h 5403"/>
                    <a:gd name="connsiteX3" fmla="*/ 5435 w 5552"/>
                    <a:gd name="connsiteY3" fmla="*/ 857 h 5403"/>
                    <a:gd name="connsiteX4" fmla="*/ 1911 w 5552"/>
                    <a:gd name="connsiteY4" fmla="*/ 5334 h 5403"/>
                    <a:gd name="connsiteX5" fmla="*/ 291 w 5552"/>
                    <a:gd name="connsiteY5" fmla="*/ 2953 h 5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52" h="5403">
                      <a:moveTo>
                        <a:pt x="291" y="2953"/>
                      </a:moveTo>
                      <a:cubicBezTo>
                        <a:pt x="-280" y="2858"/>
                        <a:pt x="101" y="2381"/>
                        <a:pt x="482" y="1810"/>
                      </a:cubicBezTo>
                      <a:lnTo>
                        <a:pt x="1911" y="0"/>
                      </a:lnTo>
                      <a:cubicBezTo>
                        <a:pt x="1530" y="1905"/>
                        <a:pt x="3816" y="1715"/>
                        <a:pt x="5435" y="857"/>
                      </a:cubicBezTo>
                      <a:cubicBezTo>
                        <a:pt x="6197" y="2477"/>
                        <a:pt x="3054" y="2762"/>
                        <a:pt x="1911" y="5334"/>
                      </a:cubicBezTo>
                      <a:cubicBezTo>
                        <a:pt x="-947" y="6096"/>
                        <a:pt x="3530" y="286"/>
                        <a:pt x="291" y="2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8" name="Freeform: Shape 157">
                  <a:extLst>
                    <a:ext uri="{FF2B5EF4-FFF2-40B4-BE49-F238E27FC236}">
                      <a16:creationId xmlns:a16="http://schemas.microsoft.com/office/drawing/2014/main" id="{8639C231-7FCA-4B8F-8A3B-4AC7C4E23F25}"/>
                    </a:ext>
                  </a:extLst>
                </p:cNvPr>
                <p:cNvSpPr/>
                <p:nvPr/>
              </p:nvSpPr>
              <p:spPr>
                <a:xfrm>
                  <a:off x="2822890" y="1548223"/>
                  <a:ext cx="3653" cy="5208"/>
                </a:xfrm>
                <a:custGeom>
                  <a:avLst/>
                  <a:gdLst>
                    <a:gd name="connsiteX0" fmla="*/ 1653 w 3653"/>
                    <a:gd name="connsiteY0" fmla="*/ 541 h 5208"/>
                    <a:gd name="connsiteX1" fmla="*/ 3653 w 3653"/>
                    <a:gd name="connsiteY1" fmla="*/ 446 h 5208"/>
                    <a:gd name="connsiteX2" fmla="*/ 605 w 3653"/>
                    <a:gd name="connsiteY2" fmla="*/ 5209 h 5208"/>
                    <a:gd name="connsiteX3" fmla="*/ 1653 w 3653"/>
                    <a:gd name="connsiteY3" fmla="*/ 541 h 5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3" h="5208">
                      <a:moveTo>
                        <a:pt x="1653" y="541"/>
                      </a:moveTo>
                      <a:cubicBezTo>
                        <a:pt x="2510" y="-506"/>
                        <a:pt x="2987" y="256"/>
                        <a:pt x="3653" y="446"/>
                      </a:cubicBezTo>
                      <a:cubicBezTo>
                        <a:pt x="3177" y="1684"/>
                        <a:pt x="2320" y="3208"/>
                        <a:pt x="605" y="5209"/>
                      </a:cubicBezTo>
                      <a:cubicBezTo>
                        <a:pt x="-1681" y="5113"/>
                        <a:pt x="3368" y="922"/>
                        <a:pt x="1653" y="54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9" name="Freeform: Shape 158">
                  <a:extLst>
                    <a:ext uri="{FF2B5EF4-FFF2-40B4-BE49-F238E27FC236}">
                      <a16:creationId xmlns:a16="http://schemas.microsoft.com/office/drawing/2014/main" id="{BD8FA8E3-981A-4CD0-82FC-4FEA59411180}"/>
                    </a:ext>
                  </a:extLst>
                </p:cNvPr>
                <p:cNvSpPr/>
                <p:nvPr/>
              </p:nvSpPr>
              <p:spPr>
                <a:xfrm>
                  <a:off x="2928080" y="1411703"/>
                  <a:ext cx="5333" cy="6378"/>
                </a:xfrm>
                <a:custGeom>
                  <a:avLst/>
                  <a:gdLst>
                    <a:gd name="connsiteX0" fmla="*/ 5334 w 5333"/>
                    <a:gd name="connsiteY0" fmla="*/ 378 h 6378"/>
                    <a:gd name="connsiteX1" fmla="*/ 0 w 5333"/>
                    <a:gd name="connsiteY1" fmla="*/ 6379 h 6378"/>
                    <a:gd name="connsiteX2" fmla="*/ 5334 w 5333"/>
                    <a:gd name="connsiteY2" fmla="*/ 378 h 6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333" h="6378">
                      <a:moveTo>
                        <a:pt x="5334" y="378"/>
                      </a:moveTo>
                      <a:cubicBezTo>
                        <a:pt x="2857" y="1521"/>
                        <a:pt x="2762" y="5140"/>
                        <a:pt x="0" y="6379"/>
                      </a:cubicBezTo>
                      <a:cubicBezTo>
                        <a:pt x="953" y="4283"/>
                        <a:pt x="3810" y="-1527"/>
                        <a:pt x="5334" y="3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0" name="Freeform: Shape 159">
                  <a:extLst>
                    <a:ext uri="{FF2B5EF4-FFF2-40B4-BE49-F238E27FC236}">
                      <a16:creationId xmlns:a16="http://schemas.microsoft.com/office/drawing/2014/main" id="{C3F3004C-AAEC-4D8B-8E7F-C5E65672BBDA}"/>
                    </a:ext>
                  </a:extLst>
                </p:cNvPr>
                <p:cNvSpPr/>
                <p:nvPr/>
              </p:nvSpPr>
              <p:spPr>
                <a:xfrm>
                  <a:off x="2893504" y="1462708"/>
                  <a:ext cx="6572" cy="4262"/>
                </a:xfrm>
                <a:custGeom>
                  <a:avLst/>
                  <a:gdLst>
                    <a:gd name="connsiteX0" fmla="*/ 0 w 6572"/>
                    <a:gd name="connsiteY0" fmla="*/ 3284 h 4262"/>
                    <a:gd name="connsiteX1" fmla="*/ 4096 w 6572"/>
                    <a:gd name="connsiteY1" fmla="*/ 522 h 4262"/>
                    <a:gd name="connsiteX2" fmla="*/ 6572 w 6572"/>
                    <a:gd name="connsiteY2" fmla="*/ 713 h 4262"/>
                    <a:gd name="connsiteX3" fmla="*/ 0 w 6572"/>
                    <a:gd name="connsiteY3" fmla="*/ 3284 h 4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72" h="4262">
                      <a:moveTo>
                        <a:pt x="0" y="3284"/>
                      </a:moveTo>
                      <a:cubicBezTo>
                        <a:pt x="2000" y="903"/>
                        <a:pt x="3905" y="4999"/>
                        <a:pt x="4096" y="522"/>
                      </a:cubicBezTo>
                      <a:cubicBezTo>
                        <a:pt x="5144" y="-621"/>
                        <a:pt x="5810" y="427"/>
                        <a:pt x="6572" y="713"/>
                      </a:cubicBezTo>
                      <a:cubicBezTo>
                        <a:pt x="3715" y="4808"/>
                        <a:pt x="1619" y="4904"/>
                        <a:pt x="0" y="328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: Shape 160">
                  <a:extLst>
                    <a:ext uri="{FF2B5EF4-FFF2-40B4-BE49-F238E27FC236}">
                      <a16:creationId xmlns:a16="http://schemas.microsoft.com/office/drawing/2014/main" id="{EAC8AFCA-50B2-4742-8BCD-EA32C2BBA5A1}"/>
                    </a:ext>
                  </a:extLst>
                </p:cNvPr>
                <p:cNvSpPr/>
                <p:nvPr/>
              </p:nvSpPr>
              <p:spPr>
                <a:xfrm>
                  <a:off x="3124736" y="1166241"/>
                  <a:ext cx="6511" cy="7905"/>
                </a:xfrm>
                <a:custGeom>
                  <a:avLst/>
                  <a:gdLst>
                    <a:gd name="connsiteX0" fmla="*/ 320 w 6511"/>
                    <a:gd name="connsiteY0" fmla="*/ 0 h 7905"/>
                    <a:gd name="connsiteX1" fmla="*/ 6511 w 6511"/>
                    <a:gd name="connsiteY1" fmla="*/ 7906 h 7905"/>
                    <a:gd name="connsiteX2" fmla="*/ 320 w 6511"/>
                    <a:gd name="connsiteY2" fmla="*/ 0 h 7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511" h="7905">
                      <a:moveTo>
                        <a:pt x="320" y="0"/>
                      </a:moveTo>
                      <a:cubicBezTo>
                        <a:pt x="1368" y="2000"/>
                        <a:pt x="3940" y="4763"/>
                        <a:pt x="6511" y="7906"/>
                      </a:cubicBezTo>
                      <a:cubicBezTo>
                        <a:pt x="4226" y="7525"/>
                        <a:pt x="-1394" y="4191"/>
                        <a:pt x="32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: Shape 161">
                  <a:extLst>
                    <a:ext uri="{FF2B5EF4-FFF2-40B4-BE49-F238E27FC236}">
                      <a16:creationId xmlns:a16="http://schemas.microsoft.com/office/drawing/2014/main" id="{4EA8C7E6-A532-42DE-BB99-4F468C0BE159}"/>
                    </a:ext>
                  </a:extLst>
                </p:cNvPr>
                <p:cNvSpPr/>
                <p:nvPr/>
              </p:nvSpPr>
              <p:spPr>
                <a:xfrm>
                  <a:off x="2723269" y="1685168"/>
                  <a:ext cx="3452" cy="5138"/>
                </a:xfrm>
                <a:custGeom>
                  <a:avLst/>
                  <a:gdLst>
                    <a:gd name="connsiteX0" fmla="*/ 786 w 3452"/>
                    <a:gd name="connsiteY0" fmla="*/ 1233 h 5138"/>
                    <a:gd name="connsiteX1" fmla="*/ 3453 w 3452"/>
                    <a:gd name="connsiteY1" fmla="*/ 185 h 5138"/>
                    <a:gd name="connsiteX2" fmla="*/ 690 w 3452"/>
                    <a:gd name="connsiteY2" fmla="*/ 5138 h 5138"/>
                    <a:gd name="connsiteX3" fmla="*/ 786 w 3452"/>
                    <a:gd name="connsiteY3" fmla="*/ 1233 h 5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52" h="5138">
                      <a:moveTo>
                        <a:pt x="786" y="1233"/>
                      </a:moveTo>
                      <a:cubicBezTo>
                        <a:pt x="1833" y="185"/>
                        <a:pt x="2786" y="-291"/>
                        <a:pt x="3453" y="185"/>
                      </a:cubicBezTo>
                      <a:cubicBezTo>
                        <a:pt x="976" y="2757"/>
                        <a:pt x="3262" y="2566"/>
                        <a:pt x="690" y="5138"/>
                      </a:cubicBezTo>
                      <a:cubicBezTo>
                        <a:pt x="-1596" y="5138"/>
                        <a:pt x="2691" y="1423"/>
                        <a:pt x="786" y="12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: Shape 162">
                  <a:extLst>
                    <a:ext uri="{FF2B5EF4-FFF2-40B4-BE49-F238E27FC236}">
                      <a16:creationId xmlns:a16="http://schemas.microsoft.com/office/drawing/2014/main" id="{300056A8-9B6A-45F0-A373-3BC8BDBA68B5}"/>
                    </a:ext>
                  </a:extLst>
                </p:cNvPr>
                <p:cNvSpPr/>
                <p:nvPr/>
              </p:nvSpPr>
              <p:spPr>
                <a:xfrm>
                  <a:off x="2938274" y="1417986"/>
                  <a:ext cx="4669" cy="8286"/>
                </a:xfrm>
                <a:custGeom>
                  <a:avLst/>
                  <a:gdLst>
                    <a:gd name="connsiteX0" fmla="*/ 3045 w 4669"/>
                    <a:gd name="connsiteY0" fmla="*/ 2762 h 8286"/>
                    <a:gd name="connsiteX1" fmla="*/ 1426 w 4669"/>
                    <a:gd name="connsiteY1" fmla="*/ 3143 h 8286"/>
                    <a:gd name="connsiteX2" fmla="*/ 474 w 4669"/>
                    <a:gd name="connsiteY2" fmla="*/ 7810 h 8286"/>
                    <a:gd name="connsiteX3" fmla="*/ 569 w 4669"/>
                    <a:gd name="connsiteY3" fmla="*/ 0 h 8286"/>
                    <a:gd name="connsiteX4" fmla="*/ 3426 w 4669"/>
                    <a:gd name="connsiteY4" fmla="*/ 8287 h 8286"/>
                    <a:gd name="connsiteX5" fmla="*/ 3045 w 4669"/>
                    <a:gd name="connsiteY5" fmla="*/ 2762 h 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69" h="8286">
                      <a:moveTo>
                        <a:pt x="3045" y="2762"/>
                      </a:moveTo>
                      <a:cubicBezTo>
                        <a:pt x="2569" y="2762"/>
                        <a:pt x="1902" y="3429"/>
                        <a:pt x="1426" y="3143"/>
                      </a:cubicBezTo>
                      <a:cubicBezTo>
                        <a:pt x="664" y="5048"/>
                        <a:pt x="4093" y="5810"/>
                        <a:pt x="474" y="7810"/>
                      </a:cubicBezTo>
                      <a:cubicBezTo>
                        <a:pt x="1140" y="4858"/>
                        <a:pt x="-955" y="3429"/>
                        <a:pt x="569" y="0"/>
                      </a:cubicBezTo>
                      <a:cubicBezTo>
                        <a:pt x="3522" y="95"/>
                        <a:pt x="6379" y="2667"/>
                        <a:pt x="3426" y="8287"/>
                      </a:cubicBezTo>
                      <a:cubicBezTo>
                        <a:pt x="1712" y="7239"/>
                        <a:pt x="3331" y="4477"/>
                        <a:pt x="3045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Freeform: Shape 163">
                  <a:extLst>
                    <a:ext uri="{FF2B5EF4-FFF2-40B4-BE49-F238E27FC236}">
                      <a16:creationId xmlns:a16="http://schemas.microsoft.com/office/drawing/2014/main" id="{E52B3310-8574-4405-B5FE-75EDA157A547}"/>
                    </a:ext>
                  </a:extLst>
                </p:cNvPr>
                <p:cNvSpPr/>
                <p:nvPr/>
              </p:nvSpPr>
              <p:spPr>
                <a:xfrm>
                  <a:off x="2856357" y="1520952"/>
                  <a:ext cx="3333" cy="7810"/>
                </a:xfrm>
                <a:custGeom>
                  <a:avLst/>
                  <a:gdLst>
                    <a:gd name="connsiteX0" fmla="*/ 3334 w 3333"/>
                    <a:gd name="connsiteY0" fmla="*/ 0 h 7810"/>
                    <a:gd name="connsiteX1" fmla="*/ 1048 w 3333"/>
                    <a:gd name="connsiteY1" fmla="*/ 7810 h 7810"/>
                    <a:gd name="connsiteX2" fmla="*/ 0 w 3333"/>
                    <a:gd name="connsiteY2" fmla="*/ 5906 h 7810"/>
                    <a:gd name="connsiteX3" fmla="*/ 3334 w 3333"/>
                    <a:gd name="connsiteY3" fmla="*/ 0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" h="7810">
                      <a:moveTo>
                        <a:pt x="3334" y="0"/>
                      </a:moveTo>
                      <a:cubicBezTo>
                        <a:pt x="3143" y="2286"/>
                        <a:pt x="2286" y="4953"/>
                        <a:pt x="1048" y="7810"/>
                      </a:cubicBezTo>
                      <a:cubicBezTo>
                        <a:pt x="1238" y="6858"/>
                        <a:pt x="857" y="6286"/>
                        <a:pt x="0" y="5906"/>
                      </a:cubicBezTo>
                      <a:cubicBezTo>
                        <a:pt x="3048" y="2858"/>
                        <a:pt x="857" y="2667"/>
                        <a:pt x="333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2AE7BB37-B82F-468B-9E02-B5DA4EAEA692}"/>
                    </a:ext>
                  </a:extLst>
                </p:cNvPr>
                <p:cNvSpPr/>
                <p:nvPr/>
              </p:nvSpPr>
              <p:spPr>
                <a:xfrm>
                  <a:off x="2935074" y="1425905"/>
                  <a:ext cx="4340" cy="4643"/>
                </a:xfrm>
                <a:custGeom>
                  <a:avLst/>
                  <a:gdLst>
                    <a:gd name="connsiteX0" fmla="*/ 435 w 4340"/>
                    <a:gd name="connsiteY0" fmla="*/ 653 h 4643"/>
                    <a:gd name="connsiteX1" fmla="*/ 4340 w 4340"/>
                    <a:gd name="connsiteY1" fmla="*/ 1701 h 4643"/>
                    <a:gd name="connsiteX2" fmla="*/ 1578 w 4340"/>
                    <a:gd name="connsiteY2" fmla="*/ 2654 h 4643"/>
                    <a:gd name="connsiteX3" fmla="*/ 1292 w 4340"/>
                    <a:gd name="connsiteY3" fmla="*/ 3797 h 4643"/>
                    <a:gd name="connsiteX4" fmla="*/ 1768 w 4340"/>
                    <a:gd name="connsiteY4" fmla="*/ 1415 h 4643"/>
                    <a:gd name="connsiteX5" fmla="*/ 435 w 4340"/>
                    <a:gd name="connsiteY5" fmla="*/ 653 h 4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40" h="4643">
                      <a:moveTo>
                        <a:pt x="435" y="653"/>
                      </a:moveTo>
                      <a:cubicBezTo>
                        <a:pt x="2245" y="-1252"/>
                        <a:pt x="2912" y="1606"/>
                        <a:pt x="4340" y="1701"/>
                      </a:cubicBezTo>
                      <a:cubicBezTo>
                        <a:pt x="3292" y="2654"/>
                        <a:pt x="2340" y="3225"/>
                        <a:pt x="1578" y="2654"/>
                      </a:cubicBezTo>
                      <a:cubicBezTo>
                        <a:pt x="911" y="3416"/>
                        <a:pt x="1102" y="3606"/>
                        <a:pt x="1292" y="3797"/>
                      </a:cubicBezTo>
                      <a:cubicBezTo>
                        <a:pt x="-803" y="6178"/>
                        <a:pt x="-137" y="2939"/>
                        <a:pt x="1768" y="1415"/>
                      </a:cubicBezTo>
                      <a:lnTo>
                        <a:pt x="435" y="653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3113EC1D-2705-44A1-B09E-C12EF73358B1}"/>
                    </a:ext>
                  </a:extLst>
                </p:cNvPr>
                <p:cNvSpPr/>
                <p:nvPr/>
              </p:nvSpPr>
              <p:spPr>
                <a:xfrm>
                  <a:off x="3033807" y="1303632"/>
                  <a:ext cx="4191" cy="4125"/>
                </a:xfrm>
                <a:custGeom>
                  <a:avLst/>
                  <a:gdLst>
                    <a:gd name="connsiteX0" fmla="*/ 0 w 4191"/>
                    <a:gd name="connsiteY0" fmla="*/ 1007 h 4125"/>
                    <a:gd name="connsiteX1" fmla="*/ 4191 w 4191"/>
                    <a:gd name="connsiteY1" fmla="*/ 3579 h 4125"/>
                    <a:gd name="connsiteX2" fmla="*/ 0 w 4191"/>
                    <a:gd name="connsiteY2" fmla="*/ 1007 h 4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91" h="4125">
                      <a:moveTo>
                        <a:pt x="0" y="1007"/>
                      </a:moveTo>
                      <a:cubicBezTo>
                        <a:pt x="2857" y="-2041"/>
                        <a:pt x="2857" y="2721"/>
                        <a:pt x="4191" y="3579"/>
                      </a:cubicBezTo>
                      <a:cubicBezTo>
                        <a:pt x="1333" y="5579"/>
                        <a:pt x="1619" y="1483"/>
                        <a:pt x="0" y="10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ED1A4C2A-3464-4697-82F4-ED41E53471E6}"/>
                    </a:ext>
                  </a:extLst>
                </p:cNvPr>
                <p:cNvSpPr/>
                <p:nvPr/>
              </p:nvSpPr>
              <p:spPr>
                <a:xfrm>
                  <a:off x="2944177" y="1424130"/>
                  <a:ext cx="6476" cy="4120"/>
                </a:xfrm>
                <a:custGeom>
                  <a:avLst/>
                  <a:gdLst>
                    <a:gd name="connsiteX0" fmla="*/ 0 w 6476"/>
                    <a:gd name="connsiteY0" fmla="*/ 2333 h 4120"/>
                    <a:gd name="connsiteX1" fmla="*/ 6477 w 6476"/>
                    <a:gd name="connsiteY1" fmla="*/ 904 h 4120"/>
                    <a:gd name="connsiteX2" fmla="*/ 4763 w 6476"/>
                    <a:gd name="connsiteY2" fmla="*/ 3857 h 4120"/>
                    <a:gd name="connsiteX3" fmla="*/ 0 w 6476"/>
                    <a:gd name="connsiteY3" fmla="*/ 2333 h 4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76" h="4120">
                      <a:moveTo>
                        <a:pt x="0" y="2333"/>
                      </a:moveTo>
                      <a:cubicBezTo>
                        <a:pt x="2191" y="1762"/>
                        <a:pt x="4953" y="-1572"/>
                        <a:pt x="6477" y="904"/>
                      </a:cubicBezTo>
                      <a:cubicBezTo>
                        <a:pt x="5429" y="2143"/>
                        <a:pt x="4381" y="3381"/>
                        <a:pt x="4763" y="3857"/>
                      </a:cubicBezTo>
                      <a:cubicBezTo>
                        <a:pt x="2857" y="4714"/>
                        <a:pt x="0" y="3286"/>
                        <a:pt x="0" y="23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B2C46B7E-593A-44FE-982E-C15B04AEF9DF}"/>
                    </a:ext>
                  </a:extLst>
                </p:cNvPr>
                <p:cNvSpPr/>
                <p:nvPr/>
              </p:nvSpPr>
              <p:spPr>
                <a:xfrm>
                  <a:off x="2783109" y="1636109"/>
                  <a:ext cx="2708" cy="4953"/>
                </a:xfrm>
                <a:custGeom>
                  <a:avLst/>
                  <a:gdLst>
                    <a:gd name="connsiteX0" fmla="*/ 95 w 2708"/>
                    <a:gd name="connsiteY0" fmla="*/ 2477 h 4953"/>
                    <a:gd name="connsiteX1" fmla="*/ 2667 w 2708"/>
                    <a:gd name="connsiteY1" fmla="*/ 0 h 4953"/>
                    <a:gd name="connsiteX2" fmla="*/ 0 w 2708"/>
                    <a:gd name="connsiteY2" fmla="*/ 4953 h 4953"/>
                    <a:gd name="connsiteX3" fmla="*/ 95 w 2708"/>
                    <a:gd name="connsiteY3" fmla="*/ 2477 h 4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08" h="4953">
                      <a:moveTo>
                        <a:pt x="95" y="2477"/>
                      </a:moveTo>
                      <a:cubicBezTo>
                        <a:pt x="1143" y="953"/>
                        <a:pt x="1714" y="1143"/>
                        <a:pt x="2667" y="0"/>
                      </a:cubicBezTo>
                      <a:cubicBezTo>
                        <a:pt x="2953" y="1143"/>
                        <a:pt x="1714" y="4001"/>
                        <a:pt x="0" y="4953"/>
                      </a:cubicBezTo>
                      <a:cubicBezTo>
                        <a:pt x="0" y="4191"/>
                        <a:pt x="1143" y="2667"/>
                        <a:pt x="95" y="2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39D9362D-3B33-4B99-B853-DA3696A5F1C6}"/>
                    </a:ext>
                  </a:extLst>
                </p:cNvPr>
                <p:cNvSpPr/>
                <p:nvPr/>
              </p:nvSpPr>
              <p:spPr>
                <a:xfrm>
                  <a:off x="3023082" y="1338738"/>
                  <a:ext cx="2864" cy="4664"/>
                </a:xfrm>
                <a:custGeom>
                  <a:avLst/>
                  <a:gdLst>
                    <a:gd name="connsiteX0" fmla="*/ 1391 w 2864"/>
                    <a:gd name="connsiteY0" fmla="*/ 0 h 4664"/>
                    <a:gd name="connsiteX1" fmla="*/ 2820 w 2864"/>
                    <a:gd name="connsiteY1" fmla="*/ 3524 h 4664"/>
                    <a:gd name="connsiteX2" fmla="*/ 1391 w 2864"/>
                    <a:gd name="connsiteY2" fmla="*/ 0 h 4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64" h="4664">
                      <a:moveTo>
                        <a:pt x="1391" y="0"/>
                      </a:moveTo>
                      <a:cubicBezTo>
                        <a:pt x="1010" y="1619"/>
                        <a:pt x="3201" y="1905"/>
                        <a:pt x="2820" y="3524"/>
                      </a:cubicBezTo>
                      <a:cubicBezTo>
                        <a:pt x="-38" y="6572"/>
                        <a:pt x="-1085" y="2857"/>
                        <a:pt x="139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DA81DBD1-ED3C-46F1-BA26-28AD09793052}"/>
                    </a:ext>
                  </a:extLst>
                </p:cNvPr>
                <p:cNvSpPr/>
                <p:nvPr/>
              </p:nvSpPr>
              <p:spPr>
                <a:xfrm>
                  <a:off x="2895504" y="1500997"/>
                  <a:ext cx="3353" cy="4150"/>
                </a:xfrm>
                <a:custGeom>
                  <a:avLst/>
                  <a:gdLst>
                    <a:gd name="connsiteX0" fmla="*/ 953 w 3353"/>
                    <a:gd name="connsiteY0" fmla="*/ 1095 h 4150"/>
                    <a:gd name="connsiteX1" fmla="*/ 3334 w 3353"/>
                    <a:gd name="connsiteY1" fmla="*/ 3858 h 4150"/>
                    <a:gd name="connsiteX2" fmla="*/ 0 w 3353"/>
                    <a:gd name="connsiteY2" fmla="*/ 3191 h 4150"/>
                    <a:gd name="connsiteX3" fmla="*/ 953 w 3353"/>
                    <a:gd name="connsiteY3" fmla="*/ 1095 h 4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53" h="4150">
                      <a:moveTo>
                        <a:pt x="953" y="1095"/>
                      </a:moveTo>
                      <a:cubicBezTo>
                        <a:pt x="4001" y="-2048"/>
                        <a:pt x="3238" y="2429"/>
                        <a:pt x="3334" y="3858"/>
                      </a:cubicBezTo>
                      <a:cubicBezTo>
                        <a:pt x="95" y="5286"/>
                        <a:pt x="3810" y="905"/>
                        <a:pt x="0" y="3191"/>
                      </a:cubicBezTo>
                      <a:cubicBezTo>
                        <a:pt x="857" y="2143"/>
                        <a:pt x="1143" y="1476"/>
                        <a:pt x="953" y="109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1" name="Freeform: Shape 170">
                  <a:extLst>
                    <a:ext uri="{FF2B5EF4-FFF2-40B4-BE49-F238E27FC236}">
                      <a16:creationId xmlns:a16="http://schemas.microsoft.com/office/drawing/2014/main" id="{393B0917-1622-4478-8FAC-4A9B9C462401}"/>
                    </a:ext>
                  </a:extLst>
                </p:cNvPr>
                <p:cNvSpPr/>
                <p:nvPr/>
              </p:nvSpPr>
              <p:spPr>
                <a:xfrm>
                  <a:off x="2952464" y="1431214"/>
                  <a:ext cx="4166" cy="8686"/>
                </a:xfrm>
                <a:custGeom>
                  <a:avLst/>
                  <a:gdLst>
                    <a:gd name="connsiteX0" fmla="*/ 762 w 4166"/>
                    <a:gd name="connsiteY0" fmla="*/ 679 h 8686"/>
                    <a:gd name="connsiteX1" fmla="*/ 2667 w 4166"/>
                    <a:gd name="connsiteY1" fmla="*/ 8394 h 8686"/>
                    <a:gd name="connsiteX2" fmla="*/ 0 w 4166"/>
                    <a:gd name="connsiteY2" fmla="*/ 4108 h 8686"/>
                    <a:gd name="connsiteX3" fmla="*/ 762 w 4166"/>
                    <a:gd name="connsiteY3" fmla="*/ 679 h 8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66" h="8686">
                      <a:moveTo>
                        <a:pt x="762" y="679"/>
                      </a:moveTo>
                      <a:cubicBezTo>
                        <a:pt x="4286" y="-2179"/>
                        <a:pt x="5334" y="4679"/>
                        <a:pt x="2667" y="8394"/>
                      </a:cubicBezTo>
                      <a:cubicBezTo>
                        <a:pt x="-953" y="10299"/>
                        <a:pt x="4286" y="2203"/>
                        <a:pt x="0" y="4108"/>
                      </a:cubicBezTo>
                      <a:cubicBezTo>
                        <a:pt x="2096" y="2107"/>
                        <a:pt x="2381" y="869"/>
                        <a:pt x="762" y="6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: Shape 171">
                  <a:extLst>
                    <a:ext uri="{FF2B5EF4-FFF2-40B4-BE49-F238E27FC236}">
                      <a16:creationId xmlns:a16="http://schemas.microsoft.com/office/drawing/2014/main" id="{9419D0F5-8371-45CA-B3D1-616B13035CAE}"/>
                    </a:ext>
                  </a:extLst>
                </p:cNvPr>
                <p:cNvSpPr/>
                <p:nvPr/>
              </p:nvSpPr>
              <p:spPr>
                <a:xfrm>
                  <a:off x="2821957" y="1600684"/>
                  <a:ext cx="4395" cy="3485"/>
                </a:xfrm>
                <a:custGeom>
                  <a:avLst/>
                  <a:gdLst>
                    <a:gd name="connsiteX0" fmla="*/ 300 w 4395"/>
                    <a:gd name="connsiteY0" fmla="*/ 564 h 3485"/>
                    <a:gd name="connsiteX1" fmla="*/ 4396 w 4395"/>
                    <a:gd name="connsiteY1" fmla="*/ 1707 h 3485"/>
                    <a:gd name="connsiteX2" fmla="*/ 300 w 4395"/>
                    <a:gd name="connsiteY2" fmla="*/ 564 h 3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395" h="3485">
                      <a:moveTo>
                        <a:pt x="300" y="564"/>
                      </a:moveTo>
                      <a:cubicBezTo>
                        <a:pt x="2777" y="-1246"/>
                        <a:pt x="2586" y="1897"/>
                        <a:pt x="4396" y="1707"/>
                      </a:cubicBezTo>
                      <a:cubicBezTo>
                        <a:pt x="1443" y="4850"/>
                        <a:pt x="-843" y="3421"/>
                        <a:pt x="300" y="5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: Shape 172">
                  <a:extLst>
                    <a:ext uri="{FF2B5EF4-FFF2-40B4-BE49-F238E27FC236}">
                      <a16:creationId xmlns:a16="http://schemas.microsoft.com/office/drawing/2014/main" id="{A7BCC88E-ED4C-4E3B-91C6-1E6A5E5E5486}"/>
                    </a:ext>
                  </a:extLst>
                </p:cNvPr>
                <p:cNvSpPr/>
                <p:nvPr/>
              </p:nvSpPr>
              <p:spPr>
                <a:xfrm>
                  <a:off x="2845879" y="1571549"/>
                  <a:ext cx="3365" cy="3885"/>
                </a:xfrm>
                <a:custGeom>
                  <a:avLst/>
                  <a:gdLst>
                    <a:gd name="connsiteX0" fmla="*/ 0 w 3365"/>
                    <a:gd name="connsiteY0" fmla="*/ 1695 h 3885"/>
                    <a:gd name="connsiteX1" fmla="*/ 3143 w 3365"/>
                    <a:gd name="connsiteY1" fmla="*/ 933 h 3885"/>
                    <a:gd name="connsiteX2" fmla="*/ 2857 w 3365"/>
                    <a:gd name="connsiteY2" fmla="*/ 2076 h 3885"/>
                    <a:gd name="connsiteX3" fmla="*/ 1429 w 3365"/>
                    <a:gd name="connsiteY3" fmla="*/ 3886 h 3885"/>
                    <a:gd name="connsiteX4" fmla="*/ 0 w 3365"/>
                    <a:gd name="connsiteY4" fmla="*/ 1695 h 3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65" h="3885">
                      <a:moveTo>
                        <a:pt x="0" y="1695"/>
                      </a:moveTo>
                      <a:cubicBezTo>
                        <a:pt x="3238" y="-2972"/>
                        <a:pt x="667" y="3791"/>
                        <a:pt x="3143" y="933"/>
                      </a:cubicBezTo>
                      <a:cubicBezTo>
                        <a:pt x="3620" y="1028"/>
                        <a:pt x="3238" y="1505"/>
                        <a:pt x="2857" y="2076"/>
                      </a:cubicBezTo>
                      <a:lnTo>
                        <a:pt x="1429" y="3886"/>
                      </a:lnTo>
                      <a:cubicBezTo>
                        <a:pt x="95" y="3600"/>
                        <a:pt x="1810" y="1695"/>
                        <a:pt x="0" y="169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8EA7221C-B30B-43D1-B2C5-ED9FF14DA9D7}"/>
                    </a:ext>
                  </a:extLst>
                </p:cNvPr>
                <p:cNvSpPr/>
                <p:nvPr/>
              </p:nvSpPr>
              <p:spPr>
                <a:xfrm>
                  <a:off x="2950178" y="1440867"/>
                  <a:ext cx="8286" cy="7760"/>
                </a:xfrm>
                <a:custGeom>
                  <a:avLst/>
                  <a:gdLst>
                    <a:gd name="connsiteX0" fmla="*/ 0 w 8286"/>
                    <a:gd name="connsiteY0" fmla="*/ 5123 h 7760"/>
                    <a:gd name="connsiteX1" fmla="*/ 4000 w 8286"/>
                    <a:gd name="connsiteY1" fmla="*/ 932 h 7760"/>
                    <a:gd name="connsiteX2" fmla="*/ 8287 w 8286"/>
                    <a:gd name="connsiteY2" fmla="*/ 2266 h 7760"/>
                    <a:gd name="connsiteX3" fmla="*/ 4381 w 8286"/>
                    <a:gd name="connsiteY3" fmla="*/ 3790 h 7760"/>
                    <a:gd name="connsiteX4" fmla="*/ 5429 w 8286"/>
                    <a:gd name="connsiteY4" fmla="*/ 5790 h 7760"/>
                    <a:gd name="connsiteX5" fmla="*/ 0 w 8286"/>
                    <a:gd name="connsiteY5" fmla="*/ 5123 h 7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6" h="7760">
                      <a:moveTo>
                        <a:pt x="0" y="5123"/>
                      </a:moveTo>
                      <a:cubicBezTo>
                        <a:pt x="1714" y="1218"/>
                        <a:pt x="5715" y="3790"/>
                        <a:pt x="4000" y="932"/>
                      </a:cubicBezTo>
                      <a:cubicBezTo>
                        <a:pt x="6858" y="-1640"/>
                        <a:pt x="7334" y="1885"/>
                        <a:pt x="8287" y="2266"/>
                      </a:cubicBezTo>
                      <a:cubicBezTo>
                        <a:pt x="6858" y="3218"/>
                        <a:pt x="5620" y="3313"/>
                        <a:pt x="4381" y="3790"/>
                      </a:cubicBezTo>
                      <a:cubicBezTo>
                        <a:pt x="3048" y="5123"/>
                        <a:pt x="3715" y="7790"/>
                        <a:pt x="5429" y="5790"/>
                      </a:cubicBezTo>
                      <a:cubicBezTo>
                        <a:pt x="3715" y="9886"/>
                        <a:pt x="0" y="6552"/>
                        <a:pt x="0" y="51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2DB6B50A-440B-456A-B4CE-3AA226797165}"/>
                    </a:ext>
                  </a:extLst>
                </p:cNvPr>
                <p:cNvSpPr/>
                <p:nvPr/>
              </p:nvSpPr>
              <p:spPr>
                <a:xfrm>
                  <a:off x="2939605" y="1459930"/>
                  <a:ext cx="5619" cy="6212"/>
                </a:xfrm>
                <a:custGeom>
                  <a:avLst/>
                  <a:gdLst>
                    <a:gd name="connsiteX0" fmla="*/ 571 w 5619"/>
                    <a:gd name="connsiteY0" fmla="*/ 1109 h 6212"/>
                    <a:gd name="connsiteX1" fmla="*/ 5620 w 5619"/>
                    <a:gd name="connsiteY1" fmla="*/ 1490 h 6212"/>
                    <a:gd name="connsiteX2" fmla="*/ 0 w 5619"/>
                    <a:gd name="connsiteY2" fmla="*/ 6062 h 6212"/>
                    <a:gd name="connsiteX3" fmla="*/ 571 w 5619"/>
                    <a:gd name="connsiteY3" fmla="*/ 1109 h 6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19" h="6212">
                      <a:moveTo>
                        <a:pt x="571" y="1109"/>
                      </a:moveTo>
                      <a:cubicBezTo>
                        <a:pt x="2667" y="-1463"/>
                        <a:pt x="3143" y="1204"/>
                        <a:pt x="5620" y="1490"/>
                      </a:cubicBezTo>
                      <a:cubicBezTo>
                        <a:pt x="2000" y="2347"/>
                        <a:pt x="3238" y="7110"/>
                        <a:pt x="0" y="6062"/>
                      </a:cubicBezTo>
                      <a:cubicBezTo>
                        <a:pt x="2477" y="4633"/>
                        <a:pt x="2762" y="1585"/>
                        <a:pt x="571" y="11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66C795A3-537F-48F9-A020-CC99C7B1F86B}"/>
                    </a:ext>
                  </a:extLst>
                </p:cNvPr>
                <p:cNvSpPr/>
                <p:nvPr/>
              </p:nvSpPr>
              <p:spPr>
                <a:xfrm>
                  <a:off x="2854587" y="1569858"/>
                  <a:ext cx="2721" cy="5216"/>
                </a:xfrm>
                <a:custGeom>
                  <a:avLst/>
                  <a:gdLst>
                    <a:gd name="connsiteX0" fmla="*/ 245 w 2721"/>
                    <a:gd name="connsiteY0" fmla="*/ 910 h 5216"/>
                    <a:gd name="connsiteX1" fmla="*/ 2722 w 2721"/>
                    <a:gd name="connsiteY1" fmla="*/ 1005 h 5216"/>
                    <a:gd name="connsiteX2" fmla="*/ 1864 w 2721"/>
                    <a:gd name="connsiteY2" fmla="*/ 4434 h 5216"/>
                    <a:gd name="connsiteX3" fmla="*/ 245 w 2721"/>
                    <a:gd name="connsiteY3" fmla="*/ 910 h 5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21" h="5216">
                      <a:moveTo>
                        <a:pt x="245" y="910"/>
                      </a:moveTo>
                      <a:cubicBezTo>
                        <a:pt x="-326" y="-996"/>
                        <a:pt x="2245" y="624"/>
                        <a:pt x="2722" y="1005"/>
                      </a:cubicBezTo>
                      <a:cubicBezTo>
                        <a:pt x="1102" y="2910"/>
                        <a:pt x="816" y="4053"/>
                        <a:pt x="1864" y="4434"/>
                      </a:cubicBezTo>
                      <a:cubicBezTo>
                        <a:pt x="-2708" y="7482"/>
                        <a:pt x="2912" y="624"/>
                        <a:pt x="245" y="9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C3002851-0A6B-42D1-8B77-D349B6EB80C1}"/>
                    </a:ext>
                  </a:extLst>
                </p:cNvPr>
                <p:cNvSpPr/>
                <p:nvPr/>
              </p:nvSpPr>
              <p:spPr>
                <a:xfrm>
                  <a:off x="2864358" y="1556766"/>
                  <a:ext cx="3048" cy="4264"/>
                </a:xfrm>
                <a:custGeom>
                  <a:avLst/>
                  <a:gdLst>
                    <a:gd name="connsiteX0" fmla="*/ 0 w 3048"/>
                    <a:gd name="connsiteY0" fmla="*/ 1238 h 4264"/>
                    <a:gd name="connsiteX1" fmla="*/ 2286 w 3048"/>
                    <a:gd name="connsiteY1" fmla="*/ 0 h 4264"/>
                    <a:gd name="connsiteX2" fmla="*/ 3048 w 3048"/>
                    <a:gd name="connsiteY2" fmla="*/ 3048 h 4264"/>
                    <a:gd name="connsiteX3" fmla="*/ 0 w 3048"/>
                    <a:gd name="connsiteY3" fmla="*/ 1238 h 4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" h="4264">
                      <a:moveTo>
                        <a:pt x="0" y="1238"/>
                      </a:moveTo>
                      <a:cubicBezTo>
                        <a:pt x="857" y="286"/>
                        <a:pt x="1333" y="1143"/>
                        <a:pt x="2286" y="0"/>
                      </a:cubicBezTo>
                      <a:cubicBezTo>
                        <a:pt x="2000" y="1333"/>
                        <a:pt x="1048" y="3048"/>
                        <a:pt x="3048" y="3048"/>
                      </a:cubicBezTo>
                      <a:cubicBezTo>
                        <a:pt x="95" y="6191"/>
                        <a:pt x="476" y="2381"/>
                        <a:pt x="0" y="1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434F7BF6-2DE4-4468-87F7-564CBDB918BC}"/>
                    </a:ext>
                  </a:extLst>
                </p:cNvPr>
                <p:cNvSpPr/>
                <p:nvPr/>
              </p:nvSpPr>
              <p:spPr>
                <a:xfrm>
                  <a:off x="2936966" y="1472088"/>
                  <a:ext cx="4829" cy="6381"/>
                </a:xfrm>
                <a:custGeom>
                  <a:avLst/>
                  <a:gdLst>
                    <a:gd name="connsiteX0" fmla="*/ 67 w 4829"/>
                    <a:gd name="connsiteY0" fmla="*/ 2953 h 6381"/>
                    <a:gd name="connsiteX1" fmla="*/ 1781 w 4829"/>
                    <a:gd name="connsiteY1" fmla="*/ 0 h 6381"/>
                    <a:gd name="connsiteX2" fmla="*/ 4830 w 4829"/>
                    <a:gd name="connsiteY2" fmla="*/ 4477 h 6381"/>
                    <a:gd name="connsiteX3" fmla="*/ 1305 w 4829"/>
                    <a:gd name="connsiteY3" fmla="*/ 6382 h 6381"/>
                    <a:gd name="connsiteX4" fmla="*/ 67 w 4829"/>
                    <a:gd name="connsiteY4" fmla="*/ 2953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9" h="6381">
                      <a:moveTo>
                        <a:pt x="67" y="2953"/>
                      </a:moveTo>
                      <a:cubicBezTo>
                        <a:pt x="-314" y="2476"/>
                        <a:pt x="1020" y="1048"/>
                        <a:pt x="1781" y="0"/>
                      </a:cubicBezTo>
                      <a:cubicBezTo>
                        <a:pt x="2353" y="1715"/>
                        <a:pt x="2067" y="3905"/>
                        <a:pt x="4830" y="4477"/>
                      </a:cubicBezTo>
                      <a:cubicBezTo>
                        <a:pt x="3306" y="6763"/>
                        <a:pt x="3210" y="2762"/>
                        <a:pt x="1305" y="6382"/>
                      </a:cubicBezTo>
                      <a:cubicBezTo>
                        <a:pt x="-314" y="6191"/>
                        <a:pt x="2448" y="1048"/>
                        <a:pt x="67" y="2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59A4B622-48C7-4542-BA93-95F83372D007}"/>
                    </a:ext>
                  </a:extLst>
                </p:cNvPr>
                <p:cNvSpPr/>
                <p:nvPr/>
              </p:nvSpPr>
              <p:spPr>
                <a:xfrm>
                  <a:off x="2880264" y="1543145"/>
                  <a:ext cx="6615" cy="5810"/>
                </a:xfrm>
                <a:custGeom>
                  <a:avLst/>
                  <a:gdLst>
                    <a:gd name="connsiteX0" fmla="*/ 0 w 6615"/>
                    <a:gd name="connsiteY0" fmla="*/ 4572 h 5810"/>
                    <a:gd name="connsiteX1" fmla="*/ 2762 w 6615"/>
                    <a:gd name="connsiteY1" fmla="*/ 3524 h 5810"/>
                    <a:gd name="connsiteX2" fmla="*/ 5620 w 6615"/>
                    <a:gd name="connsiteY2" fmla="*/ 0 h 5810"/>
                    <a:gd name="connsiteX3" fmla="*/ 6382 w 6615"/>
                    <a:gd name="connsiteY3" fmla="*/ 3048 h 5810"/>
                    <a:gd name="connsiteX4" fmla="*/ 2191 w 6615"/>
                    <a:gd name="connsiteY4" fmla="*/ 5810 h 5810"/>
                    <a:gd name="connsiteX5" fmla="*/ 0 w 6615"/>
                    <a:gd name="connsiteY5" fmla="*/ 4572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15" h="5810">
                      <a:moveTo>
                        <a:pt x="0" y="4572"/>
                      </a:moveTo>
                      <a:cubicBezTo>
                        <a:pt x="1333" y="2572"/>
                        <a:pt x="2000" y="3238"/>
                        <a:pt x="2762" y="3524"/>
                      </a:cubicBezTo>
                      <a:cubicBezTo>
                        <a:pt x="3334" y="1905"/>
                        <a:pt x="4096" y="952"/>
                        <a:pt x="5620" y="0"/>
                      </a:cubicBezTo>
                      <a:cubicBezTo>
                        <a:pt x="7620" y="95"/>
                        <a:pt x="5905" y="2191"/>
                        <a:pt x="6382" y="3048"/>
                      </a:cubicBezTo>
                      <a:cubicBezTo>
                        <a:pt x="4858" y="4667"/>
                        <a:pt x="4096" y="2762"/>
                        <a:pt x="2191" y="5810"/>
                      </a:cubicBezTo>
                      <a:lnTo>
                        <a:pt x="0" y="4572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444B0B97-D989-436F-9D3A-239AB79A8BE7}"/>
                    </a:ext>
                  </a:extLst>
                </p:cNvPr>
                <p:cNvSpPr/>
                <p:nvPr/>
              </p:nvSpPr>
              <p:spPr>
                <a:xfrm>
                  <a:off x="3048857" y="1339630"/>
                  <a:ext cx="16001" cy="11110"/>
                </a:xfrm>
                <a:custGeom>
                  <a:avLst/>
                  <a:gdLst>
                    <a:gd name="connsiteX0" fmla="*/ 16002 w 16001"/>
                    <a:gd name="connsiteY0" fmla="*/ 7872 h 11110"/>
                    <a:gd name="connsiteX1" fmla="*/ 12668 w 16001"/>
                    <a:gd name="connsiteY1" fmla="*/ 11110 h 11110"/>
                    <a:gd name="connsiteX2" fmla="*/ 11239 w 16001"/>
                    <a:gd name="connsiteY2" fmla="*/ 7586 h 11110"/>
                    <a:gd name="connsiteX3" fmla="*/ 7715 w 16001"/>
                    <a:gd name="connsiteY3" fmla="*/ 9396 h 11110"/>
                    <a:gd name="connsiteX4" fmla="*/ 5620 w 16001"/>
                    <a:gd name="connsiteY4" fmla="*/ 9396 h 11110"/>
                    <a:gd name="connsiteX5" fmla="*/ 7525 w 16001"/>
                    <a:gd name="connsiteY5" fmla="*/ 5300 h 11110"/>
                    <a:gd name="connsiteX6" fmla="*/ 0 w 16001"/>
                    <a:gd name="connsiteY6" fmla="*/ 728 h 11110"/>
                    <a:gd name="connsiteX7" fmla="*/ 8954 w 16001"/>
                    <a:gd name="connsiteY7" fmla="*/ 918 h 11110"/>
                    <a:gd name="connsiteX8" fmla="*/ 16002 w 16001"/>
                    <a:gd name="connsiteY8" fmla="*/ 7872 h 11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001" h="11110">
                      <a:moveTo>
                        <a:pt x="16002" y="7872"/>
                      </a:moveTo>
                      <a:cubicBezTo>
                        <a:pt x="14764" y="9491"/>
                        <a:pt x="13906" y="9396"/>
                        <a:pt x="12668" y="11110"/>
                      </a:cubicBezTo>
                      <a:cubicBezTo>
                        <a:pt x="14859" y="6919"/>
                        <a:pt x="8954" y="12253"/>
                        <a:pt x="11239" y="7586"/>
                      </a:cubicBezTo>
                      <a:cubicBezTo>
                        <a:pt x="10382" y="6538"/>
                        <a:pt x="8287" y="11777"/>
                        <a:pt x="7715" y="9396"/>
                      </a:cubicBezTo>
                      <a:cubicBezTo>
                        <a:pt x="11621" y="6633"/>
                        <a:pt x="7239" y="7395"/>
                        <a:pt x="5620" y="9396"/>
                      </a:cubicBezTo>
                      <a:cubicBezTo>
                        <a:pt x="3429" y="8253"/>
                        <a:pt x="7811" y="7014"/>
                        <a:pt x="7525" y="5300"/>
                      </a:cubicBezTo>
                      <a:cubicBezTo>
                        <a:pt x="3715" y="5395"/>
                        <a:pt x="2000" y="2442"/>
                        <a:pt x="0" y="728"/>
                      </a:cubicBezTo>
                      <a:cubicBezTo>
                        <a:pt x="3429" y="-1653"/>
                        <a:pt x="5525" y="2728"/>
                        <a:pt x="8954" y="918"/>
                      </a:cubicBezTo>
                      <a:cubicBezTo>
                        <a:pt x="8477" y="5490"/>
                        <a:pt x="12478" y="5490"/>
                        <a:pt x="16002" y="78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0AF568D3-A80F-4A37-BEAF-9861179E9810}"/>
                    </a:ext>
                  </a:extLst>
                </p:cNvPr>
                <p:cNvSpPr/>
                <p:nvPr/>
              </p:nvSpPr>
              <p:spPr>
                <a:xfrm>
                  <a:off x="2962211" y="1447469"/>
                  <a:ext cx="3778" cy="5854"/>
                </a:xfrm>
                <a:custGeom>
                  <a:avLst/>
                  <a:gdLst>
                    <a:gd name="connsiteX0" fmla="*/ 1207 w 3778"/>
                    <a:gd name="connsiteY0" fmla="*/ 1187 h 5854"/>
                    <a:gd name="connsiteX1" fmla="*/ 3779 w 3778"/>
                    <a:gd name="connsiteY1" fmla="*/ 1378 h 5854"/>
                    <a:gd name="connsiteX2" fmla="*/ 254 w 3778"/>
                    <a:gd name="connsiteY2" fmla="*/ 5855 h 5854"/>
                    <a:gd name="connsiteX3" fmla="*/ 1207 w 3778"/>
                    <a:gd name="connsiteY3" fmla="*/ 1187 h 5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78" h="5854">
                      <a:moveTo>
                        <a:pt x="1207" y="1187"/>
                      </a:moveTo>
                      <a:cubicBezTo>
                        <a:pt x="3683" y="-1194"/>
                        <a:pt x="2731" y="616"/>
                        <a:pt x="3779" y="1378"/>
                      </a:cubicBezTo>
                      <a:lnTo>
                        <a:pt x="254" y="5855"/>
                      </a:lnTo>
                      <a:cubicBezTo>
                        <a:pt x="-889" y="5093"/>
                        <a:pt x="2255" y="1949"/>
                        <a:pt x="1207" y="11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D758A526-1600-4394-B641-AA751B9BE663}"/>
                    </a:ext>
                  </a:extLst>
                </p:cNvPr>
                <p:cNvSpPr/>
                <p:nvPr/>
              </p:nvSpPr>
              <p:spPr>
                <a:xfrm>
                  <a:off x="2992818" y="1418177"/>
                  <a:ext cx="3269" cy="4617"/>
                </a:xfrm>
                <a:custGeom>
                  <a:avLst/>
                  <a:gdLst>
                    <a:gd name="connsiteX0" fmla="*/ 31 w 3269"/>
                    <a:gd name="connsiteY0" fmla="*/ 2096 h 4617"/>
                    <a:gd name="connsiteX1" fmla="*/ 3079 w 3269"/>
                    <a:gd name="connsiteY1" fmla="*/ 0 h 4617"/>
                    <a:gd name="connsiteX2" fmla="*/ 3270 w 3269"/>
                    <a:gd name="connsiteY2" fmla="*/ 4096 h 4617"/>
                    <a:gd name="connsiteX3" fmla="*/ 31 w 3269"/>
                    <a:gd name="connsiteY3" fmla="*/ 2096 h 4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69" h="4617">
                      <a:moveTo>
                        <a:pt x="31" y="2096"/>
                      </a:moveTo>
                      <a:cubicBezTo>
                        <a:pt x="1079" y="1333"/>
                        <a:pt x="1841" y="1810"/>
                        <a:pt x="3079" y="0"/>
                      </a:cubicBezTo>
                      <a:cubicBezTo>
                        <a:pt x="3270" y="1333"/>
                        <a:pt x="794" y="4000"/>
                        <a:pt x="3270" y="4096"/>
                      </a:cubicBezTo>
                      <a:cubicBezTo>
                        <a:pt x="1460" y="5715"/>
                        <a:pt x="-254" y="3143"/>
                        <a:pt x="31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70A2E365-8DC2-4EAD-A36D-441DF61B16C0}"/>
                    </a:ext>
                  </a:extLst>
                </p:cNvPr>
                <p:cNvSpPr/>
                <p:nvPr/>
              </p:nvSpPr>
              <p:spPr>
                <a:xfrm>
                  <a:off x="3035331" y="1365983"/>
                  <a:ext cx="7524" cy="2332"/>
                </a:xfrm>
                <a:custGeom>
                  <a:avLst/>
                  <a:gdLst>
                    <a:gd name="connsiteX0" fmla="*/ 0 w 7524"/>
                    <a:gd name="connsiteY0" fmla="*/ 1902 h 2332"/>
                    <a:gd name="connsiteX1" fmla="*/ 7525 w 7524"/>
                    <a:gd name="connsiteY1" fmla="*/ 1140 h 2332"/>
                    <a:gd name="connsiteX2" fmla="*/ 0 w 7524"/>
                    <a:gd name="connsiteY2" fmla="*/ 1902 h 2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524" h="2332">
                      <a:moveTo>
                        <a:pt x="0" y="1902"/>
                      </a:moveTo>
                      <a:cubicBezTo>
                        <a:pt x="4000" y="-1623"/>
                        <a:pt x="5429" y="759"/>
                        <a:pt x="7525" y="1140"/>
                      </a:cubicBezTo>
                      <a:cubicBezTo>
                        <a:pt x="4381" y="4283"/>
                        <a:pt x="2762" y="-3"/>
                        <a:pt x="0" y="19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20797B6D-3B88-4D44-80C3-F128D63E2C69}"/>
                    </a:ext>
                  </a:extLst>
                </p:cNvPr>
                <p:cNvSpPr/>
                <p:nvPr/>
              </p:nvSpPr>
              <p:spPr>
                <a:xfrm>
                  <a:off x="3008185" y="1403643"/>
                  <a:ext cx="2762" cy="4817"/>
                </a:xfrm>
                <a:custGeom>
                  <a:avLst/>
                  <a:gdLst>
                    <a:gd name="connsiteX0" fmla="*/ 0 w 2762"/>
                    <a:gd name="connsiteY0" fmla="*/ 722 h 4817"/>
                    <a:gd name="connsiteX1" fmla="*/ 2762 w 2762"/>
                    <a:gd name="connsiteY1" fmla="*/ 2437 h 4817"/>
                    <a:gd name="connsiteX2" fmla="*/ 190 w 2762"/>
                    <a:gd name="connsiteY2" fmla="*/ 4818 h 4817"/>
                    <a:gd name="connsiteX3" fmla="*/ 0 w 2762"/>
                    <a:gd name="connsiteY3" fmla="*/ 722 h 4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" h="4817">
                      <a:moveTo>
                        <a:pt x="0" y="722"/>
                      </a:moveTo>
                      <a:cubicBezTo>
                        <a:pt x="2762" y="-1659"/>
                        <a:pt x="762" y="2627"/>
                        <a:pt x="2762" y="2437"/>
                      </a:cubicBezTo>
                      <a:cubicBezTo>
                        <a:pt x="1905" y="3008"/>
                        <a:pt x="1143" y="3580"/>
                        <a:pt x="190" y="4818"/>
                      </a:cubicBezTo>
                      <a:cubicBezTo>
                        <a:pt x="-667" y="3865"/>
                        <a:pt x="1810" y="1198"/>
                        <a:pt x="0" y="7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7E405764-2F2E-41CC-AF92-5F92DE91B649}"/>
                    </a:ext>
                  </a:extLst>
                </p:cNvPr>
                <p:cNvSpPr/>
                <p:nvPr/>
              </p:nvSpPr>
              <p:spPr>
                <a:xfrm>
                  <a:off x="2958057" y="1465230"/>
                  <a:ext cx="2867" cy="4365"/>
                </a:xfrm>
                <a:custGeom>
                  <a:avLst/>
                  <a:gdLst>
                    <a:gd name="connsiteX0" fmla="*/ 2122 w 2867"/>
                    <a:gd name="connsiteY0" fmla="*/ 0 h 4365"/>
                    <a:gd name="connsiteX1" fmla="*/ 1741 w 2867"/>
                    <a:gd name="connsiteY1" fmla="*/ 3715 h 4365"/>
                    <a:gd name="connsiteX2" fmla="*/ 2122 w 2867"/>
                    <a:gd name="connsiteY2" fmla="*/ 0 h 4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67" h="4365">
                      <a:moveTo>
                        <a:pt x="2122" y="0"/>
                      </a:moveTo>
                      <a:cubicBezTo>
                        <a:pt x="4218" y="95"/>
                        <a:pt x="1169" y="2857"/>
                        <a:pt x="1741" y="3715"/>
                      </a:cubicBezTo>
                      <a:cubicBezTo>
                        <a:pt x="-640" y="5810"/>
                        <a:pt x="-640" y="2381"/>
                        <a:pt x="212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AF85A213-6124-42EB-A5F6-17ACBF91B4FC}"/>
                    </a:ext>
                  </a:extLst>
                </p:cNvPr>
                <p:cNvSpPr/>
                <p:nvPr/>
              </p:nvSpPr>
              <p:spPr>
                <a:xfrm>
                  <a:off x="3069145" y="1328063"/>
                  <a:ext cx="3809" cy="3347"/>
                </a:xfrm>
                <a:custGeom>
                  <a:avLst/>
                  <a:gdLst>
                    <a:gd name="connsiteX0" fmla="*/ 0 w 3809"/>
                    <a:gd name="connsiteY0" fmla="*/ 864 h 3347"/>
                    <a:gd name="connsiteX1" fmla="*/ 3810 w 3809"/>
                    <a:gd name="connsiteY1" fmla="*/ 579 h 3347"/>
                    <a:gd name="connsiteX2" fmla="*/ 2857 w 3809"/>
                    <a:gd name="connsiteY2" fmla="*/ 2674 h 3347"/>
                    <a:gd name="connsiteX3" fmla="*/ 0 w 3809"/>
                    <a:gd name="connsiteY3" fmla="*/ 864 h 3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3347">
                      <a:moveTo>
                        <a:pt x="0" y="864"/>
                      </a:moveTo>
                      <a:cubicBezTo>
                        <a:pt x="1429" y="-183"/>
                        <a:pt x="2762" y="-279"/>
                        <a:pt x="3810" y="579"/>
                      </a:cubicBezTo>
                      <a:cubicBezTo>
                        <a:pt x="2953" y="1531"/>
                        <a:pt x="2667" y="2198"/>
                        <a:pt x="2857" y="2674"/>
                      </a:cubicBezTo>
                      <a:cubicBezTo>
                        <a:pt x="95" y="4960"/>
                        <a:pt x="2000" y="674"/>
                        <a:pt x="0" y="8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7" name="Freeform: Shape 186">
                  <a:extLst>
                    <a:ext uri="{FF2B5EF4-FFF2-40B4-BE49-F238E27FC236}">
                      <a16:creationId xmlns:a16="http://schemas.microsoft.com/office/drawing/2014/main" id="{7630520E-2ED2-444B-A55A-B989DA30C9E3}"/>
                    </a:ext>
                  </a:extLst>
                </p:cNvPr>
                <p:cNvSpPr/>
                <p:nvPr/>
              </p:nvSpPr>
              <p:spPr>
                <a:xfrm>
                  <a:off x="3061049" y="1335404"/>
                  <a:ext cx="6074" cy="5020"/>
                </a:xfrm>
                <a:custGeom>
                  <a:avLst/>
                  <a:gdLst>
                    <a:gd name="connsiteX0" fmla="*/ 0 w 6074"/>
                    <a:gd name="connsiteY0" fmla="*/ 4477 h 5020"/>
                    <a:gd name="connsiteX1" fmla="*/ 5715 w 6074"/>
                    <a:gd name="connsiteY1" fmla="*/ 0 h 5020"/>
                    <a:gd name="connsiteX2" fmla="*/ 4953 w 6074"/>
                    <a:gd name="connsiteY2" fmla="*/ 3524 h 5020"/>
                    <a:gd name="connsiteX3" fmla="*/ 0 w 6074"/>
                    <a:gd name="connsiteY3" fmla="*/ 4477 h 5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4" h="5020">
                      <a:moveTo>
                        <a:pt x="0" y="4477"/>
                      </a:moveTo>
                      <a:cubicBezTo>
                        <a:pt x="2096" y="1810"/>
                        <a:pt x="3620" y="2191"/>
                        <a:pt x="5715" y="0"/>
                      </a:cubicBezTo>
                      <a:cubicBezTo>
                        <a:pt x="7048" y="381"/>
                        <a:pt x="4191" y="2858"/>
                        <a:pt x="4953" y="3524"/>
                      </a:cubicBezTo>
                      <a:cubicBezTo>
                        <a:pt x="3048" y="5144"/>
                        <a:pt x="1429" y="5429"/>
                        <a:pt x="0" y="4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8" name="Freeform: Shape 187">
                  <a:extLst>
                    <a:ext uri="{FF2B5EF4-FFF2-40B4-BE49-F238E27FC236}">
                      <a16:creationId xmlns:a16="http://schemas.microsoft.com/office/drawing/2014/main" id="{73F3987E-6320-44F7-BCC4-50B50C19212F}"/>
                    </a:ext>
                  </a:extLst>
                </p:cNvPr>
                <p:cNvSpPr/>
                <p:nvPr/>
              </p:nvSpPr>
              <p:spPr>
                <a:xfrm>
                  <a:off x="2862452" y="1584960"/>
                  <a:ext cx="3819" cy="4286"/>
                </a:xfrm>
                <a:custGeom>
                  <a:avLst/>
                  <a:gdLst>
                    <a:gd name="connsiteX0" fmla="*/ 0 w 3819"/>
                    <a:gd name="connsiteY0" fmla="*/ 3334 h 4286"/>
                    <a:gd name="connsiteX1" fmla="*/ 1143 w 3819"/>
                    <a:gd name="connsiteY1" fmla="*/ 2667 h 4286"/>
                    <a:gd name="connsiteX2" fmla="*/ 3334 w 3819"/>
                    <a:gd name="connsiteY2" fmla="*/ 0 h 4286"/>
                    <a:gd name="connsiteX3" fmla="*/ 1810 w 3819"/>
                    <a:gd name="connsiteY3" fmla="*/ 4286 h 4286"/>
                    <a:gd name="connsiteX4" fmla="*/ 0 w 3819"/>
                    <a:gd name="connsiteY4" fmla="*/ 3334 h 4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9" h="4286">
                      <a:moveTo>
                        <a:pt x="0" y="3334"/>
                      </a:moveTo>
                      <a:cubicBezTo>
                        <a:pt x="571" y="2572"/>
                        <a:pt x="857" y="2572"/>
                        <a:pt x="1143" y="2667"/>
                      </a:cubicBezTo>
                      <a:cubicBezTo>
                        <a:pt x="2096" y="2667"/>
                        <a:pt x="1905" y="1429"/>
                        <a:pt x="3334" y="0"/>
                      </a:cubicBezTo>
                      <a:cubicBezTo>
                        <a:pt x="4667" y="381"/>
                        <a:pt x="2953" y="2477"/>
                        <a:pt x="1810" y="4286"/>
                      </a:cubicBezTo>
                      <a:lnTo>
                        <a:pt x="0" y="333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9" name="Freeform: Shape 188">
                  <a:extLst>
                    <a:ext uri="{FF2B5EF4-FFF2-40B4-BE49-F238E27FC236}">
                      <a16:creationId xmlns:a16="http://schemas.microsoft.com/office/drawing/2014/main" id="{6F2A4BFB-37DA-4A73-ACEE-3621BFC5ADFC}"/>
                    </a:ext>
                  </a:extLst>
                </p:cNvPr>
                <p:cNvSpPr/>
                <p:nvPr/>
              </p:nvSpPr>
              <p:spPr>
                <a:xfrm>
                  <a:off x="2974128" y="1450859"/>
                  <a:ext cx="3862" cy="4464"/>
                </a:xfrm>
                <a:custGeom>
                  <a:avLst/>
                  <a:gdLst>
                    <a:gd name="connsiteX0" fmla="*/ 434 w 3862"/>
                    <a:gd name="connsiteY0" fmla="*/ 655 h 4464"/>
                    <a:gd name="connsiteX1" fmla="*/ 3863 w 3862"/>
                    <a:gd name="connsiteY1" fmla="*/ 1417 h 4464"/>
                    <a:gd name="connsiteX2" fmla="*/ 53 w 3862"/>
                    <a:gd name="connsiteY2" fmla="*/ 4465 h 4464"/>
                    <a:gd name="connsiteX3" fmla="*/ 434 w 3862"/>
                    <a:gd name="connsiteY3" fmla="*/ 655 h 4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62" h="4464">
                      <a:moveTo>
                        <a:pt x="434" y="655"/>
                      </a:moveTo>
                      <a:cubicBezTo>
                        <a:pt x="2720" y="-583"/>
                        <a:pt x="3291" y="83"/>
                        <a:pt x="3863" y="1417"/>
                      </a:cubicBezTo>
                      <a:cubicBezTo>
                        <a:pt x="2529" y="2655"/>
                        <a:pt x="1863" y="1322"/>
                        <a:pt x="53" y="4465"/>
                      </a:cubicBezTo>
                      <a:cubicBezTo>
                        <a:pt x="-423" y="3512"/>
                        <a:pt x="2529" y="750"/>
                        <a:pt x="434" y="6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E3814013-CA65-4BDA-9D77-D1FFC562EC0C}"/>
                    </a:ext>
                  </a:extLst>
                </p:cNvPr>
                <p:cNvSpPr/>
                <p:nvPr/>
              </p:nvSpPr>
              <p:spPr>
                <a:xfrm>
                  <a:off x="3004825" y="1412271"/>
                  <a:ext cx="3508" cy="4764"/>
                </a:xfrm>
                <a:custGeom>
                  <a:avLst/>
                  <a:gdLst>
                    <a:gd name="connsiteX0" fmla="*/ 407 w 3508"/>
                    <a:gd name="connsiteY0" fmla="*/ 953 h 4764"/>
                    <a:gd name="connsiteX1" fmla="*/ 3169 w 3508"/>
                    <a:gd name="connsiteY1" fmla="*/ 0 h 4764"/>
                    <a:gd name="connsiteX2" fmla="*/ 1264 w 3508"/>
                    <a:gd name="connsiteY2" fmla="*/ 4096 h 4764"/>
                    <a:gd name="connsiteX3" fmla="*/ 407 w 3508"/>
                    <a:gd name="connsiteY3" fmla="*/ 953 h 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08" h="4764">
                      <a:moveTo>
                        <a:pt x="407" y="953"/>
                      </a:moveTo>
                      <a:cubicBezTo>
                        <a:pt x="1550" y="-286"/>
                        <a:pt x="2026" y="1429"/>
                        <a:pt x="3169" y="0"/>
                      </a:cubicBezTo>
                      <a:cubicBezTo>
                        <a:pt x="4884" y="95"/>
                        <a:pt x="-545" y="4001"/>
                        <a:pt x="1264" y="4096"/>
                      </a:cubicBezTo>
                      <a:cubicBezTo>
                        <a:pt x="-2260" y="6763"/>
                        <a:pt x="2979" y="572"/>
                        <a:pt x="407" y="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: Shape 190">
                  <a:extLst>
                    <a:ext uri="{FF2B5EF4-FFF2-40B4-BE49-F238E27FC236}">
                      <a16:creationId xmlns:a16="http://schemas.microsoft.com/office/drawing/2014/main" id="{50F9883D-75BB-49B1-AA5C-55188286596E}"/>
                    </a:ext>
                  </a:extLst>
                </p:cNvPr>
                <p:cNvSpPr/>
                <p:nvPr/>
              </p:nvSpPr>
              <p:spPr>
                <a:xfrm>
                  <a:off x="3042284" y="1368994"/>
                  <a:ext cx="10120" cy="6269"/>
                </a:xfrm>
                <a:custGeom>
                  <a:avLst/>
                  <a:gdLst>
                    <a:gd name="connsiteX0" fmla="*/ 0 w 10120"/>
                    <a:gd name="connsiteY0" fmla="*/ 510 h 6269"/>
                    <a:gd name="connsiteX1" fmla="*/ 6382 w 10120"/>
                    <a:gd name="connsiteY1" fmla="*/ 414 h 6269"/>
                    <a:gd name="connsiteX2" fmla="*/ 4667 w 10120"/>
                    <a:gd name="connsiteY2" fmla="*/ 3367 h 6269"/>
                    <a:gd name="connsiteX3" fmla="*/ 10001 w 10120"/>
                    <a:gd name="connsiteY3" fmla="*/ 5368 h 6269"/>
                    <a:gd name="connsiteX4" fmla="*/ 0 w 10120"/>
                    <a:gd name="connsiteY4" fmla="*/ 510 h 6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20" h="6269">
                      <a:moveTo>
                        <a:pt x="0" y="510"/>
                      </a:moveTo>
                      <a:cubicBezTo>
                        <a:pt x="2572" y="-1681"/>
                        <a:pt x="3429" y="4129"/>
                        <a:pt x="6382" y="414"/>
                      </a:cubicBezTo>
                      <a:cubicBezTo>
                        <a:pt x="6858" y="891"/>
                        <a:pt x="5429" y="2320"/>
                        <a:pt x="4667" y="3367"/>
                      </a:cubicBezTo>
                      <a:cubicBezTo>
                        <a:pt x="5905" y="5082"/>
                        <a:pt x="10954" y="1748"/>
                        <a:pt x="10001" y="5368"/>
                      </a:cubicBezTo>
                      <a:cubicBezTo>
                        <a:pt x="4763" y="8225"/>
                        <a:pt x="1429" y="3653"/>
                        <a:pt x="0" y="5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: Shape 191">
                  <a:extLst>
                    <a:ext uri="{FF2B5EF4-FFF2-40B4-BE49-F238E27FC236}">
                      <a16:creationId xmlns:a16="http://schemas.microsoft.com/office/drawing/2014/main" id="{64392FBA-FD99-436C-A2A4-D0FACE4A88A8}"/>
                    </a:ext>
                  </a:extLst>
                </p:cNvPr>
                <p:cNvSpPr/>
                <p:nvPr/>
              </p:nvSpPr>
              <p:spPr>
                <a:xfrm>
                  <a:off x="2974466" y="1456230"/>
                  <a:ext cx="2648" cy="4142"/>
                </a:xfrm>
                <a:custGeom>
                  <a:avLst/>
                  <a:gdLst>
                    <a:gd name="connsiteX0" fmla="*/ 0 w 2648"/>
                    <a:gd name="connsiteY0" fmla="*/ 428 h 4142"/>
                    <a:gd name="connsiteX1" fmla="*/ 1714 w 2648"/>
                    <a:gd name="connsiteY1" fmla="*/ 4142 h 4142"/>
                    <a:gd name="connsiteX2" fmla="*/ 0 w 2648"/>
                    <a:gd name="connsiteY2" fmla="*/ 428 h 4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48" h="4142">
                      <a:moveTo>
                        <a:pt x="0" y="428"/>
                      </a:moveTo>
                      <a:cubicBezTo>
                        <a:pt x="2000" y="-1096"/>
                        <a:pt x="3810" y="1761"/>
                        <a:pt x="1714" y="4142"/>
                      </a:cubicBezTo>
                      <a:cubicBezTo>
                        <a:pt x="571" y="3190"/>
                        <a:pt x="1143" y="1380"/>
                        <a:pt x="0" y="42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3" name="Freeform: Shape 192">
                  <a:extLst>
                    <a:ext uri="{FF2B5EF4-FFF2-40B4-BE49-F238E27FC236}">
                      <a16:creationId xmlns:a16="http://schemas.microsoft.com/office/drawing/2014/main" id="{60A0CF85-1D01-415D-A64D-811C5E2CA374}"/>
                    </a:ext>
                  </a:extLst>
                </p:cNvPr>
                <p:cNvSpPr/>
                <p:nvPr/>
              </p:nvSpPr>
              <p:spPr>
                <a:xfrm>
                  <a:off x="2957036" y="1477566"/>
                  <a:ext cx="4095" cy="3036"/>
                </a:xfrm>
                <a:custGeom>
                  <a:avLst/>
                  <a:gdLst>
                    <a:gd name="connsiteX0" fmla="*/ 0 w 4095"/>
                    <a:gd name="connsiteY0" fmla="*/ 1571 h 3036"/>
                    <a:gd name="connsiteX1" fmla="*/ 4096 w 4095"/>
                    <a:gd name="connsiteY1" fmla="*/ 1476 h 3036"/>
                    <a:gd name="connsiteX2" fmla="*/ 0 w 4095"/>
                    <a:gd name="connsiteY2" fmla="*/ 1571 h 3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" h="3036">
                      <a:moveTo>
                        <a:pt x="0" y="1571"/>
                      </a:moveTo>
                      <a:cubicBezTo>
                        <a:pt x="2191" y="-1858"/>
                        <a:pt x="2762" y="1381"/>
                        <a:pt x="4096" y="1476"/>
                      </a:cubicBezTo>
                      <a:cubicBezTo>
                        <a:pt x="1143" y="3952"/>
                        <a:pt x="1333" y="3095"/>
                        <a:pt x="0" y="15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4" name="Freeform: Shape 193">
                  <a:extLst>
                    <a:ext uri="{FF2B5EF4-FFF2-40B4-BE49-F238E27FC236}">
                      <a16:creationId xmlns:a16="http://schemas.microsoft.com/office/drawing/2014/main" id="{CF2FD69A-B3BE-46D6-A56D-584866103820}"/>
                    </a:ext>
                  </a:extLst>
                </p:cNvPr>
                <p:cNvSpPr/>
                <p:nvPr/>
              </p:nvSpPr>
              <p:spPr>
                <a:xfrm>
                  <a:off x="3022758" y="1396394"/>
                  <a:ext cx="2209" cy="4447"/>
                </a:xfrm>
                <a:custGeom>
                  <a:avLst/>
                  <a:gdLst>
                    <a:gd name="connsiteX0" fmla="*/ 0 w 2209"/>
                    <a:gd name="connsiteY0" fmla="*/ 1018 h 4447"/>
                    <a:gd name="connsiteX1" fmla="*/ 1333 w 2209"/>
                    <a:gd name="connsiteY1" fmla="*/ 4447 h 4447"/>
                    <a:gd name="connsiteX2" fmla="*/ 0 w 2209"/>
                    <a:gd name="connsiteY2" fmla="*/ 1018 h 4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09" h="4447">
                      <a:moveTo>
                        <a:pt x="0" y="1018"/>
                      </a:moveTo>
                      <a:cubicBezTo>
                        <a:pt x="2667" y="-1934"/>
                        <a:pt x="2667" y="2257"/>
                        <a:pt x="1333" y="4447"/>
                      </a:cubicBezTo>
                      <a:cubicBezTo>
                        <a:pt x="-476" y="3971"/>
                        <a:pt x="571" y="2066"/>
                        <a:pt x="0" y="10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5" name="Freeform: Shape 194">
                  <a:extLst>
                    <a:ext uri="{FF2B5EF4-FFF2-40B4-BE49-F238E27FC236}">
                      <a16:creationId xmlns:a16="http://schemas.microsoft.com/office/drawing/2014/main" id="{2198A1B3-D072-4D07-AB22-AB4D3494A48E}"/>
                    </a:ext>
                  </a:extLst>
                </p:cNvPr>
                <p:cNvSpPr/>
                <p:nvPr/>
              </p:nvSpPr>
              <p:spPr>
                <a:xfrm>
                  <a:off x="3058858" y="1355170"/>
                  <a:ext cx="4667" cy="2532"/>
                </a:xfrm>
                <a:custGeom>
                  <a:avLst/>
                  <a:gdLst>
                    <a:gd name="connsiteX0" fmla="*/ 0 w 4667"/>
                    <a:gd name="connsiteY0" fmla="*/ 618 h 2532"/>
                    <a:gd name="connsiteX1" fmla="*/ 4667 w 4667"/>
                    <a:gd name="connsiteY1" fmla="*/ 904 h 2532"/>
                    <a:gd name="connsiteX2" fmla="*/ 0 w 4667"/>
                    <a:gd name="connsiteY2" fmla="*/ 618 h 2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67" h="2532">
                      <a:moveTo>
                        <a:pt x="0" y="618"/>
                      </a:moveTo>
                      <a:cubicBezTo>
                        <a:pt x="1809" y="-335"/>
                        <a:pt x="3334" y="-144"/>
                        <a:pt x="4667" y="904"/>
                      </a:cubicBezTo>
                      <a:cubicBezTo>
                        <a:pt x="2000" y="3475"/>
                        <a:pt x="381" y="2713"/>
                        <a:pt x="0" y="6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6" name="Freeform: Shape 195">
                  <a:extLst>
                    <a:ext uri="{FF2B5EF4-FFF2-40B4-BE49-F238E27FC236}">
                      <a16:creationId xmlns:a16="http://schemas.microsoft.com/office/drawing/2014/main" id="{A0A7369C-F786-40D3-B315-86B41777C6C1}"/>
                    </a:ext>
                  </a:extLst>
                </p:cNvPr>
                <p:cNvSpPr/>
                <p:nvPr/>
              </p:nvSpPr>
              <p:spPr>
                <a:xfrm>
                  <a:off x="2799968" y="1677740"/>
                  <a:ext cx="4953" cy="2812"/>
                </a:xfrm>
                <a:custGeom>
                  <a:avLst/>
                  <a:gdLst>
                    <a:gd name="connsiteX0" fmla="*/ 0 w 4953"/>
                    <a:gd name="connsiteY0" fmla="*/ 2374 h 2812"/>
                    <a:gd name="connsiteX1" fmla="*/ 4953 w 4953"/>
                    <a:gd name="connsiteY1" fmla="*/ 88 h 2812"/>
                    <a:gd name="connsiteX2" fmla="*/ 0 w 4953"/>
                    <a:gd name="connsiteY2" fmla="*/ 2374 h 2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53" h="2812">
                      <a:moveTo>
                        <a:pt x="0" y="2374"/>
                      </a:moveTo>
                      <a:cubicBezTo>
                        <a:pt x="2191" y="-483"/>
                        <a:pt x="3524" y="-7"/>
                        <a:pt x="4953" y="88"/>
                      </a:cubicBezTo>
                      <a:cubicBezTo>
                        <a:pt x="2762" y="2565"/>
                        <a:pt x="1143" y="3422"/>
                        <a:pt x="0" y="23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7" name="Freeform: Shape 196">
                  <a:extLst>
                    <a:ext uri="{FF2B5EF4-FFF2-40B4-BE49-F238E27FC236}">
                      <a16:creationId xmlns:a16="http://schemas.microsoft.com/office/drawing/2014/main" id="{A867E8F7-F2C7-4F7E-8050-4E2A9BEDBEA8}"/>
                    </a:ext>
                  </a:extLst>
                </p:cNvPr>
                <p:cNvSpPr/>
                <p:nvPr/>
              </p:nvSpPr>
              <p:spPr>
                <a:xfrm>
                  <a:off x="2966466" y="1482031"/>
                  <a:ext cx="3751" cy="3487"/>
                </a:xfrm>
                <a:custGeom>
                  <a:avLst/>
                  <a:gdLst>
                    <a:gd name="connsiteX0" fmla="*/ 0 w 3751"/>
                    <a:gd name="connsiteY0" fmla="*/ 344 h 3487"/>
                    <a:gd name="connsiteX1" fmla="*/ 2762 w 3751"/>
                    <a:gd name="connsiteY1" fmla="*/ 3487 h 3487"/>
                    <a:gd name="connsiteX2" fmla="*/ 0 w 3751"/>
                    <a:gd name="connsiteY2" fmla="*/ 344 h 34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51" h="3487">
                      <a:moveTo>
                        <a:pt x="0" y="344"/>
                      </a:moveTo>
                      <a:cubicBezTo>
                        <a:pt x="1238" y="-704"/>
                        <a:pt x="5715" y="725"/>
                        <a:pt x="2762" y="3487"/>
                      </a:cubicBezTo>
                      <a:cubicBezTo>
                        <a:pt x="2000" y="1297"/>
                        <a:pt x="0" y="2916"/>
                        <a:pt x="0" y="3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Freeform: Shape 197">
                  <a:extLst>
                    <a:ext uri="{FF2B5EF4-FFF2-40B4-BE49-F238E27FC236}">
                      <a16:creationId xmlns:a16="http://schemas.microsoft.com/office/drawing/2014/main" id="{FA7DB592-4CEC-4025-937A-E8C0E01F162C}"/>
                    </a:ext>
                  </a:extLst>
                </p:cNvPr>
                <p:cNvSpPr/>
                <p:nvPr/>
              </p:nvSpPr>
              <p:spPr>
                <a:xfrm>
                  <a:off x="3068478" y="1353597"/>
                  <a:ext cx="4250" cy="4648"/>
                </a:xfrm>
                <a:custGeom>
                  <a:avLst/>
                  <a:gdLst>
                    <a:gd name="connsiteX0" fmla="*/ 0 w 4250"/>
                    <a:gd name="connsiteY0" fmla="*/ 4191 h 4648"/>
                    <a:gd name="connsiteX1" fmla="*/ 4001 w 4250"/>
                    <a:gd name="connsiteY1" fmla="*/ 0 h 4648"/>
                    <a:gd name="connsiteX2" fmla="*/ 0 w 4250"/>
                    <a:gd name="connsiteY2" fmla="*/ 4191 h 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50" h="4648">
                      <a:moveTo>
                        <a:pt x="0" y="4191"/>
                      </a:moveTo>
                      <a:cubicBezTo>
                        <a:pt x="1524" y="1905"/>
                        <a:pt x="2381" y="2762"/>
                        <a:pt x="4001" y="0"/>
                      </a:cubicBezTo>
                      <a:cubicBezTo>
                        <a:pt x="5334" y="1048"/>
                        <a:pt x="953" y="6191"/>
                        <a:pt x="0" y="41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Freeform: Shape 198">
                  <a:extLst>
                    <a:ext uri="{FF2B5EF4-FFF2-40B4-BE49-F238E27FC236}">
                      <a16:creationId xmlns:a16="http://schemas.microsoft.com/office/drawing/2014/main" id="{D99E596A-FB14-4623-AB5B-9230C003E6A7}"/>
                    </a:ext>
                  </a:extLst>
                </p:cNvPr>
                <p:cNvSpPr/>
                <p:nvPr/>
              </p:nvSpPr>
              <p:spPr>
                <a:xfrm>
                  <a:off x="3175349" y="1230166"/>
                  <a:ext cx="3113" cy="4463"/>
                </a:xfrm>
                <a:custGeom>
                  <a:avLst/>
                  <a:gdLst>
                    <a:gd name="connsiteX0" fmla="*/ 0 w 3113"/>
                    <a:gd name="connsiteY0" fmla="*/ 749 h 4463"/>
                    <a:gd name="connsiteX1" fmla="*/ 1429 w 3113"/>
                    <a:gd name="connsiteY1" fmla="*/ 4464 h 4463"/>
                    <a:gd name="connsiteX2" fmla="*/ 0 w 3113"/>
                    <a:gd name="connsiteY2" fmla="*/ 749 h 4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13" h="4463">
                      <a:moveTo>
                        <a:pt x="0" y="749"/>
                      </a:moveTo>
                      <a:cubicBezTo>
                        <a:pt x="2191" y="-1156"/>
                        <a:pt x="4953" y="749"/>
                        <a:pt x="1429" y="4464"/>
                      </a:cubicBezTo>
                      <a:cubicBezTo>
                        <a:pt x="-381" y="3892"/>
                        <a:pt x="2572" y="1035"/>
                        <a:pt x="0" y="7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Freeform: Shape 199">
                  <a:extLst>
                    <a:ext uri="{FF2B5EF4-FFF2-40B4-BE49-F238E27FC236}">
                      <a16:creationId xmlns:a16="http://schemas.microsoft.com/office/drawing/2014/main" id="{3611D994-BF86-4C7D-A6AD-6A30C3E0E2C0}"/>
                    </a:ext>
                  </a:extLst>
                </p:cNvPr>
                <p:cNvSpPr/>
                <p:nvPr/>
              </p:nvSpPr>
              <p:spPr>
                <a:xfrm>
                  <a:off x="3058191" y="1378839"/>
                  <a:ext cx="6476" cy="3524"/>
                </a:xfrm>
                <a:custGeom>
                  <a:avLst/>
                  <a:gdLst>
                    <a:gd name="connsiteX0" fmla="*/ 0 w 6476"/>
                    <a:gd name="connsiteY0" fmla="*/ 2096 h 3524"/>
                    <a:gd name="connsiteX1" fmla="*/ 3048 w 6476"/>
                    <a:gd name="connsiteY1" fmla="*/ 0 h 3524"/>
                    <a:gd name="connsiteX2" fmla="*/ 6477 w 6476"/>
                    <a:gd name="connsiteY2" fmla="*/ 3524 h 3524"/>
                    <a:gd name="connsiteX3" fmla="*/ 0 w 6476"/>
                    <a:gd name="connsiteY3" fmla="*/ 2096 h 3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76" h="3524">
                      <a:moveTo>
                        <a:pt x="0" y="2096"/>
                      </a:moveTo>
                      <a:cubicBezTo>
                        <a:pt x="1143" y="1048"/>
                        <a:pt x="1905" y="1238"/>
                        <a:pt x="3048" y="0"/>
                      </a:cubicBezTo>
                      <a:cubicBezTo>
                        <a:pt x="5334" y="571"/>
                        <a:pt x="4953" y="2572"/>
                        <a:pt x="6477" y="3524"/>
                      </a:cubicBezTo>
                      <a:cubicBezTo>
                        <a:pt x="3810" y="3238"/>
                        <a:pt x="3238" y="2381"/>
                        <a:pt x="0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Freeform: Shape 200">
                  <a:extLst>
                    <a:ext uri="{FF2B5EF4-FFF2-40B4-BE49-F238E27FC236}">
                      <a16:creationId xmlns:a16="http://schemas.microsoft.com/office/drawing/2014/main" id="{BA5DE4DD-E69E-4C83-8838-9A16F924434A}"/>
                    </a:ext>
                  </a:extLst>
                </p:cNvPr>
                <p:cNvSpPr/>
                <p:nvPr/>
              </p:nvSpPr>
              <p:spPr>
                <a:xfrm>
                  <a:off x="3079908" y="1354868"/>
                  <a:ext cx="4952" cy="2108"/>
                </a:xfrm>
                <a:custGeom>
                  <a:avLst/>
                  <a:gdLst>
                    <a:gd name="connsiteX0" fmla="*/ 0 w 4952"/>
                    <a:gd name="connsiteY0" fmla="*/ 920 h 2108"/>
                    <a:gd name="connsiteX1" fmla="*/ 4953 w 4952"/>
                    <a:gd name="connsiteY1" fmla="*/ 63 h 2108"/>
                    <a:gd name="connsiteX2" fmla="*/ 0 w 4952"/>
                    <a:gd name="connsiteY2" fmla="*/ 920 h 21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52" h="2108">
                      <a:moveTo>
                        <a:pt x="0" y="920"/>
                      </a:moveTo>
                      <a:cubicBezTo>
                        <a:pt x="1619" y="539"/>
                        <a:pt x="3429" y="-223"/>
                        <a:pt x="4953" y="63"/>
                      </a:cubicBezTo>
                      <a:cubicBezTo>
                        <a:pt x="2572" y="3396"/>
                        <a:pt x="1333" y="1872"/>
                        <a:pt x="0" y="9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Freeform: Shape 201">
                  <a:extLst>
                    <a:ext uri="{FF2B5EF4-FFF2-40B4-BE49-F238E27FC236}">
                      <a16:creationId xmlns:a16="http://schemas.microsoft.com/office/drawing/2014/main" id="{01750BF8-3D79-438D-B8AA-02E2DA71E158}"/>
                    </a:ext>
                  </a:extLst>
                </p:cNvPr>
                <p:cNvSpPr/>
                <p:nvPr/>
              </p:nvSpPr>
              <p:spPr>
                <a:xfrm>
                  <a:off x="2951321" y="1515377"/>
                  <a:ext cx="2575" cy="5955"/>
                </a:xfrm>
                <a:custGeom>
                  <a:avLst/>
                  <a:gdLst>
                    <a:gd name="connsiteX0" fmla="*/ 0 w 2575"/>
                    <a:gd name="connsiteY0" fmla="*/ 431 h 5955"/>
                    <a:gd name="connsiteX1" fmla="*/ 190 w 2575"/>
                    <a:gd name="connsiteY1" fmla="*/ 5956 h 5955"/>
                    <a:gd name="connsiteX2" fmla="*/ 0 w 2575"/>
                    <a:gd name="connsiteY2" fmla="*/ 431 h 5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5" h="5955">
                      <a:moveTo>
                        <a:pt x="0" y="431"/>
                      </a:moveTo>
                      <a:cubicBezTo>
                        <a:pt x="2953" y="-1283"/>
                        <a:pt x="3810" y="2432"/>
                        <a:pt x="190" y="5956"/>
                      </a:cubicBezTo>
                      <a:cubicBezTo>
                        <a:pt x="-95" y="4146"/>
                        <a:pt x="1619" y="1384"/>
                        <a:pt x="0" y="43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3" name="Freeform: Shape 202">
                  <a:extLst>
                    <a:ext uri="{FF2B5EF4-FFF2-40B4-BE49-F238E27FC236}">
                      <a16:creationId xmlns:a16="http://schemas.microsoft.com/office/drawing/2014/main" id="{7E3B1FBC-2929-4200-B03F-BF4D68B5E27D}"/>
                    </a:ext>
                  </a:extLst>
                </p:cNvPr>
                <p:cNvSpPr/>
                <p:nvPr/>
              </p:nvSpPr>
              <p:spPr>
                <a:xfrm>
                  <a:off x="3039946" y="1409816"/>
                  <a:ext cx="3862" cy="5314"/>
                </a:xfrm>
                <a:custGeom>
                  <a:avLst/>
                  <a:gdLst>
                    <a:gd name="connsiteX0" fmla="*/ 814 w 3862"/>
                    <a:gd name="connsiteY0" fmla="*/ 265 h 5314"/>
                    <a:gd name="connsiteX1" fmla="*/ 3862 w 3862"/>
                    <a:gd name="connsiteY1" fmla="*/ 4932 h 5314"/>
                    <a:gd name="connsiteX2" fmla="*/ 814 w 3862"/>
                    <a:gd name="connsiteY2" fmla="*/ 265 h 5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62" h="5314">
                      <a:moveTo>
                        <a:pt x="814" y="265"/>
                      </a:moveTo>
                      <a:cubicBezTo>
                        <a:pt x="3862" y="-1259"/>
                        <a:pt x="1671" y="4265"/>
                        <a:pt x="3862" y="4932"/>
                      </a:cubicBezTo>
                      <a:cubicBezTo>
                        <a:pt x="1005" y="6456"/>
                        <a:pt x="-1281" y="3122"/>
                        <a:pt x="814" y="26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: Shape 203">
                  <a:extLst>
                    <a:ext uri="{FF2B5EF4-FFF2-40B4-BE49-F238E27FC236}">
                      <a16:creationId xmlns:a16="http://schemas.microsoft.com/office/drawing/2014/main" id="{70B81439-7C82-47BB-A889-6B07AF7F899D}"/>
                    </a:ext>
                  </a:extLst>
                </p:cNvPr>
                <p:cNvSpPr/>
                <p:nvPr/>
              </p:nvSpPr>
              <p:spPr>
                <a:xfrm>
                  <a:off x="3060862" y="1385887"/>
                  <a:ext cx="4568" cy="4240"/>
                </a:xfrm>
                <a:custGeom>
                  <a:avLst/>
                  <a:gdLst>
                    <a:gd name="connsiteX0" fmla="*/ 949 w 4568"/>
                    <a:gd name="connsiteY0" fmla="*/ 0 h 4240"/>
                    <a:gd name="connsiteX1" fmla="*/ 4568 w 4568"/>
                    <a:gd name="connsiteY1" fmla="*/ 2381 h 4240"/>
                    <a:gd name="connsiteX2" fmla="*/ 949 w 4568"/>
                    <a:gd name="connsiteY2" fmla="*/ 0 h 4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68" h="4240">
                      <a:moveTo>
                        <a:pt x="949" y="0"/>
                      </a:moveTo>
                      <a:lnTo>
                        <a:pt x="4568" y="2381"/>
                      </a:lnTo>
                      <a:cubicBezTo>
                        <a:pt x="1521" y="6287"/>
                        <a:pt x="-1623" y="3334"/>
                        <a:pt x="94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: Shape 204">
                  <a:extLst>
                    <a:ext uri="{FF2B5EF4-FFF2-40B4-BE49-F238E27FC236}">
                      <a16:creationId xmlns:a16="http://schemas.microsoft.com/office/drawing/2014/main" id="{4A164CD8-CE98-4A4E-BA95-FA7CBC976C4F}"/>
                    </a:ext>
                  </a:extLst>
                </p:cNvPr>
                <p:cNvSpPr/>
                <p:nvPr/>
              </p:nvSpPr>
              <p:spPr>
                <a:xfrm>
                  <a:off x="3075432" y="1366955"/>
                  <a:ext cx="9143" cy="3692"/>
                </a:xfrm>
                <a:custGeom>
                  <a:avLst/>
                  <a:gdLst>
                    <a:gd name="connsiteX0" fmla="*/ 0 w 9143"/>
                    <a:gd name="connsiteY0" fmla="*/ 2168 h 3692"/>
                    <a:gd name="connsiteX1" fmla="*/ 9144 w 9143"/>
                    <a:gd name="connsiteY1" fmla="*/ 1311 h 3692"/>
                    <a:gd name="connsiteX2" fmla="*/ 4381 w 9143"/>
                    <a:gd name="connsiteY2" fmla="*/ 3692 h 3692"/>
                    <a:gd name="connsiteX3" fmla="*/ 0 w 9143"/>
                    <a:gd name="connsiteY3" fmla="*/ 2168 h 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3" h="3692">
                      <a:moveTo>
                        <a:pt x="0" y="2168"/>
                      </a:moveTo>
                      <a:cubicBezTo>
                        <a:pt x="3810" y="-1546"/>
                        <a:pt x="6287" y="454"/>
                        <a:pt x="9144" y="1311"/>
                      </a:cubicBezTo>
                      <a:cubicBezTo>
                        <a:pt x="7429" y="2645"/>
                        <a:pt x="6287" y="1692"/>
                        <a:pt x="4381" y="3692"/>
                      </a:cubicBezTo>
                      <a:cubicBezTo>
                        <a:pt x="6477" y="-880"/>
                        <a:pt x="1429" y="4073"/>
                        <a:pt x="0" y="21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: Shape 205">
                  <a:extLst>
                    <a:ext uri="{FF2B5EF4-FFF2-40B4-BE49-F238E27FC236}">
                      <a16:creationId xmlns:a16="http://schemas.microsoft.com/office/drawing/2014/main" id="{65B8AA98-43BB-4799-9289-138BB1FD33A7}"/>
                    </a:ext>
                  </a:extLst>
                </p:cNvPr>
                <p:cNvSpPr/>
                <p:nvPr/>
              </p:nvSpPr>
              <p:spPr>
                <a:xfrm>
                  <a:off x="3182111" y="1239443"/>
                  <a:ext cx="4012" cy="4426"/>
                </a:xfrm>
                <a:custGeom>
                  <a:avLst/>
                  <a:gdLst>
                    <a:gd name="connsiteX0" fmla="*/ 0 w 4012"/>
                    <a:gd name="connsiteY0" fmla="*/ 1378 h 4426"/>
                    <a:gd name="connsiteX1" fmla="*/ 2667 w 4012"/>
                    <a:gd name="connsiteY1" fmla="*/ 4426 h 4426"/>
                    <a:gd name="connsiteX2" fmla="*/ 0 w 4012"/>
                    <a:gd name="connsiteY2" fmla="*/ 1378 h 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12" h="4426">
                      <a:moveTo>
                        <a:pt x="0" y="1378"/>
                      </a:moveTo>
                      <a:cubicBezTo>
                        <a:pt x="2381" y="-2050"/>
                        <a:pt x="6001" y="1664"/>
                        <a:pt x="2667" y="4426"/>
                      </a:cubicBezTo>
                      <a:cubicBezTo>
                        <a:pt x="1715" y="3379"/>
                        <a:pt x="2000" y="1855"/>
                        <a:pt x="0" y="13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Freeform: Shape 206">
                  <a:extLst>
                    <a:ext uri="{FF2B5EF4-FFF2-40B4-BE49-F238E27FC236}">
                      <a16:creationId xmlns:a16="http://schemas.microsoft.com/office/drawing/2014/main" id="{8B5B628B-92D8-4A5C-8BF5-F93AC9C81C3C}"/>
                    </a:ext>
                  </a:extLst>
                </p:cNvPr>
                <p:cNvSpPr/>
                <p:nvPr/>
              </p:nvSpPr>
              <p:spPr>
                <a:xfrm>
                  <a:off x="3090555" y="1356527"/>
                  <a:ext cx="7355" cy="4404"/>
                </a:xfrm>
                <a:custGeom>
                  <a:avLst/>
                  <a:gdLst>
                    <a:gd name="connsiteX0" fmla="*/ 116 w 7355"/>
                    <a:gd name="connsiteY0" fmla="*/ 785 h 4404"/>
                    <a:gd name="connsiteX1" fmla="*/ 7355 w 7355"/>
                    <a:gd name="connsiteY1" fmla="*/ 1452 h 4404"/>
                    <a:gd name="connsiteX2" fmla="*/ 3545 w 7355"/>
                    <a:gd name="connsiteY2" fmla="*/ 4405 h 4404"/>
                    <a:gd name="connsiteX3" fmla="*/ 116 w 7355"/>
                    <a:gd name="connsiteY3" fmla="*/ 785 h 4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55" h="4404">
                      <a:moveTo>
                        <a:pt x="116" y="785"/>
                      </a:moveTo>
                      <a:cubicBezTo>
                        <a:pt x="4212" y="-1310"/>
                        <a:pt x="3926" y="1452"/>
                        <a:pt x="7355" y="1452"/>
                      </a:cubicBezTo>
                      <a:cubicBezTo>
                        <a:pt x="5926" y="3166"/>
                        <a:pt x="5165" y="1738"/>
                        <a:pt x="3545" y="4405"/>
                      </a:cubicBezTo>
                      <a:cubicBezTo>
                        <a:pt x="4402" y="976"/>
                        <a:pt x="-836" y="3928"/>
                        <a:pt x="116" y="7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Freeform: Shape 207">
                  <a:extLst>
                    <a:ext uri="{FF2B5EF4-FFF2-40B4-BE49-F238E27FC236}">
                      <a16:creationId xmlns:a16="http://schemas.microsoft.com/office/drawing/2014/main" id="{C8563F50-3A8F-446F-A1FF-E82EB8D0A99F}"/>
                    </a:ext>
                  </a:extLst>
                </p:cNvPr>
                <p:cNvSpPr/>
                <p:nvPr/>
              </p:nvSpPr>
              <p:spPr>
                <a:xfrm>
                  <a:off x="3083051" y="1369409"/>
                  <a:ext cx="5834" cy="6191"/>
                </a:xfrm>
                <a:custGeom>
                  <a:avLst/>
                  <a:gdLst>
                    <a:gd name="connsiteX0" fmla="*/ 0 w 5834"/>
                    <a:gd name="connsiteY0" fmla="*/ 3239 h 6191"/>
                    <a:gd name="connsiteX1" fmla="*/ 953 w 5834"/>
                    <a:gd name="connsiteY1" fmla="*/ 1143 h 6191"/>
                    <a:gd name="connsiteX2" fmla="*/ 5429 w 5834"/>
                    <a:gd name="connsiteY2" fmla="*/ 0 h 6191"/>
                    <a:gd name="connsiteX3" fmla="*/ 4858 w 5834"/>
                    <a:gd name="connsiteY3" fmla="*/ 5048 h 6191"/>
                    <a:gd name="connsiteX4" fmla="*/ 381 w 5834"/>
                    <a:gd name="connsiteY4" fmla="*/ 6191 h 6191"/>
                    <a:gd name="connsiteX5" fmla="*/ 0 w 5834"/>
                    <a:gd name="connsiteY5" fmla="*/ 3239 h 6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34" h="6191">
                      <a:moveTo>
                        <a:pt x="0" y="3239"/>
                      </a:moveTo>
                      <a:cubicBezTo>
                        <a:pt x="953" y="2286"/>
                        <a:pt x="1143" y="1619"/>
                        <a:pt x="953" y="1143"/>
                      </a:cubicBezTo>
                      <a:cubicBezTo>
                        <a:pt x="2667" y="-476"/>
                        <a:pt x="3524" y="2000"/>
                        <a:pt x="5429" y="0"/>
                      </a:cubicBezTo>
                      <a:cubicBezTo>
                        <a:pt x="4382" y="2096"/>
                        <a:pt x="7239" y="2286"/>
                        <a:pt x="4858" y="5048"/>
                      </a:cubicBezTo>
                      <a:cubicBezTo>
                        <a:pt x="3905" y="1810"/>
                        <a:pt x="3524" y="4667"/>
                        <a:pt x="381" y="6191"/>
                      </a:cubicBezTo>
                      <a:cubicBezTo>
                        <a:pt x="-476" y="4001"/>
                        <a:pt x="3620" y="3143"/>
                        <a:pt x="0" y="3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Freeform: Shape 208">
                  <a:extLst>
                    <a:ext uri="{FF2B5EF4-FFF2-40B4-BE49-F238E27FC236}">
                      <a16:creationId xmlns:a16="http://schemas.microsoft.com/office/drawing/2014/main" id="{39780A95-E116-44A8-BCF6-2CD9044B4D56}"/>
                    </a:ext>
                  </a:extLst>
                </p:cNvPr>
                <p:cNvSpPr/>
                <p:nvPr/>
              </p:nvSpPr>
              <p:spPr>
                <a:xfrm>
                  <a:off x="2938176" y="1547907"/>
                  <a:ext cx="4673" cy="3000"/>
                </a:xfrm>
                <a:custGeom>
                  <a:avLst/>
                  <a:gdLst>
                    <a:gd name="connsiteX0" fmla="*/ 0 w 4673"/>
                    <a:gd name="connsiteY0" fmla="*/ 2476 h 3000"/>
                    <a:gd name="connsiteX1" fmla="*/ 1619 w 4673"/>
                    <a:gd name="connsiteY1" fmla="*/ 2096 h 3000"/>
                    <a:gd name="connsiteX2" fmla="*/ 4667 w 4673"/>
                    <a:gd name="connsiteY2" fmla="*/ 0 h 3000"/>
                    <a:gd name="connsiteX3" fmla="*/ 0 w 4673"/>
                    <a:gd name="connsiteY3" fmla="*/ 2476 h 3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73" h="3000">
                      <a:moveTo>
                        <a:pt x="0" y="2476"/>
                      </a:moveTo>
                      <a:cubicBezTo>
                        <a:pt x="667" y="1619"/>
                        <a:pt x="1048" y="2096"/>
                        <a:pt x="1619" y="2096"/>
                      </a:cubicBezTo>
                      <a:cubicBezTo>
                        <a:pt x="2381" y="-1048"/>
                        <a:pt x="2953" y="1715"/>
                        <a:pt x="4667" y="0"/>
                      </a:cubicBezTo>
                      <a:cubicBezTo>
                        <a:pt x="4858" y="1905"/>
                        <a:pt x="667" y="4000"/>
                        <a:pt x="0" y="2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0" name="Freeform: Shape 209">
                  <a:extLst>
                    <a:ext uri="{FF2B5EF4-FFF2-40B4-BE49-F238E27FC236}">
                      <a16:creationId xmlns:a16="http://schemas.microsoft.com/office/drawing/2014/main" id="{A73B45D7-4055-4D73-A27C-F26FA29CF99F}"/>
                    </a:ext>
                  </a:extLst>
                </p:cNvPr>
                <p:cNvSpPr/>
                <p:nvPr/>
              </p:nvSpPr>
              <p:spPr>
                <a:xfrm>
                  <a:off x="2952083" y="1534882"/>
                  <a:ext cx="2175" cy="5024"/>
                </a:xfrm>
                <a:custGeom>
                  <a:avLst/>
                  <a:gdLst>
                    <a:gd name="connsiteX0" fmla="*/ 0 w 2175"/>
                    <a:gd name="connsiteY0" fmla="*/ 167 h 5024"/>
                    <a:gd name="connsiteX1" fmla="*/ 1334 w 2175"/>
                    <a:gd name="connsiteY1" fmla="*/ 5024 h 5024"/>
                    <a:gd name="connsiteX2" fmla="*/ 0 w 2175"/>
                    <a:gd name="connsiteY2" fmla="*/ 167 h 5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75" h="5024">
                      <a:moveTo>
                        <a:pt x="0" y="167"/>
                      </a:moveTo>
                      <a:cubicBezTo>
                        <a:pt x="1524" y="-786"/>
                        <a:pt x="3238" y="2548"/>
                        <a:pt x="1334" y="5024"/>
                      </a:cubicBezTo>
                      <a:cubicBezTo>
                        <a:pt x="-476" y="4167"/>
                        <a:pt x="1048" y="1500"/>
                        <a:pt x="0" y="1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C5FB0E09-8010-4979-9D2E-7A755BE59BBC}"/>
                    </a:ext>
                  </a:extLst>
                </p:cNvPr>
                <p:cNvSpPr/>
                <p:nvPr/>
              </p:nvSpPr>
              <p:spPr>
                <a:xfrm>
                  <a:off x="2999232" y="1476394"/>
                  <a:ext cx="4100" cy="3409"/>
                </a:xfrm>
                <a:custGeom>
                  <a:avLst/>
                  <a:gdLst>
                    <a:gd name="connsiteX0" fmla="*/ 0 w 4100"/>
                    <a:gd name="connsiteY0" fmla="*/ 1409 h 3409"/>
                    <a:gd name="connsiteX1" fmla="*/ 3143 w 4100"/>
                    <a:gd name="connsiteY1" fmla="*/ 3410 h 3409"/>
                    <a:gd name="connsiteX2" fmla="*/ 0 w 4100"/>
                    <a:gd name="connsiteY2" fmla="*/ 1409 h 3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00" h="3409">
                      <a:moveTo>
                        <a:pt x="0" y="1409"/>
                      </a:moveTo>
                      <a:cubicBezTo>
                        <a:pt x="1714" y="-1734"/>
                        <a:pt x="6001" y="1028"/>
                        <a:pt x="3143" y="3410"/>
                      </a:cubicBezTo>
                      <a:cubicBezTo>
                        <a:pt x="3715" y="743"/>
                        <a:pt x="953" y="3124"/>
                        <a:pt x="0" y="14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FA5FD06E-CE05-4FED-A6B0-A763225AB714}"/>
                    </a:ext>
                  </a:extLst>
                </p:cNvPr>
                <p:cNvSpPr/>
                <p:nvPr/>
              </p:nvSpPr>
              <p:spPr>
                <a:xfrm>
                  <a:off x="2858261" y="1650675"/>
                  <a:ext cx="4762" cy="2673"/>
                </a:xfrm>
                <a:custGeom>
                  <a:avLst/>
                  <a:gdLst>
                    <a:gd name="connsiteX0" fmla="*/ 0 w 4762"/>
                    <a:gd name="connsiteY0" fmla="*/ 483 h 2673"/>
                    <a:gd name="connsiteX1" fmla="*/ 4763 w 4762"/>
                    <a:gd name="connsiteY1" fmla="*/ 864 h 2673"/>
                    <a:gd name="connsiteX2" fmla="*/ 1334 w 4762"/>
                    <a:gd name="connsiteY2" fmla="*/ 2674 h 2673"/>
                    <a:gd name="connsiteX3" fmla="*/ 0 w 4762"/>
                    <a:gd name="connsiteY3" fmla="*/ 483 h 2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2673">
                      <a:moveTo>
                        <a:pt x="0" y="483"/>
                      </a:moveTo>
                      <a:cubicBezTo>
                        <a:pt x="1810" y="-374"/>
                        <a:pt x="3429" y="7"/>
                        <a:pt x="4763" y="864"/>
                      </a:cubicBezTo>
                      <a:cubicBezTo>
                        <a:pt x="1715" y="4293"/>
                        <a:pt x="4096" y="-1041"/>
                        <a:pt x="1334" y="2674"/>
                      </a:cubicBezTo>
                      <a:cubicBezTo>
                        <a:pt x="-381" y="2674"/>
                        <a:pt x="1334" y="769"/>
                        <a:pt x="0" y="4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5ECF5E70-4FA2-4317-88B7-32894DEBA687}"/>
                    </a:ext>
                  </a:extLst>
                </p:cNvPr>
                <p:cNvSpPr/>
                <p:nvPr/>
              </p:nvSpPr>
              <p:spPr>
                <a:xfrm>
                  <a:off x="3041523" y="1427127"/>
                  <a:ext cx="5793" cy="3713"/>
                </a:xfrm>
                <a:custGeom>
                  <a:avLst/>
                  <a:gdLst>
                    <a:gd name="connsiteX0" fmla="*/ 0 w 5793"/>
                    <a:gd name="connsiteY0" fmla="*/ 2384 h 3713"/>
                    <a:gd name="connsiteX1" fmla="*/ 2096 w 5793"/>
                    <a:gd name="connsiteY1" fmla="*/ 2384 h 3713"/>
                    <a:gd name="connsiteX2" fmla="*/ 4763 w 5793"/>
                    <a:gd name="connsiteY2" fmla="*/ 3 h 3713"/>
                    <a:gd name="connsiteX3" fmla="*/ 5143 w 5793"/>
                    <a:gd name="connsiteY3" fmla="*/ 2956 h 3713"/>
                    <a:gd name="connsiteX4" fmla="*/ 0 w 5793"/>
                    <a:gd name="connsiteY4" fmla="*/ 2384 h 3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93" h="3713">
                      <a:moveTo>
                        <a:pt x="0" y="2384"/>
                      </a:moveTo>
                      <a:cubicBezTo>
                        <a:pt x="953" y="1432"/>
                        <a:pt x="1429" y="2194"/>
                        <a:pt x="2096" y="2384"/>
                      </a:cubicBezTo>
                      <a:cubicBezTo>
                        <a:pt x="2762" y="2575"/>
                        <a:pt x="3810" y="1051"/>
                        <a:pt x="4763" y="3"/>
                      </a:cubicBezTo>
                      <a:cubicBezTo>
                        <a:pt x="7048" y="-92"/>
                        <a:pt x="4763" y="2099"/>
                        <a:pt x="5143" y="2956"/>
                      </a:cubicBezTo>
                      <a:cubicBezTo>
                        <a:pt x="2667" y="3527"/>
                        <a:pt x="286" y="4575"/>
                        <a:pt x="0" y="238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D34F4D72-6632-4F4D-86C7-A52489D72CED}"/>
                    </a:ext>
                  </a:extLst>
                </p:cNvPr>
                <p:cNvSpPr/>
                <p:nvPr/>
              </p:nvSpPr>
              <p:spPr>
                <a:xfrm>
                  <a:off x="3089052" y="1370647"/>
                  <a:ext cx="6096" cy="6511"/>
                </a:xfrm>
                <a:custGeom>
                  <a:avLst/>
                  <a:gdLst>
                    <a:gd name="connsiteX0" fmla="*/ 0 w 6096"/>
                    <a:gd name="connsiteY0" fmla="*/ 3238 h 6511"/>
                    <a:gd name="connsiteX1" fmla="*/ 3334 w 6096"/>
                    <a:gd name="connsiteY1" fmla="*/ 0 h 6511"/>
                    <a:gd name="connsiteX2" fmla="*/ 6096 w 6096"/>
                    <a:gd name="connsiteY2" fmla="*/ 1810 h 6511"/>
                    <a:gd name="connsiteX3" fmla="*/ 2762 w 6096"/>
                    <a:gd name="connsiteY3" fmla="*/ 2381 h 6511"/>
                    <a:gd name="connsiteX4" fmla="*/ 2000 w 6096"/>
                    <a:gd name="connsiteY4" fmla="*/ 5905 h 6511"/>
                    <a:gd name="connsiteX5" fmla="*/ 0 w 6096"/>
                    <a:gd name="connsiteY5" fmla="*/ 3238 h 65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096" h="6511">
                      <a:moveTo>
                        <a:pt x="0" y="3238"/>
                      </a:moveTo>
                      <a:cubicBezTo>
                        <a:pt x="1238" y="1619"/>
                        <a:pt x="2096" y="1715"/>
                        <a:pt x="3334" y="0"/>
                      </a:cubicBezTo>
                      <a:cubicBezTo>
                        <a:pt x="2762" y="2572"/>
                        <a:pt x="5048" y="381"/>
                        <a:pt x="6096" y="1810"/>
                      </a:cubicBezTo>
                      <a:cubicBezTo>
                        <a:pt x="4667" y="3238"/>
                        <a:pt x="3620" y="3334"/>
                        <a:pt x="2762" y="2381"/>
                      </a:cubicBezTo>
                      <a:cubicBezTo>
                        <a:pt x="2477" y="3619"/>
                        <a:pt x="2191" y="4763"/>
                        <a:pt x="2000" y="5905"/>
                      </a:cubicBezTo>
                      <a:cubicBezTo>
                        <a:pt x="-1048" y="8287"/>
                        <a:pt x="2762" y="2857"/>
                        <a:pt x="0" y="3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B16927EF-6786-4CFB-931B-4A65B15368CB}"/>
                    </a:ext>
                  </a:extLst>
                </p:cNvPr>
                <p:cNvSpPr/>
                <p:nvPr/>
              </p:nvSpPr>
              <p:spPr>
                <a:xfrm>
                  <a:off x="2951072" y="1543412"/>
                  <a:ext cx="3963" cy="6305"/>
                </a:xfrm>
                <a:custGeom>
                  <a:avLst/>
                  <a:gdLst>
                    <a:gd name="connsiteX0" fmla="*/ 344 w 3963"/>
                    <a:gd name="connsiteY0" fmla="*/ 590 h 6305"/>
                    <a:gd name="connsiteX1" fmla="*/ 3964 w 3963"/>
                    <a:gd name="connsiteY1" fmla="*/ 209 h 6305"/>
                    <a:gd name="connsiteX2" fmla="*/ 916 w 3963"/>
                    <a:gd name="connsiteY2" fmla="*/ 6305 h 6305"/>
                    <a:gd name="connsiteX3" fmla="*/ 344 w 3963"/>
                    <a:gd name="connsiteY3" fmla="*/ 590 h 6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63" h="6305">
                      <a:moveTo>
                        <a:pt x="344" y="590"/>
                      </a:moveTo>
                      <a:cubicBezTo>
                        <a:pt x="1773" y="-458"/>
                        <a:pt x="2821" y="209"/>
                        <a:pt x="3964" y="209"/>
                      </a:cubicBezTo>
                      <a:cubicBezTo>
                        <a:pt x="2821" y="2305"/>
                        <a:pt x="3106" y="3638"/>
                        <a:pt x="916" y="6305"/>
                      </a:cubicBezTo>
                      <a:cubicBezTo>
                        <a:pt x="-1370" y="5543"/>
                        <a:pt x="1487" y="2019"/>
                        <a:pt x="344" y="5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7FAA58F1-6DD1-4671-8535-518894B6005B}"/>
                    </a:ext>
                  </a:extLst>
                </p:cNvPr>
                <p:cNvSpPr/>
                <p:nvPr/>
              </p:nvSpPr>
              <p:spPr>
                <a:xfrm>
                  <a:off x="2967323" y="1522674"/>
                  <a:ext cx="6572" cy="2356"/>
                </a:xfrm>
                <a:custGeom>
                  <a:avLst/>
                  <a:gdLst>
                    <a:gd name="connsiteX0" fmla="*/ 0 w 6572"/>
                    <a:gd name="connsiteY0" fmla="*/ 1992 h 2356"/>
                    <a:gd name="connsiteX1" fmla="*/ 6572 w 6572"/>
                    <a:gd name="connsiteY1" fmla="*/ 2183 h 2356"/>
                    <a:gd name="connsiteX2" fmla="*/ 0 w 6572"/>
                    <a:gd name="connsiteY2" fmla="*/ 1992 h 2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572" h="2356">
                      <a:moveTo>
                        <a:pt x="0" y="1992"/>
                      </a:moveTo>
                      <a:cubicBezTo>
                        <a:pt x="3334" y="-1818"/>
                        <a:pt x="5905" y="754"/>
                        <a:pt x="6572" y="2183"/>
                      </a:cubicBezTo>
                      <a:cubicBezTo>
                        <a:pt x="4286" y="2754"/>
                        <a:pt x="2286" y="1706"/>
                        <a:pt x="0" y="19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03191EF7-99D6-46AC-AD76-EC6F6097BDD0}"/>
                    </a:ext>
                  </a:extLst>
                </p:cNvPr>
                <p:cNvSpPr/>
                <p:nvPr/>
              </p:nvSpPr>
              <p:spPr>
                <a:xfrm>
                  <a:off x="2973895" y="1513236"/>
                  <a:ext cx="4381" cy="7799"/>
                </a:xfrm>
                <a:custGeom>
                  <a:avLst/>
                  <a:gdLst>
                    <a:gd name="connsiteX0" fmla="*/ 0 w 4381"/>
                    <a:gd name="connsiteY0" fmla="*/ 3524 h 7799"/>
                    <a:gd name="connsiteX1" fmla="*/ 2857 w 4381"/>
                    <a:gd name="connsiteY1" fmla="*/ 0 h 7799"/>
                    <a:gd name="connsiteX2" fmla="*/ 4381 w 4381"/>
                    <a:gd name="connsiteY2" fmla="*/ 6286 h 7799"/>
                    <a:gd name="connsiteX3" fmla="*/ 2096 w 4381"/>
                    <a:gd name="connsiteY3" fmla="*/ 7525 h 7799"/>
                    <a:gd name="connsiteX4" fmla="*/ 0 w 4381"/>
                    <a:gd name="connsiteY4" fmla="*/ 3524 h 7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81" h="7799">
                      <a:moveTo>
                        <a:pt x="0" y="3524"/>
                      </a:moveTo>
                      <a:cubicBezTo>
                        <a:pt x="2191" y="2286"/>
                        <a:pt x="857" y="2381"/>
                        <a:pt x="2857" y="0"/>
                      </a:cubicBezTo>
                      <a:cubicBezTo>
                        <a:pt x="1619" y="3810"/>
                        <a:pt x="3429" y="4667"/>
                        <a:pt x="4381" y="6286"/>
                      </a:cubicBezTo>
                      <a:cubicBezTo>
                        <a:pt x="3429" y="8192"/>
                        <a:pt x="1429" y="5239"/>
                        <a:pt x="2096" y="7525"/>
                      </a:cubicBezTo>
                      <a:cubicBezTo>
                        <a:pt x="-286" y="8953"/>
                        <a:pt x="1048" y="4381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AC2E4AD7-A505-4E76-A365-25904EEC8A50}"/>
                    </a:ext>
                  </a:extLst>
                </p:cNvPr>
                <p:cNvSpPr/>
                <p:nvPr/>
              </p:nvSpPr>
              <p:spPr>
                <a:xfrm>
                  <a:off x="2936998" y="1562260"/>
                  <a:ext cx="5273" cy="2773"/>
                </a:xfrm>
                <a:custGeom>
                  <a:avLst/>
                  <a:gdLst>
                    <a:gd name="connsiteX0" fmla="*/ 35 w 5273"/>
                    <a:gd name="connsiteY0" fmla="*/ 792 h 2773"/>
                    <a:gd name="connsiteX1" fmla="*/ 5274 w 5273"/>
                    <a:gd name="connsiteY1" fmla="*/ 30 h 2773"/>
                    <a:gd name="connsiteX2" fmla="*/ 35 w 5273"/>
                    <a:gd name="connsiteY2" fmla="*/ 792 h 2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273" h="2773">
                      <a:moveTo>
                        <a:pt x="35" y="792"/>
                      </a:moveTo>
                      <a:cubicBezTo>
                        <a:pt x="1940" y="30"/>
                        <a:pt x="3655" y="-65"/>
                        <a:pt x="5274" y="30"/>
                      </a:cubicBezTo>
                      <a:cubicBezTo>
                        <a:pt x="2417" y="4221"/>
                        <a:pt x="-346" y="2888"/>
                        <a:pt x="35" y="7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921F089F-3BEF-48AA-B9E4-4D76183E475E}"/>
                    </a:ext>
                  </a:extLst>
                </p:cNvPr>
                <p:cNvSpPr/>
                <p:nvPr/>
              </p:nvSpPr>
              <p:spPr>
                <a:xfrm>
                  <a:off x="2897354" y="1608567"/>
                  <a:ext cx="4246" cy="5401"/>
                </a:xfrm>
                <a:custGeom>
                  <a:avLst/>
                  <a:gdLst>
                    <a:gd name="connsiteX0" fmla="*/ 4247 w 4246"/>
                    <a:gd name="connsiteY0" fmla="*/ 396 h 5401"/>
                    <a:gd name="connsiteX1" fmla="*/ 1008 w 4246"/>
                    <a:gd name="connsiteY1" fmla="*/ 5063 h 5401"/>
                    <a:gd name="connsiteX2" fmla="*/ 4247 w 4246"/>
                    <a:gd name="connsiteY2" fmla="*/ 396 h 54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46" h="5401">
                      <a:moveTo>
                        <a:pt x="4247" y="396"/>
                      </a:moveTo>
                      <a:cubicBezTo>
                        <a:pt x="2818" y="1062"/>
                        <a:pt x="1294" y="3634"/>
                        <a:pt x="1008" y="5063"/>
                      </a:cubicBezTo>
                      <a:cubicBezTo>
                        <a:pt x="-1944" y="7254"/>
                        <a:pt x="2342" y="-1986"/>
                        <a:pt x="4247" y="3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FA619635-C954-4457-8C08-19C62D526A22}"/>
                    </a:ext>
                  </a:extLst>
                </p:cNvPr>
                <p:cNvSpPr/>
                <p:nvPr/>
              </p:nvSpPr>
              <p:spPr>
                <a:xfrm>
                  <a:off x="3087667" y="1378648"/>
                  <a:ext cx="3632" cy="4928"/>
                </a:xfrm>
                <a:custGeom>
                  <a:avLst/>
                  <a:gdLst>
                    <a:gd name="connsiteX0" fmla="*/ 52 w 3632"/>
                    <a:gd name="connsiteY0" fmla="*/ 3810 h 4928"/>
                    <a:gd name="connsiteX1" fmla="*/ 2528 w 3632"/>
                    <a:gd name="connsiteY1" fmla="*/ 0 h 4928"/>
                    <a:gd name="connsiteX2" fmla="*/ 2623 w 3632"/>
                    <a:gd name="connsiteY2" fmla="*/ 4096 h 4928"/>
                    <a:gd name="connsiteX3" fmla="*/ 1957 w 3632"/>
                    <a:gd name="connsiteY3" fmla="*/ 2286 h 4928"/>
                    <a:gd name="connsiteX4" fmla="*/ 52 w 3632"/>
                    <a:gd name="connsiteY4" fmla="*/ 3810 h 49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2" h="4928">
                      <a:moveTo>
                        <a:pt x="52" y="3810"/>
                      </a:moveTo>
                      <a:cubicBezTo>
                        <a:pt x="-329" y="3143"/>
                        <a:pt x="1481" y="1333"/>
                        <a:pt x="2528" y="0"/>
                      </a:cubicBezTo>
                      <a:cubicBezTo>
                        <a:pt x="5005" y="191"/>
                        <a:pt x="2528" y="2858"/>
                        <a:pt x="2623" y="4096"/>
                      </a:cubicBezTo>
                      <a:cubicBezTo>
                        <a:pt x="-234" y="6668"/>
                        <a:pt x="2528" y="2477"/>
                        <a:pt x="1957" y="2286"/>
                      </a:cubicBezTo>
                      <a:cubicBezTo>
                        <a:pt x="1481" y="2096"/>
                        <a:pt x="718" y="3143"/>
                        <a:pt x="52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1C9F1249-DAC0-43FD-803C-862AC19D3025}"/>
                    </a:ext>
                  </a:extLst>
                </p:cNvPr>
                <p:cNvSpPr/>
                <p:nvPr/>
              </p:nvSpPr>
              <p:spPr>
                <a:xfrm>
                  <a:off x="2979419" y="1514169"/>
                  <a:ext cx="3333" cy="3336"/>
                </a:xfrm>
                <a:custGeom>
                  <a:avLst/>
                  <a:gdLst>
                    <a:gd name="connsiteX0" fmla="*/ 0 w 3333"/>
                    <a:gd name="connsiteY0" fmla="*/ 686 h 3336"/>
                    <a:gd name="connsiteX1" fmla="*/ 3334 w 3333"/>
                    <a:gd name="connsiteY1" fmla="*/ 1448 h 3336"/>
                    <a:gd name="connsiteX2" fmla="*/ 0 w 3333"/>
                    <a:gd name="connsiteY2" fmla="*/ 686 h 3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33" h="3336">
                      <a:moveTo>
                        <a:pt x="0" y="686"/>
                      </a:moveTo>
                      <a:cubicBezTo>
                        <a:pt x="1619" y="-1219"/>
                        <a:pt x="2191" y="1448"/>
                        <a:pt x="3334" y="1448"/>
                      </a:cubicBezTo>
                      <a:cubicBezTo>
                        <a:pt x="-762" y="6020"/>
                        <a:pt x="1429" y="876"/>
                        <a:pt x="0" y="6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568EFE00-371C-4CB6-A114-4AF08ED91090}"/>
                    </a:ext>
                  </a:extLst>
                </p:cNvPr>
                <p:cNvSpPr/>
                <p:nvPr/>
              </p:nvSpPr>
              <p:spPr>
                <a:xfrm>
                  <a:off x="3100574" y="1366749"/>
                  <a:ext cx="3146" cy="5136"/>
                </a:xfrm>
                <a:custGeom>
                  <a:avLst/>
                  <a:gdLst>
                    <a:gd name="connsiteX0" fmla="*/ 1051 w 3146"/>
                    <a:gd name="connsiteY0" fmla="*/ 469 h 5136"/>
                    <a:gd name="connsiteX1" fmla="*/ 3147 w 3146"/>
                    <a:gd name="connsiteY1" fmla="*/ 469 h 5136"/>
                    <a:gd name="connsiteX2" fmla="*/ 3 w 3146"/>
                    <a:gd name="connsiteY2" fmla="*/ 5136 h 5136"/>
                    <a:gd name="connsiteX3" fmla="*/ 1051 w 3146"/>
                    <a:gd name="connsiteY3" fmla="*/ 469 h 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46" h="5136">
                      <a:moveTo>
                        <a:pt x="1051" y="469"/>
                      </a:moveTo>
                      <a:cubicBezTo>
                        <a:pt x="2004" y="-484"/>
                        <a:pt x="2480" y="278"/>
                        <a:pt x="3147" y="469"/>
                      </a:cubicBezTo>
                      <a:cubicBezTo>
                        <a:pt x="2670" y="1707"/>
                        <a:pt x="1813" y="3231"/>
                        <a:pt x="3" y="5136"/>
                      </a:cubicBezTo>
                      <a:cubicBezTo>
                        <a:pt x="-92" y="3803"/>
                        <a:pt x="1908" y="1421"/>
                        <a:pt x="1051" y="4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Freeform: Shape 222">
                  <a:extLst>
                    <a:ext uri="{FF2B5EF4-FFF2-40B4-BE49-F238E27FC236}">
                      <a16:creationId xmlns:a16="http://schemas.microsoft.com/office/drawing/2014/main" id="{3DC550C0-3E8B-4272-B58D-C6D8D3D47D73}"/>
                    </a:ext>
                  </a:extLst>
                </p:cNvPr>
                <p:cNvSpPr/>
                <p:nvPr/>
              </p:nvSpPr>
              <p:spPr>
                <a:xfrm>
                  <a:off x="2959559" y="1539857"/>
                  <a:ext cx="2758" cy="3760"/>
                </a:xfrm>
                <a:custGeom>
                  <a:avLst/>
                  <a:gdLst>
                    <a:gd name="connsiteX0" fmla="*/ 810 w 2758"/>
                    <a:gd name="connsiteY0" fmla="*/ 526 h 3760"/>
                    <a:gd name="connsiteX1" fmla="*/ 1572 w 2758"/>
                    <a:gd name="connsiteY1" fmla="*/ 3669 h 3760"/>
                    <a:gd name="connsiteX2" fmla="*/ 810 w 2758"/>
                    <a:gd name="connsiteY2" fmla="*/ 526 h 3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58" h="3760">
                      <a:moveTo>
                        <a:pt x="810" y="526"/>
                      </a:moveTo>
                      <a:cubicBezTo>
                        <a:pt x="2715" y="-1189"/>
                        <a:pt x="3668" y="1669"/>
                        <a:pt x="1572" y="3669"/>
                      </a:cubicBezTo>
                      <a:cubicBezTo>
                        <a:pt x="-1095" y="4145"/>
                        <a:pt x="334" y="2717"/>
                        <a:pt x="810" y="5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4" name="Freeform: Shape 223">
                  <a:extLst>
                    <a:ext uri="{FF2B5EF4-FFF2-40B4-BE49-F238E27FC236}">
                      <a16:creationId xmlns:a16="http://schemas.microsoft.com/office/drawing/2014/main" id="{BDEF090E-3651-4DA8-8FEC-51FD3C7D33CD}"/>
                    </a:ext>
                  </a:extLst>
                </p:cNvPr>
                <p:cNvSpPr/>
                <p:nvPr/>
              </p:nvSpPr>
              <p:spPr>
                <a:xfrm>
                  <a:off x="3088576" y="1382172"/>
                  <a:ext cx="5171" cy="5092"/>
                </a:xfrm>
                <a:custGeom>
                  <a:avLst/>
                  <a:gdLst>
                    <a:gd name="connsiteX0" fmla="*/ 0 w 5171"/>
                    <a:gd name="connsiteY0" fmla="*/ 3524 h 5092"/>
                    <a:gd name="connsiteX1" fmla="*/ 5048 w 5171"/>
                    <a:gd name="connsiteY1" fmla="*/ 0 h 5092"/>
                    <a:gd name="connsiteX2" fmla="*/ 3524 w 5171"/>
                    <a:gd name="connsiteY2" fmla="*/ 4381 h 5092"/>
                    <a:gd name="connsiteX3" fmla="*/ 0 w 5171"/>
                    <a:gd name="connsiteY3" fmla="*/ 3524 h 5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71" h="5092">
                      <a:moveTo>
                        <a:pt x="0" y="3524"/>
                      </a:moveTo>
                      <a:cubicBezTo>
                        <a:pt x="2096" y="286"/>
                        <a:pt x="2762" y="3619"/>
                        <a:pt x="5048" y="0"/>
                      </a:cubicBezTo>
                      <a:cubicBezTo>
                        <a:pt x="5810" y="857"/>
                        <a:pt x="2762" y="3524"/>
                        <a:pt x="3524" y="4381"/>
                      </a:cubicBezTo>
                      <a:cubicBezTo>
                        <a:pt x="1810" y="6382"/>
                        <a:pt x="1238" y="3524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: Shape 224">
                  <a:extLst>
                    <a:ext uri="{FF2B5EF4-FFF2-40B4-BE49-F238E27FC236}">
                      <a16:creationId xmlns:a16="http://schemas.microsoft.com/office/drawing/2014/main" id="{55ACC551-3492-4779-B478-F2287B58CDE8}"/>
                    </a:ext>
                  </a:extLst>
                </p:cNvPr>
                <p:cNvSpPr/>
                <p:nvPr/>
              </p:nvSpPr>
              <p:spPr>
                <a:xfrm>
                  <a:off x="3072859" y="1404337"/>
                  <a:ext cx="3364" cy="3457"/>
                </a:xfrm>
                <a:custGeom>
                  <a:avLst/>
                  <a:gdLst>
                    <a:gd name="connsiteX0" fmla="*/ 1811 w 3364"/>
                    <a:gd name="connsiteY0" fmla="*/ 3458 h 3457"/>
                    <a:gd name="connsiteX1" fmla="*/ 1 w 3364"/>
                    <a:gd name="connsiteY1" fmla="*/ 2315 h 3457"/>
                    <a:gd name="connsiteX2" fmla="*/ 1811 w 3364"/>
                    <a:gd name="connsiteY2" fmla="*/ 3458 h 3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64" h="3457">
                      <a:moveTo>
                        <a:pt x="1811" y="3458"/>
                      </a:moveTo>
                      <a:cubicBezTo>
                        <a:pt x="1716" y="2981"/>
                        <a:pt x="1906" y="124"/>
                        <a:pt x="1" y="2315"/>
                      </a:cubicBezTo>
                      <a:cubicBezTo>
                        <a:pt x="-94" y="-1114"/>
                        <a:pt x="6193" y="-733"/>
                        <a:pt x="1811" y="34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: Shape 225">
                  <a:extLst>
                    <a:ext uri="{FF2B5EF4-FFF2-40B4-BE49-F238E27FC236}">
                      <a16:creationId xmlns:a16="http://schemas.microsoft.com/office/drawing/2014/main" id="{E4ACF1B5-948D-4754-BA5C-1C6F20AFAE9B}"/>
                    </a:ext>
                  </a:extLst>
                </p:cNvPr>
                <p:cNvSpPr/>
                <p:nvPr/>
              </p:nvSpPr>
              <p:spPr>
                <a:xfrm>
                  <a:off x="2935890" y="1571155"/>
                  <a:ext cx="5905" cy="2049"/>
                </a:xfrm>
                <a:custGeom>
                  <a:avLst/>
                  <a:gdLst>
                    <a:gd name="connsiteX0" fmla="*/ 0 w 5905"/>
                    <a:gd name="connsiteY0" fmla="*/ 1898 h 2049"/>
                    <a:gd name="connsiteX1" fmla="*/ 5905 w 5905"/>
                    <a:gd name="connsiteY1" fmla="*/ 279 h 2049"/>
                    <a:gd name="connsiteX2" fmla="*/ 0 w 5905"/>
                    <a:gd name="connsiteY2" fmla="*/ 1898 h 2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05" h="2049">
                      <a:moveTo>
                        <a:pt x="0" y="1898"/>
                      </a:moveTo>
                      <a:cubicBezTo>
                        <a:pt x="2381" y="-293"/>
                        <a:pt x="4191" y="-197"/>
                        <a:pt x="5905" y="279"/>
                      </a:cubicBezTo>
                      <a:cubicBezTo>
                        <a:pt x="3619" y="2470"/>
                        <a:pt x="1810" y="2089"/>
                        <a:pt x="0" y="18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: Shape 226">
                  <a:extLst>
                    <a:ext uri="{FF2B5EF4-FFF2-40B4-BE49-F238E27FC236}">
                      <a16:creationId xmlns:a16="http://schemas.microsoft.com/office/drawing/2014/main" id="{8B0E3A9C-62EB-4A39-9844-3CFE786B1C52}"/>
                    </a:ext>
                  </a:extLst>
                </p:cNvPr>
                <p:cNvSpPr/>
                <p:nvPr/>
              </p:nvSpPr>
              <p:spPr>
                <a:xfrm>
                  <a:off x="3093897" y="1380157"/>
                  <a:ext cx="4931" cy="4795"/>
                </a:xfrm>
                <a:custGeom>
                  <a:avLst/>
                  <a:gdLst>
                    <a:gd name="connsiteX0" fmla="*/ 4870 w 4931"/>
                    <a:gd name="connsiteY0" fmla="*/ 15 h 4795"/>
                    <a:gd name="connsiteX1" fmla="*/ 3632 w 4931"/>
                    <a:gd name="connsiteY1" fmla="*/ 3254 h 4795"/>
                    <a:gd name="connsiteX2" fmla="*/ 1537 w 4931"/>
                    <a:gd name="connsiteY2" fmla="*/ 3254 h 4795"/>
                    <a:gd name="connsiteX3" fmla="*/ 1251 w 4931"/>
                    <a:gd name="connsiteY3" fmla="*/ 4397 h 4795"/>
                    <a:gd name="connsiteX4" fmla="*/ 4870 w 4931"/>
                    <a:gd name="connsiteY4" fmla="*/ 15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31" h="4795">
                      <a:moveTo>
                        <a:pt x="4870" y="15"/>
                      </a:moveTo>
                      <a:cubicBezTo>
                        <a:pt x="5347" y="682"/>
                        <a:pt x="2870" y="2778"/>
                        <a:pt x="3632" y="3254"/>
                      </a:cubicBezTo>
                      <a:cubicBezTo>
                        <a:pt x="2680" y="4206"/>
                        <a:pt x="2203" y="3444"/>
                        <a:pt x="1537" y="3254"/>
                      </a:cubicBezTo>
                      <a:cubicBezTo>
                        <a:pt x="870" y="3921"/>
                        <a:pt x="1060" y="4206"/>
                        <a:pt x="1251" y="4397"/>
                      </a:cubicBezTo>
                      <a:cubicBezTo>
                        <a:pt x="-2654" y="6492"/>
                        <a:pt x="3727" y="-366"/>
                        <a:pt x="4870" y="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: Shape 227">
                  <a:extLst>
                    <a:ext uri="{FF2B5EF4-FFF2-40B4-BE49-F238E27FC236}">
                      <a16:creationId xmlns:a16="http://schemas.microsoft.com/office/drawing/2014/main" id="{219C4BDE-30D1-493F-BC9C-ADFC6482DC3A}"/>
                    </a:ext>
                  </a:extLst>
                </p:cNvPr>
                <p:cNvSpPr/>
                <p:nvPr/>
              </p:nvSpPr>
              <p:spPr>
                <a:xfrm>
                  <a:off x="3078440" y="1399317"/>
                  <a:ext cx="6611" cy="9048"/>
                </a:xfrm>
                <a:custGeom>
                  <a:avLst/>
                  <a:gdLst>
                    <a:gd name="connsiteX0" fmla="*/ 40 w 6611"/>
                    <a:gd name="connsiteY0" fmla="*/ 5524 h 9048"/>
                    <a:gd name="connsiteX1" fmla="*/ 6040 w 6611"/>
                    <a:gd name="connsiteY1" fmla="*/ 0 h 9048"/>
                    <a:gd name="connsiteX2" fmla="*/ 6612 w 6611"/>
                    <a:gd name="connsiteY2" fmla="*/ 4381 h 9048"/>
                    <a:gd name="connsiteX3" fmla="*/ 1373 w 6611"/>
                    <a:gd name="connsiteY3" fmla="*/ 9049 h 9048"/>
                    <a:gd name="connsiteX4" fmla="*/ 1944 w 6611"/>
                    <a:gd name="connsiteY4" fmla="*/ 6667 h 9048"/>
                    <a:gd name="connsiteX5" fmla="*/ 40 w 6611"/>
                    <a:gd name="connsiteY5" fmla="*/ 5524 h 9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11" h="9048">
                      <a:moveTo>
                        <a:pt x="40" y="5524"/>
                      </a:moveTo>
                      <a:cubicBezTo>
                        <a:pt x="3183" y="3715"/>
                        <a:pt x="3278" y="2191"/>
                        <a:pt x="6040" y="0"/>
                      </a:cubicBezTo>
                      <a:cubicBezTo>
                        <a:pt x="5183" y="2953"/>
                        <a:pt x="5659" y="3238"/>
                        <a:pt x="6612" y="4381"/>
                      </a:cubicBezTo>
                      <a:cubicBezTo>
                        <a:pt x="3087" y="5143"/>
                        <a:pt x="4135" y="4572"/>
                        <a:pt x="1373" y="9049"/>
                      </a:cubicBezTo>
                      <a:cubicBezTo>
                        <a:pt x="325" y="8858"/>
                        <a:pt x="1087" y="7810"/>
                        <a:pt x="1944" y="6667"/>
                      </a:cubicBezTo>
                      <a:cubicBezTo>
                        <a:pt x="325" y="7239"/>
                        <a:pt x="-151" y="6953"/>
                        <a:pt x="40" y="5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: Shape 228">
                  <a:extLst>
                    <a:ext uri="{FF2B5EF4-FFF2-40B4-BE49-F238E27FC236}">
                      <a16:creationId xmlns:a16="http://schemas.microsoft.com/office/drawing/2014/main" id="{D47CFF7E-F4F0-4CD2-8160-BA31B3D08763}"/>
                    </a:ext>
                  </a:extLst>
                </p:cNvPr>
                <p:cNvSpPr/>
                <p:nvPr/>
              </p:nvSpPr>
              <p:spPr>
                <a:xfrm>
                  <a:off x="3095053" y="1383982"/>
                  <a:ext cx="3420" cy="5333"/>
                </a:xfrm>
                <a:custGeom>
                  <a:avLst/>
                  <a:gdLst>
                    <a:gd name="connsiteX0" fmla="*/ 1143 w 3420"/>
                    <a:gd name="connsiteY0" fmla="*/ 5334 h 5333"/>
                    <a:gd name="connsiteX1" fmla="*/ 0 w 3420"/>
                    <a:gd name="connsiteY1" fmla="*/ 3238 h 5333"/>
                    <a:gd name="connsiteX2" fmla="*/ 3334 w 3420"/>
                    <a:gd name="connsiteY2" fmla="*/ 0 h 5333"/>
                    <a:gd name="connsiteX3" fmla="*/ 1143 w 3420"/>
                    <a:gd name="connsiteY3" fmla="*/ 5334 h 5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0" h="5333">
                      <a:moveTo>
                        <a:pt x="1143" y="5334"/>
                      </a:moveTo>
                      <a:cubicBezTo>
                        <a:pt x="190" y="4953"/>
                        <a:pt x="1048" y="3619"/>
                        <a:pt x="0" y="3238"/>
                      </a:cubicBezTo>
                      <a:cubicBezTo>
                        <a:pt x="1048" y="2667"/>
                        <a:pt x="2096" y="1524"/>
                        <a:pt x="3334" y="0"/>
                      </a:cubicBezTo>
                      <a:cubicBezTo>
                        <a:pt x="3524" y="1333"/>
                        <a:pt x="3620" y="2667"/>
                        <a:pt x="1143" y="5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0" name="Freeform: Shape 229">
                  <a:extLst>
                    <a:ext uri="{FF2B5EF4-FFF2-40B4-BE49-F238E27FC236}">
                      <a16:creationId xmlns:a16="http://schemas.microsoft.com/office/drawing/2014/main" id="{828AEBDC-874C-4BB6-8DAC-FD96CCF760CE}"/>
                    </a:ext>
                  </a:extLst>
                </p:cNvPr>
                <p:cNvSpPr/>
                <p:nvPr/>
              </p:nvSpPr>
              <p:spPr>
                <a:xfrm>
                  <a:off x="3027611" y="1468457"/>
                  <a:ext cx="5720" cy="4679"/>
                </a:xfrm>
                <a:custGeom>
                  <a:avLst/>
                  <a:gdLst>
                    <a:gd name="connsiteX0" fmla="*/ 5 w 5720"/>
                    <a:gd name="connsiteY0" fmla="*/ 4679 h 4679"/>
                    <a:gd name="connsiteX1" fmla="*/ 5720 w 5720"/>
                    <a:gd name="connsiteY1" fmla="*/ 298 h 4679"/>
                    <a:gd name="connsiteX2" fmla="*/ 5 w 5720"/>
                    <a:gd name="connsiteY2" fmla="*/ 4679 h 4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20" h="4679">
                      <a:moveTo>
                        <a:pt x="5" y="4679"/>
                      </a:moveTo>
                      <a:cubicBezTo>
                        <a:pt x="-185" y="3536"/>
                        <a:pt x="4863" y="-1226"/>
                        <a:pt x="5720" y="298"/>
                      </a:cubicBezTo>
                      <a:cubicBezTo>
                        <a:pt x="3720" y="1727"/>
                        <a:pt x="1910" y="3155"/>
                        <a:pt x="5" y="46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1" name="Freeform: Shape 230">
                  <a:extLst>
                    <a:ext uri="{FF2B5EF4-FFF2-40B4-BE49-F238E27FC236}">
                      <a16:creationId xmlns:a16="http://schemas.microsoft.com/office/drawing/2014/main" id="{DE6FBCAE-26A6-4D74-9EAA-75C16A837B04}"/>
                    </a:ext>
                  </a:extLst>
                </p:cNvPr>
                <p:cNvSpPr/>
                <p:nvPr/>
              </p:nvSpPr>
              <p:spPr>
                <a:xfrm>
                  <a:off x="2964941" y="1547373"/>
                  <a:ext cx="3809" cy="3119"/>
                </a:xfrm>
                <a:custGeom>
                  <a:avLst/>
                  <a:gdLst>
                    <a:gd name="connsiteX0" fmla="*/ 0 w 3809"/>
                    <a:gd name="connsiteY0" fmla="*/ 1201 h 3119"/>
                    <a:gd name="connsiteX1" fmla="*/ 3810 w 3809"/>
                    <a:gd name="connsiteY1" fmla="*/ 2248 h 3119"/>
                    <a:gd name="connsiteX2" fmla="*/ 0 w 3809"/>
                    <a:gd name="connsiteY2" fmla="*/ 1201 h 3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9" h="3119">
                      <a:moveTo>
                        <a:pt x="0" y="1201"/>
                      </a:moveTo>
                      <a:cubicBezTo>
                        <a:pt x="3334" y="-1943"/>
                        <a:pt x="1619" y="2058"/>
                        <a:pt x="3810" y="2248"/>
                      </a:cubicBezTo>
                      <a:cubicBezTo>
                        <a:pt x="1429" y="4153"/>
                        <a:pt x="571" y="2534"/>
                        <a:pt x="0" y="12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10BA3D4F-1F1A-458E-A4EC-E77DFC797DC2}"/>
                    </a:ext>
                  </a:extLst>
                </p:cNvPr>
                <p:cNvSpPr/>
                <p:nvPr/>
              </p:nvSpPr>
              <p:spPr>
                <a:xfrm>
                  <a:off x="2791682" y="1757340"/>
                  <a:ext cx="3619" cy="2787"/>
                </a:xfrm>
                <a:custGeom>
                  <a:avLst/>
                  <a:gdLst>
                    <a:gd name="connsiteX0" fmla="*/ 0 w 3619"/>
                    <a:gd name="connsiteY0" fmla="*/ 1260 h 2787"/>
                    <a:gd name="connsiteX1" fmla="*/ 3620 w 3619"/>
                    <a:gd name="connsiteY1" fmla="*/ 2118 h 2787"/>
                    <a:gd name="connsiteX2" fmla="*/ 0 w 3619"/>
                    <a:gd name="connsiteY2" fmla="*/ 1260 h 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9" h="2787">
                      <a:moveTo>
                        <a:pt x="0" y="1260"/>
                      </a:moveTo>
                      <a:cubicBezTo>
                        <a:pt x="2762" y="-1597"/>
                        <a:pt x="3048" y="1165"/>
                        <a:pt x="3620" y="2118"/>
                      </a:cubicBezTo>
                      <a:cubicBezTo>
                        <a:pt x="1714" y="4023"/>
                        <a:pt x="1238" y="1260"/>
                        <a:pt x="0" y="12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99C7A4FB-3BC2-4E19-A6C9-1D336D7DF1E4}"/>
                    </a:ext>
                  </a:extLst>
                </p:cNvPr>
                <p:cNvSpPr/>
                <p:nvPr/>
              </p:nvSpPr>
              <p:spPr>
                <a:xfrm>
                  <a:off x="3153628" y="1323308"/>
                  <a:ext cx="1908" cy="4885"/>
                </a:xfrm>
                <a:custGeom>
                  <a:avLst/>
                  <a:gdLst>
                    <a:gd name="connsiteX0" fmla="*/ 1242 w 1908"/>
                    <a:gd name="connsiteY0" fmla="*/ 0 h 4885"/>
                    <a:gd name="connsiteX1" fmla="*/ 1908 w 1908"/>
                    <a:gd name="connsiteY1" fmla="*/ 4477 h 4885"/>
                    <a:gd name="connsiteX2" fmla="*/ 1242 w 1908"/>
                    <a:gd name="connsiteY2" fmla="*/ 0 h 4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8" h="4885">
                      <a:moveTo>
                        <a:pt x="1242" y="0"/>
                      </a:moveTo>
                      <a:cubicBezTo>
                        <a:pt x="2670" y="952"/>
                        <a:pt x="956" y="3334"/>
                        <a:pt x="1908" y="4477"/>
                      </a:cubicBezTo>
                      <a:cubicBezTo>
                        <a:pt x="-664" y="6191"/>
                        <a:pt x="-378" y="2096"/>
                        <a:pt x="124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AD8840C6-EA81-4C72-9383-42D9A714B06C}"/>
                    </a:ext>
                  </a:extLst>
                </p:cNvPr>
                <p:cNvSpPr/>
                <p:nvPr/>
              </p:nvSpPr>
              <p:spPr>
                <a:xfrm>
                  <a:off x="3111112" y="1378104"/>
                  <a:ext cx="5562" cy="3401"/>
                </a:xfrm>
                <a:custGeom>
                  <a:avLst/>
                  <a:gdLst>
                    <a:gd name="connsiteX0" fmla="*/ 610 w 5562"/>
                    <a:gd name="connsiteY0" fmla="*/ 1021 h 3401"/>
                    <a:gd name="connsiteX1" fmla="*/ 5563 w 5562"/>
                    <a:gd name="connsiteY1" fmla="*/ 163 h 3401"/>
                    <a:gd name="connsiteX2" fmla="*/ 38 w 5562"/>
                    <a:gd name="connsiteY2" fmla="*/ 3402 h 3401"/>
                    <a:gd name="connsiteX3" fmla="*/ 610 w 5562"/>
                    <a:gd name="connsiteY3" fmla="*/ 1021 h 34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2" h="3401">
                      <a:moveTo>
                        <a:pt x="610" y="1021"/>
                      </a:moveTo>
                      <a:cubicBezTo>
                        <a:pt x="2419" y="68"/>
                        <a:pt x="4039" y="-218"/>
                        <a:pt x="5563" y="163"/>
                      </a:cubicBezTo>
                      <a:cubicBezTo>
                        <a:pt x="3277" y="3116"/>
                        <a:pt x="2229" y="830"/>
                        <a:pt x="38" y="3402"/>
                      </a:cubicBezTo>
                      <a:cubicBezTo>
                        <a:pt x="-248" y="2830"/>
                        <a:pt x="1181" y="1402"/>
                        <a:pt x="610" y="102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AADED6E8-8C15-4D0E-B572-A15B2B9D792D}"/>
                    </a:ext>
                  </a:extLst>
                </p:cNvPr>
                <p:cNvSpPr/>
                <p:nvPr/>
              </p:nvSpPr>
              <p:spPr>
                <a:xfrm>
                  <a:off x="2839307" y="1705543"/>
                  <a:ext cx="4797" cy="2379"/>
                </a:xfrm>
                <a:custGeom>
                  <a:avLst/>
                  <a:gdLst>
                    <a:gd name="connsiteX0" fmla="*/ 4763 w 4797"/>
                    <a:gd name="connsiteY0" fmla="*/ 2003 h 2379"/>
                    <a:gd name="connsiteX1" fmla="*/ 0 w 4797"/>
                    <a:gd name="connsiteY1" fmla="*/ 1717 h 2379"/>
                    <a:gd name="connsiteX2" fmla="*/ 4763 w 4797"/>
                    <a:gd name="connsiteY2" fmla="*/ 2003 h 23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97" h="2379">
                      <a:moveTo>
                        <a:pt x="4763" y="2003"/>
                      </a:moveTo>
                      <a:cubicBezTo>
                        <a:pt x="2858" y="2955"/>
                        <a:pt x="1619" y="1812"/>
                        <a:pt x="0" y="1717"/>
                      </a:cubicBezTo>
                      <a:cubicBezTo>
                        <a:pt x="2381" y="-1140"/>
                        <a:pt x="5144" y="2"/>
                        <a:pt x="4763" y="20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F505AD7E-A005-4D57-AF14-10D94C97859D}"/>
                    </a:ext>
                  </a:extLst>
                </p:cNvPr>
                <p:cNvSpPr/>
                <p:nvPr/>
              </p:nvSpPr>
              <p:spPr>
                <a:xfrm>
                  <a:off x="3156680" y="1327594"/>
                  <a:ext cx="4667" cy="4481"/>
                </a:xfrm>
                <a:custGeom>
                  <a:avLst/>
                  <a:gdLst>
                    <a:gd name="connsiteX0" fmla="*/ 0 w 4667"/>
                    <a:gd name="connsiteY0" fmla="*/ 2286 h 4481"/>
                    <a:gd name="connsiteX1" fmla="*/ 1429 w 4667"/>
                    <a:gd name="connsiteY1" fmla="*/ 572 h 4481"/>
                    <a:gd name="connsiteX2" fmla="*/ 2572 w 4667"/>
                    <a:gd name="connsiteY2" fmla="*/ 0 h 4481"/>
                    <a:gd name="connsiteX3" fmla="*/ 4667 w 4667"/>
                    <a:gd name="connsiteY3" fmla="*/ 2762 h 4481"/>
                    <a:gd name="connsiteX4" fmla="*/ 0 w 4667"/>
                    <a:gd name="connsiteY4" fmla="*/ 2286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7" h="4481">
                      <a:moveTo>
                        <a:pt x="0" y="2286"/>
                      </a:moveTo>
                      <a:lnTo>
                        <a:pt x="1429" y="572"/>
                      </a:lnTo>
                      <a:cubicBezTo>
                        <a:pt x="1714" y="953"/>
                        <a:pt x="2191" y="572"/>
                        <a:pt x="2572" y="0"/>
                      </a:cubicBezTo>
                      <a:cubicBezTo>
                        <a:pt x="1238" y="2953"/>
                        <a:pt x="3048" y="1143"/>
                        <a:pt x="4667" y="2762"/>
                      </a:cubicBezTo>
                      <a:cubicBezTo>
                        <a:pt x="1048" y="6477"/>
                        <a:pt x="2096" y="3143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21D8D307-CF49-4103-ADEF-C2F4652BA46A}"/>
                    </a:ext>
                  </a:extLst>
                </p:cNvPr>
                <p:cNvSpPr/>
                <p:nvPr/>
              </p:nvSpPr>
              <p:spPr>
                <a:xfrm>
                  <a:off x="2844143" y="1706395"/>
                  <a:ext cx="13261" cy="17894"/>
                </a:xfrm>
                <a:custGeom>
                  <a:avLst/>
                  <a:gdLst>
                    <a:gd name="connsiteX0" fmla="*/ 212 w 13261"/>
                    <a:gd name="connsiteY0" fmla="*/ 9 h 17894"/>
                    <a:gd name="connsiteX1" fmla="*/ 13261 w 13261"/>
                    <a:gd name="connsiteY1" fmla="*/ 17439 h 17894"/>
                    <a:gd name="connsiteX2" fmla="*/ 5165 w 13261"/>
                    <a:gd name="connsiteY2" fmla="*/ 15058 h 17894"/>
                    <a:gd name="connsiteX3" fmla="*/ 8118 w 13261"/>
                    <a:gd name="connsiteY3" fmla="*/ 11629 h 17894"/>
                    <a:gd name="connsiteX4" fmla="*/ 212 w 13261"/>
                    <a:gd name="connsiteY4" fmla="*/ 9 h 17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61" h="17894">
                      <a:moveTo>
                        <a:pt x="212" y="9"/>
                      </a:moveTo>
                      <a:cubicBezTo>
                        <a:pt x="8022" y="-372"/>
                        <a:pt x="9737" y="12010"/>
                        <a:pt x="13261" y="17439"/>
                      </a:cubicBezTo>
                      <a:cubicBezTo>
                        <a:pt x="11070" y="19535"/>
                        <a:pt x="9546" y="13629"/>
                        <a:pt x="5165" y="15058"/>
                      </a:cubicBezTo>
                      <a:cubicBezTo>
                        <a:pt x="4974" y="12677"/>
                        <a:pt x="8022" y="14106"/>
                        <a:pt x="8118" y="11629"/>
                      </a:cubicBezTo>
                      <a:cubicBezTo>
                        <a:pt x="21" y="12963"/>
                        <a:pt x="-455" y="5914"/>
                        <a:pt x="212" y="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4273A9AB-5843-44BC-8981-22CAA629C7F3}"/>
                    </a:ext>
                  </a:extLst>
                </p:cNvPr>
                <p:cNvSpPr/>
                <p:nvPr/>
              </p:nvSpPr>
              <p:spPr>
                <a:xfrm>
                  <a:off x="3008604" y="1508640"/>
                  <a:ext cx="3032" cy="6120"/>
                </a:xfrm>
                <a:custGeom>
                  <a:avLst/>
                  <a:gdLst>
                    <a:gd name="connsiteX0" fmla="*/ 724 w 3032"/>
                    <a:gd name="connsiteY0" fmla="*/ 1168 h 6120"/>
                    <a:gd name="connsiteX1" fmla="*/ 57 w 3032"/>
                    <a:gd name="connsiteY1" fmla="*/ 6121 h 6120"/>
                    <a:gd name="connsiteX2" fmla="*/ 724 w 3032"/>
                    <a:gd name="connsiteY2" fmla="*/ 1168 h 6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32" h="6120">
                      <a:moveTo>
                        <a:pt x="724" y="1168"/>
                      </a:moveTo>
                      <a:cubicBezTo>
                        <a:pt x="4343" y="-2928"/>
                        <a:pt x="3391" y="4978"/>
                        <a:pt x="57" y="6121"/>
                      </a:cubicBezTo>
                      <a:cubicBezTo>
                        <a:pt x="-515" y="4882"/>
                        <a:pt x="3486" y="1263"/>
                        <a:pt x="724" y="11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EE2DAF0D-19A6-46BF-9897-6FBA5325EC6D}"/>
                    </a:ext>
                  </a:extLst>
                </p:cNvPr>
                <p:cNvSpPr/>
                <p:nvPr/>
              </p:nvSpPr>
              <p:spPr>
                <a:xfrm>
                  <a:off x="3046227" y="1465992"/>
                  <a:ext cx="5773" cy="7059"/>
                </a:xfrm>
                <a:custGeom>
                  <a:avLst/>
                  <a:gdLst>
                    <a:gd name="connsiteX0" fmla="*/ 1677 w 5773"/>
                    <a:gd name="connsiteY0" fmla="*/ 0 h 7059"/>
                    <a:gd name="connsiteX1" fmla="*/ 5773 w 5773"/>
                    <a:gd name="connsiteY1" fmla="*/ 6667 h 7059"/>
                    <a:gd name="connsiteX2" fmla="*/ 534 w 5773"/>
                    <a:gd name="connsiteY2" fmla="*/ 4667 h 7059"/>
                    <a:gd name="connsiteX3" fmla="*/ 1677 w 5773"/>
                    <a:gd name="connsiteY3" fmla="*/ 0 h 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73" h="7059">
                      <a:moveTo>
                        <a:pt x="1677" y="0"/>
                      </a:moveTo>
                      <a:cubicBezTo>
                        <a:pt x="2820" y="1714"/>
                        <a:pt x="4440" y="3810"/>
                        <a:pt x="5773" y="6667"/>
                      </a:cubicBezTo>
                      <a:cubicBezTo>
                        <a:pt x="2439" y="8763"/>
                        <a:pt x="3773" y="1619"/>
                        <a:pt x="534" y="4667"/>
                      </a:cubicBezTo>
                      <a:cubicBezTo>
                        <a:pt x="-418" y="3810"/>
                        <a:pt x="-133" y="2286"/>
                        <a:pt x="167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0F6442FD-6D47-4983-B6E9-8843CAF7D1A4}"/>
                    </a:ext>
                  </a:extLst>
                </p:cNvPr>
                <p:cNvSpPr/>
                <p:nvPr/>
              </p:nvSpPr>
              <p:spPr>
                <a:xfrm>
                  <a:off x="3158108" y="1331618"/>
                  <a:ext cx="6881" cy="6167"/>
                </a:xfrm>
                <a:custGeom>
                  <a:avLst/>
                  <a:gdLst>
                    <a:gd name="connsiteX0" fmla="*/ 5620 w 6881"/>
                    <a:gd name="connsiteY0" fmla="*/ 262 h 6167"/>
                    <a:gd name="connsiteX1" fmla="*/ 1714 w 6881"/>
                    <a:gd name="connsiteY1" fmla="*/ 3215 h 6167"/>
                    <a:gd name="connsiteX2" fmla="*/ 6477 w 6881"/>
                    <a:gd name="connsiteY2" fmla="*/ 929 h 6167"/>
                    <a:gd name="connsiteX3" fmla="*/ 5905 w 6881"/>
                    <a:gd name="connsiteY3" fmla="*/ 5977 h 6167"/>
                    <a:gd name="connsiteX4" fmla="*/ 0 w 6881"/>
                    <a:gd name="connsiteY4" fmla="*/ 6167 h 6167"/>
                    <a:gd name="connsiteX5" fmla="*/ 5620 w 6881"/>
                    <a:gd name="connsiteY5" fmla="*/ 262 h 6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81" h="6167">
                      <a:moveTo>
                        <a:pt x="5620" y="262"/>
                      </a:moveTo>
                      <a:cubicBezTo>
                        <a:pt x="4191" y="1976"/>
                        <a:pt x="3429" y="548"/>
                        <a:pt x="1714" y="3215"/>
                      </a:cubicBezTo>
                      <a:cubicBezTo>
                        <a:pt x="2857" y="4548"/>
                        <a:pt x="4858" y="1881"/>
                        <a:pt x="6477" y="929"/>
                      </a:cubicBezTo>
                      <a:cubicBezTo>
                        <a:pt x="4477" y="3500"/>
                        <a:pt x="8668" y="3024"/>
                        <a:pt x="5905" y="5977"/>
                      </a:cubicBezTo>
                      <a:cubicBezTo>
                        <a:pt x="4286" y="4453"/>
                        <a:pt x="2477" y="3786"/>
                        <a:pt x="0" y="6167"/>
                      </a:cubicBezTo>
                      <a:cubicBezTo>
                        <a:pt x="0" y="3596"/>
                        <a:pt x="2953" y="-1167"/>
                        <a:pt x="5620" y="2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: Shape 240">
                  <a:extLst>
                    <a:ext uri="{FF2B5EF4-FFF2-40B4-BE49-F238E27FC236}">
                      <a16:creationId xmlns:a16="http://schemas.microsoft.com/office/drawing/2014/main" id="{ED645476-4284-4309-8433-A18CBCCA0433}"/>
                    </a:ext>
                  </a:extLst>
                </p:cNvPr>
                <p:cNvSpPr/>
                <p:nvPr/>
              </p:nvSpPr>
              <p:spPr>
                <a:xfrm>
                  <a:off x="2974051" y="1557504"/>
                  <a:ext cx="3654" cy="2945"/>
                </a:xfrm>
                <a:custGeom>
                  <a:avLst/>
                  <a:gdLst>
                    <a:gd name="connsiteX0" fmla="*/ 35 w 3654"/>
                    <a:gd name="connsiteY0" fmla="*/ 881 h 2945"/>
                    <a:gd name="connsiteX1" fmla="*/ 3654 w 3654"/>
                    <a:gd name="connsiteY1" fmla="*/ 500 h 2945"/>
                    <a:gd name="connsiteX2" fmla="*/ 2226 w 3654"/>
                    <a:gd name="connsiteY2" fmla="*/ 2214 h 2945"/>
                    <a:gd name="connsiteX3" fmla="*/ 35 w 3654"/>
                    <a:gd name="connsiteY3" fmla="*/ 881 h 2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54" h="2945">
                      <a:moveTo>
                        <a:pt x="35" y="881"/>
                      </a:moveTo>
                      <a:cubicBezTo>
                        <a:pt x="1464" y="-167"/>
                        <a:pt x="2702" y="-262"/>
                        <a:pt x="3654" y="500"/>
                      </a:cubicBezTo>
                      <a:cubicBezTo>
                        <a:pt x="2702" y="1071"/>
                        <a:pt x="1845" y="1738"/>
                        <a:pt x="2226" y="2214"/>
                      </a:cubicBezTo>
                      <a:cubicBezTo>
                        <a:pt x="416" y="4215"/>
                        <a:pt x="-156" y="1548"/>
                        <a:pt x="35" y="8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Freeform: Shape 241">
                  <a:extLst>
                    <a:ext uri="{FF2B5EF4-FFF2-40B4-BE49-F238E27FC236}">
                      <a16:creationId xmlns:a16="http://schemas.microsoft.com/office/drawing/2014/main" id="{54F4EBF3-1EC9-40C8-A19E-8D15B3C336D0}"/>
                    </a:ext>
                  </a:extLst>
                </p:cNvPr>
                <p:cNvSpPr/>
                <p:nvPr/>
              </p:nvSpPr>
              <p:spPr>
                <a:xfrm>
                  <a:off x="3123366" y="1380821"/>
                  <a:ext cx="2224" cy="5548"/>
                </a:xfrm>
                <a:custGeom>
                  <a:avLst/>
                  <a:gdLst>
                    <a:gd name="connsiteX0" fmla="*/ 71 w 2224"/>
                    <a:gd name="connsiteY0" fmla="*/ 494 h 5548"/>
                    <a:gd name="connsiteX1" fmla="*/ 1119 w 2224"/>
                    <a:gd name="connsiteY1" fmla="*/ 5256 h 5548"/>
                    <a:gd name="connsiteX2" fmla="*/ 71 w 2224"/>
                    <a:gd name="connsiteY2" fmla="*/ 494 h 5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24" h="5548">
                      <a:moveTo>
                        <a:pt x="71" y="494"/>
                      </a:moveTo>
                      <a:cubicBezTo>
                        <a:pt x="3786" y="-1602"/>
                        <a:pt x="1690" y="3542"/>
                        <a:pt x="1119" y="5256"/>
                      </a:cubicBezTo>
                      <a:cubicBezTo>
                        <a:pt x="-2024" y="6971"/>
                        <a:pt x="2738" y="589"/>
                        <a:pt x="71" y="4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: Shape 242">
                  <a:extLst>
                    <a:ext uri="{FF2B5EF4-FFF2-40B4-BE49-F238E27FC236}">
                      <a16:creationId xmlns:a16="http://schemas.microsoft.com/office/drawing/2014/main" id="{5AB8C026-3F4B-4CF4-934A-79EA640F54AF}"/>
                    </a:ext>
                  </a:extLst>
                </p:cNvPr>
                <p:cNvSpPr/>
                <p:nvPr/>
              </p:nvSpPr>
              <p:spPr>
                <a:xfrm>
                  <a:off x="3056433" y="1459039"/>
                  <a:ext cx="9854" cy="6095"/>
                </a:xfrm>
                <a:custGeom>
                  <a:avLst/>
                  <a:gdLst>
                    <a:gd name="connsiteX0" fmla="*/ 1663 w 9854"/>
                    <a:gd name="connsiteY0" fmla="*/ 1429 h 6095"/>
                    <a:gd name="connsiteX1" fmla="*/ 9854 w 9854"/>
                    <a:gd name="connsiteY1" fmla="*/ 0 h 6095"/>
                    <a:gd name="connsiteX2" fmla="*/ 6235 w 9854"/>
                    <a:gd name="connsiteY2" fmla="*/ 4381 h 6095"/>
                    <a:gd name="connsiteX3" fmla="*/ 615 w 9854"/>
                    <a:gd name="connsiteY3" fmla="*/ 6096 h 6095"/>
                    <a:gd name="connsiteX4" fmla="*/ 1663 w 9854"/>
                    <a:gd name="connsiteY4" fmla="*/ 1429 h 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54" h="6095">
                      <a:moveTo>
                        <a:pt x="1663" y="1429"/>
                      </a:moveTo>
                      <a:cubicBezTo>
                        <a:pt x="4044" y="571"/>
                        <a:pt x="4616" y="3905"/>
                        <a:pt x="9854" y="0"/>
                      </a:cubicBezTo>
                      <a:cubicBezTo>
                        <a:pt x="7283" y="2477"/>
                        <a:pt x="8140" y="1524"/>
                        <a:pt x="6235" y="4381"/>
                      </a:cubicBezTo>
                      <a:cubicBezTo>
                        <a:pt x="4330" y="4953"/>
                        <a:pt x="3377" y="1905"/>
                        <a:pt x="615" y="6096"/>
                      </a:cubicBezTo>
                      <a:cubicBezTo>
                        <a:pt x="-1480" y="5715"/>
                        <a:pt x="2520" y="2381"/>
                        <a:pt x="1663" y="1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4" name="Freeform: Shape 243">
                  <a:extLst>
                    <a:ext uri="{FF2B5EF4-FFF2-40B4-BE49-F238E27FC236}">
                      <a16:creationId xmlns:a16="http://schemas.microsoft.com/office/drawing/2014/main" id="{74098244-427B-40AF-982C-06B8FA07EC62}"/>
                    </a:ext>
                  </a:extLst>
                </p:cNvPr>
                <p:cNvSpPr/>
                <p:nvPr/>
              </p:nvSpPr>
              <p:spPr>
                <a:xfrm>
                  <a:off x="3055524" y="1464849"/>
                  <a:ext cx="5021" cy="5810"/>
                </a:xfrm>
                <a:custGeom>
                  <a:avLst/>
                  <a:gdLst>
                    <a:gd name="connsiteX0" fmla="*/ 0 w 5021"/>
                    <a:gd name="connsiteY0" fmla="*/ 2000 h 5810"/>
                    <a:gd name="connsiteX1" fmla="*/ 3048 w 5021"/>
                    <a:gd name="connsiteY1" fmla="*/ 0 h 5810"/>
                    <a:gd name="connsiteX2" fmla="*/ 3715 w 5021"/>
                    <a:gd name="connsiteY2" fmla="*/ 5810 h 5810"/>
                    <a:gd name="connsiteX3" fmla="*/ 0 w 5021"/>
                    <a:gd name="connsiteY3" fmla="*/ 2000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021" h="5810">
                      <a:moveTo>
                        <a:pt x="0" y="2000"/>
                      </a:moveTo>
                      <a:cubicBezTo>
                        <a:pt x="1143" y="952"/>
                        <a:pt x="1905" y="1143"/>
                        <a:pt x="3048" y="0"/>
                      </a:cubicBezTo>
                      <a:cubicBezTo>
                        <a:pt x="5239" y="952"/>
                        <a:pt x="5810" y="2762"/>
                        <a:pt x="3715" y="5810"/>
                      </a:cubicBezTo>
                      <a:cubicBezTo>
                        <a:pt x="2667" y="3715"/>
                        <a:pt x="2953" y="2000"/>
                        <a:pt x="0" y="2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5" name="Freeform: Shape 244">
                  <a:extLst>
                    <a:ext uri="{FF2B5EF4-FFF2-40B4-BE49-F238E27FC236}">
                      <a16:creationId xmlns:a16="http://schemas.microsoft.com/office/drawing/2014/main" id="{96857D17-EA5E-4023-BEF5-E8C47E253364}"/>
                    </a:ext>
                  </a:extLst>
                </p:cNvPr>
                <p:cNvSpPr/>
                <p:nvPr/>
              </p:nvSpPr>
              <p:spPr>
                <a:xfrm>
                  <a:off x="2974235" y="1561137"/>
                  <a:ext cx="7089" cy="8720"/>
                </a:xfrm>
                <a:custGeom>
                  <a:avLst/>
                  <a:gdLst>
                    <a:gd name="connsiteX0" fmla="*/ 7090 w 7089"/>
                    <a:gd name="connsiteY0" fmla="*/ 581 h 8720"/>
                    <a:gd name="connsiteX1" fmla="*/ 2137 w 7089"/>
                    <a:gd name="connsiteY1" fmla="*/ 4105 h 8720"/>
                    <a:gd name="connsiteX2" fmla="*/ 3280 w 7089"/>
                    <a:gd name="connsiteY2" fmla="*/ 7534 h 8720"/>
                    <a:gd name="connsiteX3" fmla="*/ 7090 w 7089"/>
                    <a:gd name="connsiteY3" fmla="*/ 581 h 8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89" h="8720">
                      <a:moveTo>
                        <a:pt x="7090" y="581"/>
                      </a:moveTo>
                      <a:cubicBezTo>
                        <a:pt x="5280" y="2200"/>
                        <a:pt x="3756" y="2772"/>
                        <a:pt x="2137" y="4105"/>
                      </a:cubicBezTo>
                      <a:cubicBezTo>
                        <a:pt x="41" y="7153"/>
                        <a:pt x="4137" y="6201"/>
                        <a:pt x="3280" y="7534"/>
                      </a:cubicBezTo>
                      <a:cubicBezTo>
                        <a:pt x="-4341" y="13154"/>
                        <a:pt x="3184" y="-3229"/>
                        <a:pt x="7090" y="5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" name="Freeform: Shape 245">
                  <a:extLst>
                    <a:ext uri="{FF2B5EF4-FFF2-40B4-BE49-F238E27FC236}">
                      <a16:creationId xmlns:a16="http://schemas.microsoft.com/office/drawing/2014/main" id="{FA844780-5016-4A61-8F5F-85791BF296FB}"/>
                    </a:ext>
                  </a:extLst>
                </p:cNvPr>
                <p:cNvSpPr/>
                <p:nvPr/>
              </p:nvSpPr>
              <p:spPr>
                <a:xfrm>
                  <a:off x="2861500" y="1699204"/>
                  <a:ext cx="3608" cy="3199"/>
                </a:xfrm>
                <a:custGeom>
                  <a:avLst/>
                  <a:gdLst>
                    <a:gd name="connsiteX0" fmla="*/ 0 w 3608"/>
                    <a:gd name="connsiteY0" fmla="*/ 1866 h 3199"/>
                    <a:gd name="connsiteX1" fmla="*/ 2096 w 3608"/>
                    <a:gd name="connsiteY1" fmla="*/ 3199 h 3199"/>
                    <a:gd name="connsiteX2" fmla="*/ 0 w 3608"/>
                    <a:gd name="connsiteY2" fmla="*/ 1866 h 3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08" h="3199">
                      <a:moveTo>
                        <a:pt x="0" y="1866"/>
                      </a:moveTo>
                      <a:cubicBezTo>
                        <a:pt x="2381" y="-1182"/>
                        <a:pt x="5524" y="-325"/>
                        <a:pt x="2096" y="3199"/>
                      </a:cubicBezTo>
                      <a:lnTo>
                        <a:pt x="0" y="1866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7" name="Freeform: Shape 246">
                  <a:extLst>
                    <a:ext uri="{FF2B5EF4-FFF2-40B4-BE49-F238E27FC236}">
                      <a16:creationId xmlns:a16="http://schemas.microsoft.com/office/drawing/2014/main" id="{14D55326-C80B-4CAA-BA70-7094C9614E5D}"/>
                    </a:ext>
                  </a:extLst>
                </p:cNvPr>
                <p:cNvSpPr/>
                <p:nvPr/>
              </p:nvSpPr>
              <p:spPr>
                <a:xfrm>
                  <a:off x="3030378" y="1499534"/>
                  <a:ext cx="4938" cy="2991"/>
                </a:xfrm>
                <a:custGeom>
                  <a:avLst/>
                  <a:gdLst>
                    <a:gd name="connsiteX0" fmla="*/ 0 w 4938"/>
                    <a:gd name="connsiteY0" fmla="*/ 2272 h 2991"/>
                    <a:gd name="connsiteX1" fmla="*/ 4858 w 4938"/>
                    <a:gd name="connsiteY1" fmla="*/ 1320 h 2991"/>
                    <a:gd name="connsiteX2" fmla="*/ 0 w 4938"/>
                    <a:gd name="connsiteY2" fmla="*/ 2272 h 2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38" h="2991">
                      <a:moveTo>
                        <a:pt x="0" y="2272"/>
                      </a:moveTo>
                      <a:cubicBezTo>
                        <a:pt x="1905" y="939"/>
                        <a:pt x="5525" y="-1538"/>
                        <a:pt x="4858" y="1320"/>
                      </a:cubicBezTo>
                      <a:cubicBezTo>
                        <a:pt x="3143" y="1986"/>
                        <a:pt x="1048" y="4082"/>
                        <a:pt x="0" y="22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8" name="Freeform: Shape 247">
                  <a:extLst>
                    <a:ext uri="{FF2B5EF4-FFF2-40B4-BE49-F238E27FC236}">
                      <a16:creationId xmlns:a16="http://schemas.microsoft.com/office/drawing/2014/main" id="{5DDC033E-9A5F-4399-821D-F7E4F5CE37A3}"/>
                    </a:ext>
                  </a:extLst>
                </p:cNvPr>
                <p:cNvSpPr/>
                <p:nvPr/>
              </p:nvSpPr>
              <p:spPr>
                <a:xfrm>
                  <a:off x="3082724" y="1438275"/>
                  <a:ext cx="3764" cy="4749"/>
                </a:xfrm>
                <a:custGeom>
                  <a:avLst/>
                  <a:gdLst>
                    <a:gd name="connsiteX0" fmla="*/ 899 w 3764"/>
                    <a:gd name="connsiteY0" fmla="*/ 857 h 4749"/>
                    <a:gd name="connsiteX1" fmla="*/ 3756 w 3764"/>
                    <a:gd name="connsiteY1" fmla="*/ 0 h 4749"/>
                    <a:gd name="connsiteX2" fmla="*/ 518 w 3764"/>
                    <a:gd name="connsiteY2" fmla="*/ 4667 h 4749"/>
                    <a:gd name="connsiteX3" fmla="*/ 1565 w 3764"/>
                    <a:gd name="connsiteY3" fmla="*/ 2667 h 4749"/>
                    <a:gd name="connsiteX4" fmla="*/ 899 w 3764"/>
                    <a:gd name="connsiteY4" fmla="*/ 857 h 47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64" h="4749">
                      <a:moveTo>
                        <a:pt x="899" y="857"/>
                      </a:moveTo>
                      <a:cubicBezTo>
                        <a:pt x="2042" y="-381"/>
                        <a:pt x="2518" y="1429"/>
                        <a:pt x="3756" y="0"/>
                      </a:cubicBezTo>
                      <a:cubicBezTo>
                        <a:pt x="3947" y="667"/>
                        <a:pt x="804" y="5429"/>
                        <a:pt x="518" y="4667"/>
                      </a:cubicBezTo>
                      <a:cubicBezTo>
                        <a:pt x="-720" y="4000"/>
                        <a:pt x="518" y="3619"/>
                        <a:pt x="1565" y="2667"/>
                      </a:cubicBezTo>
                      <a:cubicBezTo>
                        <a:pt x="2328" y="1524"/>
                        <a:pt x="1280" y="1333"/>
                        <a:pt x="899" y="8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9" name="Freeform: Shape 248">
                  <a:extLst>
                    <a:ext uri="{FF2B5EF4-FFF2-40B4-BE49-F238E27FC236}">
                      <a16:creationId xmlns:a16="http://schemas.microsoft.com/office/drawing/2014/main" id="{F6BE2AB8-0840-4DEE-A44D-7ABDA3153960}"/>
                    </a:ext>
                  </a:extLst>
                </p:cNvPr>
                <p:cNvSpPr/>
                <p:nvPr/>
              </p:nvSpPr>
              <p:spPr>
                <a:xfrm>
                  <a:off x="3013515" y="1522140"/>
                  <a:ext cx="3592" cy="3219"/>
                </a:xfrm>
                <a:custGeom>
                  <a:avLst/>
                  <a:gdLst>
                    <a:gd name="connsiteX0" fmla="*/ 100 w 3592"/>
                    <a:gd name="connsiteY0" fmla="*/ 1193 h 3219"/>
                    <a:gd name="connsiteX1" fmla="*/ 3243 w 3592"/>
                    <a:gd name="connsiteY1" fmla="*/ 3193 h 3219"/>
                    <a:gd name="connsiteX2" fmla="*/ 100 w 3592"/>
                    <a:gd name="connsiteY2" fmla="*/ 1193 h 3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92" h="3219">
                      <a:moveTo>
                        <a:pt x="100" y="1193"/>
                      </a:moveTo>
                      <a:cubicBezTo>
                        <a:pt x="2195" y="-2522"/>
                        <a:pt x="4481" y="3669"/>
                        <a:pt x="3243" y="3193"/>
                      </a:cubicBezTo>
                      <a:cubicBezTo>
                        <a:pt x="2290" y="1383"/>
                        <a:pt x="-567" y="3765"/>
                        <a:pt x="100" y="11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0" name="Freeform: Shape 249">
                  <a:extLst>
                    <a:ext uri="{FF2B5EF4-FFF2-40B4-BE49-F238E27FC236}">
                      <a16:creationId xmlns:a16="http://schemas.microsoft.com/office/drawing/2014/main" id="{09493072-7517-4206-978D-1E791528513E}"/>
                    </a:ext>
                  </a:extLst>
                </p:cNvPr>
                <p:cNvSpPr/>
                <p:nvPr/>
              </p:nvSpPr>
              <p:spPr>
                <a:xfrm>
                  <a:off x="3061034" y="1466434"/>
                  <a:ext cx="4205" cy="3256"/>
                </a:xfrm>
                <a:custGeom>
                  <a:avLst/>
                  <a:gdLst>
                    <a:gd name="connsiteX0" fmla="*/ 15 w 4205"/>
                    <a:gd name="connsiteY0" fmla="*/ 1273 h 3256"/>
                    <a:gd name="connsiteX1" fmla="*/ 4206 w 4205"/>
                    <a:gd name="connsiteY1" fmla="*/ 1273 h 3256"/>
                    <a:gd name="connsiteX2" fmla="*/ 15 w 4205"/>
                    <a:gd name="connsiteY2" fmla="*/ 1273 h 3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05" h="3256">
                      <a:moveTo>
                        <a:pt x="15" y="1273"/>
                      </a:moveTo>
                      <a:cubicBezTo>
                        <a:pt x="3539" y="-2537"/>
                        <a:pt x="1349" y="3654"/>
                        <a:pt x="4206" y="1273"/>
                      </a:cubicBezTo>
                      <a:cubicBezTo>
                        <a:pt x="3634" y="4416"/>
                        <a:pt x="-271" y="3368"/>
                        <a:pt x="15" y="127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1" name="Freeform: Shape 250">
                  <a:extLst>
                    <a:ext uri="{FF2B5EF4-FFF2-40B4-BE49-F238E27FC236}">
                      <a16:creationId xmlns:a16="http://schemas.microsoft.com/office/drawing/2014/main" id="{2BDF77A6-7752-4ED2-B137-EC4BDE5F0C42}"/>
                    </a:ext>
                  </a:extLst>
                </p:cNvPr>
                <p:cNvSpPr/>
                <p:nvPr/>
              </p:nvSpPr>
              <p:spPr>
                <a:xfrm>
                  <a:off x="3005076" y="1527619"/>
                  <a:ext cx="7117" cy="9239"/>
                </a:xfrm>
                <a:custGeom>
                  <a:avLst/>
                  <a:gdLst>
                    <a:gd name="connsiteX0" fmla="*/ 7014 w 7117"/>
                    <a:gd name="connsiteY0" fmla="*/ 0 h 9239"/>
                    <a:gd name="connsiteX1" fmla="*/ 537 w 7117"/>
                    <a:gd name="connsiteY1" fmla="*/ 9239 h 9239"/>
                    <a:gd name="connsiteX2" fmla="*/ 7014 w 7117"/>
                    <a:gd name="connsiteY2" fmla="*/ 0 h 9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17" h="9239">
                      <a:moveTo>
                        <a:pt x="7014" y="0"/>
                      </a:moveTo>
                      <a:cubicBezTo>
                        <a:pt x="7967" y="1524"/>
                        <a:pt x="2061" y="6287"/>
                        <a:pt x="537" y="9239"/>
                      </a:cubicBezTo>
                      <a:cubicBezTo>
                        <a:pt x="-2225" y="8001"/>
                        <a:pt x="6538" y="1333"/>
                        <a:pt x="701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: Shape 251">
                  <a:extLst>
                    <a:ext uri="{FF2B5EF4-FFF2-40B4-BE49-F238E27FC236}">
                      <a16:creationId xmlns:a16="http://schemas.microsoft.com/office/drawing/2014/main" id="{B764540F-C0D6-45F2-AEE8-3866B863E17F}"/>
                    </a:ext>
                  </a:extLst>
                </p:cNvPr>
                <p:cNvSpPr/>
                <p:nvPr/>
              </p:nvSpPr>
              <p:spPr>
                <a:xfrm>
                  <a:off x="3114008" y="1404552"/>
                  <a:ext cx="4476" cy="2579"/>
                </a:xfrm>
                <a:custGeom>
                  <a:avLst/>
                  <a:gdLst>
                    <a:gd name="connsiteX0" fmla="*/ 0 w 4476"/>
                    <a:gd name="connsiteY0" fmla="*/ 1718 h 2579"/>
                    <a:gd name="connsiteX1" fmla="*/ 4477 w 4476"/>
                    <a:gd name="connsiteY1" fmla="*/ 575 h 2579"/>
                    <a:gd name="connsiteX2" fmla="*/ 0 w 4476"/>
                    <a:gd name="connsiteY2" fmla="*/ 1718 h 2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76" h="2579">
                      <a:moveTo>
                        <a:pt x="0" y="1718"/>
                      </a:moveTo>
                      <a:cubicBezTo>
                        <a:pt x="1714" y="480"/>
                        <a:pt x="3429" y="-758"/>
                        <a:pt x="4477" y="575"/>
                      </a:cubicBezTo>
                      <a:cubicBezTo>
                        <a:pt x="2381" y="3433"/>
                        <a:pt x="1143" y="2671"/>
                        <a:pt x="0" y="17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: Shape 252">
                  <a:extLst>
                    <a:ext uri="{FF2B5EF4-FFF2-40B4-BE49-F238E27FC236}">
                      <a16:creationId xmlns:a16="http://schemas.microsoft.com/office/drawing/2014/main" id="{54056265-17F9-4F31-AEA8-3F1B8C414E70}"/>
                    </a:ext>
                  </a:extLst>
                </p:cNvPr>
                <p:cNvSpPr/>
                <p:nvPr/>
              </p:nvSpPr>
              <p:spPr>
                <a:xfrm>
                  <a:off x="3138868" y="1375802"/>
                  <a:ext cx="3524" cy="4265"/>
                </a:xfrm>
                <a:custGeom>
                  <a:avLst/>
                  <a:gdLst>
                    <a:gd name="connsiteX0" fmla="*/ 0 w 3524"/>
                    <a:gd name="connsiteY0" fmla="*/ 655 h 4265"/>
                    <a:gd name="connsiteX1" fmla="*/ 3524 w 3524"/>
                    <a:gd name="connsiteY1" fmla="*/ 1607 h 4265"/>
                    <a:gd name="connsiteX2" fmla="*/ 2572 w 3524"/>
                    <a:gd name="connsiteY2" fmla="*/ 3703 h 4265"/>
                    <a:gd name="connsiteX3" fmla="*/ 0 w 3524"/>
                    <a:gd name="connsiteY3" fmla="*/ 655 h 4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24" h="4265">
                      <a:moveTo>
                        <a:pt x="0" y="655"/>
                      </a:moveTo>
                      <a:cubicBezTo>
                        <a:pt x="1619" y="-1250"/>
                        <a:pt x="2286" y="1607"/>
                        <a:pt x="3524" y="1607"/>
                      </a:cubicBezTo>
                      <a:cubicBezTo>
                        <a:pt x="2096" y="2369"/>
                        <a:pt x="1619" y="3131"/>
                        <a:pt x="2572" y="3703"/>
                      </a:cubicBezTo>
                      <a:cubicBezTo>
                        <a:pt x="-1143" y="5989"/>
                        <a:pt x="2572" y="560"/>
                        <a:pt x="0" y="6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Freeform: Shape 253">
                  <a:extLst>
                    <a:ext uri="{FF2B5EF4-FFF2-40B4-BE49-F238E27FC236}">
                      <a16:creationId xmlns:a16="http://schemas.microsoft.com/office/drawing/2014/main" id="{E7061E4F-FEE0-4F6E-8643-2E9B3561D422}"/>
                    </a:ext>
                  </a:extLst>
                </p:cNvPr>
                <p:cNvSpPr/>
                <p:nvPr/>
              </p:nvSpPr>
              <p:spPr>
                <a:xfrm>
                  <a:off x="3019107" y="1518285"/>
                  <a:ext cx="2222" cy="3740"/>
                </a:xfrm>
                <a:custGeom>
                  <a:avLst/>
                  <a:gdLst>
                    <a:gd name="connsiteX0" fmla="*/ 1461 w 2222"/>
                    <a:gd name="connsiteY0" fmla="*/ 0 h 3740"/>
                    <a:gd name="connsiteX1" fmla="*/ 2223 w 2222"/>
                    <a:gd name="connsiteY1" fmla="*/ 3143 h 3740"/>
                    <a:gd name="connsiteX2" fmla="*/ 1461 w 2222"/>
                    <a:gd name="connsiteY2" fmla="*/ 0 h 3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22" h="3740">
                      <a:moveTo>
                        <a:pt x="1461" y="0"/>
                      </a:moveTo>
                      <a:cubicBezTo>
                        <a:pt x="2699" y="571"/>
                        <a:pt x="1651" y="2286"/>
                        <a:pt x="2223" y="3143"/>
                      </a:cubicBezTo>
                      <a:cubicBezTo>
                        <a:pt x="222" y="4953"/>
                        <a:pt x="-1206" y="2286"/>
                        <a:pt x="146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5" name="Freeform: Shape 254">
                  <a:extLst>
                    <a:ext uri="{FF2B5EF4-FFF2-40B4-BE49-F238E27FC236}">
                      <a16:creationId xmlns:a16="http://schemas.microsoft.com/office/drawing/2014/main" id="{DA2FC9BD-E229-4E9D-9760-8AFDCE45B089}"/>
                    </a:ext>
                  </a:extLst>
                </p:cNvPr>
                <p:cNvSpPr/>
                <p:nvPr/>
              </p:nvSpPr>
              <p:spPr>
                <a:xfrm>
                  <a:off x="3158299" y="1353294"/>
                  <a:ext cx="5715" cy="2265"/>
                </a:xfrm>
                <a:custGeom>
                  <a:avLst/>
                  <a:gdLst>
                    <a:gd name="connsiteX0" fmla="*/ 0 w 5715"/>
                    <a:gd name="connsiteY0" fmla="*/ 685 h 2265"/>
                    <a:gd name="connsiteX1" fmla="*/ 5715 w 5715"/>
                    <a:gd name="connsiteY1" fmla="*/ 1732 h 2265"/>
                    <a:gd name="connsiteX2" fmla="*/ 0 w 5715"/>
                    <a:gd name="connsiteY2" fmla="*/ 685 h 2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15" h="2265">
                      <a:moveTo>
                        <a:pt x="0" y="685"/>
                      </a:moveTo>
                      <a:cubicBezTo>
                        <a:pt x="3429" y="-1125"/>
                        <a:pt x="2762" y="1161"/>
                        <a:pt x="5715" y="1732"/>
                      </a:cubicBezTo>
                      <a:cubicBezTo>
                        <a:pt x="3429" y="2875"/>
                        <a:pt x="1715" y="2018"/>
                        <a:pt x="0" y="6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7F2BCFC7-B97D-4EFE-B531-48D1AA0B29AF}"/>
                    </a:ext>
                  </a:extLst>
                </p:cNvPr>
                <p:cNvSpPr/>
                <p:nvPr/>
              </p:nvSpPr>
              <p:spPr>
                <a:xfrm>
                  <a:off x="3161252" y="1347692"/>
                  <a:ext cx="6000" cy="3750"/>
                </a:xfrm>
                <a:custGeom>
                  <a:avLst/>
                  <a:gdLst>
                    <a:gd name="connsiteX0" fmla="*/ 0 w 6000"/>
                    <a:gd name="connsiteY0" fmla="*/ 2858 h 3750"/>
                    <a:gd name="connsiteX1" fmla="*/ 6001 w 6000"/>
                    <a:gd name="connsiteY1" fmla="*/ 0 h 3750"/>
                    <a:gd name="connsiteX2" fmla="*/ 0 w 6000"/>
                    <a:gd name="connsiteY2" fmla="*/ 2858 h 3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00" h="3750">
                      <a:moveTo>
                        <a:pt x="0" y="2858"/>
                      </a:moveTo>
                      <a:cubicBezTo>
                        <a:pt x="2095" y="1619"/>
                        <a:pt x="3619" y="2667"/>
                        <a:pt x="6001" y="0"/>
                      </a:cubicBezTo>
                      <a:cubicBezTo>
                        <a:pt x="5810" y="2096"/>
                        <a:pt x="952" y="5334"/>
                        <a:pt x="0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CA6F071C-27F8-4865-869C-01F818803433}"/>
                    </a:ext>
                  </a:extLst>
                </p:cNvPr>
                <p:cNvSpPr/>
                <p:nvPr/>
              </p:nvSpPr>
              <p:spPr>
                <a:xfrm>
                  <a:off x="2882455" y="1683639"/>
                  <a:ext cx="2877" cy="3619"/>
                </a:xfrm>
                <a:custGeom>
                  <a:avLst/>
                  <a:gdLst>
                    <a:gd name="connsiteX0" fmla="*/ 0 w 2877"/>
                    <a:gd name="connsiteY0" fmla="*/ 2572 h 3619"/>
                    <a:gd name="connsiteX1" fmla="*/ 2191 w 2877"/>
                    <a:gd name="connsiteY1" fmla="*/ 0 h 3619"/>
                    <a:gd name="connsiteX2" fmla="*/ 1619 w 2877"/>
                    <a:gd name="connsiteY2" fmla="*/ 3619 h 3619"/>
                    <a:gd name="connsiteX3" fmla="*/ 0 w 2877"/>
                    <a:gd name="connsiteY3" fmla="*/ 2572 h 3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7" h="3619">
                      <a:moveTo>
                        <a:pt x="0" y="2572"/>
                      </a:moveTo>
                      <a:lnTo>
                        <a:pt x="2191" y="0"/>
                      </a:lnTo>
                      <a:cubicBezTo>
                        <a:pt x="2667" y="857"/>
                        <a:pt x="3715" y="1429"/>
                        <a:pt x="1619" y="3619"/>
                      </a:cubicBezTo>
                      <a:lnTo>
                        <a:pt x="0" y="2572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6F1A54B2-5AA2-456F-A603-1F56282E9727}"/>
                    </a:ext>
                  </a:extLst>
                </p:cNvPr>
                <p:cNvSpPr/>
                <p:nvPr/>
              </p:nvSpPr>
              <p:spPr>
                <a:xfrm>
                  <a:off x="3163864" y="1354454"/>
                  <a:ext cx="13727" cy="5429"/>
                </a:xfrm>
                <a:custGeom>
                  <a:avLst/>
                  <a:gdLst>
                    <a:gd name="connsiteX0" fmla="*/ 55 w 13727"/>
                    <a:gd name="connsiteY0" fmla="*/ 3239 h 5429"/>
                    <a:gd name="connsiteX1" fmla="*/ 2722 w 13727"/>
                    <a:gd name="connsiteY1" fmla="*/ 953 h 5429"/>
                    <a:gd name="connsiteX2" fmla="*/ 5293 w 13727"/>
                    <a:gd name="connsiteY2" fmla="*/ 1333 h 5429"/>
                    <a:gd name="connsiteX3" fmla="*/ 13675 w 13727"/>
                    <a:gd name="connsiteY3" fmla="*/ 0 h 5429"/>
                    <a:gd name="connsiteX4" fmla="*/ 11199 w 13727"/>
                    <a:gd name="connsiteY4" fmla="*/ 3810 h 5429"/>
                    <a:gd name="connsiteX5" fmla="*/ 3293 w 13727"/>
                    <a:gd name="connsiteY5" fmla="*/ 5429 h 5429"/>
                    <a:gd name="connsiteX6" fmla="*/ 55 w 13727"/>
                    <a:gd name="connsiteY6" fmla="*/ 3239 h 5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727" h="5429">
                      <a:moveTo>
                        <a:pt x="55" y="3239"/>
                      </a:moveTo>
                      <a:cubicBezTo>
                        <a:pt x="912" y="2667"/>
                        <a:pt x="1769" y="2191"/>
                        <a:pt x="2722" y="953"/>
                      </a:cubicBezTo>
                      <a:cubicBezTo>
                        <a:pt x="1102" y="4096"/>
                        <a:pt x="6627" y="3524"/>
                        <a:pt x="5293" y="1333"/>
                      </a:cubicBezTo>
                      <a:cubicBezTo>
                        <a:pt x="8341" y="-476"/>
                        <a:pt x="10056" y="4001"/>
                        <a:pt x="13675" y="0"/>
                      </a:cubicBezTo>
                      <a:cubicBezTo>
                        <a:pt x="14057" y="667"/>
                        <a:pt x="12247" y="2477"/>
                        <a:pt x="11199" y="3810"/>
                      </a:cubicBezTo>
                      <a:cubicBezTo>
                        <a:pt x="8341" y="5334"/>
                        <a:pt x="6722" y="1238"/>
                        <a:pt x="3293" y="5429"/>
                      </a:cubicBezTo>
                      <a:cubicBezTo>
                        <a:pt x="2341" y="3524"/>
                        <a:pt x="-422" y="5239"/>
                        <a:pt x="55" y="3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BD9351E9-7398-4407-8360-C6171B65E8AC}"/>
                    </a:ext>
                  </a:extLst>
                </p:cNvPr>
                <p:cNvSpPr/>
                <p:nvPr/>
              </p:nvSpPr>
              <p:spPr>
                <a:xfrm>
                  <a:off x="3176111" y="1342375"/>
                  <a:ext cx="8572" cy="3088"/>
                </a:xfrm>
                <a:custGeom>
                  <a:avLst/>
                  <a:gdLst>
                    <a:gd name="connsiteX0" fmla="*/ 0 w 8572"/>
                    <a:gd name="connsiteY0" fmla="*/ 1602 h 3088"/>
                    <a:gd name="connsiteX1" fmla="*/ 8572 w 8572"/>
                    <a:gd name="connsiteY1" fmla="*/ 1792 h 3088"/>
                    <a:gd name="connsiteX2" fmla="*/ 0 w 8572"/>
                    <a:gd name="connsiteY2" fmla="*/ 1602 h 3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572" h="3088">
                      <a:moveTo>
                        <a:pt x="0" y="1602"/>
                      </a:moveTo>
                      <a:cubicBezTo>
                        <a:pt x="3715" y="-2018"/>
                        <a:pt x="5715" y="1602"/>
                        <a:pt x="8572" y="1792"/>
                      </a:cubicBezTo>
                      <a:cubicBezTo>
                        <a:pt x="3238" y="5602"/>
                        <a:pt x="4953" y="-399"/>
                        <a:pt x="0" y="16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B6D0B32D-E3E0-427D-A47A-838FC7DEEFA9}"/>
                    </a:ext>
                  </a:extLst>
                </p:cNvPr>
                <p:cNvSpPr/>
                <p:nvPr/>
              </p:nvSpPr>
              <p:spPr>
                <a:xfrm>
                  <a:off x="3136296" y="1391632"/>
                  <a:ext cx="7524" cy="4541"/>
                </a:xfrm>
                <a:custGeom>
                  <a:avLst/>
                  <a:gdLst>
                    <a:gd name="connsiteX0" fmla="*/ 0 w 7524"/>
                    <a:gd name="connsiteY0" fmla="*/ 732 h 4541"/>
                    <a:gd name="connsiteX1" fmla="*/ 7525 w 7524"/>
                    <a:gd name="connsiteY1" fmla="*/ 256 h 4541"/>
                    <a:gd name="connsiteX2" fmla="*/ 1715 w 7524"/>
                    <a:gd name="connsiteY2" fmla="*/ 4542 h 4541"/>
                    <a:gd name="connsiteX3" fmla="*/ 0 w 7524"/>
                    <a:gd name="connsiteY3" fmla="*/ 732 h 45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4" h="4541">
                      <a:moveTo>
                        <a:pt x="0" y="732"/>
                      </a:moveTo>
                      <a:cubicBezTo>
                        <a:pt x="2762" y="-1364"/>
                        <a:pt x="3905" y="1875"/>
                        <a:pt x="7525" y="256"/>
                      </a:cubicBezTo>
                      <a:cubicBezTo>
                        <a:pt x="5334" y="2923"/>
                        <a:pt x="4096" y="1303"/>
                        <a:pt x="1715" y="4542"/>
                      </a:cubicBezTo>
                      <a:cubicBezTo>
                        <a:pt x="857" y="3494"/>
                        <a:pt x="2858" y="922"/>
                        <a:pt x="0" y="73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506B11AC-AB6D-4FFD-BA05-F9292834DF82}"/>
                    </a:ext>
                  </a:extLst>
                </p:cNvPr>
                <p:cNvSpPr/>
                <p:nvPr/>
              </p:nvSpPr>
              <p:spPr>
                <a:xfrm>
                  <a:off x="3143250" y="1384376"/>
                  <a:ext cx="6000" cy="3242"/>
                </a:xfrm>
                <a:custGeom>
                  <a:avLst/>
                  <a:gdLst>
                    <a:gd name="connsiteX0" fmla="*/ 0 w 6000"/>
                    <a:gd name="connsiteY0" fmla="*/ 3130 h 3242"/>
                    <a:gd name="connsiteX1" fmla="*/ 6001 w 6000"/>
                    <a:gd name="connsiteY1" fmla="*/ 273 h 3242"/>
                    <a:gd name="connsiteX2" fmla="*/ 0 w 6000"/>
                    <a:gd name="connsiteY2" fmla="*/ 3130 h 3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00" h="3242">
                      <a:moveTo>
                        <a:pt x="0" y="3130"/>
                      </a:moveTo>
                      <a:cubicBezTo>
                        <a:pt x="1905" y="2368"/>
                        <a:pt x="4477" y="-965"/>
                        <a:pt x="6001" y="273"/>
                      </a:cubicBezTo>
                      <a:cubicBezTo>
                        <a:pt x="3810" y="1987"/>
                        <a:pt x="1619" y="3702"/>
                        <a:pt x="0" y="313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782C6E0F-669F-4A49-A5D8-B72F56AD0B5B}"/>
                    </a:ext>
                  </a:extLst>
                </p:cNvPr>
                <p:cNvSpPr/>
                <p:nvPr/>
              </p:nvSpPr>
              <p:spPr>
                <a:xfrm>
                  <a:off x="3062192" y="1483070"/>
                  <a:ext cx="3143" cy="4129"/>
                </a:xfrm>
                <a:custGeom>
                  <a:avLst/>
                  <a:gdLst>
                    <a:gd name="connsiteX0" fmla="*/ 0 w 3143"/>
                    <a:gd name="connsiteY0" fmla="*/ 1496 h 4129"/>
                    <a:gd name="connsiteX1" fmla="*/ 3143 w 3143"/>
                    <a:gd name="connsiteY1" fmla="*/ 3496 h 4129"/>
                    <a:gd name="connsiteX2" fmla="*/ 0 w 3143"/>
                    <a:gd name="connsiteY2" fmla="*/ 1496 h 4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3" h="4129">
                      <a:moveTo>
                        <a:pt x="0" y="1496"/>
                      </a:moveTo>
                      <a:cubicBezTo>
                        <a:pt x="4382" y="-2886"/>
                        <a:pt x="762" y="3782"/>
                        <a:pt x="3143" y="3496"/>
                      </a:cubicBezTo>
                      <a:cubicBezTo>
                        <a:pt x="191" y="5687"/>
                        <a:pt x="1715" y="1496"/>
                        <a:pt x="0" y="14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E3D81BCB-40E0-4286-853C-05E5CFB62E1B}"/>
                    </a:ext>
                  </a:extLst>
                </p:cNvPr>
                <p:cNvSpPr/>
                <p:nvPr/>
              </p:nvSpPr>
              <p:spPr>
                <a:xfrm>
                  <a:off x="3122390" y="1414518"/>
                  <a:ext cx="4952" cy="2221"/>
                </a:xfrm>
                <a:custGeom>
                  <a:avLst/>
                  <a:gdLst>
                    <a:gd name="connsiteX0" fmla="*/ 0 w 4952"/>
                    <a:gd name="connsiteY0" fmla="*/ 1182 h 2221"/>
                    <a:gd name="connsiteX1" fmla="*/ 4953 w 4952"/>
                    <a:gd name="connsiteY1" fmla="*/ 325 h 2221"/>
                    <a:gd name="connsiteX2" fmla="*/ 0 w 4952"/>
                    <a:gd name="connsiteY2" fmla="*/ 1182 h 2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52" h="2221">
                      <a:moveTo>
                        <a:pt x="0" y="1182"/>
                      </a:moveTo>
                      <a:cubicBezTo>
                        <a:pt x="2096" y="-818"/>
                        <a:pt x="3334" y="325"/>
                        <a:pt x="4953" y="325"/>
                      </a:cubicBezTo>
                      <a:cubicBezTo>
                        <a:pt x="1238" y="4516"/>
                        <a:pt x="2857" y="325"/>
                        <a:pt x="0" y="11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B4B8C30C-0956-48A8-B314-2F27E94E2D79}"/>
                    </a:ext>
                  </a:extLst>
                </p:cNvPr>
                <p:cNvSpPr/>
                <p:nvPr/>
              </p:nvSpPr>
              <p:spPr>
                <a:xfrm>
                  <a:off x="2987971" y="1574916"/>
                  <a:ext cx="4497" cy="2976"/>
                </a:xfrm>
                <a:custGeom>
                  <a:avLst/>
                  <a:gdLst>
                    <a:gd name="connsiteX0" fmla="*/ 116 w 4497"/>
                    <a:gd name="connsiteY0" fmla="*/ 1757 h 2976"/>
                    <a:gd name="connsiteX1" fmla="*/ 4497 w 4497"/>
                    <a:gd name="connsiteY1" fmla="*/ 614 h 2976"/>
                    <a:gd name="connsiteX2" fmla="*/ 116 w 4497"/>
                    <a:gd name="connsiteY2" fmla="*/ 1757 h 2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97" h="2976">
                      <a:moveTo>
                        <a:pt x="116" y="1757"/>
                      </a:moveTo>
                      <a:cubicBezTo>
                        <a:pt x="3640" y="-2339"/>
                        <a:pt x="2402" y="2233"/>
                        <a:pt x="4497" y="614"/>
                      </a:cubicBezTo>
                      <a:cubicBezTo>
                        <a:pt x="4402" y="3376"/>
                        <a:pt x="-837" y="3662"/>
                        <a:pt x="116" y="17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5" name="Freeform: Shape 264">
                  <a:extLst>
                    <a:ext uri="{FF2B5EF4-FFF2-40B4-BE49-F238E27FC236}">
                      <a16:creationId xmlns:a16="http://schemas.microsoft.com/office/drawing/2014/main" id="{7A45E1BA-548F-4545-A499-B1CBDC8B10AE}"/>
                    </a:ext>
                  </a:extLst>
                </p:cNvPr>
                <p:cNvSpPr/>
                <p:nvPr/>
              </p:nvSpPr>
              <p:spPr>
                <a:xfrm>
                  <a:off x="3030188" y="1526569"/>
                  <a:ext cx="4095" cy="2859"/>
                </a:xfrm>
                <a:custGeom>
                  <a:avLst/>
                  <a:gdLst>
                    <a:gd name="connsiteX0" fmla="*/ 0 w 4095"/>
                    <a:gd name="connsiteY0" fmla="*/ 574 h 2859"/>
                    <a:gd name="connsiteX1" fmla="*/ 4096 w 4095"/>
                    <a:gd name="connsiteY1" fmla="*/ 574 h 2859"/>
                    <a:gd name="connsiteX2" fmla="*/ 1429 w 4095"/>
                    <a:gd name="connsiteY2" fmla="*/ 2860 h 2859"/>
                    <a:gd name="connsiteX3" fmla="*/ 0 w 4095"/>
                    <a:gd name="connsiteY3" fmla="*/ 574 h 2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5" h="2859">
                      <a:moveTo>
                        <a:pt x="0" y="574"/>
                      </a:moveTo>
                      <a:cubicBezTo>
                        <a:pt x="1619" y="-284"/>
                        <a:pt x="2953" y="-93"/>
                        <a:pt x="4096" y="574"/>
                      </a:cubicBezTo>
                      <a:cubicBezTo>
                        <a:pt x="3238" y="1145"/>
                        <a:pt x="2477" y="1717"/>
                        <a:pt x="1429" y="2860"/>
                      </a:cubicBezTo>
                      <a:cubicBezTo>
                        <a:pt x="953" y="955"/>
                        <a:pt x="95" y="2383"/>
                        <a:pt x="0" y="5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6" name="Freeform: Shape 265">
                  <a:extLst>
                    <a:ext uri="{FF2B5EF4-FFF2-40B4-BE49-F238E27FC236}">
                      <a16:creationId xmlns:a16="http://schemas.microsoft.com/office/drawing/2014/main" id="{52F64B88-E3C0-48B7-B71A-376C96FF3D16}"/>
                    </a:ext>
                  </a:extLst>
                </p:cNvPr>
                <p:cNvSpPr/>
                <p:nvPr/>
              </p:nvSpPr>
              <p:spPr>
                <a:xfrm>
                  <a:off x="3072860" y="1478756"/>
                  <a:ext cx="3249" cy="4905"/>
                </a:xfrm>
                <a:custGeom>
                  <a:avLst/>
                  <a:gdLst>
                    <a:gd name="connsiteX0" fmla="*/ 572 w 3249"/>
                    <a:gd name="connsiteY0" fmla="*/ 2286 h 4905"/>
                    <a:gd name="connsiteX1" fmla="*/ 3239 w 3249"/>
                    <a:gd name="connsiteY1" fmla="*/ 0 h 4905"/>
                    <a:gd name="connsiteX2" fmla="*/ 3239 w 3249"/>
                    <a:gd name="connsiteY2" fmla="*/ 4096 h 4905"/>
                    <a:gd name="connsiteX3" fmla="*/ 0 w 3249"/>
                    <a:gd name="connsiteY3" fmla="*/ 4667 h 4905"/>
                    <a:gd name="connsiteX4" fmla="*/ 572 w 3249"/>
                    <a:gd name="connsiteY4" fmla="*/ 2286 h 4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49" h="4905">
                      <a:moveTo>
                        <a:pt x="572" y="2286"/>
                      </a:moveTo>
                      <a:cubicBezTo>
                        <a:pt x="1429" y="1715"/>
                        <a:pt x="2191" y="1143"/>
                        <a:pt x="3239" y="0"/>
                      </a:cubicBezTo>
                      <a:cubicBezTo>
                        <a:pt x="3334" y="1333"/>
                        <a:pt x="2762" y="2953"/>
                        <a:pt x="3239" y="4096"/>
                      </a:cubicBezTo>
                      <a:cubicBezTo>
                        <a:pt x="2000" y="5048"/>
                        <a:pt x="953" y="5048"/>
                        <a:pt x="0" y="4667"/>
                      </a:cubicBezTo>
                      <a:cubicBezTo>
                        <a:pt x="1429" y="3238"/>
                        <a:pt x="1048" y="2762"/>
                        <a:pt x="572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7" name="Freeform: Shape 266">
                  <a:extLst>
                    <a:ext uri="{FF2B5EF4-FFF2-40B4-BE49-F238E27FC236}">
                      <a16:creationId xmlns:a16="http://schemas.microsoft.com/office/drawing/2014/main" id="{990F50FE-D2D6-45F8-8E74-77CABC26CE98}"/>
                    </a:ext>
                  </a:extLst>
                </p:cNvPr>
                <p:cNvSpPr/>
                <p:nvPr/>
              </p:nvSpPr>
              <p:spPr>
                <a:xfrm>
                  <a:off x="3154693" y="1383029"/>
                  <a:ext cx="2463" cy="5524"/>
                </a:xfrm>
                <a:custGeom>
                  <a:avLst/>
                  <a:gdLst>
                    <a:gd name="connsiteX0" fmla="*/ 2463 w 2463"/>
                    <a:gd name="connsiteY0" fmla="*/ 0 h 5524"/>
                    <a:gd name="connsiteX1" fmla="*/ 654 w 2463"/>
                    <a:gd name="connsiteY1" fmla="*/ 5525 h 5524"/>
                    <a:gd name="connsiteX2" fmla="*/ 2463 w 2463"/>
                    <a:gd name="connsiteY2" fmla="*/ 0 h 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63" h="5524">
                      <a:moveTo>
                        <a:pt x="2463" y="0"/>
                      </a:moveTo>
                      <a:cubicBezTo>
                        <a:pt x="2273" y="1619"/>
                        <a:pt x="2749" y="2953"/>
                        <a:pt x="654" y="5525"/>
                      </a:cubicBezTo>
                      <a:cubicBezTo>
                        <a:pt x="-584" y="4477"/>
                        <a:pt x="-108" y="2667"/>
                        <a:pt x="246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8" name="Freeform: Shape 267">
                  <a:extLst>
                    <a:ext uri="{FF2B5EF4-FFF2-40B4-BE49-F238E27FC236}">
                      <a16:creationId xmlns:a16="http://schemas.microsoft.com/office/drawing/2014/main" id="{C0F5B06F-C622-45C4-AA5D-7F78C5D31573}"/>
                    </a:ext>
                  </a:extLst>
                </p:cNvPr>
                <p:cNvSpPr/>
                <p:nvPr/>
              </p:nvSpPr>
              <p:spPr>
                <a:xfrm>
                  <a:off x="3190398" y="1347292"/>
                  <a:ext cx="6667" cy="4038"/>
                </a:xfrm>
                <a:custGeom>
                  <a:avLst/>
                  <a:gdLst>
                    <a:gd name="connsiteX0" fmla="*/ 0 w 6667"/>
                    <a:gd name="connsiteY0" fmla="*/ 590 h 4038"/>
                    <a:gd name="connsiteX1" fmla="*/ 6667 w 6667"/>
                    <a:gd name="connsiteY1" fmla="*/ 2304 h 4038"/>
                    <a:gd name="connsiteX2" fmla="*/ 0 w 6667"/>
                    <a:gd name="connsiteY2" fmla="*/ 590 h 4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667" h="4038">
                      <a:moveTo>
                        <a:pt x="0" y="590"/>
                      </a:moveTo>
                      <a:cubicBezTo>
                        <a:pt x="3238" y="-1506"/>
                        <a:pt x="3048" y="2685"/>
                        <a:pt x="6667" y="2304"/>
                      </a:cubicBezTo>
                      <a:cubicBezTo>
                        <a:pt x="2000" y="6781"/>
                        <a:pt x="3048" y="1257"/>
                        <a:pt x="0" y="5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9" name="Freeform: Shape 268">
                  <a:extLst>
                    <a:ext uri="{FF2B5EF4-FFF2-40B4-BE49-F238E27FC236}">
                      <a16:creationId xmlns:a16="http://schemas.microsoft.com/office/drawing/2014/main" id="{6F064F62-95F8-492E-8E84-61A1FBC6CBF1}"/>
                    </a:ext>
                  </a:extLst>
                </p:cNvPr>
                <p:cNvSpPr/>
                <p:nvPr/>
              </p:nvSpPr>
              <p:spPr>
                <a:xfrm>
                  <a:off x="3045333" y="1518856"/>
                  <a:ext cx="5619" cy="4406"/>
                </a:xfrm>
                <a:custGeom>
                  <a:avLst/>
                  <a:gdLst>
                    <a:gd name="connsiteX0" fmla="*/ 0 w 5619"/>
                    <a:gd name="connsiteY0" fmla="*/ 3429 h 4406"/>
                    <a:gd name="connsiteX1" fmla="*/ 2953 w 5619"/>
                    <a:gd name="connsiteY1" fmla="*/ 0 h 4406"/>
                    <a:gd name="connsiteX2" fmla="*/ 5620 w 5619"/>
                    <a:gd name="connsiteY2" fmla="*/ 1810 h 4406"/>
                    <a:gd name="connsiteX3" fmla="*/ 0 w 5619"/>
                    <a:gd name="connsiteY3" fmla="*/ 3429 h 4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19" h="4406">
                      <a:moveTo>
                        <a:pt x="0" y="3429"/>
                      </a:moveTo>
                      <a:lnTo>
                        <a:pt x="2953" y="0"/>
                      </a:lnTo>
                      <a:cubicBezTo>
                        <a:pt x="3905" y="286"/>
                        <a:pt x="3048" y="3905"/>
                        <a:pt x="5620" y="1810"/>
                      </a:cubicBezTo>
                      <a:cubicBezTo>
                        <a:pt x="5334" y="3905"/>
                        <a:pt x="857" y="5525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0" name="Freeform: Shape 269">
                  <a:extLst>
                    <a:ext uri="{FF2B5EF4-FFF2-40B4-BE49-F238E27FC236}">
                      <a16:creationId xmlns:a16="http://schemas.microsoft.com/office/drawing/2014/main" id="{FFFF84A5-5743-49BC-9383-3B04202FBF3D}"/>
                    </a:ext>
                  </a:extLst>
                </p:cNvPr>
                <p:cNvSpPr/>
                <p:nvPr/>
              </p:nvSpPr>
              <p:spPr>
                <a:xfrm>
                  <a:off x="3139181" y="1414272"/>
                  <a:ext cx="4830" cy="4607"/>
                </a:xfrm>
                <a:custGeom>
                  <a:avLst/>
                  <a:gdLst>
                    <a:gd name="connsiteX0" fmla="*/ 1497 w 4830"/>
                    <a:gd name="connsiteY0" fmla="*/ 0 h 4607"/>
                    <a:gd name="connsiteX1" fmla="*/ 4830 w 4830"/>
                    <a:gd name="connsiteY1" fmla="*/ 3619 h 4607"/>
                    <a:gd name="connsiteX2" fmla="*/ 1497 w 4830"/>
                    <a:gd name="connsiteY2" fmla="*/ 0 h 4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830" h="4607">
                      <a:moveTo>
                        <a:pt x="1497" y="0"/>
                      </a:moveTo>
                      <a:cubicBezTo>
                        <a:pt x="2926" y="1048"/>
                        <a:pt x="2544" y="3048"/>
                        <a:pt x="4830" y="3619"/>
                      </a:cubicBezTo>
                      <a:cubicBezTo>
                        <a:pt x="1783" y="5524"/>
                        <a:pt x="-2218" y="4858"/>
                        <a:pt x="149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1" name="Freeform: Shape 270">
                  <a:extLst>
                    <a:ext uri="{FF2B5EF4-FFF2-40B4-BE49-F238E27FC236}">
                      <a16:creationId xmlns:a16="http://schemas.microsoft.com/office/drawing/2014/main" id="{D1917878-0BB3-4236-AB34-6080D373F0D1}"/>
                    </a:ext>
                  </a:extLst>
                </p:cNvPr>
                <p:cNvSpPr/>
                <p:nvPr/>
              </p:nvSpPr>
              <p:spPr>
                <a:xfrm>
                  <a:off x="3034304" y="1539450"/>
                  <a:ext cx="3217" cy="5327"/>
                </a:xfrm>
                <a:custGeom>
                  <a:avLst/>
                  <a:gdLst>
                    <a:gd name="connsiteX0" fmla="*/ 742 w 3217"/>
                    <a:gd name="connsiteY0" fmla="*/ 456 h 5327"/>
                    <a:gd name="connsiteX1" fmla="*/ 3218 w 3217"/>
                    <a:gd name="connsiteY1" fmla="*/ 741 h 5327"/>
                    <a:gd name="connsiteX2" fmla="*/ 2265 w 3217"/>
                    <a:gd name="connsiteY2" fmla="*/ 4266 h 5327"/>
                    <a:gd name="connsiteX3" fmla="*/ 742 w 3217"/>
                    <a:gd name="connsiteY3" fmla="*/ 456 h 5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7" h="5327">
                      <a:moveTo>
                        <a:pt x="742" y="456"/>
                      </a:moveTo>
                      <a:cubicBezTo>
                        <a:pt x="1885" y="-592"/>
                        <a:pt x="2456" y="456"/>
                        <a:pt x="3218" y="741"/>
                      </a:cubicBezTo>
                      <a:cubicBezTo>
                        <a:pt x="1027" y="2837"/>
                        <a:pt x="742" y="3980"/>
                        <a:pt x="2265" y="4266"/>
                      </a:cubicBezTo>
                      <a:cubicBezTo>
                        <a:pt x="-1449" y="7599"/>
                        <a:pt x="456" y="2170"/>
                        <a:pt x="742" y="45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2" name="Freeform: Shape 271">
                  <a:extLst>
                    <a:ext uri="{FF2B5EF4-FFF2-40B4-BE49-F238E27FC236}">
                      <a16:creationId xmlns:a16="http://schemas.microsoft.com/office/drawing/2014/main" id="{38C7E686-B7A6-4C3E-8F38-77D3B71D1AF7}"/>
                    </a:ext>
                  </a:extLst>
                </p:cNvPr>
                <p:cNvSpPr/>
                <p:nvPr/>
              </p:nvSpPr>
              <p:spPr>
                <a:xfrm>
                  <a:off x="3168110" y="1385422"/>
                  <a:ext cx="6191" cy="4534"/>
                </a:xfrm>
                <a:custGeom>
                  <a:avLst/>
                  <a:gdLst>
                    <a:gd name="connsiteX0" fmla="*/ 0 w 6191"/>
                    <a:gd name="connsiteY0" fmla="*/ 846 h 4534"/>
                    <a:gd name="connsiteX1" fmla="*/ 6191 w 6191"/>
                    <a:gd name="connsiteY1" fmla="*/ 3704 h 4534"/>
                    <a:gd name="connsiteX2" fmla="*/ 0 w 6191"/>
                    <a:gd name="connsiteY2" fmla="*/ 846 h 4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191" h="4534">
                      <a:moveTo>
                        <a:pt x="0" y="846"/>
                      </a:moveTo>
                      <a:cubicBezTo>
                        <a:pt x="2286" y="-2106"/>
                        <a:pt x="3334" y="3608"/>
                        <a:pt x="6191" y="3704"/>
                      </a:cubicBezTo>
                      <a:cubicBezTo>
                        <a:pt x="2191" y="6466"/>
                        <a:pt x="3239" y="1513"/>
                        <a:pt x="0" y="8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3" name="Freeform: Shape 272">
                  <a:extLst>
                    <a:ext uri="{FF2B5EF4-FFF2-40B4-BE49-F238E27FC236}">
                      <a16:creationId xmlns:a16="http://schemas.microsoft.com/office/drawing/2014/main" id="{D9932728-4DB5-4D5C-B745-C319CCABBD78}"/>
                    </a:ext>
                  </a:extLst>
                </p:cNvPr>
                <p:cNvSpPr/>
                <p:nvPr/>
              </p:nvSpPr>
              <p:spPr>
                <a:xfrm>
                  <a:off x="3113817" y="1453347"/>
                  <a:ext cx="5619" cy="2245"/>
                </a:xfrm>
                <a:custGeom>
                  <a:avLst/>
                  <a:gdLst>
                    <a:gd name="connsiteX0" fmla="*/ 0 w 5619"/>
                    <a:gd name="connsiteY0" fmla="*/ 1691 h 2245"/>
                    <a:gd name="connsiteX1" fmla="*/ 5620 w 5619"/>
                    <a:gd name="connsiteY1" fmla="*/ 72 h 2245"/>
                    <a:gd name="connsiteX2" fmla="*/ 0 w 5619"/>
                    <a:gd name="connsiteY2" fmla="*/ 1691 h 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19" h="2245">
                      <a:moveTo>
                        <a:pt x="0" y="1691"/>
                      </a:moveTo>
                      <a:cubicBezTo>
                        <a:pt x="2096" y="358"/>
                        <a:pt x="4000" y="-214"/>
                        <a:pt x="5620" y="72"/>
                      </a:cubicBezTo>
                      <a:cubicBezTo>
                        <a:pt x="3238" y="2834"/>
                        <a:pt x="1619" y="2453"/>
                        <a:pt x="0" y="16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4" name="Freeform: Shape 273">
                  <a:extLst>
                    <a:ext uri="{FF2B5EF4-FFF2-40B4-BE49-F238E27FC236}">
                      <a16:creationId xmlns:a16="http://schemas.microsoft.com/office/drawing/2014/main" id="{5580AF50-1F98-4B56-804E-15AC47670B3F}"/>
                    </a:ext>
                  </a:extLst>
                </p:cNvPr>
                <p:cNvSpPr/>
                <p:nvPr/>
              </p:nvSpPr>
              <p:spPr>
                <a:xfrm>
                  <a:off x="2827400" y="1791391"/>
                  <a:ext cx="3309" cy="3309"/>
                </a:xfrm>
                <a:custGeom>
                  <a:avLst/>
                  <a:gdLst>
                    <a:gd name="connsiteX0" fmla="*/ 0 w 3309"/>
                    <a:gd name="connsiteY0" fmla="*/ 642 h 3309"/>
                    <a:gd name="connsiteX1" fmla="*/ 2000 w 3309"/>
                    <a:gd name="connsiteY1" fmla="*/ 3309 h 3309"/>
                    <a:gd name="connsiteX2" fmla="*/ 0 w 3309"/>
                    <a:gd name="connsiteY2" fmla="*/ 642 h 3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09" h="3309">
                      <a:moveTo>
                        <a:pt x="0" y="642"/>
                      </a:moveTo>
                      <a:cubicBezTo>
                        <a:pt x="2096" y="-596"/>
                        <a:pt x="5048" y="-215"/>
                        <a:pt x="2000" y="3309"/>
                      </a:cubicBezTo>
                      <a:cubicBezTo>
                        <a:pt x="2572" y="1785"/>
                        <a:pt x="1048" y="1404"/>
                        <a:pt x="0" y="6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5" name="Freeform: Shape 274">
                  <a:extLst>
                    <a:ext uri="{FF2B5EF4-FFF2-40B4-BE49-F238E27FC236}">
                      <a16:creationId xmlns:a16="http://schemas.microsoft.com/office/drawing/2014/main" id="{11CD9B11-3CBA-4023-BB00-4AB0E0D9DAA2}"/>
                    </a:ext>
                  </a:extLst>
                </p:cNvPr>
                <p:cNvSpPr/>
                <p:nvPr/>
              </p:nvSpPr>
              <p:spPr>
                <a:xfrm>
                  <a:off x="3171539" y="1393039"/>
                  <a:ext cx="4687" cy="1881"/>
                </a:xfrm>
                <a:custGeom>
                  <a:avLst/>
                  <a:gdLst>
                    <a:gd name="connsiteX0" fmla="*/ 0 w 4687"/>
                    <a:gd name="connsiteY0" fmla="*/ 1040 h 1881"/>
                    <a:gd name="connsiteX1" fmla="*/ 4667 w 4687"/>
                    <a:gd name="connsiteY1" fmla="*/ 1516 h 1881"/>
                    <a:gd name="connsiteX2" fmla="*/ 0 w 4687"/>
                    <a:gd name="connsiteY2" fmla="*/ 1040 h 1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87" h="1881">
                      <a:moveTo>
                        <a:pt x="0" y="1040"/>
                      </a:moveTo>
                      <a:cubicBezTo>
                        <a:pt x="2096" y="-865"/>
                        <a:pt x="4953" y="182"/>
                        <a:pt x="4667" y="1516"/>
                      </a:cubicBezTo>
                      <a:cubicBezTo>
                        <a:pt x="2857" y="2373"/>
                        <a:pt x="1524" y="1516"/>
                        <a:pt x="0" y="10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6" name="Freeform: Shape 275">
                  <a:extLst>
                    <a:ext uri="{FF2B5EF4-FFF2-40B4-BE49-F238E27FC236}">
                      <a16:creationId xmlns:a16="http://schemas.microsoft.com/office/drawing/2014/main" id="{66EA56D4-D0BB-4AB6-93D5-044344B745A1}"/>
                    </a:ext>
                  </a:extLst>
                </p:cNvPr>
                <p:cNvSpPr/>
                <p:nvPr/>
              </p:nvSpPr>
              <p:spPr>
                <a:xfrm>
                  <a:off x="2913983" y="1697299"/>
                  <a:ext cx="3809" cy="5349"/>
                </a:xfrm>
                <a:custGeom>
                  <a:avLst/>
                  <a:gdLst>
                    <a:gd name="connsiteX0" fmla="*/ 953 w 3809"/>
                    <a:gd name="connsiteY0" fmla="*/ 722 h 5349"/>
                    <a:gd name="connsiteX1" fmla="*/ 3810 w 3809"/>
                    <a:gd name="connsiteY1" fmla="*/ 1199 h 5349"/>
                    <a:gd name="connsiteX2" fmla="*/ 2762 w 3809"/>
                    <a:gd name="connsiteY2" fmla="*/ 4628 h 5349"/>
                    <a:gd name="connsiteX3" fmla="*/ 0 w 3809"/>
                    <a:gd name="connsiteY3" fmla="*/ 4151 h 5349"/>
                    <a:gd name="connsiteX4" fmla="*/ 953 w 3809"/>
                    <a:gd name="connsiteY4" fmla="*/ 722 h 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09" h="5349">
                      <a:moveTo>
                        <a:pt x="953" y="722"/>
                      </a:moveTo>
                      <a:cubicBezTo>
                        <a:pt x="2477" y="-1183"/>
                        <a:pt x="2762" y="1294"/>
                        <a:pt x="3810" y="1199"/>
                      </a:cubicBezTo>
                      <a:cubicBezTo>
                        <a:pt x="2096" y="3008"/>
                        <a:pt x="1810" y="4151"/>
                        <a:pt x="2762" y="4628"/>
                      </a:cubicBezTo>
                      <a:cubicBezTo>
                        <a:pt x="1238" y="6533"/>
                        <a:pt x="953" y="4056"/>
                        <a:pt x="0" y="4151"/>
                      </a:cubicBezTo>
                      <a:cubicBezTo>
                        <a:pt x="2000" y="3104"/>
                        <a:pt x="2572" y="1199"/>
                        <a:pt x="953" y="7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7" name="Freeform: Shape 276">
                  <a:extLst>
                    <a:ext uri="{FF2B5EF4-FFF2-40B4-BE49-F238E27FC236}">
                      <a16:creationId xmlns:a16="http://schemas.microsoft.com/office/drawing/2014/main" id="{9767C891-0678-4B0E-AB24-EB6A6A298963}"/>
                    </a:ext>
                  </a:extLst>
                </p:cNvPr>
                <p:cNvSpPr/>
                <p:nvPr/>
              </p:nvSpPr>
              <p:spPr>
                <a:xfrm>
                  <a:off x="3044475" y="1545240"/>
                  <a:ext cx="6667" cy="4857"/>
                </a:xfrm>
                <a:custGeom>
                  <a:avLst/>
                  <a:gdLst>
                    <a:gd name="connsiteX0" fmla="*/ 0 w 6667"/>
                    <a:gd name="connsiteY0" fmla="*/ 3715 h 4857"/>
                    <a:gd name="connsiteX1" fmla="*/ 6667 w 6667"/>
                    <a:gd name="connsiteY1" fmla="*/ 0 h 4857"/>
                    <a:gd name="connsiteX2" fmla="*/ 1810 w 6667"/>
                    <a:gd name="connsiteY2" fmla="*/ 4858 h 4857"/>
                    <a:gd name="connsiteX3" fmla="*/ 0 w 6667"/>
                    <a:gd name="connsiteY3" fmla="*/ 3715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67" h="4857">
                      <a:moveTo>
                        <a:pt x="0" y="3715"/>
                      </a:moveTo>
                      <a:cubicBezTo>
                        <a:pt x="2096" y="2762"/>
                        <a:pt x="4667" y="286"/>
                        <a:pt x="6667" y="0"/>
                      </a:cubicBezTo>
                      <a:cubicBezTo>
                        <a:pt x="5334" y="667"/>
                        <a:pt x="3524" y="2667"/>
                        <a:pt x="1810" y="4858"/>
                      </a:cubicBezTo>
                      <a:lnTo>
                        <a:pt x="0" y="3715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8" name="Freeform: Shape 277">
                  <a:extLst>
                    <a:ext uri="{FF2B5EF4-FFF2-40B4-BE49-F238E27FC236}">
                      <a16:creationId xmlns:a16="http://schemas.microsoft.com/office/drawing/2014/main" id="{CA393630-5CB8-40AF-90C5-6EA8D96EDF5F}"/>
                    </a:ext>
                  </a:extLst>
                </p:cNvPr>
                <p:cNvSpPr/>
                <p:nvPr/>
              </p:nvSpPr>
              <p:spPr>
                <a:xfrm>
                  <a:off x="3119247" y="1461635"/>
                  <a:ext cx="3950" cy="2755"/>
                </a:xfrm>
                <a:custGeom>
                  <a:avLst/>
                  <a:gdLst>
                    <a:gd name="connsiteX0" fmla="*/ 0 w 3950"/>
                    <a:gd name="connsiteY0" fmla="*/ 1119 h 2755"/>
                    <a:gd name="connsiteX1" fmla="*/ 3905 w 3950"/>
                    <a:gd name="connsiteY1" fmla="*/ 2357 h 2755"/>
                    <a:gd name="connsiteX2" fmla="*/ 0 w 3950"/>
                    <a:gd name="connsiteY2" fmla="*/ 1119 h 2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50" h="2755">
                      <a:moveTo>
                        <a:pt x="0" y="1119"/>
                      </a:moveTo>
                      <a:cubicBezTo>
                        <a:pt x="2191" y="-1358"/>
                        <a:pt x="4286" y="833"/>
                        <a:pt x="3905" y="2357"/>
                      </a:cubicBezTo>
                      <a:cubicBezTo>
                        <a:pt x="1143" y="3976"/>
                        <a:pt x="2857" y="71"/>
                        <a:pt x="0" y="11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9" name="Freeform: Shape 278">
                  <a:extLst>
                    <a:ext uri="{FF2B5EF4-FFF2-40B4-BE49-F238E27FC236}">
                      <a16:creationId xmlns:a16="http://schemas.microsoft.com/office/drawing/2014/main" id="{8B9BE418-7906-493A-A898-124FC729F309}"/>
                    </a:ext>
                  </a:extLst>
                </p:cNvPr>
                <p:cNvSpPr/>
                <p:nvPr/>
              </p:nvSpPr>
              <p:spPr>
                <a:xfrm>
                  <a:off x="3063144" y="1528317"/>
                  <a:ext cx="4572" cy="2029"/>
                </a:xfrm>
                <a:custGeom>
                  <a:avLst/>
                  <a:gdLst>
                    <a:gd name="connsiteX0" fmla="*/ 0 w 4572"/>
                    <a:gd name="connsiteY0" fmla="*/ 540 h 2029"/>
                    <a:gd name="connsiteX1" fmla="*/ 4572 w 4572"/>
                    <a:gd name="connsiteY1" fmla="*/ 921 h 2029"/>
                    <a:gd name="connsiteX2" fmla="*/ 0 w 4572"/>
                    <a:gd name="connsiteY2" fmla="*/ 540 h 2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72" h="2029">
                      <a:moveTo>
                        <a:pt x="0" y="540"/>
                      </a:moveTo>
                      <a:cubicBezTo>
                        <a:pt x="1810" y="-317"/>
                        <a:pt x="3238" y="-127"/>
                        <a:pt x="4572" y="921"/>
                      </a:cubicBezTo>
                      <a:cubicBezTo>
                        <a:pt x="2381" y="3302"/>
                        <a:pt x="1429" y="1207"/>
                        <a:pt x="0" y="5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0" name="Freeform: Shape 279">
                  <a:extLst>
                    <a:ext uri="{FF2B5EF4-FFF2-40B4-BE49-F238E27FC236}">
                      <a16:creationId xmlns:a16="http://schemas.microsoft.com/office/drawing/2014/main" id="{E9DBE895-F33E-4909-9DD1-09062DD88B3C}"/>
                    </a:ext>
                  </a:extLst>
                </p:cNvPr>
                <p:cNvSpPr/>
                <p:nvPr/>
              </p:nvSpPr>
              <p:spPr>
                <a:xfrm>
                  <a:off x="3070955" y="1518285"/>
                  <a:ext cx="6868" cy="11810"/>
                </a:xfrm>
                <a:custGeom>
                  <a:avLst/>
                  <a:gdLst>
                    <a:gd name="connsiteX0" fmla="*/ 6858 w 6868"/>
                    <a:gd name="connsiteY0" fmla="*/ 0 h 11810"/>
                    <a:gd name="connsiteX1" fmla="*/ 6763 w 6868"/>
                    <a:gd name="connsiteY1" fmla="*/ 4096 h 11810"/>
                    <a:gd name="connsiteX2" fmla="*/ 3429 w 6868"/>
                    <a:gd name="connsiteY2" fmla="*/ 8668 h 11810"/>
                    <a:gd name="connsiteX3" fmla="*/ 0 w 6868"/>
                    <a:gd name="connsiteY3" fmla="*/ 11811 h 11810"/>
                    <a:gd name="connsiteX4" fmla="*/ 6858 w 6868"/>
                    <a:gd name="connsiteY4" fmla="*/ 0 h 11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8" h="11810">
                      <a:moveTo>
                        <a:pt x="6858" y="0"/>
                      </a:moveTo>
                      <a:cubicBezTo>
                        <a:pt x="6953" y="1333"/>
                        <a:pt x="6382" y="2953"/>
                        <a:pt x="6763" y="4096"/>
                      </a:cubicBezTo>
                      <a:cubicBezTo>
                        <a:pt x="5620" y="5715"/>
                        <a:pt x="1333" y="7810"/>
                        <a:pt x="3429" y="8668"/>
                      </a:cubicBezTo>
                      <a:cubicBezTo>
                        <a:pt x="2477" y="9239"/>
                        <a:pt x="1238" y="10287"/>
                        <a:pt x="0" y="11811"/>
                      </a:cubicBezTo>
                      <a:cubicBezTo>
                        <a:pt x="0" y="9049"/>
                        <a:pt x="5620" y="3429"/>
                        <a:pt x="685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24D5AD07-AA63-4779-91D5-A398D875186C}"/>
                    </a:ext>
                  </a:extLst>
                </p:cNvPr>
                <p:cNvSpPr/>
                <p:nvPr/>
              </p:nvSpPr>
              <p:spPr>
                <a:xfrm>
                  <a:off x="2911887" y="1714309"/>
                  <a:ext cx="4600" cy="5048"/>
                </a:xfrm>
                <a:custGeom>
                  <a:avLst/>
                  <a:gdLst>
                    <a:gd name="connsiteX0" fmla="*/ 3048 w 4600"/>
                    <a:gd name="connsiteY0" fmla="*/ 0 h 5048"/>
                    <a:gd name="connsiteX1" fmla="*/ 4382 w 4600"/>
                    <a:gd name="connsiteY1" fmla="*/ 2191 h 5048"/>
                    <a:gd name="connsiteX2" fmla="*/ 4001 w 4600"/>
                    <a:gd name="connsiteY2" fmla="*/ 3334 h 5048"/>
                    <a:gd name="connsiteX3" fmla="*/ 2477 w 4600"/>
                    <a:gd name="connsiteY3" fmla="*/ 5048 h 5048"/>
                    <a:gd name="connsiteX4" fmla="*/ 0 w 4600"/>
                    <a:gd name="connsiteY4" fmla="*/ 3429 h 5048"/>
                    <a:gd name="connsiteX5" fmla="*/ 3048 w 4600"/>
                    <a:gd name="connsiteY5" fmla="*/ 0 h 5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00" h="5048">
                      <a:moveTo>
                        <a:pt x="3048" y="0"/>
                      </a:moveTo>
                      <a:cubicBezTo>
                        <a:pt x="2381" y="1048"/>
                        <a:pt x="1810" y="4381"/>
                        <a:pt x="4382" y="2191"/>
                      </a:cubicBezTo>
                      <a:cubicBezTo>
                        <a:pt x="4858" y="2286"/>
                        <a:pt x="4477" y="2762"/>
                        <a:pt x="4001" y="3334"/>
                      </a:cubicBezTo>
                      <a:lnTo>
                        <a:pt x="2477" y="5048"/>
                      </a:lnTo>
                      <a:cubicBezTo>
                        <a:pt x="1905" y="3524"/>
                        <a:pt x="1905" y="3429"/>
                        <a:pt x="0" y="3429"/>
                      </a:cubicBezTo>
                      <a:cubicBezTo>
                        <a:pt x="857" y="1333"/>
                        <a:pt x="1048" y="2381"/>
                        <a:pt x="304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E7401579-A6A9-440E-A166-4A5A5429F428}"/>
                    </a:ext>
                  </a:extLst>
                </p:cNvPr>
                <p:cNvSpPr/>
                <p:nvPr/>
              </p:nvSpPr>
              <p:spPr>
                <a:xfrm>
                  <a:off x="3126390" y="1469291"/>
                  <a:ext cx="5238" cy="2511"/>
                </a:xfrm>
                <a:custGeom>
                  <a:avLst/>
                  <a:gdLst>
                    <a:gd name="connsiteX0" fmla="*/ 5239 w 5238"/>
                    <a:gd name="connsiteY0" fmla="*/ 607 h 2511"/>
                    <a:gd name="connsiteX1" fmla="*/ 0 w 5238"/>
                    <a:gd name="connsiteY1" fmla="*/ 2512 h 2511"/>
                    <a:gd name="connsiteX2" fmla="*/ 5239 w 5238"/>
                    <a:gd name="connsiteY2" fmla="*/ 607 h 25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238" h="2511">
                      <a:moveTo>
                        <a:pt x="5239" y="607"/>
                      </a:moveTo>
                      <a:cubicBezTo>
                        <a:pt x="2667" y="4322"/>
                        <a:pt x="2476" y="-727"/>
                        <a:pt x="0" y="2512"/>
                      </a:cubicBezTo>
                      <a:cubicBezTo>
                        <a:pt x="190" y="35"/>
                        <a:pt x="4286" y="-631"/>
                        <a:pt x="5239" y="6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97B6F8A6-1A9D-4C6C-8A09-553B309FA36A}"/>
                    </a:ext>
                  </a:extLst>
                </p:cNvPr>
                <p:cNvSpPr/>
                <p:nvPr/>
              </p:nvSpPr>
              <p:spPr>
                <a:xfrm>
                  <a:off x="3176587" y="1411602"/>
                  <a:ext cx="3809" cy="4765"/>
                </a:xfrm>
                <a:custGeom>
                  <a:avLst/>
                  <a:gdLst>
                    <a:gd name="connsiteX0" fmla="*/ 3810 w 3809"/>
                    <a:gd name="connsiteY0" fmla="*/ 955 h 4765"/>
                    <a:gd name="connsiteX1" fmla="*/ 1238 w 3809"/>
                    <a:gd name="connsiteY1" fmla="*/ 4765 h 4765"/>
                    <a:gd name="connsiteX2" fmla="*/ 0 w 3809"/>
                    <a:gd name="connsiteY2" fmla="*/ 1146 h 4765"/>
                    <a:gd name="connsiteX3" fmla="*/ 3810 w 3809"/>
                    <a:gd name="connsiteY3" fmla="*/ 955 h 4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09" h="4765">
                      <a:moveTo>
                        <a:pt x="3810" y="955"/>
                      </a:moveTo>
                      <a:cubicBezTo>
                        <a:pt x="3524" y="2003"/>
                        <a:pt x="2572" y="3241"/>
                        <a:pt x="1238" y="4765"/>
                      </a:cubicBezTo>
                      <a:cubicBezTo>
                        <a:pt x="762" y="3622"/>
                        <a:pt x="1810" y="1717"/>
                        <a:pt x="0" y="1146"/>
                      </a:cubicBezTo>
                      <a:cubicBezTo>
                        <a:pt x="1714" y="-759"/>
                        <a:pt x="2762" y="98"/>
                        <a:pt x="3810" y="9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4" name="Freeform: Shape 283">
                  <a:extLst>
                    <a:ext uri="{FF2B5EF4-FFF2-40B4-BE49-F238E27FC236}">
                      <a16:creationId xmlns:a16="http://schemas.microsoft.com/office/drawing/2014/main" id="{A3C7DCF3-5FBA-4C90-8687-B8D547F2BDF7}"/>
                    </a:ext>
                  </a:extLst>
                </p:cNvPr>
                <p:cNvSpPr/>
                <p:nvPr/>
              </p:nvSpPr>
              <p:spPr>
                <a:xfrm>
                  <a:off x="3072765" y="1530095"/>
                  <a:ext cx="13144" cy="8286"/>
                </a:xfrm>
                <a:custGeom>
                  <a:avLst/>
                  <a:gdLst>
                    <a:gd name="connsiteX0" fmla="*/ 4381 w 13144"/>
                    <a:gd name="connsiteY0" fmla="*/ 8287 h 8286"/>
                    <a:gd name="connsiteX1" fmla="*/ 0 w 13144"/>
                    <a:gd name="connsiteY1" fmla="*/ 5334 h 8286"/>
                    <a:gd name="connsiteX2" fmla="*/ 4858 w 13144"/>
                    <a:gd name="connsiteY2" fmla="*/ 4572 h 8286"/>
                    <a:gd name="connsiteX3" fmla="*/ 12287 w 13144"/>
                    <a:gd name="connsiteY3" fmla="*/ 0 h 8286"/>
                    <a:gd name="connsiteX4" fmla="*/ 13145 w 13144"/>
                    <a:gd name="connsiteY4" fmla="*/ 571 h 8286"/>
                    <a:gd name="connsiteX5" fmla="*/ 4381 w 13144"/>
                    <a:gd name="connsiteY5" fmla="*/ 8287 h 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144" h="8286">
                      <a:moveTo>
                        <a:pt x="4381" y="8287"/>
                      </a:moveTo>
                      <a:cubicBezTo>
                        <a:pt x="7048" y="3715"/>
                        <a:pt x="2762" y="6191"/>
                        <a:pt x="0" y="5334"/>
                      </a:cubicBezTo>
                      <a:cubicBezTo>
                        <a:pt x="2096" y="3619"/>
                        <a:pt x="7334" y="857"/>
                        <a:pt x="4858" y="4572"/>
                      </a:cubicBezTo>
                      <a:cubicBezTo>
                        <a:pt x="7048" y="4000"/>
                        <a:pt x="9620" y="2191"/>
                        <a:pt x="12287" y="0"/>
                      </a:cubicBezTo>
                      <a:lnTo>
                        <a:pt x="13145" y="571"/>
                      </a:lnTo>
                      <a:cubicBezTo>
                        <a:pt x="10668" y="1524"/>
                        <a:pt x="7239" y="6287"/>
                        <a:pt x="4381" y="82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5" name="Freeform: Shape 284">
                  <a:extLst>
                    <a:ext uri="{FF2B5EF4-FFF2-40B4-BE49-F238E27FC236}">
                      <a16:creationId xmlns:a16="http://schemas.microsoft.com/office/drawing/2014/main" id="{EBD7A257-EF2A-4F46-8D27-C054C1DD5E4D}"/>
                    </a:ext>
                  </a:extLst>
                </p:cNvPr>
                <p:cNvSpPr/>
                <p:nvPr/>
              </p:nvSpPr>
              <p:spPr>
                <a:xfrm>
                  <a:off x="3094137" y="1509807"/>
                  <a:ext cx="2498" cy="3773"/>
                </a:xfrm>
                <a:custGeom>
                  <a:avLst/>
                  <a:gdLst>
                    <a:gd name="connsiteX0" fmla="*/ 1488 w 2498"/>
                    <a:gd name="connsiteY0" fmla="*/ 0 h 3773"/>
                    <a:gd name="connsiteX1" fmla="*/ 2249 w 2498"/>
                    <a:gd name="connsiteY1" fmla="*/ 3238 h 3773"/>
                    <a:gd name="connsiteX2" fmla="*/ 1488 w 2498"/>
                    <a:gd name="connsiteY2" fmla="*/ 0 h 3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98" h="3773">
                      <a:moveTo>
                        <a:pt x="1488" y="0"/>
                      </a:moveTo>
                      <a:cubicBezTo>
                        <a:pt x="3583" y="190"/>
                        <a:pt x="1678" y="2286"/>
                        <a:pt x="2249" y="3238"/>
                      </a:cubicBezTo>
                      <a:cubicBezTo>
                        <a:pt x="154" y="4953"/>
                        <a:pt x="-1179" y="2191"/>
                        <a:pt x="148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6" name="Freeform: Shape 285">
                  <a:extLst>
                    <a:ext uri="{FF2B5EF4-FFF2-40B4-BE49-F238E27FC236}">
                      <a16:creationId xmlns:a16="http://schemas.microsoft.com/office/drawing/2014/main" id="{588B65CB-164C-40EF-8799-EC637B663942}"/>
                    </a:ext>
                  </a:extLst>
                </p:cNvPr>
                <p:cNvSpPr/>
                <p:nvPr/>
              </p:nvSpPr>
              <p:spPr>
                <a:xfrm>
                  <a:off x="3218688" y="1366627"/>
                  <a:ext cx="3047" cy="3411"/>
                </a:xfrm>
                <a:custGeom>
                  <a:avLst/>
                  <a:gdLst>
                    <a:gd name="connsiteX0" fmla="*/ 0 w 3047"/>
                    <a:gd name="connsiteY0" fmla="*/ 686 h 3411"/>
                    <a:gd name="connsiteX1" fmla="*/ 3048 w 3047"/>
                    <a:gd name="connsiteY1" fmla="*/ 1448 h 3411"/>
                    <a:gd name="connsiteX2" fmla="*/ 0 w 3047"/>
                    <a:gd name="connsiteY2" fmla="*/ 686 h 3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7" h="3411">
                      <a:moveTo>
                        <a:pt x="0" y="686"/>
                      </a:moveTo>
                      <a:cubicBezTo>
                        <a:pt x="1524" y="-1219"/>
                        <a:pt x="2000" y="1448"/>
                        <a:pt x="3048" y="1448"/>
                      </a:cubicBezTo>
                      <a:cubicBezTo>
                        <a:pt x="-858" y="5639"/>
                        <a:pt x="476" y="2020"/>
                        <a:pt x="0" y="6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7" name="Freeform: Shape 286">
                  <a:extLst>
                    <a:ext uri="{FF2B5EF4-FFF2-40B4-BE49-F238E27FC236}">
                      <a16:creationId xmlns:a16="http://schemas.microsoft.com/office/drawing/2014/main" id="{E7BE966A-EC39-44B6-98DE-0F4D49E4A69D}"/>
                    </a:ext>
                  </a:extLst>
                </p:cNvPr>
                <p:cNvSpPr/>
                <p:nvPr/>
              </p:nvSpPr>
              <p:spPr>
                <a:xfrm>
                  <a:off x="3058001" y="1552561"/>
                  <a:ext cx="5103" cy="3249"/>
                </a:xfrm>
                <a:custGeom>
                  <a:avLst/>
                  <a:gdLst>
                    <a:gd name="connsiteX0" fmla="*/ 0 w 5103"/>
                    <a:gd name="connsiteY0" fmla="*/ 1538 h 3249"/>
                    <a:gd name="connsiteX1" fmla="*/ 4953 w 5103"/>
                    <a:gd name="connsiteY1" fmla="*/ 2204 h 3249"/>
                    <a:gd name="connsiteX2" fmla="*/ 0 w 5103"/>
                    <a:gd name="connsiteY2" fmla="*/ 1538 h 3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03" h="3249">
                      <a:moveTo>
                        <a:pt x="0" y="1538"/>
                      </a:moveTo>
                      <a:cubicBezTo>
                        <a:pt x="2096" y="-1034"/>
                        <a:pt x="5906" y="-82"/>
                        <a:pt x="4953" y="2204"/>
                      </a:cubicBezTo>
                      <a:cubicBezTo>
                        <a:pt x="1905" y="4205"/>
                        <a:pt x="1715" y="2966"/>
                        <a:pt x="0" y="15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: Shape 287">
                  <a:extLst>
                    <a:ext uri="{FF2B5EF4-FFF2-40B4-BE49-F238E27FC236}">
                      <a16:creationId xmlns:a16="http://schemas.microsoft.com/office/drawing/2014/main" id="{1E6B1EBE-BD76-4069-A177-075FFF9A69F1}"/>
                    </a:ext>
                  </a:extLst>
                </p:cNvPr>
                <p:cNvSpPr/>
                <p:nvPr/>
              </p:nvSpPr>
              <p:spPr>
                <a:xfrm>
                  <a:off x="3254501" y="1325022"/>
                  <a:ext cx="5905" cy="4148"/>
                </a:xfrm>
                <a:custGeom>
                  <a:avLst/>
                  <a:gdLst>
                    <a:gd name="connsiteX0" fmla="*/ 0 w 5905"/>
                    <a:gd name="connsiteY0" fmla="*/ 2286 h 4148"/>
                    <a:gd name="connsiteX1" fmla="*/ 2667 w 5905"/>
                    <a:gd name="connsiteY1" fmla="*/ 0 h 4148"/>
                    <a:gd name="connsiteX2" fmla="*/ 5905 w 5905"/>
                    <a:gd name="connsiteY2" fmla="*/ 2286 h 4148"/>
                    <a:gd name="connsiteX3" fmla="*/ 0 w 5905"/>
                    <a:gd name="connsiteY3" fmla="*/ 2286 h 4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5" h="4148">
                      <a:moveTo>
                        <a:pt x="0" y="2286"/>
                      </a:moveTo>
                      <a:cubicBezTo>
                        <a:pt x="857" y="1810"/>
                        <a:pt x="1714" y="1238"/>
                        <a:pt x="2667" y="0"/>
                      </a:cubicBezTo>
                      <a:cubicBezTo>
                        <a:pt x="3524" y="571"/>
                        <a:pt x="3429" y="4191"/>
                        <a:pt x="5905" y="2286"/>
                      </a:cubicBezTo>
                      <a:cubicBezTo>
                        <a:pt x="4001" y="6477"/>
                        <a:pt x="2572" y="2286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: Shape 288">
                  <a:extLst>
                    <a:ext uri="{FF2B5EF4-FFF2-40B4-BE49-F238E27FC236}">
                      <a16:creationId xmlns:a16="http://schemas.microsoft.com/office/drawing/2014/main" id="{5224928E-4FCB-41C3-867A-2228705BE0C1}"/>
                    </a:ext>
                  </a:extLst>
                </p:cNvPr>
                <p:cNvSpPr/>
                <p:nvPr/>
              </p:nvSpPr>
              <p:spPr>
                <a:xfrm>
                  <a:off x="3173825" y="1418903"/>
                  <a:ext cx="4762" cy="3654"/>
                </a:xfrm>
                <a:custGeom>
                  <a:avLst/>
                  <a:gdLst>
                    <a:gd name="connsiteX0" fmla="*/ 0 w 4762"/>
                    <a:gd name="connsiteY0" fmla="*/ 2893 h 3654"/>
                    <a:gd name="connsiteX1" fmla="*/ 4763 w 4762"/>
                    <a:gd name="connsiteY1" fmla="*/ 702 h 3654"/>
                    <a:gd name="connsiteX2" fmla="*/ 0 w 4762"/>
                    <a:gd name="connsiteY2" fmla="*/ 2893 h 3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3654">
                      <a:moveTo>
                        <a:pt x="0" y="2893"/>
                      </a:moveTo>
                      <a:cubicBezTo>
                        <a:pt x="2096" y="35"/>
                        <a:pt x="3715" y="-727"/>
                        <a:pt x="4763" y="702"/>
                      </a:cubicBezTo>
                      <a:cubicBezTo>
                        <a:pt x="3238" y="1369"/>
                        <a:pt x="857" y="5274"/>
                        <a:pt x="0" y="28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: Shape 289">
                  <a:extLst>
                    <a:ext uri="{FF2B5EF4-FFF2-40B4-BE49-F238E27FC236}">
                      <a16:creationId xmlns:a16="http://schemas.microsoft.com/office/drawing/2014/main" id="{AE40CA7A-0593-45C1-BA2B-CFE3C2765FDE}"/>
                    </a:ext>
                  </a:extLst>
                </p:cNvPr>
                <p:cNvSpPr/>
                <p:nvPr/>
              </p:nvSpPr>
              <p:spPr>
                <a:xfrm>
                  <a:off x="3056000" y="1556670"/>
                  <a:ext cx="4000" cy="4572"/>
                </a:xfrm>
                <a:custGeom>
                  <a:avLst/>
                  <a:gdLst>
                    <a:gd name="connsiteX0" fmla="*/ 1810 w 4000"/>
                    <a:gd name="connsiteY0" fmla="*/ 0 h 4572"/>
                    <a:gd name="connsiteX1" fmla="*/ 4001 w 4000"/>
                    <a:gd name="connsiteY1" fmla="*/ 1429 h 4572"/>
                    <a:gd name="connsiteX2" fmla="*/ 572 w 4000"/>
                    <a:gd name="connsiteY2" fmla="*/ 4572 h 4572"/>
                    <a:gd name="connsiteX3" fmla="*/ 1810 w 4000"/>
                    <a:gd name="connsiteY3" fmla="*/ 0 h 4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00" h="4572">
                      <a:moveTo>
                        <a:pt x="1810" y="0"/>
                      </a:moveTo>
                      <a:lnTo>
                        <a:pt x="4001" y="1429"/>
                      </a:lnTo>
                      <a:cubicBezTo>
                        <a:pt x="2572" y="3334"/>
                        <a:pt x="1715" y="3524"/>
                        <a:pt x="572" y="4572"/>
                      </a:cubicBezTo>
                      <a:cubicBezTo>
                        <a:pt x="-476" y="3810"/>
                        <a:pt x="-95" y="2191"/>
                        <a:pt x="181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1" name="Freeform: Shape 290">
                  <a:extLst>
                    <a:ext uri="{FF2B5EF4-FFF2-40B4-BE49-F238E27FC236}">
                      <a16:creationId xmlns:a16="http://schemas.microsoft.com/office/drawing/2014/main" id="{1664CCEA-E5E2-4670-9EEE-641B04D56D52}"/>
                    </a:ext>
                  </a:extLst>
                </p:cNvPr>
                <p:cNvSpPr/>
                <p:nvPr/>
              </p:nvSpPr>
              <p:spPr>
                <a:xfrm>
                  <a:off x="3163001" y="1433226"/>
                  <a:ext cx="5395" cy="3228"/>
                </a:xfrm>
                <a:custGeom>
                  <a:avLst/>
                  <a:gdLst>
                    <a:gd name="connsiteX0" fmla="*/ 155 w 5395"/>
                    <a:gd name="connsiteY0" fmla="*/ 1905 h 3228"/>
                    <a:gd name="connsiteX1" fmla="*/ 2251 w 5395"/>
                    <a:gd name="connsiteY1" fmla="*/ 2000 h 3228"/>
                    <a:gd name="connsiteX2" fmla="*/ 5394 w 5395"/>
                    <a:gd name="connsiteY2" fmla="*/ 0 h 3228"/>
                    <a:gd name="connsiteX3" fmla="*/ 155 w 5395"/>
                    <a:gd name="connsiteY3" fmla="*/ 1905 h 3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95" h="3228">
                      <a:moveTo>
                        <a:pt x="155" y="1905"/>
                      </a:moveTo>
                      <a:cubicBezTo>
                        <a:pt x="1108" y="952"/>
                        <a:pt x="1584" y="1715"/>
                        <a:pt x="2251" y="2000"/>
                      </a:cubicBezTo>
                      <a:cubicBezTo>
                        <a:pt x="3108" y="-1238"/>
                        <a:pt x="3585" y="1619"/>
                        <a:pt x="5394" y="0"/>
                      </a:cubicBezTo>
                      <a:cubicBezTo>
                        <a:pt x="5489" y="1619"/>
                        <a:pt x="-1083" y="5144"/>
                        <a:pt x="155" y="1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2" name="Freeform: Shape 291">
                  <a:extLst>
                    <a:ext uri="{FF2B5EF4-FFF2-40B4-BE49-F238E27FC236}">
                      <a16:creationId xmlns:a16="http://schemas.microsoft.com/office/drawing/2014/main" id="{84B6D4E7-7AE5-4A11-8D1D-93AD2F184716}"/>
                    </a:ext>
                  </a:extLst>
                </p:cNvPr>
                <p:cNvSpPr/>
                <p:nvPr/>
              </p:nvSpPr>
              <p:spPr>
                <a:xfrm>
                  <a:off x="2841878" y="1804609"/>
                  <a:ext cx="5143" cy="2208"/>
                </a:xfrm>
                <a:custGeom>
                  <a:avLst/>
                  <a:gdLst>
                    <a:gd name="connsiteX0" fmla="*/ 0 w 5143"/>
                    <a:gd name="connsiteY0" fmla="*/ 949 h 2208"/>
                    <a:gd name="connsiteX1" fmla="*/ 5144 w 5143"/>
                    <a:gd name="connsiteY1" fmla="*/ 1616 h 2208"/>
                    <a:gd name="connsiteX2" fmla="*/ 0 w 5143"/>
                    <a:gd name="connsiteY2" fmla="*/ 949 h 2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43" h="2208">
                      <a:moveTo>
                        <a:pt x="0" y="949"/>
                      </a:moveTo>
                      <a:cubicBezTo>
                        <a:pt x="2667" y="-1146"/>
                        <a:pt x="2667" y="758"/>
                        <a:pt x="5144" y="1616"/>
                      </a:cubicBezTo>
                      <a:cubicBezTo>
                        <a:pt x="2953" y="2759"/>
                        <a:pt x="1429" y="2092"/>
                        <a:pt x="0" y="9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3" name="Freeform: Shape 292">
                  <a:extLst>
                    <a:ext uri="{FF2B5EF4-FFF2-40B4-BE49-F238E27FC236}">
                      <a16:creationId xmlns:a16="http://schemas.microsoft.com/office/drawing/2014/main" id="{56E03AFE-6420-4C0E-A522-56C465FB9E34}"/>
                    </a:ext>
                  </a:extLst>
                </p:cNvPr>
                <p:cNvSpPr/>
                <p:nvPr/>
              </p:nvSpPr>
              <p:spPr>
                <a:xfrm>
                  <a:off x="3058858" y="1557337"/>
                  <a:ext cx="6095" cy="5143"/>
                </a:xfrm>
                <a:custGeom>
                  <a:avLst/>
                  <a:gdLst>
                    <a:gd name="connsiteX0" fmla="*/ 0 w 6095"/>
                    <a:gd name="connsiteY0" fmla="*/ 2858 h 5143"/>
                    <a:gd name="connsiteX1" fmla="*/ 3905 w 6095"/>
                    <a:gd name="connsiteY1" fmla="*/ 0 h 5143"/>
                    <a:gd name="connsiteX2" fmla="*/ 6096 w 6095"/>
                    <a:gd name="connsiteY2" fmla="*/ 1429 h 5143"/>
                    <a:gd name="connsiteX3" fmla="*/ 3619 w 6095"/>
                    <a:gd name="connsiteY3" fmla="*/ 1143 h 5143"/>
                    <a:gd name="connsiteX4" fmla="*/ 1524 w 6095"/>
                    <a:gd name="connsiteY4" fmla="*/ 5144 h 5143"/>
                    <a:gd name="connsiteX5" fmla="*/ 0 w 6095"/>
                    <a:gd name="connsiteY5" fmla="*/ 2858 h 5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095" h="5143">
                      <a:moveTo>
                        <a:pt x="0" y="2858"/>
                      </a:moveTo>
                      <a:cubicBezTo>
                        <a:pt x="1333" y="1715"/>
                        <a:pt x="2572" y="1143"/>
                        <a:pt x="3905" y="0"/>
                      </a:cubicBezTo>
                      <a:lnTo>
                        <a:pt x="6096" y="1429"/>
                      </a:lnTo>
                      <a:cubicBezTo>
                        <a:pt x="4953" y="2477"/>
                        <a:pt x="4381" y="1429"/>
                        <a:pt x="3619" y="1143"/>
                      </a:cubicBezTo>
                      <a:cubicBezTo>
                        <a:pt x="667" y="3524"/>
                        <a:pt x="4476" y="2762"/>
                        <a:pt x="1524" y="5144"/>
                      </a:cubicBezTo>
                      <a:cubicBezTo>
                        <a:pt x="95" y="4763"/>
                        <a:pt x="1905" y="2953"/>
                        <a:pt x="0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5FF4E484-3116-4F5C-B289-7B46DB8FF68A}"/>
                    </a:ext>
                  </a:extLst>
                </p:cNvPr>
                <p:cNvSpPr/>
                <p:nvPr/>
              </p:nvSpPr>
              <p:spPr>
                <a:xfrm>
                  <a:off x="3092005" y="1522009"/>
                  <a:ext cx="4857" cy="2374"/>
                </a:xfrm>
                <a:custGeom>
                  <a:avLst/>
                  <a:gdLst>
                    <a:gd name="connsiteX0" fmla="*/ 0 w 4857"/>
                    <a:gd name="connsiteY0" fmla="*/ 1705 h 2374"/>
                    <a:gd name="connsiteX1" fmla="*/ 4858 w 4857"/>
                    <a:gd name="connsiteY1" fmla="*/ 943 h 2374"/>
                    <a:gd name="connsiteX2" fmla="*/ 0 w 4857"/>
                    <a:gd name="connsiteY2" fmla="*/ 1705 h 2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857" h="2374">
                      <a:moveTo>
                        <a:pt x="0" y="1705"/>
                      </a:moveTo>
                      <a:cubicBezTo>
                        <a:pt x="2286" y="-962"/>
                        <a:pt x="3524" y="85"/>
                        <a:pt x="4858" y="943"/>
                      </a:cubicBezTo>
                      <a:cubicBezTo>
                        <a:pt x="2477" y="3991"/>
                        <a:pt x="1714" y="1133"/>
                        <a:pt x="0" y="17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27157578-E996-4240-A6A8-CE5EE9572E5E}"/>
                    </a:ext>
                  </a:extLst>
                </p:cNvPr>
                <p:cNvSpPr/>
                <p:nvPr/>
              </p:nvSpPr>
              <p:spPr>
                <a:xfrm>
                  <a:off x="3099625" y="1513808"/>
                  <a:ext cx="6000" cy="3143"/>
                </a:xfrm>
                <a:custGeom>
                  <a:avLst/>
                  <a:gdLst>
                    <a:gd name="connsiteX0" fmla="*/ 0 w 6000"/>
                    <a:gd name="connsiteY0" fmla="*/ 2762 h 3143"/>
                    <a:gd name="connsiteX1" fmla="*/ 6001 w 6000"/>
                    <a:gd name="connsiteY1" fmla="*/ 0 h 3143"/>
                    <a:gd name="connsiteX2" fmla="*/ 2572 w 6000"/>
                    <a:gd name="connsiteY2" fmla="*/ 3143 h 3143"/>
                    <a:gd name="connsiteX3" fmla="*/ 0 w 6000"/>
                    <a:gd name="connsiteY3" fmla="*/ 2762 h 3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00" h="3143">
                      <a:moveTo>
                        <a:pt x="0" y="2762"/>
                      </a:moveTo>
                      <a:cubicBezTo>
                        <a:pt x="476" y="-95"/>
                        <a:pt x="4381" y="476"/>
                        <a:pt x="6001" y="0"/>
                      </a:cubicBezTo>
                      <a:cubicBezTo>
                        <a:pt x="4953" y="571"/>
                        <a:pt x="3810" y="1619"/>
                        <a:pt x="2572" y="3143"/>
                      </a:cubicBezTo>
                      <a:cubicBezTo>
                        <a:pt x="1714" y="2762"/>
                        <a:pt x="1143" y="1619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CC40213A-AE81-457C-B8CF-67BFEE317EB2}"/>
                    </a:ext>
                  </a:extLst>
                </p:cNvPr>
                <p:cNvSpPr/>
                <p:nvPr/>
              </p:nvSpPr>
              <p:spPr>
                <a:xfrm>
                  <a:off x="3153999" y="1454372"/>
                  <a:ext cx="4926" cy="6477"/>
                </a:xfrm>
                <a:custGeom>
                  <a:avLst/>
                  <a:gdLst>
                    <a:gd name="connsiteX0" fmla="*/ 490 w 4926"/>
                    <a:gd name="connsiteY0" fmla="*/ 6477 h 6477"/>
                    <a:gd name="connsiteX1" fmla="*/ 1062 w 4926"/>
                    <a:gd name="connsiteY1" fmla="*/ 0 h 6477"/>
                    <a:gd name="connsiteX2" fmla="*/ 4681 w 4926"/>
                    <a:gd name="connsiteY2" fmla="*/ 2476 h 6477"/>
                    <a:gd name="connsiteX3" fmla="*/ 4395 w 4926"/>
                    <a:gd name="connsiteY3" fmla="*/ 3619 h 6477"/>
                    <a:gd name="connsiteX4" fmla="*/ 2871 w 4926"/>
                    <a:gd name="connsiteY4" fmla="*/ 5334 h 6477"/>
                    <a:gd name="connsiteX5" fmla="*/ 490 w 4926"/>
                    <a:gd name="connsiteY5" fmla="*/ 6477 h 6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26" h="6477">
                      <a:moveTo>
                        <a:pt x="490" y="6477"/>
                      </a:moveTo>
                      <a:cubicBezTo>
                        <a:pt x="967" y="4191"/>
                        <a:pt x="-1224" y="3143"/>
                        <a:pt x="1062" y="0"/>
                      </a:cubicBezTo>
                      <a:cubicBezTo>
                        <a:pt x="1728" y="762"/>
                        <a:pt x="2109" y="4286"/>
                        <a:pt x="4681" y="2476"/>
                      </a:cubicBezTo>
                      <a:cubicBezTo>
                        <a:pt x="5158" y="2572"/>
                        <a:pt x="4872" y="3048"/>
                        <a:pt x="4395" y="3619"/>
                      </a:cubicBezTo>
                      <a:lnTo>
                        <a:pt x="2871" y="5334"/>
                      </a:lnTo>
                      <a:cubicBezTo>
                        <a:pt x="1633" y="3715"/>
                        <a:pt x="3062" y="3143"/>
                        <a:pt x="490" y="6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445EA019-C260-4137-8BCC-B893A0917CFE}"/>
                    </a:ext>
                  </a:extLst>
                </p:cNvPr>
                <p:cNvSpPr/>
                <p:nvPr/>
              </p:nvSpPr>
              <p:spPr>
                <a:xfrm>
                  <a:off x="3057821" y="1571141"/>
                  <a:ext cx="4085" cy="3721"/>
                </a:xfrm>
                <a:custGeom>
                  <a:avLst/>
                  <a:gdLst>
                    <a:gd name="connsiteX0" fmla="*/ 371 w 4085"/>
                    <a:gd name="connsiteY0" fmla="*/ 864 h 3721"/>
                    <a:gd name="connsiteX1" fmla="*/ 4085 w 4085"/>
                    <a:gd name="connsiteY1" fmla="*/ 579 h 3721"/>
                    <a:gd name="connsiteX2" fmla="*/ 657 w 4085"/>
                    <a:gd name="connsiteY2" fmla="*/ 3722 h 3721"/>
                    <a:gd name="connsiteX3" fmla="*/ 371 w 4085"/>
                    <a:gd name="connsiteY3" fmla="*/ 864 h 3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85" h="3721">
                      <a:moveTo>
                        <a:pt x="371" y="864"/>
                      </a:moveTo>
                      <a:cubicBezTo>
                        <a:pt x="1895" y="-183"/>
                        <a:pt x="3038" y="-279"/>
                        <a:pt x="4085" y="579"/>
                      </a:cubicBezTo>
                      <a:cubicBezTo>
                        <a:pt x="2657" y="2484"/>
                        <a:pt x="1799" y="2674"/>
                        <a:pt x="657" y="3722"/>
                      </a:cubicBezTo>
                      <a:cubicBezTo>
                        <a:pt x="-1058" y="3531"/>
                        <a:pt x="1228" y="1436"/>
                        <a:pt x="371" y="8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8" name="Freeform: Shape 297">
                  <a:extLst>
                    <a:ext uri="{FF2B5EF4-FFF2-40B4-BE49-F238E27FC236}">
                      <a16:creationId xmlns:a16="http://schemas.microsoft.com/office/drawing/2014/main" id="{95C3CF1E-D861-41CB-8F15-6EA398A65F1F}"/>
                    </a:ext>
                  </a:extLst>
                </p:cNvPr>
                <p:cNvSpPr/>
                <p:nvPr/>
              </p:nvSpPr>
              <p:spPr>
                <a:xfrm>
                  <a:off x="3098101" y="1525619"/>
                  <a:ext cx="2982" cy="4667"/>
                </a:xfrm>
                <a:custGeom>
                  <a:avLst/>
                  <a:gdLst>
                    <a:gd name="connsiteX0" fmla="*/ 0 w 2982"/>
                    <a:gd name="connsiteY0" fmla="*/ 2286 h 4667"/>
                    <a:gd name="connsiteX1" fmla="*/ 2667 w 2982"/>
                    <a:gd name="connsiteY1" fmla="*/ 0 h 4667"/>
                    <a:gd name="connsiteX2" fmla="*/ 1429 w 2982"/>
                    <a:gd name="connsiteY2" fmla="*/ 4667 h 4667"/>
                    <a:gd name="connsiteX3" fmla="*/ 0 w 2982"/>
                    <a:gd name="connsiteY3" fmla="*/ 2286 h 4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82" h="4667">
                      <a:moveTo>
                        <a:pt x="0" y="2286"/>
                      </a:moveTo>
                      <a:cubicBezTo>
                        <a:pt x="857" y="1715"/>
                        <a:pt x="1714" y="1238"/>
                        <a:pt x="2667" y="0"/>
                      </a:cubicBezTo>
                      <a:cubicBezTo>
                        <a:pt x="3334" y="1048"/>
                        <a:pt x="2953" y="2572"/>
                        <a:pt x="1429" y="4667"/>
                      </a:cubicBezTo>
                      <a:cubicBezTo>
                        <a:pt x="95" y="4286"/>
                        <a:pt x="1905" y="2477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9" name="Freeform: Shape 298">
                  <a:extLst>
                    <a:ext uri="{FF2B5EF4-FFF2-40B4-BE49-F238E27FC236}">
                      <a16:creationId xmlns:a16="http://schemas.microsoft.com/office/drawing/2014/main" id="{B939968B-CB8D-4BE9-B3AC-B4EC4BC94F1D}"/>
                    </a:ext>
                  </a:extLst>
                </p:cNvPr>
                <p:cNvSpPr/>
                <p:nvPr/>
              </p:nvSpPr>
              <p:spPr>
                <a:xfrm>
                  <a:off x="3085909" y="1540573"/>
                  <a:ext cx="7143" cy="6381"/>
                </a:xfrm>
                <a:custGeom>
                  <a:avLst/>
                  <a:gdLst>
                    <a:gd name="connsiteX0" fmla="*/ 0 w 7143"/>
                    <a:gd name="connsiteY0" fmla="*/ 3715 h 6381"/>
                    <a:gd name="connsiteX1" fmla="*/ 4667 w 7143"/>
                    <a:gd name="connsiteY1" fmla="*/ 0 h 6381"/>
                    <a:gd name="connsiteX2" fmla="*/ 7144 w 7143"/>
                    <a:gd name="connsiteY2" fmla="*/ 381 h 6381"/>
                    <a:gd name="connsiteX3" fmla="*/ 4000 w 7143"/>
                    <a:gd name="connsiteY3" fmla="*/ 6382 h 6381"/>
                    <a:gd name="connsiteX4" fmla="*/ 4953 w 7143"/>
                    <a:gd name="connsiteY4" fmla="*/ 2953 h 6381"/>
                    <a:gd name="connsiteX5" fmla="*/ 4096 w 7143"/>
                    <a:gd name="connsiteY5" fmla="*/ 2381 h 6381"/>
                    <a:gd name="connsiteX6" fmla="*/ 1810 w 7143"/>
                    <a:gd name="connsiteY6" fmla="*/ 4953 h 6381"/>
                    <a:gd name="connsiteX7" fmla="*/ 0 w 7143"/>
                    <a:gd name="connsiteY7" fmla="*/ 3715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143" h="6381">
                      <a:moveTo>
                        <a:pt x="0" y="3715"/>
                      </a:moveTo>
                      <a:cubicBezTo>
                        <a:pt x="1429" y="2858"/>
                        <a:pt x="3238" y="857"/>
                        <a:pt x="4667" y="0"/>
                      </a:cubicBezTo>
                      <a:cubicBezTo>
                        <a:pt x="5429" y="381"/>
                        <a:pt x="6001" y="1524"/>
                        <a:pt x="7144" y="381"/>
                      </a:cubicBezTo>
                      <a:cubicBezTo>
                        <a:pt x="6191" y="2286"/>
                        <a:pt x="5620" y="4096"/>
                        <a:pt x="4000" y="6382"/>
                      </a:cubicBezTo>
                      <a:cubicBezTo>
                        <a:pt x="2286" y="5810"/>
                        <a:pt x="2857" y="3905"/>
                        <a:pt x="4953" y="2953"/>
                      </a:cubicBezTo>
                      <a:lnTo>
                        <a:pt x="4096" y="2381"/>
                      </a:lnTo>
                      <a:cubicBezTo>
                        <a:pt x="3143" y="2286"/>
                        <a:pt x="3334" y="3620"/>
                        <a:pt x="1810" y="4953"/>
                      </a:cubicBezTo>
                      <a:lnTo>
                        <a:pt x="0" y="3715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0" name="Freeform: Shape 299">
                  <a:extLst>
                    <a:ext uri="{FF2B5EF4-FFF2-40B4-BE49-F238E27FC236}">
                      <a16:creationId xmlns:a16="http://schemas.microsoft.com/office/drawing/2014/main" id="{157EB4C7-4032-44A3-8FD3-4AD968F934EC}"/>
                    </a:ext>
                  </a:extLst>
                </p:cNvPr>
                <p:cNvSpPr/>
                <p:nvPr/>
              </p:nvSpPr>
              <p:spPr>
                <a:xfrm>
                  <a:off x="2930937" y="1720405"/>
                  <a:ext cx="2000" cy="4141"/>
                </a:xfrm>
                <a:custGeom>
                  <a:avLst/>
                  <a:gdLst>
                    <a:gd name="connsiteX0" fmla="*/ 1429 w 2000"/>
                    <a:gd name="connsiteY0" fmla="*/ 0 h 4141"/>
                    <a:gd name="connsiteX1" fmla="*/ 2000 w 2000"/>
                    <a:gd name="connsiteY1" fmla="*/ 3048 h 4141"/>
                    <a:gd name="connsiteX2" fmla="*/ 1429 w 2000"/>
                    <a:gd name="connsiteY2" fmla="*/ 0 h 4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0" h="4141">
                      <a:moveTo>
                        <a:pt x="1429" y="0"/>
                      </a:moveTo>
                      <a:cubicBezTo>
                        <a:pt x="2572" y="571"/>
                        <a:pt x="1524" y="2191"/>
                        <a:pt x="2000" y="3048"/>
                      </a:cubicBezTo>
                      <a:cubicBezTo>
                        <a:pt x="-857" y="6001"/>
                        <a:pt x="-286" y="2286"/>
                        <a:pt x="142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1" name="Freeform: Shape 300">
                  <a:extLst>
                    <a:ext uri="{FF2B5EF4-FFF2-40B4-BE49-F238E27FC236}">
                      <a16:creationId xmlns:a16="http://schemas.microsoft.com/office/drawing/2014/main" id="{9964E296-F0DA-40C1-8607-ED75D24CB000}"/>
                    </a:ext>
                  </a:extLst>
                </p:cNvPr>
                <p:cNvSpPr/>
                <p:nvPr/>
              </p:nvSpPr>
              <p:spPr>
                <a:xfrm>
                  <a:off x="3062001" y="1570005"/>
                  <a:ext cx="3896" cy="6000"/>
                </a:xfrm>
                <a:custGeom>
                  <a:avLst/>
                  <a:gdLst>
                    <a:gd name="connsiteX0" fmla="*/ 0 w 3896"/>
                    <a:gd name="connsiteY0" fmla="*/ 3143 h 6000"/>
                    <a:gd name="connsiteX1" fmla="*/ 3429 w 3896"/>
                    <a:gd name="connsiteY1" fmla="*/ 0 h 6000"/>
                    <a:gd name="connsiteX2" fmla="*/ 2286 w 3896"/>
                    <a:gd name="connsiteY2" fmla="*/ 6001 h 6000"/>
                    <a:gd name="connsiteX3" fmla="*/ 0 w 3896"/>
                    <a:gd name="connsiteY3" fmla="*/ 3143 h 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96" h="6000">
                      <a:moveTo>
                        <a:pt x="0" y="3143"/>
                      </a:moveTo>
                      <a:cubicBezTo>
                        <a:pt x="1333" y="1619"/>
                        <a:pt x="2096" y="1715"/>
                        <a:pt x="3429" y="0"/>
                      </a:cubicBezTo>
                      <a:cubicBezTo>
                        <a:pt x="3810" y="1619"/>
                        <a:pt x="4667" y="3048"/>
                        <a:pt x="2286" y="6001"/>
                      </a:cubicBezTo>
                      <a:cubicBezTo>
                        <a:pt x="3143" y="3334"/>
                        <a:pt x="2000" y="3810"/>
                        <a:pt x="0" y="3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2" name="Freeform: Shape 301">
                  <a:extLst>
                    <a:ext uri="{FF2B5EF4-FFF2-40B4-BE49-F238E27FC236}">
                      <a16:creationId xmlns:a16="http://schemas.microsoft.com/office/drawing/2014/main" id="{F8A1BEE9-8EB3-4FF2-94FE-63DD33253421}"/>
                    </a:ext>
                  </a:extLst>
                </p:cNvPr>
                <p:cNvSpPr/>
                <p:nvPr/>
              </p:nvSpPr>
              <p:spPr>
                <a:xfrm>
                  <a:off x="3251168" y="1354074"/>
                  <a:ext cx="4209" cy="4431"/>
                </a:xfrm>
                <a:custGeom>
                  <a:avLst/>
                  <a:gdLst>
                    <a:gd name="connsiteX0" fmla="*/ 0 w 4209"/>
                    <a:gd name="connsiteY0" fmla="*/ 4000 h 4431"/>
                    <a:gd name="connsiteX1" fmla="*/ 4191 w 4209"/>
                    <a:gd name="connsiteY1" fmla="*/ 0 h 4431"/>
                    <a:gd name="connsiteX2" fmla="*/ 0 w 4209"/>
                    <a:gd name="connsiteY2" fmla="*/ 4000 h 4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09" h="4431">
                      <a:moveTo>
                        <a:pt x="0" y="4000"/>
                      </a:moveTo>
                      <a:cubicBezTo>
                        <a:pt x="1715" y="1333"/>
                        <a:pt x="2572" y="2191"/>
                        <a:pt x="4191" y="0"/>
                      </a:cubicBezTo>
                      <a:cubicBezTo>
                        <a:pt x="4477" y="1429"/>
                        <a:pt x="1429" y="5810"/>
                        <a:pt x="0" y="4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: Shape 302">
                  <a:extLst>
                    <a:ext uri="{FF2B5EF4-FFF2-40B4-BE49-F238E27FC236}">
                      <a16:creationId xmlns:a16="http://schemas.microsoft.com/office/drawing/2014/main" id="{83B31592-479A-4BF1-8B03-723BE2FEB949}"/>
                    </a:ext>
                  </a:extLst>
                </p:cNvPr>
                <p:cNvSpPr/>
                <p:nvPr/>
              </p:nvSpPr>
              <p:spPr>
                <a:xfrm>
                  <a:off x="2931414" y="1722977"/>
                  <a:ext cx="4006" cy="4455"/>
                </a:xfrm>
                <a:custGeom>
                  <a:avLst/>
                  <a:gdLst>
                    <a:gd name="connsiteX0" fmla="*/ 2667 w 4006"/>
                    <a:gd name="connsiteY0" fmla="*/ 0 h 4455"/>
                    <a:gd name="connsiteX1" fmla="*/ 4000 w 4006"/>
                    <a:gd name="connsiteY1" fmla="*/ 3619 h 4455"/>
                    <a:gd name="connsiteX2" fmla="*/ 0 w 4006"/>
                    <a:gd name="connsiteY2" fmla="*/ 3715 h 4455"/>
                    <a:gd name="connsiteX3" fmla="*/ 2667 w 4006"/>
                    <a:gd name="connsiteY3" fmla="*/ 0 h 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06" h="4455">
                      <a:moveTo>
                        <a:pt x="2667" y="0"/>
                      </a:moveTo>
                      <a:cubicBezTo>
                        <a:pt x="3048" y="1238"/>
                        <a:pt x="4096" y="2191"/>
                        <a:pt x="4000" y="3619"/>
                      </a:cubicBezTo>
                      <a:cubicBezTo>
                        <a:pt x="286" y="6287"/>
                        <a:pt x="3905" y="1524"/>
                        <a:pt x="0" y="3715"/>
                      </a:cubicBezTo>
                      <a:cubicBezTo>
                        <a:pt x="1524" y="2191"/>
                        <a:pt x="1143" y="1524"/>
                        <a:pt x="266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Freeform: Shape 303">
                  <a:extLst>
                    <a:ext uri="{FF2B5EF4-FFF2-40B4-BE49-F238E27FC236}">
                      <a16:creationId xmlns:a16="http://schemas.microsoft.com/office/drawing/2014/main" id="{CAE72FA9-F144-4597-9F55-620E864456F0}"/>
                    </a:ext>
                  </a:extLst>
                </p:cNvPr>
                <p:cNvSpPr/>
                <p:nvPr/>
              </p:nvSpPr>
              <p:spPr>
                <a:xfrm>
                  <a:off x="2852937" y="1815560"/>
                  <a:ext cx="3800" cy="2766"/>
                </a:xfrm>
                <a:custGeom>
                  <a:avLst/>
                  <a:gdLst>
                    <a:gd name="connsiteX0" fmla="*/ 3800 w 3800"/>
                    <a:gd name="connsiteY0" fmla="*/ 2381 h 2766"/>
                    <a:gd name="connsiteX1" fmla="*/ 181 w 3800"/>
                    <a:gd name="connsiteY1" fmla="*/ 0 h 2766"/>
                    <a:gd name="connsiteX2" fmla="*/ 3800 w 3800"/>
                    <a:gd name="connsiteY2" fmla="*/ 2381 h 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" h="2766">
                      <a:moveTo>
                        <a:pt x="3800" y="2381"/>
                      </a:moveTo>
                      <a:cubicBezTo>
                        <a:pt x="2276" y="3620"/>
                        <a:pt x="-772" y="1619"/>
                        <a:pt x="181" y="0"/>
                      </a:cubicBezTo>
                      <a:cubicBezTo>
                        <a:pt x="1610" y="1619"/>
                        <a:pt x="3800" y="0"/>
                        <a:pt x="3800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: Shape 304">
                  <a:extLst>
                    <a:ext uri="{FF2B5EF4-FFF2-40B4-BE49-F238E27FC236}">
                      <a16:creationId xmlns:a16="http://schemas.microsoft.com/office/drawing/2014/main" id="{794B6634-1EE7-4B48-8E19-E8E68CD767E6}"/>
                    </a:ext>
                  </a:extLst>
                </p:cNvPr>
                <p:cNvSpPr/>
                <p:nvPr/>
              </p:nvSpPr>
              <p:spPr>
                <a:xfrm>
                  <a:off x="3098631" y="1536076"/>
                  <a:ext cx="4423" cy="3163"/>
                </a:xfrm>
                <a:custGeom>
                  <a:avLst/>
                  <a:gdLst>
                    <a:gd name="connsiteX0" fmla="*/ 4423 w 4423"/>
                    <a:gd name="connsiteY0" fmla="*/ 687 h 3163"/>
                    <a:gd name="connsiteX1" fmla="*/ 137 w 4423"/>
                    <a:gd name="connsiteY1" fmla="*/ 3163 h 3163"/>
                    <a:gd name="connsiteX2" fmla="*/ 4423 w 4423"/>
                    <a:gd name="connsiteY2" fmla="*/ 687 h 3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23" h="3163">
                      <a:moveTo>
                        <a:pt x="4423" y="687"/>
                      </a:moveTo>
                      <a:cubicBezTo>
                        <a:pt x="2614" y="2973"/>
                        <a:pt x="2138" y="211"/>
                        <a:pt x="137" y="3163"/>
                      </a:cubicBezTo>
                      <a:cubicBezTo>
                        <a:pt x="-815" y="973"/>
                        <a:pt x="3471" y="-1123"/>
                        <a:pt x="4423" y="6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6" name="Freeform: Shape 305">
                  <a:extLst>
                    <a:ext uri="{FF2B5EF4-FFF2-40B4-BE49-F238E27FC236}">
                      <a16:creationId xmlns:a16="http://schemas.microsoft.com/office/drawing/2014/main" id="{8A8491A5-0794-4E2C-8C92-D1E276E7351A}"/>
                    </a:ext>
                  </a:extLst>
                </p:cNvPr>
                <p:cNvSpPr/>
                <p:nvPr/>
              </p:nvSpPr>
              <p:spPr>
                <a:xfrm>
                  <a:off x="3061496" y="1580385"/>
                  <a:ext cx="5171" cy="4955"/>
                </a:xfrm>
                <a:custGeom>
                  <a:avLst/>
                  <a:gdLst>
                    <a:gd name="connsiteX0" fmla="*/ 5172 w 5171"/>
                    <a:gd name="connsiteY0" fmla="*/ 98 h 4955"/>
                    <a:gd name="connsiteX1" fmla="*/ 219 w 5171"/>
                    <a:gd name="connsiteY1" fmla="*/ 4955 h 4955"/>
                    <a:gd name="connsiteX2" fmla="*/ 5172 w 5171"/>
                    <a:gd name="connsiteY2" fmla="*/ 98 h 4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71" h="4955">
                      <a:moveTo>
                        <a:pt x="5172" y="98"/>
                      </a:moveTo>
                      <a:cubicBezTo>
                        <a:pt x="3172" y="2955"/>
                        <a:pt x="2219" y="2098"/>
                        <a:pt x="219" y="4955"/>
                      </a:cubicBezTo>
                      <a:cubicBezTo>
                        <a:pt x="-1115" y="4289"/>
                        <a:pt x="4029" y="-760"/>
                        <a:pt x="5172" y="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7" name="Freeform: Shape 306">
                  <a:extLst>
                    <a:ext uri="{FF2B5EF4-FFF2-40B4-BE49-F238E27FC236}">
                      <a16:creationId xmlns:a16="http://schemas.microsoft.com/office/drawing/2014/main" id="{F07A6675-DF5B-4CA0-BBDE-E7F5D1C14ECE}"/>
                    </a:ext>
                  </a:extLst>
                </p:cNvPr>
                <p:cNvSpPr/>
                <p:nvPr/>
              </p:nvSpPr>
              <p:spPr>
                <a:xfrm>
                  <a:off x="2935044" y="1726999"/>
                  <a:ext cx="3322" cy="2614"/>
                </a:xfrm>
                <a:custGeom>
                  <a:avLst/>
                  <a:gdLst>
                    <a:gd name="connsiteX0" fmla="*/ 84 w 3322"/>
                    <a:gd name="connsiteY0" fmla="*/ 645 h 2614"/>
                    <a:gd name="connsiteX1" fmla="*/ 3322 w 3322"/>
                    <a:gd name="connsiteY1" fmla="*/ 1407 h 2614"/>
                    <a:gd name="connsiteX2" fmla="*/ 84 w 3322"/>
                    <a:gd name="connsiteY2" fmla="*/ 645 h 26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22" h="2614">
                      <a:moveTo>
                        <a:pt x="84" y="645"/>
                      </a:moveTo>
                      <a:cubicBezTo>
                        <a:pt x="1798" y="-1164"/>
                        <a:pt x="2179" y="1407"/>
                        <a:pt x="3322" y="1407"/>
                      </a:cubicBezTo>
                      <a:cubicBezTo>
                        <a:pt x="1227" y="3788"/>
                        <a:pt x="-392" y="2169"/>
                        <a:pt x="84" y="64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Freeform: Shape 307">
                  <a:extLst>
                    <a:ext uri="{FF2B5EF4-FFF2-40B4-BE49-F238E27FC236}">
                      <a16:creationId xmlns:a16="http://schemas.microsoft.com/office/drawing/2014/main" id="{A4D8D718-B913-45F8-A92F-FE92F6355B9C}"/>
                    </a:ext>
                  </a:extLst>
                </p:cNvPr>
                <p:cNvSpPr/>
                <p:nvPr/>
              </p:nvSpPr>
              <p:spPr>
                <a:xfrm>
                  <a:off x="3071943" y="1574291"/>
                  <a:ext cx="6726" cy="7662"/>
                </a:xfrm>
                <a:custGeom>
                  <a:avLst/>
                  <a:gdLst>
                    <a:gd name="connsiteX0" fmla="*/ 59 w 6726"/>
                    <a:gd name="connsiteY0" fmla="*/ 192 h 7662"/>
                    <a:gd name="connsiteX1" fmla="*/ 6727 w 6726"/>
                    <a:gd name="connsiteY1" fmla="*/ 6002 h 7662"/>
                    <a:gd name="connsiteX2" fmla="*/ 2726 w 6726"/>
                    <a:gd name="connsiteY2" fmla="*/ 7335 h 7662"/>
                    <a:gd name="connsiteX3" fmla="*/ 59 w 6726"/>
                    <a:gd name="connsiteY3" fmla="*/ 192 h 7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26" h="7662">
                      <a:moveTo>
                        <a:pt x="59" y="192"/>
                      </a:moveTo>
                      <a:cubicBezTo>
                        <a:pt x="4441" y="-1333"/>
                        <a:pt x="3012" y="6764"/>
                        <a:pt x="6727" y="6002"/>
                      </a:cubicBezTo>
                      <a:cubicBezTo>
                        <a:pt x="5203" y="6954"/>
                        <a:pt x="3679" y="8288"/>
                        <a:pt x="2726" y="7335"/>
                      </a:cubicBezTo>
                      <a:cubicBezTo>
                        <a:pt x="4631" y="3716"/>
                        <a:pt x="-608" y="3335"/>
                        <a:pt x="59" y="1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Freeform: Shape 308">
                  <a:extLst>
                    <a:ext uri="{FF2B5EF4-FFF2-40B4-BE49-F238E27FC236}">
                      <a16:creationId xmlns:a16="http://schemas.microsoft.com/office/drawing/2014/main" id="{00E7BE7B-C291-4CF3-ACBE-368D5E5BFE22}"/>
                    </a:ext>
                  </a:extLst>
                </p:cNvPr>
                <p:cNvSpPr/>
                <p:nvPr/>
              </p:nvSpPr>
              <p:spPr>
                <a:xfrm>
                  <a:off x="3062573" y="1583845"/>
                  <a:ext cx="3584" cy="4352"/>
                </a:xfrm>
                <a:custGeom>
                  <a:avLst/>
                  <a:gdLst>
                    <a:gd name="connsiteX0" fmla="*/ 0 w 3584"/>
                    <a:gd name="connsiteY0" fmla="*/ 2067 h 4352"/>
                    <a:gd name="connsiteX1" fmla="*/ 1238 w 3584"/>
                    <a:gd name="connsiteY1" fmla="*/ 1495 h 4352"/>
                    <a:gd name="connsiteX2" fmla="*/ 1429 w 3584"/>
                    <a:gd name="connsiteY2" fmla="*/ 4353 h 4352"/>
                    <a:gd name="connsiteX3" fmla="*/ 0 w 3584"/>
                    <a:gd name="connsiteY3" fmla="*/ 2067 h 4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84" h="4352">
                      <a:moveTo>
                        <a:pt x="0" y="2067"/>
                      </a:moveTo>
                      <a:cubicBezTo>
                        <a:pt x="571" y="1305"/>
                        <a:pt x="857" y="1400"/>
                        <a:pt x="1238" y="1495"/>
                      </a:cubicBezTo>
                      <a:cubicBezTo>
                        <a:pt x="5429" y="-2029"/>
                        <a:pt x="3048" y="1400"/>
                        <a:pt x="1429" y="4353"/>
                      </a:cubicBezTo>
                      <a:cubicBezTo>
                        <a:pt x="95" y="3972"/>
                        <a:pt x="1905" y="2162"/>
                        <a:pt x="0" y="20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Freeform: Shape 309">
                  <a:extLst>
                    <a:ext uri="{FF2B5EF4-FFF2-40B4-BE49-F238E27FC236}">
                      <a16:creationId xmlns:a16="http://schemas.microsoft.com/office/drawing/2014/main" id="{6560C64E-AA3A-49ED-9622-EF1ED8861495}"/>
                    </a:ext>
                  </a:extLst>
                </p:cNvPr>
                <p:cNvSpPr/>
                <p:nvPr/>
              </p:nvSpPr>
              <p:spPr>
                <a:xfrm>
                  <a:off x="3068164" y="1586293"/>
                  <a:ext cx="4886" cy="4952"/>
                </a:xfrm>
                <a:custGeom>
                  <a:avLst/>
                  <a:gdLst>
                    <a:gd name="connsiteX0" fmla="*/ 3076 w 4886"/>
                    <a:gd name="connsiteY0" fmla="*/ 0 h 4952"/>
                    <a:gd name="connsiteX1" fmla="*/ 4886 w 4886"/>
                    <a:gd name="connsiteY1" fmla="*/ 2667 h 4952"/>
                    <a:gd name="connsiteX2" fmla="*/ 2886 w 4886"/>
                    <a:gd name="connsiteY2" fmla="*/ 2667 h 4952"/>
                    <a:gd name="connsiteX3" fmla="*/ 219 w 4886"/>
                    <a:gd name="connsiteY3" fmla="*/ 4953 h 4952"/>
                    <a:gd name="connsiteX4" fmla="*/ 3076 w 4886"/>
                    <a:gd name="connsiteY4" fmla="*/ 0 h 4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86" h="4952">
                      <a:moveTo>
                        <a:pt x="3076" y="0"/>
                      </a:moveTo>
                      <a:cubicBezTo>
                        <a:pt x="4981" y="286"/>
                        <a:pt x="3838" y="1905"/>
                        <a:pt x="4886" y="2667"/>
                      </a:cubicBezTo>
                      <a:cubicBezTo>
                        <a:pt x="3934" y="3619"/>
                        <a:pt x="3457" y="2857"/>
                        <a:pt x="2886" y="2667"/>
                      </a:cubicBezTo>
                      <a:cubicBezTo>
                        <a:pt x="2219" y="2477"/>
                        <a:pt x="1171" y="4000"/>
                        <a:pt x="219" y="4953"/>
                      </a:cubicBezTo>
                      <a:cubicBezTo>
                        <a:pt x="-639" y="4096"/>
                        <a:pt x="1171" y="2096"/>
                        <a:pt x="307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Freeform: Shape 310">
                  <a:extLst>
                    <a:ext uri="{FF2B5EF4-FFF2-40B4-BE49-F238E27FC236}">
                      <a16:creationId xmlns:a16="http://schemas.microsoft.com/office/drawing/2014/main" id="{E96E4E13-20CA-4529-970A-ECF73FC74D25}"/>
                    </a:ext>
                  </a:extLst>
                </p:cNvPr>
                <p:cNvSpPr/>
                <p:nvPr/>
              </p:nvSpPr>
              <p:spPr>
                <a:xfrm>
                  <a:off x="3078753" y="1581566"/>
                  <a:ext cx="4107" cy="2714"/>
                </a:xfrm>
                <a:custGeom>
                  <a:avLst/>
                  <a:gdLst>
                    <a:gd name="connsiteX0" fmla="*/ 107 w 4107"/>
                    <a:gd name="connsiteY0" fmla="*/ 1679 h 2714"/>
                    <a:gd name="connsiteX1" fmla="*/ 4108 w 4107"/>
                    <a:gd name="connsiteY1" fmla="*/ 345 h 2714"/>
                    <a:gd name="connsiteX2" fmla="*/ 107 w 4107"/>
                    <a:gd name="connsiteY2" fmla="*/ 1679 h 2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07" h="2714">
                      <a:moveTo>
                        <a:pt x="107" y="1679"/>
                      </a:moveTo>
                      <a:cubicBezTo>
                        <a:pt x="2012" y="-702"/>
                        <a:pt x="2965" y="60"/>
                        <a:pt x="4108" y="345"/>
                      </a:cubicBezTo>
                      <a:cubicBezTo>
                        <a:pt x="2012" y="2536"/>
                        <a:pt x="-559" y="3679"/>
                        <a:pt x="107" y="16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: Shape 311">
                  <a:extLst>
                    <a:ext uri="{FF2B5EF4-FFF2-40B4-BE49-F238E27FC236}">
                      <a16:creationId xmlns:a16="http://schemas.microsoft.com/office/drawing/2014/main" id="{40302536-FA84-4BC1-8A15-01B6875A4D39}"/>
                    </a:ext>
                  </a:extLst>
                </p:cNvPr>
                <p:cNvSpPr/>
                <p:nvPr/>
              </p:nvSpPr>
              <p:spPr>
                <a:xfrm>
                  <a:off x="2875025" y="1810035"/>
                  <a:ext cx="3590" cy="3619"/>
                </a:xfrm>
                <a:custGeom>
                  <a:avLst/>
                  <a:gdLst>
                    <a:gd name="connsiteX0" fmla="*/ 0 w 3590"/>
                    <a:gd name="connsiteY0" fmla="*/ 2286 h 3619"/>
                    <a:gd name="connsiteX1" fmla="*/ 2667 w 3590"/>
                    <a:gd name="connsiteY1" fmla="*/ 0 h 3619"/>
                    <a:gd name="connsiteX2" fmla="*/ 2000 w 3590"/>
                    <a:gd name="connsiteY2" fmla="*/ 3620 h 3619"/>
                    <a:gd name="connsiteX3" fmla="*/ 0 w 3590"/>
                    <a:gd name="connsiteY3" fmla="*/ 2286 h 3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90" h="3619">
                      <a:moveTo>
                        <a:pt x="0" y="2286"/>
                      </a:moveTo>
                      <a:cubicBezTo>
                        <a:pt x="857" y="1715"/>
                        <a:pt x="1619" y="1143"/>
                        <a:pt x="2667" y="0"/>
                      </a:cubicBezTo>
                      <a:cubicBezTo>
                        <a:pt x="3905" y="476"/>
                        <a:pt x="4096" y="1429"/>
                        <a:pt x="2000" y="3620"/>
                      </a:cubicBezTo>
                      <a:cubicBezTo>
                        <a:pt x="2667" y="1524"/>
                        <a:pt x="1048" y="2858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3" name="Freeform: Shape 312">
                  <a:extLst>
                    <a:ext uri="{FF2B5EF4-FFF2-40B4-BE49-F238E27FC236}">
                      <a16:creationId xmlns:a16="http://schemas.microsoft.com/office/drawing/2014/main" id="{7B246EE0-7AFD-41F8-BB07-38A9A28A625D}"/>
                    </a:ext>
                  </a:extLst>
                </p:cNvPr>
                <p:cNvSpPr/>
                <p:nvPr/>
              </p:nvSpPr>
              <p:spPr>
                <a:xfrm>
                  <a:off x="3075146" y="1585531"/>
                  <a:ext cx="4479" cy="4857"/>
                </a:xfrm>
                <a:custGeom>
                  <a:avLst/>
                  <a:gdLst>
                    <a:gd name="connsiteX0" fmla="*/ 0 w 4479"/>
                    <a:gd name="connsiteY0" fmla="*/ 3429 h 4857"/>
                    <a:gd name="connsiteX1" fmla="*/ 3048 w 4479"/>
                    <a:gd name="connsiteY1" fmla="*/ 0 h 4857"/>
                    <a:gd name="connsiteX2" fmla="*/ 2191 w 4479"/>
                    <a:gd name="connsiteY2" fmla="*/ 4858 h 4857"/>
                    <a:gd name="connsiteX3" fmla="*/ 0 w 4479"/>
                    <a:gd name="connsiteY3" fmla="*/ 3429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79" h="4857">
                      <a:moveTo>
                        <a:pt x="0" y="3429"/>
                      </a:moveTo>
                      <a:lnTo>
                        <a:pt x="3048" y="0"/>
                      </a:lnTo>
                      <a:cubicBezTo>
                        <a:pt x="4858" y="667"/>
                        <a:pt x="5334" y="1905"/>
                        <a:pt x="2191" y="4858"/>
                      </a:cubicBezTo>
                      <a:lnTo>
                        <a:pt x="0" y="3429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4" name="Freeform: Shape 313">
                  <a:extLst>
                    <a:ext uri="{FF2B5EF4-FFF2-40B4-BE49-F238E27FC236}">
                      <a16:creationId xmlns:a16="http://schemas.microsoft.com/office/drawing/2014/main" id="{DDAF5DF9-B6EA-4D58-BDAE-B94AE32ED4DE}"/>
                    </a:ext>
                  </a:extLst>
                </p:cNvPr>
                <p:cNvSpPr/>
                <p:nvPr/>
              </p:nvSpPr>
              <p:spPr>
                <a:xfrm>
                  <a:off x="3246024" y="1396215"/>
                  <a:ext cx="2381" cy="4340"/>
                </a:xfrm>
                <a:custGeom>
                  <a:avLst/>
                  <a:gdLst>
                    <a:gd name="connsiteX0" fmla="*/ 0 w 2381"/>
                    <a:gd name="connsiteY0" fmla="*/ 1007 h 4340"/>
                    <a:gd name="connsiteX1" fmla="*/ 762 w 2381"/>
                    <a:gd name="connsiteY1" fmla="*/ 4341 h 4340"/>
                    <a:gd name="connsiteX2" fmla="*/ 0 w 2381"/>
                    <a:gd name="connsiteY2" fmla="*/ 1007 h 4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4340">
                      <a:moveTo>
                        <a:pt x="0" y="1007"/>
                      </a:moveTo>
                      <a:cubicBezTo>
                        <a:pt x="2667" y="-1755"/>
                        <a:pt x="3334" y="1769"/>
                        <a:pt x="762" y="4341"/>
                      </a:cubicBezTo>
                      <a:cubicBezTo>
                        <a:pt x="-1238" y="3960"/>
                        <a:pt x="1905" y="1388"/>
                        <a:pt x="0" y="10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5" name="Freeform: Shape 314">
                  <a:extLst>
                    <a:ext uri="{FF2B5EF4-FFF2-40B4-BE49-F238E27FC236}">
                      <a16:creationId xmlns:a16="http://schemas.microsoft.com/office/drawing/2014/main" id="{142EFD46-7A3D-4BE6-B2E3-E3E2926DB6E6}"/>
                    </a:ext>
                  </a:extLst>
                </p:cNvPr>
                <p:cNvSpPr/>
                <p:nvPr/>
              </p:nvSpPr>
              <p:spPr>
                <a:xfrm>
                  <a:off x="3107169" y="1554289"/>
                  <a:ext cx="4156" cy="4952"/>
                </a:xfrm>
                <a:custGeom>
                  <a:avLst/>
                  <a:gdLst>
                    <a:gd name="connsiteX0" fmla="*/ 1505 w 4156"/>
                    <a:gd name="connsiteY0" fmla="*/ 0 h 4952"/>
                    <a:gd name="connsiteX1" fmla="*/ 2743 w 4156"/>
                    <a:gd name="connsiteY1" fmla="*/ 4953 h 4952"/>
                    <a:gd name="connsiteX2" fmla="*/ 1505 w 4156"/>
                    <a:gd name="connsiteY2" fmla="*/ 0 h 4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56" h="4952">
                      <a:moveTo>
                        <a:pt x="1505" y="0"/>
                      </a:moveTo>
                      <a:cubicBezTo>
                        <a:pt x="1695" y="2762"/>
                        <a:pt x="6458" y="381"/>
                        <a:pt x="2743" y="4953"/>
                      </a:cubicBezTo>
                      <a:cubicBezTo>
                        <a:pt x="1600" y="3619"/>
                        <a:pt x="-2020" y="3524"/>
                        <a:pt x="150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6" name="Freeform: Shape 315">
                  <a:extLst>
                    <a:ext uri="{FF2B5EF4-FFF2-40B4-BE49-F238E27FC236}">
                      <a16:creationId xmlns:a16="http://schemas.microsoft.com/office/drawing/2014/main" id="{27D75D9C-0BBF-4DE5-A7EC-E7B32340AB5F}"/>
                    </a:ext>
                  </a:extLst>
                </p:cNvPr>
                <p:cNvSpPr/>
                <p:nvPr/>
              </p:nvSpPr>
              <p:spPr>
                <a:xfrm>
                  <a:off x="3332225" y="1298543"/>
                  <a:ext cx="11906" cy="10191"/>
                </a:xfrm>
                <a:custGeom>
                  <a:avLst/>
                  <a:gdLst>
                    <a:gd name="connsiteX0" fmla="*/ 6858 w 11906"/>
                    <a:gd name="connsiteY0" fmla="*/ 10192 h 10191"/>
                    <a:gd name="connsiteX1" fmla="*/ 0 w 11906"/>
                    <a:gd name="connsiteY1" fmla="*/ 4000 h 10191"/>
                    <a:gd name="connsiteX2" fmla="*/ 4286 w 11906"/>
                    <a:gd name="connsiteY2" fmla="*/ 0 h 10191"/>
                    <a:gd name="connsiteX3" fmla="*/ 11906 w 11906"/>
                    <a:gd name="connsiteY3" fmla="*/ 8096 h 10191"/>
                    <a:gd name="connsiteX4" fmla="*/ 6858 w 11906"/>
                    <a:gd name="connsiteY4" fmla="*/ 10192 h 10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06" h="10191">
                      <a:moveTo>
                        <a:pt x="6858" y="10192"/>
                      </a:moveTo>
                      <a:cubicBezTo>
                        <a:pt x="6001" y="6382"/>
                        <a:pt x="1429" y="7048"/>
                        <a:pt x="0" y="4000"/>
                      </a:cubicBezTo>
                      <a:cubicBezTo>
                        <a:pt x="1238" y="3238"/>
                        <a:pt x="2667" y="2191"/>
                        <a:pt x="4286" y="0"/>
                      </a:cubicBezTo>
                      <a:cubicBezTo>
                        <a:pt x="6096" y="5429"/>
                        <a:pt x="5429" y="7715"/>
                        <a:pt x="11906" y="8096"/>
                      </a:cubicBezTo>
                      <a:cubicBezTo>
                        <a:pt x="9430" y="11525"/>
                        <a:pt x="8954" y="7334"/>
                        <a:pt x="6858" y="101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078A96C6-24F0-4FD4-AD9E-459E4F937217}"/>
                    </a:ext>
                  </a:extLst>
                </p:cNvPr>
                <p:cNvSpPr/>
                <p:nvPr/>
              </p:nvSpPr>
              <p:spPr>
                <a:xfrm>
                  <a:off x="3077557" y="1590584"/>
                  <a:ext cx="2350" cy="5519"/>
                </a:xfrm>
                <a:custGeom>
                  <a:avLst/>
                  <a:gdLst>
                    <a:gd name="connsiteX0" fmla="*/ 637 w 2350"/>
                    <a:gd name="connsiteY0" fmla="*/ 376 h 5519"/>
                    <a:gd name="connsiteX1" fmla="*/ 161 w 2350"/>
                    <a:gd name="connsiteY1" fmla="*/ 5520 h 5519"/>
                    <a:gd name="connsiteX2" fmla="*/ 637 w 2350"/>
                    <a:gd name="connsiteY2" fmla="*/ 376 h 5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50" h="5519">
                      <a:moveTo>
                        <a:pt x="637" y="376"/>
                      </a:moveTo>
                      <a:cubicBezTo>
                        <a:pt x="3590" y="-1338"/>
                        <a:pt x="2256" y="3234"/>
                        <a:pt x="161" y="5520"/>
                      </a:cubicBezTo>
                      <a:cubicBezTo>
                        <a:pt x="-411" y="4186"/>
                        <a:pt x="732" y="1995"/>
                        <a:pt x="637" y="3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8" name="Freeform: Shape 317">
                  <a:extLst>
                    <a:ext uri="{FF2B5EF4-FFF2-40B4-BE49-F238E27FC236}">
                      <a16:creationId xmlns:a16="http://schemas.microsoft.com/office/drawing/2014/main" id="{CE667823-272D-49D1-8612-CFB574394B10}"/>
                    </a:ext>
                  </a:extLst>
                </p:cNvPr>
                <p:cNvSpPr/>
                <p:nvPr/>
              </p:nvSpPr>
              <p:spPr>
                <a:xfrm>
                  <a:off x="2871025" y="1822227"/>
                  <a:ext cx="3904" cy="3097"/>
                </a:xfrm>
                <a:custGeom>
                  <a:avLst/>
                  <a:gdLst>
                    <a:gd name="connsiteX0" fmla="*/ 0 w 3904"/>
                    <a:gd name="connsiteY0" fmla="*/ 2286 h 3097"/>
                    <a:gd name="connsiteX1" fmla="*/ 2667 w 3904"/>
                    <a:gd name="connsiteY1" fmla="*/ 0 h 3097"/>
                    <a:gd name="connsiteX2" fmla="*/ 3905 w 3904"/>
                    <a:gd name="connsiteY2" fmla="*/ 2191 h 3097"/>
                    <a:gd name="connsiteX3" fmla="*/ 0 w 3904"/>
                    <a:gd name="connsiteY3" fmla="*/ 2286 h 3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04" h="3097">
                      <a:moveTo>
                        <a:pt x="0" y="2286"/>
                      </a:moveTo>
                      <a:cubicBezTo>
                        <a:pt x="857" y="1715"/>
                        <a:pt x="1619" y="1143"/>
                        <a:pt x="2667" y="0"/>
                      </a:cubicBezTo>
                      <a:cubicBezTo>
                        <a:pt x="2476" y="1048"/>
                        <a:pt x="2667" y="1810"/>
                        <a:pt x="3905" y="2191"/>
                      </a:cubicBezTo>
                      <a:cubicBezTo>
                        <a:pt x="2191" y="3524"/>
                        <a:pt x="952" y="3238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9" name="Freeform: Shape 318">
                  <a:extLst>
                    <a:ext uri="{FF2B5EF4-FFF2-40B4-BE49-F238E27FC236}">
                      <a16:creationId xmlns:a16="http://schemas.microsoft.com/office/drawing/2014/main" id="{ADC58102-40F8-4647-A3DD-85659D60D069}"/>
                    </a:ext>
                  </a:extLst>
                </p:cNvPr>
                <p:cNvSpPr/>
                <p:nvPr/>
              </p:nvSpPr>
              <p:spPr>
                <a:xfrm>
                  <a:off x="3124295" y="1537716"/>
                  <a:ext cx="9002" cy="10588"/>
                </a:xfrm>
                <a:custGeom>
                  <a:avLst/>
                  <a:gdLst>
                    <a:gd name="connsiteX0" fmla="*/ 0 w 9002"/>
                    <a:gd name="connsiteY0" fmla="*/ 9334 h 10588"/>
                    <a:gd name="connsiteX1" fmla="*/ 8382 w 9002"/>
                    <a:gd name="connsiteY1" fmla="*/ 0 h 10588"/>
                    <a:gd name="connsiteX2" fmla="*/ 7906 w 9002"/>
                    <a:gd name="connsiteY2" fmla="*/ 3715 h 10588"/>
                    <a:gd name="connsiteX3" fmla="*/ 1810 w 9002"/>
                    <a:gd name="connsiteY3" fmla="*/ 10573 h 10588"/>
                    <a:gd name="connsiteX4" fmla="*/ 0 w 9002"/>
                    <a:gd name="connsiteY4" fmla="*/ 9334 h 10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02" h="10588">
                      <a:moveTo>
                        <a:pt x="0" y="9334"/>
                      </a:moveTo>
                      <a:cubicBezTo>
                        <a:pt x="1429" y="6001"/>
                        <a:pt x="5905" y="4000"/>
                        <a:pt x="8382" y="0"/>
                      </a:cubicBezTo>
                      <a:cubicBezTo>
                        <a:pt x="10477" y="190"/>
                        <a:pt x="6477" y="3238"/>
                        <a:pt x="7906" y="3715"/>
                      </a:cubicBezTo>
                      <a:cubicBezTo>
                        <a:pt x="4763" y="4096"/>
                        <a:pt x="4000" y="7715"/>
                        <a:pt x="1810" y="10573"/>
                      </a:cubicBezTo>
                      <a:cubicBezTo>
                        <a:pt x="190" y="10858"/>
                        <a:pt x="2572" y="7048"/>
                        <a:pt x="0" y="9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0" name="Freeform: Shape 319">
                  <a:extLst>
                    <a:ext uri="{FF2B5EF4-FFF2-40B4-BE49-F238E27FC236}">
                      <a16:creationId xmlns:a16="http://schemas.microsoft.com/office/drawing/2014/main" id="{3B93CC08-BDDC-49D7-8DD3-8E6AB8A1BFF2}"/>
                    </a:ext>
                  </a:extLst>
                </p:cNvPr>
                <p:cNvSpPr/>
                <p:nvPr/>
              </p:nvSpPr>
              <p:spPr>
                <a:xfrm>
                  <a:off x="3071241" y="1604105"/>
                  <a:ext cx="9620" cy="7328"/>
                </a:xfrm>
                <a:custGeom>
                  <a:avLst/>
                  <a:gdLst>
                    <a:gd name="connsiteX0" fmla="*/ 0 w 9620"/>
                    <a:gd name="connsiteY0" fmla="*/ 4000 h 7328"/>
                    <a:gd name="connsiteX1" fmla="*/ 4191 w 9620"/>
                    <a:gd name="connsiteY1" fmla="*/ 0 h 7328"/>
                    <a:gd name="connsiteX2" fmla="*/ 9620 w 9620"/>
                    <a:gd name="connsiteY2" fmla="*/ 952 h 7328"/>
                    <a:gd name="connsiteX3" fmla="*/ 6096 w 9620"/>
                    <a:gd name="connsiteY3" fmla="*/ 2572 h 7328"/>
                    <a:gd name="connsiteX4" fmla="*/ 6668 w 9620"/>
                    <a:gd name="connsiteY4" fmla="*/ 5810 h 7328"/>
                    <a:gd name="connsiteX5" fmla="*/ 2667 w 9620"/>
                    <a:gd name="connsiteY5" fmla="*/ 7144 h 7328"/>
                    <a:gd name="connsiteX6" fmla="*/ 4381 w 9620"/>
                    <a:gd name="connsiteY6" fmla="*/ 2857 h 7328"/>
                    <a:gd name="connsiteX7" fmla="*/ 0 w 9620"/>
                    <a:gd name="connsiteY7" fmla="*/ 4000 h 7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620" h="7328">
                      <a:moveTo>
                        <a:pt x="0" y="4000"/>
                      </a:moveTo>
                      <a:cubicBezTo>
                        <a:pt x="1619" y="1905"/>
                        <a:pt x="2953" y="762"/>
                        <a:pt x="4191" y="0"/>
                      </a:cubicBezTo>
                      <a:cubicBezTo>
                        <a:pt x="4286" y="3238"/>
                        <a:pt x="6763" y="762"/>
                        <a:pt x="9620" y="952"/>
                      </a:cubicBezTo>
                      <a:cubicBezTo>
                        <a:pt x="8287" y="2000"/>
                        <a:pt x="7144" y="2572"/>
                        <a:pt x="6096" y="2572"/>
                      </a:cubicBezTo>
                      <a:cubicBezTo>
                        <a:pt x="4667" y="5143"/>
                        <a:pt x="4572" y="5810"/>
                        <a:pt x="6668" y="5810"/>
                      </a:cubicBezTo>
                      <a:cubicBezTo>
                        <a:pt x="4381" y="9620"/>
                        <a:pt x="4572" y="4763"/>
                        <a:pt x="2667" y="7144"/>
                      </a:cubicBezTo>
                      <a:cubicBezTo>
                        <a:pt x="2667" y="6001"/>
                        <a:pt x="2477" y="4953"/>
                        <a:pt x="4381" y="2857"/>
                      </a:cubicBezTo>
                      <a:cubicBezTo>
                        <a:pt x="3620" y="1238"/>
                        <a:pt x="857" y="6001"/>
                        <a:pt x="0" y="4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1" name="Freeform: Shape 320">
                  <a:extLst>
                    <a:ext uri="{FF2B5EF4-FFF2-40B4-BE49-F238E27FC236}">
                      <a16:creationId xmlns:a16="http://schemas.microsoft.com/office/drawing/2014/main" id="{462D79EF-4EB2-4047-9C62-9C4B00334A6E}"/>
                    </a:ext>
                  </a:extLst>
                </p:cNvPr>
                <p:cNvSpPr/>
                <p:nvPr/>
              </p:nvSpPr>
              <p:spPr>
                <a:xfrm>
                  <a:off x="3111626" y="1562990"/>
                  <a:ext cx="3467" cy="2839"/>
                </a:xfrm>
                <a:custGeom>
                  <a:avLst/>
                  <a:gdLst>
                    <a:gd name="connsiteX0" fmla="*/ 0 w 3467"/>
                    <a:gd name="connsiteY0" fmla="*/ 1491 h 2839"/>
                    <a:gd name="connsiteX1" fmla="*/ 3429 w 3467"/>
                    <a:gd name="connsiteY1" fmla="*/ 2443 h 2839"/>
                    <a:gd name="connsiteX2" fmla="*/ 0 w 3467"/>
                    <a:gd name="connsiteY2" fmla="*/ 1491 h 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67" h="2839">
                      <a:moveTo>
                        <a:pt x="0" y="1491"/>
                      </a:moveTo>
                      <a:cubicBezTo>
                        <a:pt x="2381" y="-1938"/>
                        <a:pt x="3715" y="1491"/>
                        <a:pt x="3429" y="2443"/>
                      </a:cubicBezTo>
                      <a:cubicBezTo>
                        <a:pt x="667" y="3967"/>
                        <a:pt x="2572" y="538"/>
                        <a:pt x="0" y="14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4E66C4EC-0F30-44B6-90C0-952B14E2E60E}"/>
                    </a:ext>
                  </a:extLst>
                </p:cNvPr>
                <p:cNvSpPr/>
                <p:nvPr/>
              </p:nvSpPr>
              <p:spPr>
                <a:xfrm>
                  <a:off x="3120961" y="1553241"/>
                  <a:ext cx="6479" cy="8596"/>
                </a:xfrm>
                <a:custGeom>
                  <a:avLst/>
                  <a:gdLst>
                    <a:gd name="connsiteX0" fmla="*/ 0 w 6479"/>
                    <a:gd name="connsiteY0" fmla="*/ 3905 h 8596"/>
                    <a:gd name="connsiteX1" fmla="*/ 6287 w 6479"/>
                    <a:gd name="connsiteY1" fmla="*/ 0 h 8596"/>
                    <a:gd name="connsiteX2" fmla="*/ 2953 w 6479"/>
                    <a:gd name="connsiteY2" fmla="*/ 4572 h 8596"/>
                    <a:gd name="connsiteX3" fmla="*/ 5620 w 6479"/>
                    <a:gd name="connsiteY3" fmla="*/ 7906 h 8596"/>
                    <a:gd name="connsiteX4" fmla="*/ 0 w 6479"/>
                    <a:gd name="connsiteY4" fmla="*/ 3905 h 8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79" h="8596">
                      <a:moveTo>
                        <a:pt x="0" y="3905"/>
                      </a:moveTo>
                      <a:cubicBezTo>
                        <a:pt x="2381" y="1619"/>
                        <a:pt x="3429" y="4286"/>
                        <a:pt x="6287" y="0"/>
                      </a:cubicBezTo>
                      <a:cubicBezTo>
                        <a:pt x="7334" y="476"/>
                        <a:pt x="3810" y="3143"/>
                        <a:pt x="2953" y="4572"/>
                      </a:cubicBezTo>
                      <a:cubicBezTo>
                        <a:pt x="5144" y="5048"/>
                        <a:pt x="4096" y="7048"/>
                        <a:pt x="5620" y="7906"/>
                      </a:cubicBezTo>
                      <a:cubicBezTo>
                        <a:pt x="1143" y="10382"/>
                        <a:pt x="2953" y="5525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7F08CE91-B822-47B6-82D6-E1C4110E67FB}"/>
                    </a:ext>
                  </a:extLst>
                </p:cNvPr>
                <p:cNvSpPr/>
                <p:nvPr/>
              </p:nvSpPr>
              <p:spPr>
                <a:xfrm>
                  <a:off x="3326606" y="1325566"/>
                  <a:ext cx="4572" cy="3390"/>
                </a:xfrm>
                <a:custGeom>
                  <a:avLst/>
                  <a:gdLst>
                    <a:gd name="connsiteX0" fmla="*/ 0 w 4572"/>
                    <a:gd name="connsiteY0" fmla="*/ 790 h 3390"/>
                    <a:gd name="connsiteX1" fmla="*/ 4572 w 4572"/>
                    <a:gd name="connsiteY1" fmla="*/ 2600 h 3390"/>
                    <a:gd name="connsiteX2" fmla="*/ 0 w 4572"/>
                    <a:gd name="connsiteY2" fmla="*/ 790 h 3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72" h="3390">
                      <a:moveTo>
                        <a:pt x="0" y="790"/>
                      </a:moveTo>
                      <a:cubicBezTo>
                        <a:pt x="95" y="-1591"/>
                        <a:pt x="3334" y="2124"/>
                        <a:pt x="4572" y="2600"/>
                      </a:cubicBezTo>
                      <a:cubicBezTo>
                        <a:pt x="4477" y="4981"/>
                        <a:pt x="1238" y="1266"/>
                        <a:pt x="0" y="7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467B667C-68B6-42BC-9759-6A27C3C548A0}"/>
                    </a:ext>
                  </a:extLst>
                </p:cNvPr>
                <p:cNvSpPr/>
                <p:nvPr/>
              </p:nvSpPr>
              <p:spPr>
                <a:xfrm>
                  <a:off x="3093339" y="1587483"/>
                  <a:ext cx="4219" cy="3302"/>
                </a:xfrm>
                <a:custGeom>
                  <a:avLst/>
                  <a:gdLst>
                    <a:gd name="connsiteX0" fmla="*/ 0 w 4219"/>
                    <a:gd name="connsiteY0" fmla="*/ 1382 h 3302"/>
                    <a:gd name="connsiteX1" fmla="*/ 4191 w 4219"/>
                    <a:gd name="connsiteY1" fmla="*/ 2906 h 3302"/>
                    <a:gd name="connsiteX2" fmla="*/ 0 w 4219"/>
                    <a:gd name="connsiteY2" fmla="*/ 1382 h 3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19" h="3302">
                      <a:moveTo>
                        <a:pt x="0" y="1382"/>
                      </a:moveTo>
                      <a:cubicBezTo>
                        <a:pt x="2572" y="-2047"/>
                        <a:pt x="4477" y="1858"/>
                        <a:pt x="4191" y="2906"/>
                      </a:cubicBezTo>
                      <a:cubicBezTo>
                        <a:pt x="1048" y="4620"/>
                        <a:pt x="2953" y="143"/>
                        <a:pt x="0" y="13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7D66D467-7687-4126-9329-13C0CF4E7D37}"/>
                    </a:ext>
                  </a:extLst>
                </p:cNvPr>
                <p:cNvSpPr/>
                <p:nvPr/>
              </p:nvSpPr>
              <p:spPr>
                <a:xfrm>
                  <a:off x="3143971" y="1529333"/>
                  <a:ext cx="2693" cy="6572"/>
                </a:xfrm>
                <a:custGeom>
                  <a:avLst/>
                  <a:gdLst>
                    <a:gd name="connsiteX0" fmla="*/ 2517 w 2693"/>
                    <a:gd name="connsiteY0" fmla="*/ 0 h 6572"/>
                    <a:gd name="connsiteX1" fmla="*/ 136 w 2693"/>
                    <a:gd name="connsiteY1" fmla="*/ 6572 h 6572"/>
                    <a:gd name="connsiteX2" fmla="*/ 2517 w 2693"/>
                    <a:gd name="connsiteY2" fmla="*/ 0 h 6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93" h="6572">
                      <a:moveTo>
                        <a:pt x="2517" y="0"/>
                      </a:moveTo>
                      <a:cubicBezTo>
                        <a:pt x="2517" y="1810"/>
                        <a:pt x="3660" y="3143"/>
                        <a:pt x="136" y="6572"/>
                      </a:cubicBezTo>
                      <a:cubicBezTo>
                        <a:pt x="231" y="4763"/>
                        <a:pt x="-1007" y="3429"/>
                        <a:pt x="251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732E657A-0A4F-4B66-8409-B37359943216}"/>
                    </a:ext>
                  </a:extLst>
                </p:cNvPr>
                <p:cNvSpPr/>
                <p:nvPr/>
              </p:nvSpPr>
              <p:spPr>
                <a:xfrm>
                  <a:off x="3274123" y="1387799"/>
                  <a:ext cx="4782" cy="2646"/>
                </a:xfrm>
                <a:custGeom>
                  <a:avLst/>
                  <a:gdLst>
                    <a:gd name="connsiteX0" fmla="*/ 0 w 4782"/>
                    <a:gd name="connsiteY0" fmla="*/ 1326 h 2646"/>
                    <a:gd name="connsiteX1" fmla="*/ 4763 w 4782"/>
                    <a:gd name="connsiteY1" fmla="*/ 1898 h 2646"/>
                    <a:gd name="connsiteX2" fmla="*/ 0 w 4782"/>
                    <a:gd name="connsiteY2" fmla="*/ 1326 h 26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82" h="2646">
                      <a:moveTo>
                        <a:pt x="0" y="1326"/>
                      </a:moveTo>
                      <a:cubicBezTo>
                        <a:pt x="2286" y="-1246"/>
                        <a:pt x="5048" y="469"/>
                        <a:pt x="4763" y="1898"/>
                      </a:cubicBezTo>
                      <a:cubicBezTo>
                        <a:pt x="2762" y="3326"/>
                        <a:pt x="1334" y="2469"/>
                        <a:pt x="0" y="13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F97EB371-16E6-4B3D-AE69-6A1946256586}"/>
                    </a:ext>
                  </a:extLst>
                </p:cNvPr>
                <p:cNvSpPr/>
                <p:nvPr/>
              </p:nvSpPr>
              <p:spPr>
                <a:xfrm>
                  <a:off x="3014885" y="1677303"/>
                  <a:ext cx="6063" cy="4721"/>
                </a:xfrm>
                <a:custGeom>
                  <a:avLst/>
                  <a:gdLst>
                    <a:gd name="connsiteX0" fmla="*/ 2444 w 6063"/>
                    <a:gd name="connsiteY0" fmla="*/ 811 h 4721"/>
                    <a:gd name="connsiteX1" fmla="*/ 6063 w 6063"/>
                    <a:gd name="connsiteY1" fmla="*/ 621 h 4721"/>
                    <a:gd name="connsiteX2" fmla="*/ 1396 w 6063"/>
                    <a:gd name="connsiteY2" fmla="*/ 4240 h 4721"/>
                    <a:gd name="connsiteX3" fmla="*/ 2444 w 6063"/>
                    <a:gd name="connsiteY3" fmla="*/ 811 h 4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63" h="4721">
                      <a:moveTo>
                        <a:pt x="2444" y="811"/>
                      </a:moveTo>
                      <a:cubicBezTo>
                        <a:pt x="3968" y="-236"/>
                        <a:pt x="5111" y="-236"/>
                        <a:pt x="6063" y="621"/>
                      </a:cubicBezTo>
                      <a:cubicBezTo>
                        <a:pt x="5015" y="1192"/>
                        <a:pt x="1396" y="1764"/>
                        <a:pt x="1396" y="4240"/>
                      </a:cubicBezTo>
                      <a:cubicBezTo>
                        <a:pt x="-2414" y="6336"/>
                        <a:pt x="2825" y="907"/>
                        <a:pt x="2444" y="8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0F604327-6844-4A43-9F82-9921304107EC}"/>
                    </a:ext>
                  </a:extLst>
                </p:cNvPr>
                <p:cNvSpPr/>
                <p:nvPr/>
              </p:nvSpPr>
              <p:spPr>
                <a:xfrm>
                  <a:off x="3347942" y="1312174"/>
                  <a:ext cx="4050" cy="4275"/>
                </a:xfrm>
                <a:custGeom>
                  <a:avLst/>
                  <a:gdLst>
                    <a:gd name="connsiteX0" fmla="*/ 0 w 4050"/>
                    <a:gd name="connsiteY0" fmla="*/ 1418 h 4275"/>
                    <a:gd name="connsiteX1" fmla="*/ 2096 w 4050"/>
                    <a:gd name="connsiteY1" fmla="*/ 4276 h 4275"/>
                    <a:gd name="connsiteX2" fmla="*/ 0 w 4050"/>
                    <a:gd name="connsiteY2" fmla="*/ 1418 h 42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50" h="4275">
                      <a:moveTo>
                        <a:pt x="0" y="1418"/>
                      </a:moveTo>
                      <a:cubicBezTo>
                        <a:pt x="2858" y="-1535"/>
                        <a:pt x="6287" y="466"/>
                        <a:pt x="2096" y="4276"/>
                      </a:cubicBezTo>
                      <a:cubicBezTo>
                        <a:pt x="2381" y="2847"/>
                        <a:pt x="1238" y="2085"/>
                        <a:pt x="0" y="14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50B8E349-5BEA-469F-97C6-CDC36EA02AC4}"/>
                    </a:ext>
                  </a:extLst>
                </p:cNvPr>
                <p:cNvSpPr/>
                <p:nvPr/>
              </p:nvSpPr>
              <p:spPr>
                <a:xfrm>
                  <a:off x="3282981" y="1384744"/>
                  <a:ext cx="3428" cy="4812"/>
                </a:xfrm>
                <a:custGeom>
                  <a:avLst/>
                  <a:gdLst>
                    <a:gd name="connsiteX0" fmla="*/ 2572 w 3428"/>
                    <a:gd name="connsiteY0" fmla="*/ 0 h 4812"/>
                    <a:gd name="connsiteX1" fmla="*/ 1238 w 3428"/>
                    <a:gd name="connsiteY1" fmla="*/ 3239 h 4812"/>
                    <a:gd name="connsiteX2" fmla="*/ 3429 w 3428"/>
                    <a:gd name="connsiteY2" fmla="*/ 3334 h 4812"/>
                    <a:gd name="connsiteX3" fmla="*/ 0 w 3428"/>
                    <a:gd name="connsiteY3" fmla="*/ 3715 h 4812"/>
                    <a:gd name="connsiteX4" fmla="*/ 2572 w 3428"/>
                    <a:gd name="connsiteY4" fmla="*/ 0 h 4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8" h="4812">
                      <a:moveTo>
                        <a:pt x="2572" y="0"/>
                      </a:moveTo>
                      <a:cubicBezTo>
                        <a:pt x="2476" y="953"/>
                        <a:pt x="1905" y="2000"/>
                        <a:pt x="1238" y="3239"/>
                      </a:cubicBezTo>
                      <a:cubicBezTo>
                        <a:pt x="2000" y="3048"/>
                        <a:pt x="2762" y="2858"/>
                        <a:pt x="3429" y="3334"/>
                      </a:cubicBezTo>
                      <a:cubicBezTo>
                        <a:pt x="1619" y="6191"/>
                        <a:pt x="1048" y="4096"/>
                        <a:pt x="0" y="3715"/>
                      </a:cubicBezTo>
                      <a:cubicBezTo>
                        <a:pt x="286" y="2667"/>
                        <a:pt x="1238" y="1429"/>
                        <a:pt x="257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239A22F8-8A24-42A5-9559-C153CBF483E5}"/>
                    </a:ext>
                  </a:extLst>
                </p:cNvPr>
                <p:cNvSpPr/>
                <p:nvPr/>
              </p:nvSpPr>
              <p:spPr>
                <a:xfrm>
                  <a:off x="3107816" y="1590796"/>
                  <a:ext cx="2662" cy="3783"/>
                </a:xfrm>
                <a:custGeom>
                  <a:avLst/>
                  <a:gdLst>
                    <a:gd name="connsiteX0" fmla="*/ 0 w 2662"/>
                    <a:gd name="connsiteY0" fmla="*/ 1402 h 3783"/>
                    <a:gd name="connsiteX1" fmla="*/ 1334 w 2662"/>
                    <a:gd name="connsiteY1" fmla="*/ 3784 h 3783"/>
                    <a:gd name="connsiteX2" fmla="*/ 0 w 2662"/>
                    <a:gd name="connsiteY2" fmla="*/ 1402 h 37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2" h="3783">
                      <a:moveTo>
                        <a:pt x="0" y="1402"/>
                      </a:moveTo>
                      <a:cubicBezTo>
                        <a:pt x="2667" y="-2122"/>
                        <a:pt x="3715" y="1879"/>
                        <a:pt x="1334" y="3784"/>
                      </a:cubicBezTo>
                      <a:cubicBezTo>
                        <a:pt x="95" y="3403"/>
                        <a:pt x="1905" y="1593"/>
                        <a:pt x="0" y="14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1" name="Freeform: Shape 330">
                  <a:extLst>
                    <a:ext uri="{FF2B5EF4-FFF2-40B4-BE49-F238E27FC236}">
                      <a16:creationId xmlns:a16="http://schemas.microsoft.com/office/drawing/2014/main" id="{E92C4D5B-A17C-430B-854E-1451FADEB280}"/>
                    </a:ext>
                  </a:extLst>
                </p:cNvPr>
                <p:cNvSpPr/>
                <p:nvPr/>
              </p:nvSpPr>
              <p:spPr>
                <a:xfrm>
                  <a:off x="3109436" y="1586483"/>
                  <a:ext cx="7906" cy="11049"/>
                </a:xfrm>
                <a:custGeom>
                  <a:avLst/>
                  <a:gdLst>
                    <a:gd name="connsiteX0" fmla="*/ 7906 w 7906"/>
                    <a:gd name="connsiteY0" fmla="*/ 0 h 11049"/>
                    <a:gd name="connsiteX1" fmla="*/ 6286 w 7906"/>
                    <a:gd name="connsiteY1" fmla="*/ 7239 h 11049"/>
                    <a:gd name="connsiteX2" fmla="*/ 0 w 7906"/>
                    <a:gd name="connsiteY2" fmla="*/ 11049 h 11049"/>
                    <a:gd name="connsiteX3" fmla="*/ 7906 w 7906"/>
                    <a:gd name="connsiteY3" fmla="*/ 0 h 11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906" h="11049">
                      <a:moveTo>
                        <a:pt x="7906" y="0"/>
                      </a:moveTo>
                      <a:cubicBezTo>
                        <a:pt x="8001" y="2286"/>
                        <a:pt x="1429" y="8477"/>
                        <a:pt x="6286" y="7239"/>
                      </a:cubicBezTo>
                      <a:cubicBezTo>
                        <a:pt x="3810" y="9716"/>
                        <a:pt x="2476" y="8477"/>
                        <a:pt x="0" y="11049"/>
                      </a:cubicBezTo>
                      <a:cubicBezTo>
                        <a:pt x="2191" y="7525"/>
                        <a:pt x="4381" y="4096"/>
                        <a:pt x="790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2" name="Freeform: Shape 331">
                  <a:extLst>
                    <a:ext uri="{FF2B5EF4-FFF2-40B4-BE49-F238E27FC236}">
                      <a16:creationId xmlns:a16="http://schemas.microsoft.com/office/drawing/2014/main" id="{E2A116BD-C9A6-4A9C-B2A7-039540F86528}"/>
                    </a:ext>
                  </a:extLst>
                </p:cNvPr>
                <p:cNvSpPr/>
                <p:nvPr/>
              </p:nvSpPr>
              <p:spPr>
                <a:xfrm>
                  <a:off x="3286220" y="1397567"/>
                  <a:ext cx="3878" cy="2298"/>
                </a:xfrm>
                <a:custGeom>
                  <a:avLst/>
                  <a:gdLst>
                    <a:gd name="connsiteX0" fmla="*/ 0 w 3878"/>
                    <a:gd name="connsiteY0" fmla="*/ 1655 h 2298"/>
                    <a:gd name="connsiteX1" fmla="*/ 3810 w 3878"/>
                    <a:gd name="connsiteY1" fmla="*/ 1655 h 2298"/>
                    <a:gd name="connsiteX2" fmla="*/ 0 w 3878"/>
                    <a:gd name="connsiteY2" fmla="*/ 1655 h 2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78" h="2298">
                      <a:moveTo>
                        <a:pt x="0" y="1655"/>
                      </a:moveTo>
                      <a:cubicBezTo>
                        <a:pt x="2191" y="-916"/>
                        <a:pt x="4286" y="-154"/>
                        <a:pt x="3810" y="1655"/>
                      </a:cubicBezTo>
                      <a:cubicBezTo>
                        <a:pt x="2381" y="2513"/>
                        <a:pt x="1048" y="2513"/>
                        <a:pt x="0" y="16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3" name="Freeform: Shape 332">
                  <a:extLst>
                    <a:ext uri="{FF2B5EF4-FFF2-40B4-BE49-F238E27FC236}">
                      <a16:creationId xmlns:a16="http://schemas.microsoft.com/office/drawing/2014/main" id="{D863E15F-7830-4EC9-86C8-AE77D9FBB5E2}"/>
                    </a:ext>
                  </a:extLst>
                </p:cNvPr>
                <p:cNvSpPr/>
                <p:nvPr/>
              </p:nvSpPr>
              <p:spPr>
                <a:xfrm>
                  <a:off x="3283648" y="1402472"/>
                  <a:ext cx="15335" cy="9608"/>
                </a:xfrm>
                <a:custGeom>
                  <a:avLst/>
                  <a:gdLst>
                    <a:gd name="connsiteX0" fmla="*/ 0 w 15335"/>
                    <a:gd name="connsiteY0" fmla="*/ 465 h 9608"/>
                    <a:gd name="connsiteX1" fmla="*/ 11240 w 15335"/>
                    <a:gd name="connsiteY1" fmla="*/ 7323 h 9608"/>
                    <a:gd name="connsiteX2" fmla="*/ 15335 w 15335"/>
                    <a:gd name="connsiteY2" fmla="*/ 6085 h 9608"/>
                    <a:gd name="connsiteX3" fmla="*/ 10573 w 15335"/>
                    <a:gd name="connsiteY3" fmla="*/ 9609 h 9608"/>
                    <a:gd name="connsiteX4" fmla="*/ 5715 w 15335"/>
                    <a:gd name="connsiteY4" fmla="*/ 7513 h 9608"/>
                    <a:gd name="connsiteX5" fmla="*/ 1048 w 15335"/>
                    <a:gd name="connsiteY5" fmla="*/ 2656 h 9608"/>
                    <a:gd name="connsiteX6" fmla="*/ 0 w 15335"/>
                    <a:gd name="connsiteY6" fmla="*/ 465 h 9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35" h="9608">
                      <a:moveTo>
                        <a:pt x="0" y="465"/>
                      </a:moveTo>
                      <a:cubicBezTo>
                        <a:pt x="6572" y="-1821"/>
                        <a:pt x="8192" y="4942"/>
                        <a:pt x="11240" y="7323"/>
                      </a:cubicBezTo>
                      <a:cubicBezTo>
                        <a:pt x="12478" y="3227"/>
                        <a:pt x="14669" y="3608"/>
                        <a:pt x="15335" y="6085"/>
                      </a:cubicBezTo>
                      <a:cubicBezTo>
                        <a:pt x="12763" y="6370"/>
                        <a:pt x="12763" y="8466"/>
                        <a:pt x="10573" y="9609"/>
                      </a:cubicBezTo>
                      <a:cubicBezTo>
                        <a:pt x="11240" y="6561"/>
                        <a:pt x="7049" y="9228"/>
                        <a:pt x="5715" y="7513"/>
                      </a:cubicBezTo>
                      <a:cubicBezTo>
                        <a:pt x="8287" y="3513"/>
                        <a:pt x="2762" y="1132"/>
                        <a:pt x="1048" y="2656"/>
                      </a:cubicBezTo>
                      <a:cubicBezTo>
                        <a:pt x="191" y="2084"/>
                        <a:pt x="1048" y="846"/>
                        <a:pt x="0" y="46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4" name="Freeform: Shape 333">
                  <a:extLst>
                    <a:ext uri="{FF2B5EF4-FFF2-40B4-BE49-F238E27FC236}">
                      <a16:creationId xmlns:a16="http://schemas.microsoft.com/office/drawing/2014/main" id="{6BA6FBAA-CB03-4EE4-B457-0CB955C40881}"/>
                    </a:ext>
                  </a:extLst>
                </p:cNvPr>
                <p:cNvSpPr/>
                <p:nvPr/>
              </p:nvSpPr>
              <p:spPr>
                <a:xfrm>
                  <a:off x="2815875" y="1916525"/>
                  <a:ext cx="4952" cy="4919"/>
                </a:xfrm>
                <a:custGeom>
                  <a:avLst/>
                  <a:gdLst>
                    <a:gd name="connsiteX0" fmla="*/ 3429 w 4952"/>
                    <a:gd name="connsiteY0" fmla="*/ 0 h 4919"/>
                    <a:gd name="connsiteX1" fmla="*/ 4953 w 4952"/>
                    <a:gd name="connsiteY1" fmla="*/ 2381 h 4919"/>
                    <a:gd name="connsiteX2" fmla="*/ 0 w 4952"/>
                    <a:gd name="connsiteY2" fmla="*/ 4477 h 4919"/>
                    <a:gd name="connsiteX3" fmla="*/ 3429 w 4952"/>
                    <a:gd name="connsiteY3" fmla="*/ 0 h 4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2" h="4919">
                      <a:moveTo>
                        <a:pt x="3429" y="0"/>
                      </a:moveTo>
                      <a:cubicBezTo>
                        <a:pt x="5144" y="190"/>
                        <a:pt x="3238" y="2191"/>
                        <a:pt x="4953" y="2381"/>
                      </a:cubicBezTo>
                      <a:cubicBezTo>
                        <a:pt x="2762" y="4667"/>
                        <a:pt x="1048" y="5524"/>
                        <a:pt x="0" y="4477"/>
                      </a:cubicBezTo>
                      <a:cubicBezTo>
                        <a:pt x="476" y="3238"/>
                        <a:pt x="1524" y="1905"/>
                        <a:pt x="342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5" name="Freeform: Shape 334">
                  <a:extLst>
                    <a:ext uri="{FF2B5EF4-FFF2-40B4-BE49-F238E27FC236}">
                      <a16:creationId xmlns:a16="http://schemas.microsoft.com/office/drawing/2014/main" id="{D4BC923A-0396-44CB-99BE-A17501862825}"/>
                    </a:ext>
                  </a:extLst>
                </p:cNvPr>
                <p:cNvSpPr/>
                <p:nvPr/>
              </p:nvSpPr>
              <p:spPr>
                <a:xfrm>
                  <a:off x="3136944" y="1565719"/>
                  <a:ext cx="4078" cy="4273"/>
                </a:xfrm>
                <a:custGeom>
                  <a:avLst/>
                  <a:gdLst>
                    <a:gd name="connsiteX0" fmla="*/ 114 w 4078"/>
                    <a:gd name="connsiteY0" fmla="*/ 2762 h 4273"/>
                    <a:gd name="connsiteX1" fmla="*/ 4020 w 4078"/>
                    <a:gd name="connsiteY1" fmla="*/ 0 h 4273"/>
                    <a:gd name="connsiteX2" fmla="*/ 2591 w 4078"/>
                    <a:gd name="connsiteY2" fmla="*/ 3143 h 4273"/>
                    <a:gd name="connsiteX3" fmla="*/ 114 w 4078"/>
                    <a:gd name="connsiteY3" fmla="*/ 2762 h 4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78" h="4273">
                      <a:moveTo>
                        <a:pt x="114" y="2762"/>
                      </a:moveTo>
                      <a:cubicBezTo>
                        <a:pt x="1638" y="1048"/>
                        <a:pt x="2305" y="2572"/>
                        <a:pt x="4020" y="0"/>
                      </a:cubicBezTo>
                      <a:cubicBezTo>
                        <a:pt x="4496" y="667"/>
                        <a:pt x="1924" y="2667"/>
                        <a:pt x="2591" y="3143"/>
                      </a:cubicBezTo>
                      <a:cubicBezTo>
                        <a:pt x="686" y="5048"/>
                        <a:pt x="-362" y="4286"/>
                        <a:pt x="114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6" name="Freeform: Shape 335">
                  <a:extLst>
                    <a:ext uri="{FF2B5EF4-FFF2-40B4-BE49-F238E27FC236}">
                      <a16:creationId xmlns:a16="http://schemas.microsoft.com/office/drawing/2014/main" id="{F12A5814-453F-4608-9292-26C0AA238AC4}"/>
                    </a:ext>
                  </a:extLst>
                </p:cNvPr>
                <p:cNvSpPr/>
                <p:nvPr/>
              </p:nvSpPr>
              <p:spPr>
                <a:xfrm>
                  <a:off x="3122961" y="1582439"/>
                  <a:ext cx="4762" cy="3127"/>
                </a:xfrm>
                <a:custGeom>
                  <a:avLst/>
                  <a:gdLst>
                    <a:gd name="connsiteX0" fmla="*/ 0 w 4762"/>
                    <a:gd name="connsiteY0" fmla="*/ 2425 h 3127"/>
                    <a:gd name="connsiteX1" fmla="*/ 4763 w 4762"/>
                    <a:gd name="connsiteY1" fmla="*/ 235 h 3127"/>
                    <a:gd name="connsiteX2" fmla="*/ 0 w 4762"/>
                    <a:gd name="connsiteY2" fmla="*/ 2425 h 3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3127">
                      <a:moveTo>
                        <a:pt x="0" y="2425"/>
                      </a:moveTo>
                      <a:cubicBezTo>
                        <a:pt x="2000" y="330"/>
                        <a:pt x="3620" y="-432"/>
                        <a:pt x="4763" y="235"/>
                      </a:cubicBezTo>
                      <a:cubicBezTo>
                        <a:pt x="2572" y="3092"/>
                        <a:pt x="953" y="3854"/>
                        <a:pt x="0" y="24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7" name="Freeform: Shape 336">
                  <a:extLst>
                    <a:ext uri="{FF2B5EF4-FFF2-40B4-BE49-F238E27FC236}">
                      <a16:creationId xmlns:a16="http://schemas.microsoft.com/office/drawing/2014/main" id="{70614661-DA10-40D2-9A68-BF0CE8A20BC5}"/>
                    </a:ext>
                  </a:extLst>
                </p:cNvPr>
                <p:cNvSpPr/>
                <p:nvPr/>
              </p:nvSpPr>
              <p:spPr>
                <a:xfrm>
                  <a:off x="3354895" y="1322951"/>
                  <a:ext cx="16954" cy="15120"/>
                </a:xfrm>
                <a:custGeom>
                  <a:avLst/>
                  <a:gdLst>
                    <a:gd name="connsiteX0" fmla="*/ 0 w 16954"/>
                    <a:gd name="connsiteY0" fmla="*/ 5405 h 15120"/>
                    <a:gd name="connsiteX1" fmla="*/ 4572 w 16954"/>
                    <a:gd name="connsiteY1" fmla="*/ 261 h 15120"/>
                    <a:gd name="connsiteX2" fmla="*/ 11525 w 16954"/>
                    <a:gd name="connsiteY2" fmla="*/ 1119 h 15120"/>
                    <a:gd name="connsiteX3" fmla="*/ 9144 w 16954"/>
                    <a:gd name="connsiteY3" fmla="*/ 6357 h 15120"/>
                    <a:gd name="connsiteX4" fmla="*/ 15526 w 16954"/>
                    <a:gd name="connsiteY4" fmla="*/ 5405 h 15120"/>
                    <a:gd name="connsiteX5" fmla="*/ 16954 w 16954"/>
                    <a:gd name="connsiteY5" fmla="*/ 6453 h 15120"/>
                    <a:gd name="connsiteX6" fmla="*/ 15335 w 16954"/>
                    <a:gd name="connsiteY6" fmla="*/ 15121 h 15120"/>
                    <a:gd name="connsiteX7" fmla="*/ 0 w 16954"/>
                    <a:gd name="connsiteY7" fmla="*/ 5405 h 15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6954" h="15120">
                      <a:moveTo>
                        <a:pt x="0" y="5405"/>
                      </a:moveTo>
                      <a:cubicBezTo>
                        <a:pt x="1905" y="4357"/>
                        <a:pt x="6953" y="2452"/>
                        <a:pt x="4572" y="261"/>
                      </a:cubicBezTo>
                      <a:cubicBezTo>
                        <a:pt x="7334" y="-1548"/>
                        <a:pt x="6858" y="6834"/>
                        <a:pt x="11525" y="1119"/>
                      </a:cubicBezTo>
                      <a:cubicBezTo>
                        <a:pt x="11621" y="2452"/>
                        <a:pt x="9715" y="4738"/>
                        <a:pt x="9144" y="6357"/>
                      </a:cubicBezTo>
                      <a:cubicBezTo>
                        <a:pt x="10763" y="8072"/>
                        <a:pt x="12668" y="8453"/>
                        <a:pt x="15526" y="5405"/>
                      </a:cubicBezTo>
                      <a:cubicBezTo>
                        <a:pt x="15335" y="6262"/>
                        <a:pt x="13811" y="10072"/>
                        <a:pt x="16954" y="6453"/>
                      </a:cubicBezTo>
                      <a:cubicBezTo>
                        <a:pt x="16859" y="10358"/>
                        <a:pt x="17050" y="11215"/>
                        <a:pt x="15335" y="15121"/>
                      </a:cubicBezTo>
                      <a:cubicBezTo>
                        <a:pt x="9715" y="11977"/>
                        <a:pt x="9239" y="3405"/>
                        <a:pt x="0" y="54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8" name="Freeform: Shape 337">
                  <a:extLst>
                    <a:ext uri="{FF2B5EF4-FFF2-40B4-BE49-F238E27FC236}">
                      <a16:creationId xmlns:a16="http://schemas.microsoft.com/office/drawing/2014/main" id="{D0BEB33E-3C61-426D-9F6C-1BDCF2E4910F}"/>
                    </a:ext>
                  </a:extLst>
                </p:cNvPr>
                <p:cNvSpPr/>
                <p:nvPr/>
              </p:nvSpPr>
              <p:spPr>
                <a:xfrm>
                  <a:off x="3129543" y="1579905"/>
                  <a:ext cx="4562" cy="4482"/>
                </a:xfrm>
                <a:custGeom>
                  <a:avLst/>
                  <a:gdLst>
                    <a:gd name="connsiteX0" fmla="*/ 85 w 4562"/>
                    <a:gd name="connsiteY0" fmla="*/ 1435 h 4482"/>
                    <a:gd name="connsiteX1" fmla="*/ 4562 w 4562"/>
                    <a:gd name="connsiteY1" fmla="*/ 482 h 4482"/>
                    <a:gd name="connsiteX2" fmla="*/ 2371 w 4562"/>
                    <a:gd name="connsiteY2" fmla="*/ 4483 h 4482"/>
                    <a:gd name="connsiteX3" fmla="*/ 85 w 4562"/>
                    <a:gd name="connsiteY3" fmla="*/ 1435 h 4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62" h="4482">
                      <a:moveTo>
                        <a:pt x="85" y="1435"/>
                      </a:moveTo>
                      <a:cubicBezTo>
                        <a:pt x="2276" y="-1232"/>
                        <a:pt x="3038" y="673"/>
                        <a:pt x="4562" y="482"/>
                      </a:cubicBezTo>
                      <a:cubicBezTo>
                        <a:pt x="1514" y="2864"/>
                        <a:pt x="5324" y="2102"/>
                        <a:pt x="2371" y="4483"/>
                      </a:cubicBezTo>
                      <a:cubicBezTo>
                        <a:pt x="1228" y="3626"/>
                        <a:pt x="-391" y="3054"/>
                        <a:pt x="85" y="143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9" name="Freeform: Shape 338">
                  <a:extLst>
                    <a:ext uri="{FF2B5EF4-FFF2-40B4-BE49-F238E27FC236}">
                      <a16:creationId xmlns:a16="http://schemas.microsoft.com/office/drawing/2014/main" id="{D2F31E67-A0FF-4096-AA7C-8371983837C8}"/>
                    </a:ext>
                  </a:extLst>
                </p:cNvPr>
                <p:cNvSpPr/>
                <p:nvPr/>
              </p:nvSpPr>
              <p:spPr>
                <a:xfrm>
                  <a:off x="3134296" y="1580410"/>
                  <a:ext cx="3766" cy="3025"/>
                </a:xfrm>
                <a:custGeom>
                  <a:avLst/>
                  <a:gdLst>
                    <a:gd name="connsiteX0" fmla="*/ 0 w 3766"/>
                    <a:gd name="connsiteY0" fmla="*/ 2930 h 3025"/>
                    <a:gd name="connsiteX1" fmla="*/ 2096 w 3766"/>
                    <a:gd name="connsiteY1" fmla="*/ 3025 h 3025"/>
                    <a:gd name="connsiteX2" fmla="*/ 0 w 3766"/>
                    <a:gd name="connsiteY2" fmla="*/ 2930 h 3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6" h="3025">
                      <a:moveTo>
                        <a:pt x="0" y="2930"/>
                      </a:moveTo>
                      <a:cubicBezTo>
                        <a:pt x="190" y="-404"/>
                        <a:pt x="6763" y="-1547"/>
                        <a:pt x="2096" y="3025"/>
                      </a:cubicBezTo>
                      <a:cubicBezTo>
                        <a:pt x="1524" y="2454"/>
                        <a:pt x="953" y="1977"/>
                        <a:pt x="0" y="293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98908144-F6BC-46D0-AC0F-16E532C3B3FB}"/>
                    </a:ext>
                  </a:extLst>
                </p:cNvPr>
                <p:cNvSpPr/>
                <p:nvPr/>
              </p:nvSpPr>
              <p:spPr>
                <a:xfrm>
                  <a:off x="3114579" y="1606879"/>
                  <a:ext cx="4122" cy="1966"/>
                </a:xfrm>
                <a:custGeom>
                  <a:avLst/>
                  <a:gdLst>
                    <a:gd name="connsiteX0" fmla="*/ 0 w 4122"/>
                    <a:gd name="connsiteY0" fmla="*/ 1321 h 1966"/>
                    <a:gd name="connsiteX1" fmla="*/ 4096 w 4122"/>
                    <a:gd name="connsiteY1" fmla="*/ 1512 h 1966"/>
                    <a:gd name="connsiteX2" fmla="*/ 0 w 4122"/>
                    <a:gd name="connsiteY2" fmla="*/ 1321 h 1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22" h="1966">
                      <a:moveTo>
                        <a:pt x="0" y="1321"/>
                      </a:moveTo>
                      <a:cubicBezTo>
                        <a:pt x="2286" y="-1251"/>
                        <a:pt x="4382" y="559"/>
                        <a:pt x="4096" y="1512"/>
                      </a:cubicBezTo>
                      <a:cubicBezTo>
                        <a:pt x="2477" y="2274"/>
                        <a:pt x="1143" y="1988"/>
                        <a:pt x="0" y="132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1" name="Freeform: Shape 340">
                  <a:extLst>
                    <a:ext uri="{FF2B5EF4-FFF2-40B4-BE49-F238E27FC236}">
                      <a16:creationId xmlns:a16="http://schemas.microsoft.com/office/drawing/2014/main" id="{5C05E2F2-DD6B-4881-AA5C-8DDF751CE151}"/>
                    </a:ext>
                  </a:extLst>
                </p:cNvPr>
                <p:cNvSpPr/>
                <p:nvPr/>
              </p:nvSpPr>
              <p:spPr>
                <a:xfrm>
                  <a:off x="3103979" y="1616889"/>
                  <a:ext cx="5837" cy="8396"/>
                </a:xfrm>
                <a:custGeom>
                  <a:avLst/>
                  <a:gdLst>
                    <a:gd name="connsiteX0" fmla="*/ 28 w 5837"/>
                    <a:gd name="connsiteY0" fmla="*/ 5980 h 8396"/>
                    <a:gd name="connsiteX1" fmla="*/ 5838 w 5837"/>
                    <a:gd name="connsiteY1" fmla="*/ 360 h 8396"/>
                    <a:gd name="connsiteX2" fmla="*/ 4505 w 5837"/>
                    <a:gd name="connsiteY2" fmla="*/ 4932 h 8396"/>
                    <a:gd name="connsiteX3" fmla="*/ 2599 w 5837"/>
                    <a:gd name="connsiteY3" fmla="*/ 7790 h 8396"/>
                    <a:gd name="connsiteX4" fmla="*/ 28 w 5837"/>
                    <a:gd name="connsiteY4" fmla="*/ 5980 h 8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37" h="8396">
                      <a:moveTo>
                        <a:pt x="28" y="5980"/>
                      </a:moveTo>
                      <a:cubicBezTo>
                        <a:pt x="-449" y="5313"/>
                        <a:pt x="5362" y="-1640"/>
                        <a:pt x="5838" y="360"/>
                      </a:cubicBezTo>
                      <a:cubicBezTo>
                        <a:pt x="2790" y="1979"/>
                        <a:pt x="1075" y="5980"/>
                        <a:pt x="4505" y="4932"/>
                      </a:cubicBezTo>
                      <a:cubicBezTo>
                        <a:pt x="3362" y="6075"/>
                        <a:pt x="2218" y="7313"/>
                        <a:pt x="2599" y="7790"/>
                      </a:cubicBezTo>
                      <a:cubicBezTo>
                        <a:pt x="-639" y="10457"/>
                        <a:pt x="3171" y="3313"/>
                        <a:pt x="28" y="59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2" name="Freeform: Shape 341">
                  <a:extLst>
                    <a:ext uri="{FF2B5EF4-FFF2-40B4-BE49-F238E27FC236}">
                      <a16:creationId xmlns:a16="http://schemas.microsoft.com/office/drawing/2014/main" id="{29E04D06-4FD8-4281-A88B-324DD3C1339B}"/>
                    </a:ext>
                  </a:extLst>
                </p:cNvPr>
                <p:cNvSpPr/>
                <p:nvPr/>
              </p:nvSpPr>
              <p:spPr>
                <a:xfrm>
                  <a:off x="3130797" y="1591890"/>
                  <a:ext cx="6070" cy="5945"/>
                </a:xfrm>
                <a:custGeom>
                  <a:avLst/>
                  <a:gdLst>
                    <a:gd name="connsiteX0" fmla="*/ 451 w 6070"/>
                    <a:gd name="connsiteY0" fmla="*/ 1832 h 5945"/>
                    <a:gd name="connsiteX1" fmla="*/ 6071 w 6070"/>
                    <a:gd name="connsiteY1" fmla="*/ 308 h 5945"/>
                    <a:gd name="connsiteX2" fmla="*/ 2642 w 6070"/>
                    <a:gd name="connsiteY2" fmla="*/ 4880 h 5945"/>
                    <a:gd name="connsiteX3" fmla="*/ 451 w 6070"/>
                    <a:gd name="connsiteY3" fmla="*/ 1832 h 5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070" h="5945">
                      <a:moveTo>
                        <a:pt x="451" y="1832"/>
                      </a:moveTo>
                      <a:cubicBezTo>
                        <a:pt x="2356" y="1165"/>
                        <a:pt x="4642" y="-739"/>
                        <a:pt x="6071" y="308"/>
                      </a:cubicBezTo>
                      <a:cubicBezTo>
                        <a:pt x="4452" y="1832"/>
                        <a:pt x="-215" y="3451"/>
                        <a:pt x="2642" y="4880"/>
                      </a:cubicBezTo>
                      <a:cubicBezTo>
                        <a:pt x="-1263" y="8024"/>
                        <a:pt x="261" y="3356"/>
                        <a:pt x="451" y="183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3" name="Freeform: Shape 342">
                  <a:extLst>
                    <a:ext uri="{FF2B5EF4-FFF2-40B4-BE49-F238E27FC236}">
                      <a16:creationId xmlns:a16="http://schemas.microsoft.com/office/drawing/2014/main" id="{B80CFE28-7059-49E5-A8B5-5DA48FF3E8A5}"/>
                    </a:ext>
                  </a:extLst>
                </p:cNvPr>
                <p:cNvSpPr/>
                <p:nvPr/>
              </p:nvSpPr>
              <p:spPr>
                <a:xfrm>
                  <a:off x="3112769" y="1617040"/>
                  <a:ext cx="4762" cy="4114"/>
                </a:xfrm>
                <a:custGeom>
                  <a:avLst/>
                  <a:gdLst>
                    <a:gd name="connsiteX0" fmla="*/ 0 w 4762"/>
                    <a:gd name="connsiteY0" fmla="*/ 2400 h 4114"/>
                    <a:gd name="connsiteX1" fmla="*/ 4763 w 4762"/>
                    <a:gd name="connsiteY1" fmla="*/ 209 h 4114"/>
                    <a:gd name="connsiteX2" fmla="*/ 476 w 4762"/>
                    <a:gd name="connsiteY2" fmla="*/ 4115 h 4114"/>
                    <a:gd name="connsiteX3" fmla="*/ 0 w 4762"/>
                    <a:gd name="connsiteY3" fmla="*/ 2400 h 4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2" h="4114">
                      <a:moveTo>
                        <a:pt x="0" y="2400"/>
                      </a:moveTo>
                      <a:cubicBezTo>
                        <a:pt x="1524" y="1829"/>
                        <a:pt x="3715" y="-743"/>
                        <a:pt x="4763" y="209"/>
                      </a:cubicBezTo>
                      <a:cubicBezTo>
                        <a:pt x="3048" y="2400"/>
                        <a:pt x="2286" y="1448"/>
                        <a:pt x="476" y="4115"/>
                      </a:cubicBezTo>
                      <a:cubicBezTo>
                        <a:pt x="571" y="3448"/>
                        <a:pt x="571" y="2781"/>
                        <a:pt x="0" y="24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4" name="Freeform: Shape 343">
                  <a:extLst>
                    <a:ext uri="{FF2B5EF4-FFF2-40B4-BE49-F238E27FC236}">
                      <a16:creationId xmlns:a16="http://schemas.microsoft.com/office/drawing/2014/main" id="{25EF5907-EE1B-4CC9-938D-3C7A4D591B6D}"/>
                    </a:ext>
                  </a:extLst>
                </p:cNvPr>
                <p:cNvSpPr/>
                <p:nvPr/>
              </p:nvSpPr>
              <p:spPr>
                <a:xfrm>
                  <a:off x="3372624" y="1333785"/>
                  <a:ext cx="7988" cy="9469"/>
                </a:xfrm>
                <a:custGeom>
                  <a:avLst/>
                  <a:gdLst>
                    <a:gd name="connsiteX0" fmla="*/ 559 w 7988"/>
                    <a:gd name="connsiteY0" fmla="*/ 1048 h 9469"/>
                    <a:gd name="connsiteX1" fmla="*/ 3036 w 7988"/>
                    <a:gd name="connsiteY1" fmla="*/ 0 h 9469"/>
                    <a:gd name="connsiteX2" fmla="*/ 7989 w 7988"/>
                    <a:gd name="connsiteY2" fmla="*/ 9239 h 9469"/>
                    <a:gd name="connsiteX3" fmla="*/ 1321 w 7988"/>
                    <a:gd name="connsiteY3" fmla="*/ 7144 h 9469"/>
                    <a:gd name="connsiteX4" fmla="*/ 559 w 7988"/>
                    <a:gd name="connsiteY4" fmla="*/ 1048 h 9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8" h="9469">
                      <a:moveTo>
                        <a:pt x="559" y="1048"/>
                      </a:moveTo>
                      <a:cubicBezTo>
                        <a:pt x="1511" y="191"/>
                        <a:pt x="1988" y="1143"/>
                        <a:pt x="3036" y="0"/>
                      </a:cubicBezTo>
                      <a:cubicBezTo>
                        <a:pt x="1893" y="5334"/>
                        <a:pt x="7036" y="4763"/>
                        <a:pt x="7989" y="9239"/>
                      </a:cubicBezTo>
                      <a:cubicBezTo>
                        <a:pt x="5322" y="10477"/>
                        <a:pt x="3893" y="6287"/>
                        <a:pt x="1321" y="7144"/>
                      </a:cubicBezTo>
                      <a:cubicBezTo>
                        <a:pt x="4845" y="2381"/>
                        <a:pt x="-1917" y="5144"/>
                        <a:pt x="559" y="1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E71E5838-300E-4C4E-BC96-63AFEFA0A54D}"/>
                    </a:ext>
                  </a:extLst>
                </p:cNvPr>
                <p:cNvSpPr/>
                <p:nvPr/>
              </p:nvSpPr>
              <p:spPr>
                <a:xfrm>
                  <a:off x="3117723" y="1625713"/>
                  <a:ext cx="4476" cy="2350"/>
                </a:xfrm>
                <a:custGeom>
                  <a:avLst/>
                  <a:gdLst>
                    <a:gd name="connsiteX0" fmla="*/ 0 w 4476"/>
                    <a:gd name="connsiteY0" fmla="*/ 1442 h 2350"/>
                    <a:gd name="connsiteX1" fmla="*/ 4477 w 4476"/>
                    <a:gd name="connsiteY1" fmla="*/ 394 h 2350"/>
                    <a:gd name="connsiteX2" fmla="*/ 0 w 4476"/>
                    <a:gd name="connsiteY2" fmla="*/ 1442 h 2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76" h="2350">
                      <a:moveTo>
                        <a:pt x="0" y="1442"/>
                      </a:moveTo>
                      <a:cubicBezTo>
                        <a:pt x="2191" y="-1225"/>
                        <a:pt x="2953" y="680"/>
                        <a:pt x="4477" y="394"/>
                      </a:cubicBezTo>
                      <a:cubicBezTo>
                        <a:pt x="2191" y="3157"/>
                        <a:pt x="1048" y="2490"/>
                        <a:pt x="0" y="14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6" name="Freeform: Shape 345">
                  <a:extLst>
                    <a:ext uri="{FF2B5EF4-FFF2-40B4-BE49-F238E27FC236}">
                      <a16:creationId xmlns:a16="http://schemas.microsoft.com/office/drawing/2014/main" id="{9791EB50-8FF6-4B87-809B-7CEB8CC38A11}"/>
                    </a:ext>
                  </a:extLst>
                </p:cNvPr>
                <p:cNvSpPr/>
                <p:nvPr/>
              </p:nvSpPr>
              <p:spPr>
                <a:xfrm>
                  <a:off x="3152584" y="1591002"/>
                  <a:ext cx="2952" cy="3944"/>
                </a:xfrm>
                <a:custGeom>
                  <a:avLst/>
                  <a:gdLst>
                    <a:gd name="connsiteX0" fmla="*/ 0 w 2952"/>
                    <a:gd name="connsiteY0" fmla="*/ 1197 h 3944"/>
                    <a:gd name="connsiteX1" fmla="*/ 2953 w 2952"/>
                    <a:gd name="connsiteY1" fmla="*/ 1959 h 3944"/>
                    <a:gd name="connsiteX2" fmla="*/ 0 w 2952"/>
                    <a:gd name="connsiteY2" fmla="*/ 1197 h 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52" h="3944">
                      <a:moveTo>
                        <a:pt x="0" y="1197"/>
                      </a:moveTo>
                      <a:cubicBezTo>
                        <a:pt x="3715" y="-2518"/>
                        <a:pt x="667" y="3769"/>
                        <a:pt x="2953" y="1959"/>
                      </a:cubicBezTo>
                      <a:cubicBezTo>
                        <a:pt x="667" y="6150"/>
                        <a:pt x="1048" y="2626"/>
                        <a:pt x="0" y="11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7" name="Freeform: Shape 346">
                  <a:extLst>
                    <a:ext uri="{FF2B5EF4-FFF2-40B4-BE49-F238E27FC236}">
                      <a16:creationId xmlns:a16="http://schemas.microsoft.com/office/drawing/2014/main" id="{AAD0C729-D90E-4486-A772-58E19A5915D7}"/>
                    </a:ext>
                  </a:extLst>
                </p:cNvPr>
                <p:cNvSpPr/>
                <p:nvPr/>
              </p:nvSpPr>
              <p:spPr>
                <a:xfrm>
                  <a:off x="3380309" y="1343724"/>
                  <a:ext cx="3350" cy="3701"/>
                </a:xfrm>
                <a:custGeom>
                  <a:avLst/>
                  <a:gdLst>
                    <a:gd name="connsiteX0" fmla="*/ 17 w 3350"/>
                    <a:gd name="connsiteY0" fmla="*/ 539 h 3701"/>
                    <a:gd name="connsiteX1" fmla="*/ 3351 w 3350"/>
                    <a:gd name="connsiteY1" fmla="*/ 2920 h 3701"/>
                    <a:gd name="connsiteX2" fmla="*/ 17 w 3350"/>
                    <a:gd name="connsiteY2" fmla="*/ 539 h 37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50" h="3701">
                      <a:moveTo>
                        <a:pt x="17" y="539"/>
                      </a:moveTo>
                      <a:cubicBezTo>
                        <a:pt x="2684" y="-1366"/>
                        <a:pt x="2494" y="2349"/>
                        <a:pt x="3351" y="2920"/>
                      </a:cubicBezTo>
                      <a:cubicBezTo>
                        <a:pt x="112" y="5015"/>
                        <a:pt x="-78" y="2444"/>
                        <a:pt x="17" y="5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8" name="Freeform: Shape 347">
                  <a:extLst>
                    <a:ext uri="{FF2B5EF4-FFF2-40B4-BE49-F238E27FC236}">
                      <a16:creationId xmlns:a16="http://schemas.microsoft.com/office/drawing/2014/main" id="{AB92DFF9-8E68-42CE-9A28-29CC6FD90DB3}"/>
                    </a:ext>
                  </a:extLst>
                </p:cNvPr>
                <p:cNvSpPr/>
                <p:nvPr/>
              </p:nvSpPr>
              <p:spPr>
                <a:xfrm>
                  <a:off x="2972978" y="1790770"/>
                  <a:ext cx="2257" cy="3453"/>
                </a:xfrm>
                <a:custGeom>
                  <a:avLst/>
                  <a:gdLst>
                    <a:gd name="connsiteX0" fmla="*/ 632 w 2257"/>
                    <a:gd name="connsiteY0" fmla="*/ 405 h 3453"/>
                    <a:gd name="connsiteX1" fmla="*/ 1108 w 2257"/>
                    <a:gd name="connsiteY1" fmla="*/ 3453 h 3453"/>
                    <a:gd name="connsiteX2" fmla="*/ 632 w 2257"/>
                    <a:gd name="connsiteY2" fmla="*/ 405 h 34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57" h="3453">
                      <a:moveTo>
                        <a:pt x="632" y="405"/>
                      </a:moveTo>
                      <a:cubicBezTo>
                        <a:pt x="2060" y="-1023"/>
                        <a:pt x="3203" y="1644"/>
                        <a:pt x="1108" y="3453"/>
                      </a:cubicBezTo>
                      <a:cubicBezTo>
                        <a:pt x="-797" y="3358"/>
                        <a:pt x="251" y="1739"/>
                        <a:pt x="632" y="4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Freeform: Shape 348">
                  <a:extLst>
                    <a:ext uri="{FF2B5EF4-FFF2-40B4-BE49-F238E27FC236}">
                      <a16:creationId xmlns:a16="http://schemas.microsoft.com/office/drawing/2014/main" id="{ECFACE34-8784-4D93-834A-5A7D402374E8}"/>
                    </a:ext>
                  </a:extLst>
                </p:cNvPr>
                <p:cNvSpPr/>
                <p:nvPr/>
              </p:nvSpPr>
              <p:spPr>
                <a:xfrm>
                  <a:off x="3157823" y="1589861"/>
                  <a:ext cx="5333" cy="7576"/>
                </a:xfrm>
                <a:custGeom>
                  <a:avLst/>
                  <a:gdLst>
                    <a:gd name="connsiteX0" fmla="*/ 5334 w 5333"/>
                    <a:gd name="connsiteY0" fmla="*/ 242 h 7576"/>
                    <a:gd name="connsiteX1" fmla="*/ 0 w 5333"/>
                    <a:gd name="connsiteY1" fmla="*/ 7577 h 7576"/>
                    <a:gd name="connsiteX2" fmla="*/ 5334 w 5333"/>
                    <a:gd name="connsiteY2" fmla="*/ 242 h 7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333" h="7576">
                      <a:moveTo>
                        <a:pt x="5334" y="242"/>
                      </a:moveTo>
                      <a:cubicBezTo>
                        <a:pt x="667" y="2814"/>
                        <a:pt x="3810" y="5576"/>
                        <a:pt x="0" y="7577"/>
                      </a:cubicBezTo>
                      <a:cubicBezTo>
                        <a:pt x="476" y="5576"/>
                        <a:pt x="2477" y="-1377"/>
                        <a:pt x="5334" y="2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72E6C790-4555-4071-BFBA-E1FF79BD2851}"/>
                    </a:ext>
                  </a:extLst>
                </p:cNvPr>
                <p:cNvSpPr/>
                <p:nvPr/>
              </p:nvSpPr>
              <p:spPr>
                <a:xfrm>
                  <a:off x="3383470" y="1348955"/>
                  <a:ext cx="4476" cy="3996"/>
                </a:xfrm>
                <a:custGeom>
                  <a:avLst/>
                  <a:gdLst>
                    <a:gd name="connsiteX0" fmla="*/ 0 w 4476"/>
                    <a:gd name="connsiteY0" fmla="*/ 451 h 3996"/>
                    <a:gd name="connsiteX1" fmla="*/ 4477 w 4476"/>
                    <a:gd name="connsiteY1" fmla="*/ 2356 h 3996"/>
                    <a:gd name="connsiteX2" fmla="*/ 0 w 4476"/>
                    <a:gd name="connsiteY2" fmla="*/ 451 h 39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76" h="3996">
                      <a:moveTo>
                        <a:pt x="0" y="451"/>
                      </a:moveTo>
                      <a:cubicBezTo>
                        <a:pt x="2096" y="-1168"/>
                        <a:pt x="2953" y="2070"/>
                        <a:pt x="4477" y="2356"/>
                      </a:cubicBezTo>
                      <a:cubicBezTo>
                        <a:pt x="190" y="6357"/>
                        <a:pt x="953" y="1975"/>
                        <a:pt x="0" y="45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1" name="Freeform: Shape 350">
                  <a:extLst>
                    <a:ext uri="{FF2B5EF4-FFF2-40B4-BE49-F238E27FC236}">
                      <a16:creationId xmlns:a16="http://schemas.microsoft.com/office/drawing/2014/main" id="{D2E1E4DB-A293-4B86-9293-D40DED80A021}"/>
                    </a:ext>
                  </a:extLst>
                </p:cNvPr>
                <p:cNvSpPr/>
                <p:nvPr/>
              </p:nvSpPr>
              <p:spPr>
                <a:xfrm>
                  <a:off x="3128909" y="1629346"/>
                  <a:ext cx="2580" cy="4000"/>
                </a:xfrm>
                <a:custGeom>
                  <a:avLst/>
                  <a:gdLst>
                    <a:gd name="connsiteX0" fmla="*/ 1577 w 2580"/>
                    <a:gd name="connsiteY0" fmla="*/ 0 h 4000"/>
                    <a:gd name="connsiteX1" fmla="*/ 1386 w 2580"/>
                    <a:gd name="connsiteY1" fmla="*/ 4001 h 4000"/>
                    <a:gd name="connsiteX2" fmla="*/ 1577 w 2580"/>
                    <a:gd name="connsiteY2" fmla="*/ 0 h 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80" h="4000">
                      <a:moveTo>
                        <a:pt x="1577" y="0"/>
                      </a:moveTo>
                      <a:cubicBezTo>
                        <a:pt x="1577" y="1333"/>
                        <a:pt x="3958" y="1619"/>
                        <a:pt x="1386" y="4001"/>
                      </a:cubicBezTo>
                      <a:cubicBezTo>
                        <a:pt x="53" y="3334"/>
                        <a:pt x="-995" y="2477"/>
                        <a:pt x="157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2" name="Freeform: Shape 351">
                  <a:extLst>
                    <a:ext uri="{FF2B5EF4-FFF2-40B4-BE49-F238E27FC236}">
                      <a16:creationId xmlns:a16="http://schemas.microsoft.com/office/drawing/2014/main" id="{C040F602-2326-40B8-9666-C64C65897C74}"/>
                    </a:ext>
                  </a:extLst>
                </p:cNvPr>
                <p:cNvSpPr/>
                <p:nvPr/>
              </p:nvSpPr>
              <p:spPr>
                <a:xfrm>
                  <a:off x="3136487" y="1622397"/>
                  <a:ext cx="4381" cy="3141"/>
                </a:xfrm>
                <a:custGeom>
                  <a:avLst/>
                  <a:gdLst>
                    <a:gd name="connsiteX0" fmla="*/ 0 w 4381"/>
                    <a:gd name="connsiteY0" fmla="*/ 2853 h 3141"/>
                    <a:gd name="connsiteX1" fmla="*/ 4381 w 4381"/>
                    <a:gd name="connsiteY1" fmla="*/ 377 h 3141"/>
                    <a:gd name="connsiteX2" fmla="*/ 3715 w 4381"/>
                    <a:gd name="connsiteY2" fmla="*/ 2663 h 3141"/>
                    <a:gd name="connsiteX3" fmla="*/ 0 w 4381"/>
                    <a:gd name="connsiteY3" fmla="*/ 2853 h 3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" h="3141">
                      <a:moveTo>
                        <a:pt x="0" y="2853"/>
                      </a:moveTo>
                      <a:cubicBezTo>
                        <a:pt x="1905" y="567"/>
                        <a:pt x="3524" y="-671"/>
                        <a:pt x="4381" y="377"/>
                      </a:cubicBezTo>
                      <a:cubicBezTo>
                        <a:pt x="2953" y="1710"/>
                        <a:pt x="3238" y="2186"/>
                        <a:pt x="3715" y="2663"/>
                      </a:cubicBezTo>
                      <a:cubicBezTo>
                        <a:pt x="2096" y="3615"/>
                        <a:pt x="1143" y="2853"/>
                        <a:pt x="0" y="28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3" name="Freeform: Shape 352">
                  <a:extLst>
                    <a:ext uri="{FF2B5EF4-FFF2-40B4-BE49-F238E27FC236}">
                      <a16:creationId xmlns:a16="http://schemas.microsoft.com/office/drawing/2014/main" id="{3E856758-B465-475A-AF80-F7BF40AC19DB}"/>
                    </a:ext>
                  </a:extLst>
                </p:cNvPr>
                <p:cNvSpPr/>
                <p:nvPr/>
              </p:nvSpPr>
              <p:spPr>
                <a:xfrm>
                  <a:off x="2966561" y="1812551"/>
                  <a:ext cx="4371" cy="2745"/>
                </a:xfrm>
                <a:custGeom>
                  <a:avLst/>
                  <a:gdLst>
                    <a:gd name="connsiteX0" fmla="*/ 0 w 4371"/>
                    <a:gd name="connsiteY0" fmla="*/ 1199 h 2745"/>
                    <a:gd name="connsiteX1" fmla="*/ 4000 w 4371"/>
                    <a:gd name="connsiteY1" fmla="*/ 2628 h 2745"/>
                    <a:gd name="connsiteX2" fmla="*/ 0 w 4371"/>
                    <a:gd name="connsiteY2" fmla="*/ 1199 h 2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371" h="2745">
                      <a:moveTo>
                        <a:pt x="0" y="1199"/>
                      </a:moveTo>
                      <a:cubicBezTo>
                        <a:pt x="2857" y="-897"/>
                        <a:pt x="5334" y="-135"/>
                        <a:pt x="4000" y="2628"/>
                      </a:cubicBezTo>
                      <a:cubicBezTo>
                        <a:pt x="2191" y="3294"/>
                        <a:pt x="2476" y="913"/>
                        <a:pt x="0" y="119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4" name="Freeform: Shape 353">
                  <a:extLst>
                    <a:ext uri="{FF2B5EF4-FFF2-40B4-BE49-F238E27FC236}">
                      <a16:creationId xmlns:a16="http://schemas.microsoft.com/office/drawing/2014/main" id="{C8A83EEB-1810-43BB-8A28-257B4FC3C7C7}"/>
                    </a:ext>
                  </a:extLst>
                </p:cNvPr>
                <p:cNvSpPr/>
                <p:nvPr/>
              </p:nvSpPr>
              <p:spPr>
                <a:xfrm>
                  <a:off x="3139440" y="1628775"/>
                  <a:ext cx="5810" cy="8148"/>
                </a:xfrm>
                <a:custGeom>
                  <a:avLst/>
                  <a:gdLst>
                    <a:gd name="connsiteX0" fmla="*/ 0 w 5810"/>
                    <a:gd name="connsiteY0" fmla="*/ 5525 h 8148"/>
                    <a:gd name="connsiteX1" fmla="*/ 5810 w 5810"/>
                    <a:gd name="connsiteY1" fmla="*/ 0 h 8148"/>
                    <a:gd name="connsiteX2" fmla="*/ 4191 w 5810"/>
                    <a:gd name="connsiteY2" fmla="*/ 7144 h 8148"/>
                    <a:gd name="connsiteX3" fmla="*/ 0 w 5810"/>
                    <a:gd name="connsiteY3" fmla="*/ 5525 h 8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10" h="8148">
                      <a:moveTo>
                        <a:pt x="0" y="5525"/>
                      </a:moveTo>
                      <a:cubicBezTo>
                        <a:pt x="2857" y="4477"/>
                        <a:pt x="3334" y="857"/>
                        <a:pt x="5810" y="0"/>
                      </a:cubicBezTo>
                      <a:cubicBezTo>
                        <a:pt x="3715" y="3715"/>
                        <a:pt x="3429" y="4096"/>
                        <a:pt x="4191" y="7144"/>
                      </a:cubicBezTo>
                      <a:cubicBezTo>
                        <a:pt x="-381" y="10573"/>
                        <a:pt x="3905" y="4000"/>
                        <a:pt x="0" y="55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5" name="Freeform: Shape 354">
                  <a:extLst>
                    <a:ext uri="{FF2B5EF4-FFF2-40B4-BE49-F238E27FC236}">
                      <a16:creationId xmlns:a16="http://schemas.microsoft.com/office/drawing/2014/main" id="{014EDB44-DD6D-4502-982E-48B15045C66D}"/>
                    </a:ext>
                  </a:extLst>
                </p:cNvPr>
                <p:cNvSpPr/>
                <p:nvPr/>
              </p:nvSpPr>
              <p:spPr>
                <a:xfrm>
                  <a:off x="2983930" y="1818798"/>
                  <a:ext cx="3680" cy="3435"/>
                </a:xfrm>
                <a:custGeom>
                  <a:avLst/>
                  <a:gdLst>
                    <a:gd name="connsiteX0" fmla="*/ 1680 w 3680"/>
                    <a:gd name="connsiteY0" fmla="*/ 0 h 3435"/>
                    <a:gd name="connsiteX1" fmla="*/ 3681 w 3680"/>
                    <a:gd name="connsiteY1" fmla="*/ 1429 h 3435"/>
                    <a:gd name="connsiteX2" fmla="*/ 2061 w 3680"/>
                    <a:gd name="connsiteY2" fmla="*/ 1715 h 3435"/>
                    <a:gd name="connsiteX3" fmla="*/ 1680 w 3680"/>
                    <a:gd name="connsiteY3" fmla="*/ 2858 h 3435"/>
                    <a:gd name="connsiteX4" fmla="*/ 1680 w 3680"/>
                    <a:gd name="connsiteY4" fmla="*/ 0 h 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80" h="3435">
                      <a:moveTo>
                        <a:pt x="1680" y="0"/>
                      </a:moveTo>
                      <a:lnTo>
                        <a:pt x="3681" y="1429"/>
                      </a:lnTo>
                      <a:cubicBezTo>
                        <a:pt x="2918" y="2191"/>
                        <a:pt x="2538" y="1715"/>
                        <a:pt x="2061" y="1715"/>
                      </a:cubicBezTo>
                      <a:cubicBezTo>
                        <a:pt x="1299" y="2381"/>
                        <a:pt x="1490" y="2572"/>
                        <a:pt x="1680" y="2858"/>
                      </a:cubicBezTo>
                      <a:cubicBezTo>
                        <a:pt x="-415" y="4667"/>
                        <a:pt x="-701" y="1810"/>
                        <a:pt x="168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6" name="Freeform: Shape 355">
                  <a:extLst>
                    <a:ext uri="{FF2B5EF4-FFF2-40B4-BE49-F238E27FC236}">
                      <a16:creationId xmlns:a16="http://schemas.microsoft.com/office/drawing/2014/main" id="{FB5BD82F-9ABB-44DA-91DA-197059D5263D}"/>
                    </a:ext>
                  </a:extLst>
                </p:cNvPr>
                <p:cNvSpPr/>
                <p:nvPr/>
              </p:nvSpPr>
              <p:spPr>
                <a:xfrm>
                  <a:off x="2939693" y="1900764"/>
                  <a:ext cx="4960" cy="7378"/>
                </a:xfrm>
                <a:custGeom>
                  <a:avLst/>
                  <a:gdLst>
                    <a:gd name="connsiteX0" fmla="*/ 7 w 4960"/>
                    <a:gd name="connsiteY0" fmla="*/ 711 h 7378"/>
                    <a:gd name="connsiteX1" fmla="*/ 4960 w 4960"/>
                    <a:gd name="connsiteY1" fmla="*/ 4330 h 7378"/>
                    <a:gd name="connsiteX2" fmla="*/ 1436 w 4960"/>
                    <a:gd name="connsiteY2" fmla="*/ 7378 h 7378"/>
                    <a:gd name="connsiteX3" fmla="*/ 7 w 4960"/>
                    <a:gd name="connsiteY3" fmla="*/ 711 h 7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0" h="7378">
                      <a:moveTo>
                        <a:pt x="7" y="711"/>
                      </a:moveTo>
                      <a:cubicBezTo>
                        <a:pt x="4579" y="-2337"/>
                        <a:pt x="388" y="5473"/>
                        <a:pt x="4960" y="4330"/>
                      </a:cubicBezTo>
                      <a:cubicBezTo>
                        <a:pt x="3531" y="5854"/>
                        <a:pt x="2769" y="5759"/>
                        <a:pt x="1436" y="7378"/>
                      </a:cubicBezTo>
                      <a:cubicBezTo>
                        <a:pt x="3531" y="3949"/>
                        <a:pt x="-184" y="3283"/>
                        <a:pt x="7" y="7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7" name="Freeform: Shape 356">
                  <a:extLst>
                    <a:ext uri="{FF2B5EF4-FFF2-40B4-BE49-F238E27FC236}">
                      <a16:creationId xmlns:a16="http://schemas.microsoft.com/office/drawing/2014/main" id="{6C067895-A51F-4950-B854-EC1D3C770A1F}"/>
                    </a:ext>
                  </a:extLst>
                </p:cNvPr>
                <p:cNvSpPr/>
                <p:nvPr/>
              </p:nvSpPr>
              <p:spPr>
                <a:xfrm>
                  <a:off x="3440334" y="1407413"/>
                  <a:ext cx="12668" cy="8505"/>
                </a:xfrm>
                <a:custGeom>
                  <a:avLst/>
                  <a:gdLst>
                    <a:gd name="connsiteX0" fmla="*/ 1429 w 12668"/>
                    <a:gd name="connsiteY0" fmla="*/ 1 h 8505"/>
                    <a:gd name="connsiteX1" fmla="*/ 12668 w 12668"/>
                    <a:gd name="connsiteY1" fmla="*/ 5811 h 8505"/>
                    <a:gd name="connsiteX2" fmla="*/ 0 w 12668"/>
                    <a:gd name="connsiteY2" fmla="*/ 3144 h 8505"/>
                    <a:gd name="connsiteX3" fmla="*/ 1429 w 12668"/>
                    <a:gd name="connsiteY3" fmla="*/ 1 h 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68" h="8505">
                      <a:moveTo>
                        <a:pt x="1429" y="1"/>
                      </a:moveTo>
                      <a:cubicBezTo>
                        <a:pt x="5239" y="-94"/>
                        <a:pt x="5239" y="8668"/>
                        <a:pt x="12668" y="5811"/>
                      </a:cubicBezTo>
                      <a:cubicBezTo>
                        <a:pt x="6572" y="12288"/>
                        <a:pt x="3524" y="5335"/>
                        <a:pt x="0" y="3144"/>
                      </a:cubicBezTo>
                      <a:cubicBezTo>
                        <a:pt x="1333" y="1810"/>
                        <a:pt x="1714" y="763"/>
                        <a:pt x="1429" y="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8" name="Freeform: Shape 357">
                  <a:extLst>
                    <a:ext uri="{FF2B5EF4-FFF2-40B4-BE49-F238E27FC236}">
                      <a16:creationId xmlns:a16="http://schemas.microsoft.com/office/drawing/2014/main" id="{F7985D5F-76AE-4DE5-9720-9E8BB41E0357}"/>
                    </a:ext>
                  </a:extLst>
                </p:cNvPr>
                <p:cNvSpPr/>
                <p:nvPr/>
              </p:nvSpPr>
              <p:spPr>
                <a:xfrm>
                  <a:off x="2990373" y="1880856"/>
                  <a:ext cx="5143" cy="3945"/>
                </a:xfrm>
                <a:custGeom>
                  <a:avLst/>
                  <a:gdLst>
                    <a:gd name="connsiteX0" fmla="*/ 0 w 5143"/>
                    <a:gd name="connsiteY0" fmla="*/ 1759 h 3945"/>
                    <a:gd name="connsiteX1" fmla="*/ 5143 w 5143"/>
                    <a:gd name="connsiteY1" fmla="*/ 1283 h 3945"/>
                    <a:gd name="connsiteX2" fmla="*/ 3143 w 5143"/>
                    <a:gd name="connsiteY2" fmla="*/ 1283 h 3945"/>
                    <a:gd name="connsiteX3" fmla="*/ 1905 w 5143"/>
                    <a:gd name="connsiteY3" fmla="*/ 3188 h 3945"/>
                    <a:gd name="connsiteX4" fmla="*/ 0 w 5143"/>
                    <a:gd name="connsiteY4" fmla="*/ 1759 h 3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43" h="3945">
                      <a:moveTo>
                        <a:pt x="0" y="1759"/>
                      </a:moveTo>
                      <a:cubicBezTo>
                        <a:pt x="2000" y="-1479"/>
                        <a:pt x="3143" y="617"/>
                        <a:pt x="5143" y="1283"/>
                      </a:cubicBezTo>
                      <a:cubicBezTo>
                        <a:pt x="4191" y="2236"/>
                        <a:pt x="3715" y="1474"/>
                        <a:pt x="3143" y="1283"/>
                      </a:cubicBezTo>
                      <a:cubicBezTo>
                        <a:pt x="2191" y="2236"/>
                        <a:pt x="1810" y="2807"/>
                        <a:pt x="1905" y="3188"/>
                      </a:cubicBezTo>
                      <a:cubicBezTo>
                        <a:pt x="-2096" y="6236"/>
                        <a:pt x="3524" y="-1098"/>
                        <a:pt x="0" y="175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9" name="Freeform: Shape 358">
                  <a:extLst>
                    <a:ext uri="{FF2B5EF4-FFF2-40B4-BE49-F238E27FC236}">
                      <a16:creationId xmlns:a16="http://schemas.microsoft.com/office/drawing/2014/main" id="{6EEBFDD8-A8F9-4645-9CD8-0B704641E788}"/>
                    </a:ext>
                  </a:extLst>
                </p:cNvPr>
                <p:cNvSpPr/>
                <p:nvPr/>
              </p:nvSpPr>
              <p:spPr>
                <a:xfrm>
                  <a:off x="3451170" y="1417344"/>
                  <a:ext cx="3706" cy="2288"/>
                </a:xfrm>
                <a:custGeom>
                  <a:avLst/>
                  <a:gdLst>
                    <a:gd name="connsiteX0" fmla="*/ 118 w 3706"/>
                    <a:gd name="connsiteY0" fmla="*/ 262 h 2288"/>
                    <a:gd name="connsiteX1" fmla="*/ 3642 w 3706"/>
                    <a:gd name="connsiteY1" fmla="*/ 1595 h 2288"/>
                    <a:gd name="connsiteX2" fmla="*/ 118 w 3706"/>
                    <a:gd name="connsiteY2" fmla="*/ 262 h 2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06" h="2288">
                      <a:moveTo>
                        <a:pt x="118" y="262"/>
                      </a:moveTo>
                      <a:cubicBezTo>
                        <a:pt x="1833" y="-405"/>
                        <a:pt x="4119" y="262"/>
                        <a:pt x="3642" y="1595"/>
                      </a:cubicBezTo>
                      <a:cubicBezTo>
                        <a:pt x="1738" y="2929"/>
                        <a:pt x="-549" y="2262"/>
                        <a:pt x="118" y="2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0" name="Freeform: Shape 359">
                  <a:extLst>
                    <a:ext uri="{FF2B5EF4-FFF2-40B4-BE49-F238E27FC236}">
                      <a16:creationId xmlns:a16="http://schemas.microsoft.com/office/drawing/2014/main" id="{F1644EA6-E5BE-4FFB-ADFD-E6DE47C29924}"/>
                    </a:ext>
                  </a:extLst>
                </p:cNvPr>
                <p:cNvSpPr/>
                <p:nvPr/>
              </p:nvSpPr>
              <p:spPr>
                <a:xfrm>
                  <a:off x="3461575" y="1422153"/>
                  <a:ext cx="5990" cy="6406"/>
                </a:xfrm>
                <a:custGeom>
                  <a:avLst/>
                  <a:gdLst>
                    <a:gd name="connsiteX0" fmla="*/ 0 w 5990"/>
                    <a:gd name="connsiteY0" fmla="*/ 596 h 6406"/>
                    <a:gd name="connsiteX1" fmla="*/ 5620 w 5990"/>
                    <a:gd name="connsiteY1" fmla="*/ 6406 h 6406"/>
                    <a:gd name="connsiteX2" fmla="*/ 0 w 5990"/>
                    <a:gd name="connsiteY2" fmla="*/ 596 h 6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90" h="6406">
                      <a:moveTo>
                        <a:pt x="0" y="596"/>
                      </a:moveTo>
                      <a:cubicBezTo>
                        <a:pt x="3715" y="-1785"/>
                        <a:pt x="7144" y="3549"/>
                        <a:pt x="5620" y="6406"/>
                      </a:cubicBezTo>
                      <a:cubicBezTo>
                        <a:pt x="4286" y="4215"/>
                        <a:pt x="2572" y="882"/>
                        <a:pt x="0" y="5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1" name="Freeform: Shape 360">
                  <a:extLst>
                    <a:ext uri="{FF2B5EF4-FFF2-40B4-BE49-F238E27FC236}">
                      <a16:creationId xmlns:a16="http://schemas.microsoft.com/office/drawing/2014/main" id="{BFCF2E72-DDE6-487F-A932-0C7E8052607F}"/>
                    </a:ext>
                  </a:extLst>
                </p:cNvPr>
                <p:cNvSpPr/>
                <p:nvPr/>
              </p:nvSpPr>
              <p:spPr>
                <a:xfrm>
                  <a:off x="2999685" y="1907476"/>
                  <a:ext cx="4196" cy="4381"/>
                </a:xfrm>
                <a:custGeom>
                  <a:avLst/>
                  <a:gdLst>
                    <a:gd name="connsiteX0" fmla="*/ 3738 w 4196"/>
                    <a:gd name="connsiteY0" fmla="*/ 0 h 4381"/>
                    <a:gd name="connsiteX1" fmla="*/ 4118 w 4196"/>
                    <a:gd name="connsiteY1" fmla="*/ 3048 h 4381"/>
                    <a:gd name="connsiteX2" fmla="*/ 1737 w 4196"/>
                    <a:gd name="connsiteY2" fmla="*/ 2762 h 4381"/>
                    <a:gd name="connsiteX3" fmla="*/ 118 w 4196"/>
                    <a:gd name="connsiteY3" fmla="*/ 4382 h 4381"/>
                    <a:gd name="connsiteX4" fmla="*/ 3738 w 4196"/>
                    <a:gd name="connsiteY4" fmla="*/ 0 h 4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6" h="4381">
                      <a:moveTo>
                        <a:pt x="3738" y="0"/>
                      </a:moveTo>
                      <a:cubicBezTo>
                        <a:pt x="4785" y="572"/>
                        <a:pt x="3642" y="2191"/>
                        <a:pt x="4118" y="3048"/>
                      </a:cubicBezTo>
                      <a:cubicBezTo>
                        <a:pt x="2880" y="4096"/>
                        <a:pt x="2499" y="3048"/>
                        <a:pt x="1737" y="2762"/>
                      </a:cubicBezTo>
                      <a:lnTo>
                        <a:pt x="118" y="4382"/>
                      </a:lnTo>
                      <a:cubicBezTo>
                        <a:pt x="-549" y="2858"/>
                        <a:pt x="1737" y="1810"/>
                        <a:pt x="373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2" name="Freeform: Shape 361">
                  <a:extLst>
                    <a:ext uri="{FF2B5EF4-FFF2-40B4-BE49-F238E27FC236}">
                      <a16:creationId xmlns:a16="http://schemas.microsoft.com/office/drawing/2014/main" id="{347DDF76-6121-46CE-BE15-324482D570EE}"/>
                    </a:ext>
                  </a:extLst>
                </p:cNvPr>
                <p:cNvSpPr/>
                <p:nvPr/>
              </p:nvSpPr>
              <p:spPr>
                <a:xfrm>
                  <a:off x="3001267" y="1952427"/>
                  <a:ext cx="3965" cy="3263"/>
                </a:xfrm>
                <a:custGeom>
                  <a:avLst/>
                  <a:gdLst>
                    <a:gd name="connsiteX0" fmla="*/ 155 w 3965"/>
                    <a:gd name="connsiteY0" fmla="*/ 483 h 3263"/>
                    <a:gd name="connsiteX1" fmla="*/ 3965 w 3965"/>
                    <a:gd name="connsiteY1" fmla="*/ 2007 h 3263"/>
                    <a:gd name="connsiteX2" fmla="*/ 155 w 3965"/>
                    <a:gd name="connsiteY2" fmla="*/ 483 h 3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65" h="3263">
                      <a:moveTo>
                        <a:pt x="155" y="483"/>
                      </a:moveTo>
                      <a:cubicBezTo>
                        <a:pt x="2250" y="-1136"/>
                        <a:pt x="2632" y="1817"/>
                        <a:pt x="3965" y="2007"/>
                      </a:cubicBezTo>
                      <a:cubicBezTo>
                        <a:pt x="536" y="4770"/>
                        <a:pt x="-417" y="2388"/>
                        <a:pt x="155" y="4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3" name="Freeform: Shape 362">
                  <a:extLst>
                    <a:ext uri="{FF2B5EF4-FFF2-40B4-BE49-F238E27FC236}">
                      <a16:creationId xmlns:a16="http://schemas.microsoft.com/office/drawing/2014/main" id="{BF58439C-9CF2-4CD6-B933-E147270F9753}"/>
                    </a:ext>
                  </a:extLst>
                </p:cNvPr>
                <p:cNvSpPr/>
                <p:nvPr/>
              </p:nvSpPr>
              <p:spPr>
                <a:xfrm>
                  <a:off x="3498173" y="1463325"/>
                  <a:ext cx="7379" cy="6000"/>
                </a:xfrm>
                <a:custGeom>
                  <a:avLst/>
                  <a:gdLst>
                    <a:gd name="connsiteX0" fmla="*/ 644 w 7379"/>
                    <a:gd name="connsiteY0" fmla="*/ 1810 h 6000"/>
                    <a:gd name="connsiteX1" fmla="*/ 4931 w 7379"/>
                    <a:gd name="connsiteY1" fmla="*/ 2381 h 6000"/>
                    <a:gd name="connsiteX2" fmla="*/ 7312 w 7379"/>
                    <a:gd name="connsiteY2" fmla="*/ 0 h 6000"/>
                    <a:gd name="connsiteX3" fmla="*/ 2168 w 7379"/>
                    <a:gd name="connsiteY3" fmla="*/ 6001 h 6000"/>
                    <a:gd name="connsiteX4" fmla="*/ 644 w 7379"/>
                    <a:gd name="connsiteY4" fmla="*/ 1810 h 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79" h="6000">
                      <a:moveTo>
                        <a:pt x="644" y="1810"/>
                      </a:moveTo>
                      <a:cubicBezTo>
                        <a:pt x="4169" y="-571"/>
                        <a:pt x="2359" y="2762"/>
                        <a:pt x="4931" y="2381"/>
                      </a:cubicBezTo>
                      <a:lnTo>
                        <a:pt x="7312" y="0"/>
                      </a:lnTo>
                      <a:cubicBezTo>
                        <a:pt x="7979" y="1143"/>
                        <a:pt x="3502" y="4096"/>
                        <a:pt x="2168" y="6001"/>
                      </a:cubicBezTo>
                      <a:cubicBezTo>
                        <a:pt x="358" y="5048"/>
                        <a:pt x="-785" y="3810"/>
                        <a:pt x="644" y="1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4" name="Freeform: Shape 363">
                  <a:extLst>
                    <a:ext uri="{FF2B5EF4-FFF2-40B4-BE49-F238E27FC236}">
                      <a16:creationId xmlns:a16="http://schemas.microsoft.com/office/drawing/2014/main" id="{F20AB4B2-AE43-4F31-A585-8C76D15BBBCE}"/>
                    </a:ext>
                  </a:extLst>
                </p:cNvPr>
                <p:cNvSpPr/>
                <p:nvPr/>
              </p:nvSpPr>
              <p:spPr>
                <a:xfrm>
                  <a:off x="3501580" y="1466754"/>
                  <a:ext cx="12954" cy="11239"/>
                </a:xfrm>
                <a:custGeom>
                  <a:avLst/>
                  <a:gdLst>
                    <a:gd name="connsiteX0" fmla="*/ 0 w 12954"/>
                    <a:gd name="connsiteY0" fmla="*/ 2096 h 11239"/>
                    <a:gd name="connsiteX1" fmla="*/ 2858 w 12954"/>
                    <a:gd name="connsiteY1" fmla="*/ 0 h 11239"/>
                    <a:gd name="connsiteX2" fmla="*/ 12954 w 12954"/>
                    <a:gd name="connsiteY2" fmla="*/ 11240 h 11239"/>
                    <a:gd name="connsiteX3" fmla="*/ 0 w 12954"/>
                    <a:gd name="connsiteY3" fmla="*/ 2096 h 11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54" h="11239">
                      <a:moveTo>
                        <a:pt x="0" y="2096"/>
                      </a:moveTo>
                      <a:cubicBezTo>
                        <a:pt x="1143" y="667"/>
                        <a:pt x="1810" y="1048"/>
                        <a:pt x="2858" y="0"/>
                      </a:cubicBezTo>
                      <a:cubicBezTo>
                        <a:pt x="6858" y="4096"/>
                        <a:pt x="10478" y="6001"/>
                        <a:pt x="12954" y="11240"/>
                      </a:cubicBezTo>
                      <a:cubicBezTo>
                        <a:pt x="8477" y="10382"/>
                        <a:pt x="6953" y="5048"/>
                        <a:pt x="0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5" name="Freeform: Shape 364">
                  <a:extLst>
                    <a:ext uri="{FF2B5EF4-FFF2-40B4-BE49-F238E27FC236}">
                      <a16:creationId xmlns:a16="http://schemas.microsoft.com/office/drawing/2014/main" id="{03D7346D-1F46-46B9-BF9B-346B245B6452}"/>
                    </a:ext>
                  </a:extLst>
                </p:cNvPr>
                <p:cNvSpPr/>
                <p:nvPr/>
              </p:nvSpPr>
              <p:spPr>
                <a:xfrm>
                  <a:off x="3513867" y="1479072"/>
                  <a:ext cx="40481" cy="35072"/>
                </a:xfrm>
                <a:custGeom>
                  <a:avLst/>
                  <a:gdLst>
                    <a:gd name="connsiteX0" fmla="*/ 3715 w 40481"/>
                    <a:gd name="connsiteY0" fmla="*/ 14733 h 35072"/>
                    <a:gd name="connsiteX1" fmla="*/ 8001 w 40481"/>
                    <a:gd name="connsiteY1" fmla="*/ 13781 h 35072"/>
                    <a:gd name="connsiteX2" fmla="*/ 0 w 40481"/>
                    <a:gd name="connsiteY2" fmla="*/ 1303 h 35072"/>
                    <a:gd name="connsiteX3" fmla="*/ 4953 w 40481"/>
                    <a:gd name="connsiteY3" fmla="*/ 5399 h 35072"/>
                    <a:gd name="connsiteX4" fmla="*/ 15621 w 40481"/>
                    <a:gd name="connsiteY4" fmla="*/ 11209 h 35072"/>
                    <a:gd name="connsiteX5" fmla="*/ 15907 w 40481"/>
                    <a:gd name="connsiteY5" fmla="*/ 15876 h 35072"/>
                    <a:gd name="connsiteX6" fmla="*/ 32480 w 40481"/>
                    <a:gd name="connsiteY6" fmla="*/ 28068 h 35072"/>
                    <a:gd name="connsiteX7" fmla="*/ 31813 w 40481"/>
                    <a:gd name="connsiteY7" fmla="*/ 24639 h 35072"/>
                    <a:gd name="connsiteX8" fmla="*/ 40481 w 40481"/>
                    <a:gd name="connsiteY8" fmla="*/ 33212 h 35072"/>
                    <a:gd name="connsiteX9" fmla="*/ 33242 w 40481"/>
                    <a:gd name="connsiteY9" fmla="*/ 34545 h 35072"/>
                    <a:gd name="connsiteX10" fmla="*/ 10382 w 40481"/>
                    <a:gd name="connsiteY10" fmla="*/ 17210 h 35072"/>
                    <a:gd name="connsiteX11" fmla="*/ 3715 w 40481"/>
                    <a:gd name="connsiteY11" fmla="*/ 14733 h 35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0481" h="35072">
                      <a:moveTo>
                        <a:pt x="3715" y="14733"/>
                      </a:moveTo>
                      <a:cubicBezTo>
                        <a:pt x="5239" y="13971"/>
                        <a:pt x="6572" y="14067"/>
                        <a:pt x="8001" y="13781"/>
                      </a:cubicBezTo>
                      <a:cubicBezTo>
                        <a:pt x="11144" y="5684"/>
                        <a:pt x="1333" y="6161"/>
                        <a:pt x="0" y="1303"/>
                      </a:cubicBezTo>
                      <a:cubicBezTo>
                        <a:pt x="1143" y="-2507"/>
                        <a:pt x="7144" y="3017"/>
                        <a:pt x="4953" y="5399"/>
                      </a:cubicBezTo>
                      <a:cubicBezTo>
                        <a:pt x="11239" y="4542"/>
                        <a:pt x="10763" y="10161"/>
                        <a:pt x="15621" y="11209"/>
                      </a:cubicBezTo>
                      <a:cubicBezTo>
                        <a:pt x="13525" y="13590"/>
                        <a:pt x="16478" y="13114"/>
                        <a:pt x="15907" y="15876"/>
                      </a:cubicBezTo>
                      <a:cubicBezTo>
                        <a:pt x="25337" y="16733"/>
                        <a:pt x="27813" y="23782"/>
                        <a:pt x="32480" y="28068"/>
                      </a:cubicBezTo>
                      <a:cubicBezTo>
                        <a:pt x="34195" y="26258"/>
                        <a:pt x="33052" y="25401"/>
                        <a:pt x="31813" y="24639"/>
                      </a:cubicBezTo>
                      <a:cubicBezTo>
                        <a:pt x="34862" y="26449"/>
                        <a:pt x="37719" y="30640"/>
                        <a:pt x="40481" y="33212"/>
                      </a:cubicBezTo>
                      <a:cubicBezTo>
                        <a:pt x="33147" y="37879"/>
                        <a:pt x="39433" y="31973"/>
                        <a:pt x="33242" y="34545"/>
                      </a:cubicBezTo>
                      <a:cubicBezTo>
                        <a:pt x="26861" y="29688"/>
                        <a:pt x="20860" y="18638"/>
                        <a:pt x="10382" y="17210"/>
                      </a:cubicBezTo>
                      <a:cubicBezTo>
                        <a:pt x="14669" y="14352"/>
                        <a:pt x="5429" y="15400"/>
                        <a:pt x="3715" y="147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6" name="Freeform: Shape 365">
                  <a:extLst>
                    <a:ext uri="{FF2B5EF4-FFF2-40B4-BE49-F238E27FC236}">
                      <a16:creationId xmlns:a16="http://schemas.microsoft.com/office/drawing/2014/main" id="{89BF5DA3-349C-43C2-BBA2-4E146BCE0684}"/>
                    </a:ext>
                  </a:extLst>
                </p:cNvPr>
                <p:cNvSpPr/>
                <p:nvPr/>
              </p:nvSpPr>
              <p:spPr>
                <a:xfrm>
                  <a:off x="3009423" y="2047589"/>
                  <a:ext cx="5238" cy="4095"/>
                </a:xfrm>
                <a:custGeom>
                  <a:avLst/>
                  <a:gdLst>
                    <a:gd name="connsiteX0" fmla="*/ 0 w 5238"/>
                    <a:gd name="connsiteY0" fmla="*/ 3143 h 4095"/>
                    <a:gd name="connsiteX1" fmla="*/ 3334 w 5238"/>
                    <a:gd name="connsiteY1" fmla="*/ 0 h 4095"/>
                    <a:gd name="connsiteX2" fmla="*/ 5239 w 5238"/>
                    <a:gd name="connsiteY2" fmla="*/ 95 h 4095"/>
                    <a:gd name="connsiteX3" fmla="*/ 2953 w 5238"/>
                    <a:gd name="connsiteY3" fmla="*/ 4096 h 4095"/>
                    <a:gd name="connsiteX4" fmla="*/ 0 w 5238"/>
                    <a:gd name="connsiteY4" fmla="*/ 3143 h 4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38" h="4095">
                      <a:moveTo>
                        <a:pt x="0" y="3143"/>
                      </a:moveTo>
                      <a:cubicBezTo>
                        <a:pt x="2286" y="2096"/>
                        <a:pt x="1048" y="2096"/>
                        <a:pt x="3334" y="0"/>
                      </a:cubicBezTo>
                      <a:cubicBezTo>
                        <a:pt x="3810" y="476"/>
                        <a:pt x="4191" y="953"/>
                        <a:pt x="5239" y="95"/>
                      </a:cubicBezTo>
                      <a:cubicBezTo>
                        <a:pt x="4191" y="1524"/>
                        <a:pt x="5143" y="2191"/>
                        <a:pt x="2953" y="4096"/>
                      </a:cubicBezTo>
                      <a:cubicBezTo>
                        <a:pt x="2476" y="2667"/>
                        <a:pt x="857" y="3905"/>
                        <a:pt x="0" y="3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7" name="Freeform: Shape 366">
                  <a:extLst>
                    <a:ext uri="{FF2B5EF4-FFF2-40B4-BE49-F238E27FC236}">
                      <a16:creationId xmlns:a16="http://schemas.microsoft.com/office/drawing/2014/main" id="{824A0A3E-E051-40AD-8F19-B8C3464E13C9}"/>
                    </a:ext>
                  </a:extLst>
                </p:cNvPr>
                <p:cNvSpPr/>
                <p:nvPr/>
              </p:nvSpPr>
              <p:spPr>
                <a:xfrm>
                  <a:off x="3584543" y="1534763"/>
                  <a:ext cx="5143" cy="3592"/>
                </a:xfrm>
                <a:custGeom>
                  <a:avLst/>
                  <a:gdLst>
                    <a:gd name="connsiteX0" fmla="*/ 0 w 5143"/>
                    <a:gd name="connsiteY0" fmla="*/ 3143 h 3592"/>
                    <a:gd name="connsiteX1" fmla="*/ 3334 w 5143"/>
                    <a:gd name="connsiteY1" fmla="*/ 0 h 3592"/>
                    <a:gd name="connsiteX2" fmla="*/ 5144 w 5143"/>
                    <a:gd name="connsiteY2" fmla="*/ 1524 h 3592"/>
                    <a:gd name="connsiteX3" fmla="*/ 0 w 5143"/>
                    <a:gd name="connsiteY3" fmla="*/ 3143 h 3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43" h="3592">
                      <a:moveTo>
                        <a:pt x="0" y="3143"/>
                      </a:moveTo>
                      <a:lnTo>
                        <a:pt x="3334" y="0"/>
                      </a:lnTo>
                      <a:lnTo>
                        <a:pt x="5144" y="1524"/>
                      </a:lnTo>
                      <a:cubicBezTo>
                        <a:pt x="2953" y="3524"/>
                        <a:pt x="1238" y="4096"/>
                        <a:pt x="0" y="3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8" name="Freeform: Shape 367">
                  <a:extLst>
                    <a:ext uri="{FF2B5EF4-FFF2-40B4-BE49-F238E27FC236}">
                      <a16:creationId xmlns:a16="http://schemas.microsoft.com/office/drawing/2014/main" id="{E4BD2AF5-7F75-49AC-B75B-9030F8D3CDBB}"/>
                    </a:ext>
                  </a:extLst>
                </p:cNvPr>
                <p:cNvSpPr/>
                <p:nvPr/>
              </p:nvSpPr>
              <p:spPr>
                <a:xfrm>
                  <a:off x="3088290" y="2034276"/>
                  <a:ext cx="7810" cy="4835"/>
                </a:xfrm>
                <a:custGeom>
                  <a:avLst/>
                  <a:gdLst>
                    <a:gd name="connsiteX0" fmla="*/ 0 w 7810"/>
                    <a:gd name="connsiteY0" fmla="*/ 454 h 4835"/>
                    <a:gd name="connsiteX1" fmla="*/ 7810 w 7810"/>
                    <a:gd name="connsiteY1" fmla="*/ 1025 h 4835"/>
                    <a:gd name="connsiteX2" fmla="*/ 3619 w 7810"/>
                    <a:gd name="connsiteY2" fmla="*/ 4836 h 4835"/>
                    <a:gd name="connsiteX3" fmla="*/ 0 w 7810"/>
                    <a:gd name="connsiteY3" fmla="*/ 454 h 4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10" h="4835">
                      <a:moveTo>
                        <a:pt x="0" y="454"/>
                      </a:moveTo>
                      <a:cubicBezTo>
                        <a:pt x="4477" y="-1546"/>
                        <a:pt x="2762" y="3883"/>
                        <a:pt x="7810" y="1025"/>
                      </a:cubicBezTo>
                      <a:lnTo>
                        <a:pt x="3619" y="4836"/>
                      </a:lnTo>
                      <a:cubicBezTo>
                        <a:pt x="2096" y="2549"/>
                        <a:pt x="286" y="2645"/>
                        <a:pt x="0" y="4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69" name="Freeform: Shape 368">
                  <a:extLst>
                    <a:ext uri="{FF2B5EF4-FFF2-40B4-BE49-F238E27FC236}">
                      <a16:creationId xmlns:a16="http://schemas.microsoft.com/office/drawing/2014/main" id="{22AD911B-2C97-4747-B294-14A96E044A88}"/>
                    </a:ext>
                  </a:extLst>
                </p:cNvPr>
                <p:cNvSpPr/>
                <p:nvPr/>
              </p:nvSpPr>
              <p:spPr>
                <a:xfrm>
                  <a:off x="3085219" y="2039969"/>
                  <a:ext cx="6043" cy="6331"/>
                </a:xfrm>
                <a:custGeom>
                  <a:avLst/>
                  <a:gdLst>
                    <a:gd name="connsiteX0" fmla="*/ 595 w 6043"/>
                    <a:gd name="connsiteY0" fmla="*/ 1524 h 6331"/>
                    <a:gd name="connsiteX1" fmla="*/ 5833 w 6043"/>
                    <a:gd name="connsiteY1" fmla="*/ 0 h 6331"/>
                    <a:gd name="connsiteX2" fmla="*/ 4214 w 6043"/>
                    <a:gd name="connsiteY2" fmla="*/ 5905 h 6331"/>
                    <a:gd name="connsiteX3" fmla="*/ 23 w 6043"/>
                    <a:gd name="connsiteY3" fmla="*/ 4000 h 6331"/>
                    <a:gd name="connsiteX4" fmla="*/ 595 w 6043"/>
                    <a:gd name="connsiteY4" fmla="*/ 1524 h 6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43" h="6331">
                      <a:moveTo>
                        <a:pt x="595" y="1524"/>
                      </a:moveTo>
                      <a:cubicBezTo>
                        <a:pt x="2881" y="-286"/>
                        <a:pt x="2309" y="4382"/>
                        <a:pt x="5833" y="0"/>
                      </a:cubicBezTo>
                      <a:cubicBezTo>
                        <a:pt x="6881" y="1333"/>
                        <a:pt x="3643" y="4382"/>
                        <a:pt x="4214" y="5905"/>
                      </a:cubicBezTo>
                      <a:cubicBezTo>
                        <a:pt x="309" y="8287"/>
                        <a:pt x="5072" y="-286"/>
                        <a:pt x="23" y="4000"/>
                      </a:cubicBezTo>
                      <a:cubicBezTo>
                        <a:pt x="-167" y="3238"/>
                        <a:pt x="881" y="2096"/>
                        <a:pt x="595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0" name="Freeform: Shape 369">
                  <a:extLst>
                    <a:ext uri="{FF2B5EF4-FFF2-40B4-BE49-F238E27FC236}">
                      <a16:creationId xmlns:a16="http://schemas.microsoft.com/office/drawing/2014/main" id="{E8A24CE1-5D38-42E7-8509-A1973A675ACE}"/>
                    </a:ext>
                  </a:extLst>
                </p:cNvPr>
                <p:cNvSpPr/>
                <p:nvPr/>
              </p:nvSpPr>
              <p:spPr>
                <a:xfrm>
                  <a:off x="3133149" y="2024693"/>
                  <a:ext cx="2289" cy="5369"/>
                </a:xfrm>
                <a:custGeom>
                  <a:avLst/>
                  <a:gdLst>
                    <a:gd name="connsiteX0" fmla="*/ 290 w 2289"/>
                    <a:gd name="connsiteY0" fmla="*/ 607 h 5369"/>
                    <a:gd name="connsiteX1" fmla="*/ 2290 w 2289"/>
                    <a:gd name="connsiteY1" fmla="*/ 5274 h 5369"/>
                    <a:gd name="connsiteX2" fmla="*/ 290 w 2289"/>
                    <a:gd name="connsiteY2" fmla="*/ 607 h 5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9" h="5369">
                      <a:moveTo>
                        <a:pt x="290" y="607"/>
                      </a:moveTo>
                      <a:cubicBezTo>
                        <a:pt x="4195" y="-1965"/>
                        <a:pt x="194" y="4417"/>
                        <a:pt x="2290" y="5274"/>
                      </a:cubicBezTo>
                      <a:cubicBezTo>
                        <a:pt x="-1615" y="5941"/>
                        <a:pt x="766" y="2988"/>
                        <a:pt x="290" y="6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1" name="Freeform: Shape 370">
                  <a:extLst>
                    <a:ext uri="{FF2B5EF4-FFF2-40B4-BE49-F238E27FC236}">
                      <a16:creationId xmlns:a16="http://schemas.microsoft.com/office/drawing/2014/main" id="{B547A4E7-064D-44FF-8ED3-D49E3C3900FD}"/>
                    </a:ext>
                  </a:extLst>
                </p:cNvPr>
                <p:cNvSpPr/>
                <p:nvPr/>
              </p:nvSpPr>
              <p:spPr>
                <a:xfrm>
                  <a:off x="3114008" y="2054923"/>
                  <a:ext cx="3718" cy="4571"/>
                </a:xfrm>
                <a:custGeom>
                  <a:avLst/>
                  <a:gdLst>
                    <a:gd name="connsiteX0" fmla="*/ 3524 w 3718"/>
                    <a:gd name="connsiteY0" fmla="*/ 0 h 4571"/>
                    <a:gd name="connsiteX1" fmla="*/ 1905 w 3718"/>
                    <a:gd name="connsiteY1" fmla="*/ 4572 h 4571"/>
                    <a:gd name="connsiteX2" fmla="*/ 0 w 3718"/>
                    <a:gd name="connsiteY2" fmla="*/ 4381 h 4571"/>
                    <a:gd name="connsiteX3" fmla="*/ 3524 w 3718"/>
                    <a:gd name="connsiteY3" fmla="*/ 0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8" h="4571">
                      <a:moveTo>
                        <a:pt x="3524" y="0"/>
                      </a:moveTo>
                      <a:cubicBezTo>
                        <a:pt x="3810" y="1238"/>
                        <a:pt x="4096" y="2476"/>
                        <a:pt x="1905" y="4572"/>
                      </a:cubicBezTo>
                      <a:cubicBezTo>
                        <a:pt x="2381" y="3238"/>
                        <a:pt x="1905" y="2953"/>
                        <a:pt x="0" y="4381"/>
                      </a:cubicBezTo>
                      <a:cubicBezTo>
                        <a:pt x="191" y="3238"/>
                        <a:pt x="2286" y="1524"/>
                        <a:pt x="352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2" name="Freeform: Shape 371">
                  <a:extLst>
                    <a:ext uri="{FF2B5EF4-FFF2-40B4-BE49-F238E27FC236}">
                      <a16:creationId xmlns:a16="http://schemas.microsoft.com/office/drawing/2014/main" id="{A5E89BB2-441C-4C9B-B91F-34DE2F6F95FD}"/>
                    </a:ext>
                  </a:extLst>
                </p:cNvPr>
                <p:cNvSpPr/>
                <p:nvPr/>
              </p:nvSpPr>
              <p:spPr>
                <a:xfrm>
                  <a:off x="3159442" y="2018972"/>
                  <a:ext cx="5714" cy="6328"/>
                </a:xfrm>
                <a:custGeom>
                  <a:avLst/>
                  <a:gdLst>
                    <a:gd name="connsiteX0" fmla="*/ 857 w 5714"/>
                    <a:gd name="connsiteY0" fmla="*/ 1090 h 6328"/>
                    <a:gd name="connsiteX1" fmla="*/ 5715 w 5714"/>
                    <a:gd name="connsiteY1" fmla="*/ 3852 h 6328"/>
                    <a:gd name="connsiteX2" fmla="*/ 0 w 5714"/>
                    <a:gd name="connsiteY2" fmla="*/ 6329 h 6328"/>
                    <a:gd name="connsiteX3" fmla="*/ 1048 w 5714"/>
                    <a:gd name="connsiteY3" fmla="*/ 2804 h 6328"/>
                    <a:gd name="connsiteX4" fmla="*/ 857 w 5714"/>
                    <a:gd name="connsiteY4" fmla="*/ 1090 h 6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4" h="6328">
                      <a:moveTo>
                        <a:pt x="857" y="1090"/>
                      </a:moveTo>
                      <a:cubicBezTo>
                        <a:pt x="5715" y="-2339"/>
                        <a:pt x="4286" y="3376"/>
                        <a:pt x="5715" y="3852"/>
                      </a:cubicBezTo>
                      <a:cubicBezTo>
                        <a:pt x="3524" y="5376"/>
                        <a:pt x="2191" y="4805"/>
                        <a:pt x="0" y="6329"/>
                      </a:cubicBezTo>
                      <a:cubicBezTo>
                        <a:pt x="1429" y="4805"/>
                        <a:pt x="6096" y="-244"/>
                        <a:pt x="1048" y="2804"/>
                      </a:cubicBezTo>
                      <a:cubicBezTo>
                        <a:pt x="1238" y="2138"/>
                        <a:pt x="1429" y="1471"/>
                        <a:pt x="857" y="10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3" name="Freeform: Shape 372">
                  <a:extLst>
                    <a:ext uri="{FF2B5EF4-FFF2-40B4-BE49-F238E27FC236}">
                      <a16:creationId xmlns:a16="http://schemas.microsoft.com/office/drawing/2014/main" id="{303A6F5D-5508-40A2-AF2D-D1466F8EDA4A}"/>
                    </a:ext>
                  </a:extLst>
                </p:cNvPr>
                <p:cNvSpPr/>
                <p:nvPr/>
              </p:nvSpPr>
              <p:spPr>
                <a:xfrm>
                  <a:off x="3147201" y="2042064"/>
                  <a:ext cx="5763" cy="5619"/>
                </a:xfrm>
                <a:custGeom>
                  <a:avLst/>
                  <a:gdLst>
                    <a:gd name="connsiteX0" fmla="*/ 5764 w 5763"/>
                    <a:gd name="connsiteY0" fmla="*/ 0 h 5619"/>
                    <a:gd name="connsiteX1" fmla="*/ 144 w 5763"/>
                    <a:gd name="connsiteY1" fmla="*/ 5620 h 5619"/>
                    <a:gd name="connsiteX2" fmla="*/ 5764 w 5763"/>
                    <a:gd name="connsiteY2" fmla="*/ 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63" h="5619">
                      <a:moveTo>
                        <a:pt x="5764" y="0"/>
                      </a:moveTo>
                      <a:cubicBezTo>
                        <a:pt x="5383" y="2381"/>
                        <a:pt x="3383" y="2476"/>
                        <a:pt x="144" y="5620"/>
                      </a:cubicBezTo>
                      <a:cubicBezTo>
                        <a:pt x="-904" y="4667"/>
                        <a:pt x="4049" y="571"/>
                        <a:pt x="576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4" name="Freeform: Shape 373">
                  <a:extLst>
                    <a:ext uri="{FF2B5EF4-FFF2-40B4-BE49-F238E27FC236}">
                      <a16:creationId xmlns:a16="http://schemas.microsoft.com/office/drawing/2014/main" id="{1E22B294-22C1-45EF-BFBF-123F3460F609}"/>
                    </a:ext>
                  </a:extLst>
                </p:cNvPr>
                <p:cNvSpPr/>
                <p:nvPr/>
              </p:nvSpPr>
              <p:spPr>
                <a:xfrm>
                  <a:off x="3154634" y="2053866"/>
                  <a:ext cx="4865" cy="3248"/>
                </a:xfrm>
                <a:custGeom>
                  <a:avLst/>
                  <a:gdLst>
                    <a:gd name="connsiteX0" fmla="*/ 4618 w 4865"/>
                    <a:gd name="connsiteY0" fmla="*/ 1153 h 3248"/>
                    <a:gd name="connsiteX1" fmla="*/ 46 w 4865"/>
                    <a:gd name="connsiteY1" fmla="*/ 3248 h 3248"/>
                    <a:gd name="connsiteX2" fmla="*/ 4618 w 4865"/>
                    <a:gd name="connsiteY2" fmla="*/ 1153 h 3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865" h="3248">
                      <a:moveTo>
                        <a:pt x="4618" y="1153"/>
                      </a:moveTo>
                      <a:cubicBezTo>
                        <a:pt x="2427" y="3248"/>
                        <a:pt x="2522" y="486"/>
                        <a:pt x="46" y="3248"/>
                      </a:cubicBezTo>
                      <a:cubicBezTo>
                        <a:pt x="-621" y="772"/>
                        <a:pt x="6237" y="-1419"/>
                        <a:pt x="4618" y="11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5" name="Freeform: Shape 374">
                  <a:extLst>
                    <a:ext uri="{FF2B5EF4-FFF2-40B4-BE49-F238E27FC236}">
                      <a16:creationId xmlns:a16="http://schemas.microsoft.com/office/drawing/2014/main" id="{8BCE0070-E6A5-4F4C-A5FB-69EC102EABC0}"/>
                    </a:ext>
                  </a:extLst>
                </p:cNvPr>
                <p:cNvSpPr/>
                <p:nvPr/>
              </p:nvSpPr>
              <p:spPr>
                <a:xfrm>
                  <a:off x="3153536" y="2072544"/>
                  <a:ext cx="10386" cy="8858"/>
                </a:xfrm>
                <a:custGeom>
                  <a:avLst/>
                  <a:gdLst>
                    <a:gd name="connsiteX0" fmla="*/ 8858 w 10386"/>
                    <a:gd name="connsiteY0" fmla="*/ 0 h 8858"/>
                    <a:gd name="connsiteX1" fmla="*/ 8477 w 10386"/>
                    <a:gd name="connsiteY1" fmla="*/ 4096 h 8858"/>
                    <a:gd name="connsiteX2" fmla="*/ 3810 w 10386"/>
                    <a:gd name="connsiteY2" fmla="*/ 7525 h 8858"/>
                    <a:gd name="connsiteX3" fmla="*/ 95 w 10386"/>
                    <a:gd name="connsiteY3" fmla="*/ 8858 h 8858"/>
                    <a:gd name="connsiteX4" fmla="*/ 0 w 10386"/>
                    <a:gd name="connsiteY4" fmla="*/ 5810 h 8858"/>
                    <a:gd name="connsiteX5" fmla="*/ 8858 w 10386"/>
                    <a:gd name="connsiteY5" fmla="*/ 0 h 8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386" h="8858">
                      <a:moveTo>
                        <a:pt x="8858" y="0"/>
                      </a:moveTo>
                      <a:cubicBezTo>
                        <a:pt x="10001" y="953"/>
                        <a:pt x="11811" y="1619"/>
                        <a:pt x="8477" y="4096"/>
                      </a:cubicBezTo>
                      <a:cubicBezTo>
                        <a:pt x="6382" y="2762"/>
                        <a:pt x="5525" y="5525"/>
                        <a:pt x="3810" y="7525"/>
                      </a:cubicBezTo>
                      <a:cubicBezTo>
                        <a:pt x="858" y="8382"/>
                        <a:pt x="3810" y="4572"/>
                        <a:pt x="95" y="8858"/>
                      </a:cubicBezTo>
                      <a:cubicBezTo>
                        <a:pt x="-190" y="7906"/>
                        <a:pt x="1048" y="6477"/>
                        <a:pt x="0" y="5810"/>
                      </a:cubicBezTo>
                      <a:cubicBezTo>
                        <a:pt x="2572" y="3620"/>
                        <a:pt x="5144" y="2191"/>
                        <a:pt x="885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6" name="Freeform: Shape 375">
                  <a:extLst>
                    <a:ext uri="{FF2B5EF4-FFF2-40B4-BE49-F238E27FC236}">
                      <a16:creationId xmlns:a16="http://schemas.microsoft.com/office/drawing/2014/main" id="{50024C68-36FB-4002-A33C-39BABC6E05BC}"/>
                    </a:ext>
                  </a:extLst>
                </p:cNvPr>
                <p:cNvSpPr/>
                <p:nvPr/>
              </p:nvSpPr>
              <p:spPr>
                <a:xfrm>
                  <a:off x="3147822" y="2083788"/>
                  <a:ext cx="6563" cy="4568"/>
                </a:xfrm>
                <a:custGeom>
                  <a:avLst/>
                  <a:gdLst>
                    <a:gd name="connsiteX0" fmla="*/ 0 w 6563"/>
                    <a:gd name="connsiteY0" fmla="*/ 4568 h 4568"/>
                    <a:gd name="connsiteX1" fmla="*/ 6287 w 6563"/>
                    <a:gd name="connsiteY1" fmla="*/ 1044 h 4568"/>
                    <a:gd name="connsiteX2" fmla="*/ 0 w 6563"/>
                    <a:gd name="connsiteY2" fmla="*/ 4568 h 4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563" h="4568">
                      <a:moveTo>
                        <a:pt x="0" y="4568"/>
                      </a:moveTo>
                      <a:cubicBezTo>
                        <a:pt x="476" y="2377"/>
                        <a:pt x="8096" y="-2004"/>
                        <a:pt x="6287" y="1044"/>
                      </a:cubicBezTo>
                      <a:cubicBezTo>
                        <a:pt x="3715" y="3330"/>
                        <a:pt x="2953" y="1711"/>
                        <a:pt x="0" y="45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7" name="Freeform: Shape 376">
                  <a:extLst>
                    <a:ext uri="{FF2B5EF4-FFF2-40B4-BE49-F238E27FC236}">
                      <a16:creationId xmlns:a16="http://schemas.microsoft.com/office/drawing/2014/main" id="{F94EC52B-ACC9-4EAE-A6BB-941649C3601F}"/>
                    </a:ext>
                  </a:extLst>
                </p:cNvPr>
                <p:cNvSpPr/>
                <p:nvPr/>
              </p:nvSpPr>
              <p:spPr>
                <a:xfrm>
                  <a:off x="3121272" y="2125694"/>
                  <a:ext cx="3689" cy="4223"/>
                </a:xfrm>
                <a:custGeom>
                  <a:avLst/>
                  <a:gdLst>
                    <a:gd name="connsiteX0" fmla="*/ 2642 w 3689"/>
                    <a:gd name="connsiteY0" fmla="*/ 0 h 4223"/>
                    <a:gd name="connsiteX1" fmla="*/ 3689 w 3689"/>
                    <a:gd name="connsiteY1" fmla="*/ 953 h 4223"/>
                    <a:gd name="connsiteX2" fmla="*/ 1785 w 3689"/>
                    <a:gd name="connsiteY2" fmla="*/ 3810 h 4223"/>
                    <a:gd name="connsiteX3" fmla="*/ 2642 w 3689"/>
                    <a:gd name="connsiteY3" fmla="*/ 0 h 42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89" h="4223">
                      <a:moveTo>
                        <a:pt x="2642" y="0"/>
                      </a:moveTo>
                      <a:lnTo>
                        <a:pt x="3689" y="953"/>
                      </a:lnTo>
                      <a:cubicBezTo>
                        <a:pt x="1880" y="2286"/>
                        <a:pt x="1022" y="3334"/>
                        <a:pt x="1785" y="3810"/>
                      </a:cubicBezTo>
                      <a:cubicBezTo>
                        <a:pt x="-1264" y="5429"/>
                        <a:pt x="-25" y="1905"/>
                        <a:pt x="264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8" name="Freeform: Shape 377">
                  <a:extLst>
                    <a:ext uri="{FF2B5EF4-FFF2-40B4-BE49-F238E27FC236}">
                      <a16:creationId xmlns:a16="http://schemas.microsoft.com/office/drawing/2014/main" id="{DC6D4FDC-54ED-4190-9B7D-F06A4DEA8563}"/>
                    </a:ext>
                  </a:extLst>
                </p:cNvPr>
                <p:cNvSpPr/>
                <p:nvPr/>
              </p:nvSpPr>
              <p:spPr>
                <a:xfrm>
                  <a:off x="3216973" y="2046534"/>
                  <a:ext cx="4205" cy="4075"/>
                </a:xfrm>
                <a:custGeom>
                  <a:avLst/>
                  <a:gdLst>
                    <a:gd name="connsiteX0" fmla="*/ 0 w 4205"/>
                    <a:gd name="connsiteY0" fmla="*/ 102 h 4075"/>
                    <a:gd name="connsiteX1" fmla="*/ 4096 w 4205"/>
                    <a:gd name="connsiteY1" fmla="*/ 3722 h 4075"/>
                    <a:gd name="connsiteX2" fmla="*/ 0 w 4205"/>
                    <a:gd name="connsiteY2" fmla="*/ 102 h 40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05" h="4075">
                      <a:moveTo>
                        <a:pt x="0" y="102"/>
                      </a:moveTo>
                      <a:cubicBezTo>
                        <a:pt x="1429" y="-469"/>
                        <a:pt x="4858" y="1436"/>
                        <a:pt x="4096" y="3722"/>
                      </a:cubicBezTo>
                      <a:cubicBezTo>
                        <a:pt x="191" y="5151"/>
                        <a:pt x="857" y="1912"/>
                        <a:pt x="0" y="1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79" name="Freeform: Shape 378">
                  <a:extLst>
                    <a:ext uri="{FF2B5EF4-FFF2-40B4-BE49-F238E27FC236}">
                      <a16:creationId xmlns:a16="http://schemas.microsoft.com/office/drawing/2014/main" id="{926C8BA6-B7F6-4906-9E65-1C1575E85811}"/>
                    </a:ext>
                  </a:extLst>
                </p:cNvPr>
                <p:cNvSpPr/>
                <p:nvPr/>
              </p:nvSpPr>
              <p:spPr>
                <a:xfrm>
                  <a:off x="3133820" y="2117598"/>
                  <a:ext cx="3264" cy="6381"/>
                </a:xfrm>
                <a:custGeom>
                  <a:avLst/>
                  <a:gdLst>
                    <a:gd name="connsiteX0" fmla="*/ 3143 w 3264"/>
                    <a:gd name="connsiteY0" fmla="*/ 0 h 6381"/>
                    <a:gd name="connsiteX1" fmla="*/ 0 w 3264"/>
                    <a:gd name="connsiteY1" fmla="*/ 6382 h 6381"/>
                    <a:gd name="connsiteX2" fmla="*/ 3143 w 3264"/>
                    <a:gd name="connsiteY2" fmla="*/ 0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64" h="6381">
                      <a:moveTo>
                        <a:pt x="3143" y="0"/>
                      </a:moveTo>
                      <a:cubicBezTo>
                        <a:pt x="3524" y="1619"/>
                        <a:pt x="3143" y="3524"/>
                        <a:pt x="0" y="6382"/>
                      </a:cubicBezTo>
                      <a:cubicBezTo>
                        <a:pt x="1143" y="4286"/>
                        <a:pt x="-762" y="3143"/>
                        <a:pt x="314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Freeform: Shape 379">
                  <a:extLst>
                    <a:ext uri="{FF2B5EF4-FFF2-40B4-BE49-F238E27FC236}">
                      <a16:creationId xmlns:a16="http://schemas.microsoft.com/office/drawing/2014/main" id="{DBF7F77F-0738-4568-A585-F282A58A808E}"/>
                    </a:ext>
                  </a:extLst>
                </p:cNvPr>
                <p:cNvSpPr/>
                <p:nvPr/>
              </p:nvSpPr>
              <p:spPr>
                <a:xfrm>
                  <a:off x="3666648" y="1669332"/>
                  <a:ext cx="5819" cy="4600"/>
                </a:xfrm>
                <a:custGeom>
                  <a:avLst/>
                  <a:gdLst>
                    <a:gd name="connsiteX0" fmla="*/ 3048 w 5819"/>
                    <a:gd name="connsiteY0" fmla="*/ 3733 h 4600"/>
                    <a:gd name="connsiteX1" fmla="*/ 0 w 5819"/>
                    <a:gd name="connsiteY1" fmla="*/ 2495 h 4600"/>
                    <a:gd name="connsiteX2" fmla="*/ 5620 w 5819"/>
                    <a:gd name="connsiteY2" fmla="*/ 2971 h 4600"/>
                    <a:gd name="connsiteX3" fmla="*/ 1714 w 5819"/>
                    <a:gd name="connsiteY3" fmla="*/ 4019 h 4600"/>
                    <a:gd name="connsiteX4" fmla="*/ 3048 w 5819"/>
                    <a:gd name="connsiteY4" fmla="*/ 3733 h 4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19" h="4600">
                      <a:moveTo>
                        <a:pt x="3048" y="3733"/>
                      </a:moveTo>
                      <a:cubicBezTo>
                        <a:pt x="2953" y="3733"/>
                        <a:pt x="2191" y="-77"/>
                        <a:pt x="0" y="2495"/>
                      </a:cubicBezTo>
                      <a:cubicBezTo>
                        <a:pt x="1238" y="-1886"/>
                        <a:pt x="6953" y="304"/>
                        <a:pt x="5620" y="2971"/>
                      </a:cubicBezTo>
                      <a:cubicBezTo>
                        <a:pt x="3810" y="4686"/>
                        <a:pt x="2572" y="5067"/>
                        <a:pt x="1714" y="4019"/>
                      </a:cubicBezTo>
                      <a:cubicBezTo>
                        <a:pt x="2381" y="3352"/>
                        <a:pt x="2762" y="3543"/>
                        <a:pt x="3048" y="37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1" name="Freeform: Shape 380">
                  <a:extLst>
                    <a:ext uri="{FF2B5EF4-FFF2-40B4-BE49-F238E27FC236}">
                      <a16:creationId xmlns:a16="http://schemas.microsoft.com/office/drawing/2014/main" id="{0AC736AE-968C-4FCD-8C4E-A9165762D6F1}"/>
                    </a:ext>
                  </a:extLst>
                </p:cNvPr>
                <p:cNvSpPr/>
                <p:nvPr/>
              </p:nvSpPr>
              <p:spPr>
                <a:xfrm>
                  <a:off x="3180293" y="2093690"/>
                  <a:ext cx="12313" cy="21145"/>
                </a:xfrm>
                <a:custGeom>
                  <a:avLst/>
                  <a:gdLst>
                    <a:gd name="connsiteX0" fmla="*/ 2200 w 12313"/>
                    <a:gd name="connsiteY0" fmla="*/ 2572 h 21145"/>
                    <a:gd name="connsiteX1" fmla="*/ 11153 w 12313"/>
                    <a:gd name="connsiteY1" fmla="*/ 0 h 21145"/>
                    <a:gd name="connsiteX2" fmla="*/ 7248 w 12313"/>
                    <a:gd name="connsiteY2" fmla="*/ 10192 h 21145"/>
                    <a:gd name="connsiteX3" fmla="*/ 11534 w 12313"/>
                    <a:gd name="connsiteY3" fmla="*/ 3429 h 21145"/>
                    <a:gd name="connsiteX4" fmla="*/ 8486 w 12313"/>
                    <a:gd name="connsiteY4" fmla="*/ 9811 h 21145"/>
                    <a:gd name="connsiteX5" fmla="*/ 11725 w 12313"/>
                    <a:gd name="connsiteY5" fmla="*/ 15812 h 21145"/>
                    <a:gd name="connsiteX6" fmla="*/ 7153 w 12313"/>
                    <a:gd name="connsiteY6" fmla="*/ 14669 h 21145"/>
                    <a:gd name="connsiteX7" fmla="*/ 866 w 12313"/>
                    <a:gd name="connsiteY7" fmla="*/ 21146 h 21145"/>
                    <a:gd name="connsiteX8" fmla="*/ 5819 w 12313"/>
                    <a:gd name="connsiteY8" fmla="*/ 12002 h 21145"/>
                    <a:gd name="connsiteX9" fmla="*/ 9 w 12313"/>
                    <a:gd name="connsiteY9" fmla="*/ 14383 h 21145"/>
                    <a:gd name="connsiteX10" fmla="*/ 1152 w 12313"/>
                    <a:gd name="connsiteY10" fmla="*/ 7811 h 21145"/>
                    <a:gd name="connsiteX11" fmla="*/ 5724 w 12313"/>
                    <a:gd name="connsiteY11" fmla="*/ 5810 h 21145"/>
                    <a:gd name="connsiteX12" fmla="*/ 2200 w 12313"/>
                    <a:gd name="connsiteY12" fmla="*/ 2572 h 21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313" h="21145">
                      <a:moveTo>
                        <a:pt x="2200" y="2572"/>
                      </a:moveTo>
                      <a:cubicBezTo>
                        <a:pt x="7248" y="-857"/>
                        <a:pt x="4391" y="6287"/>
                        <a:pt x="11153" y="0"/>
                      </a:cubicBezTo>
                      <a:cubicBezTo>
                        <a:pt x="10106" y="3334"/>
                        <a:pt x="6772" y="7429"/>
                        <a:pt x="7248" y="10192"/>
                      </a:cubicBezTo>
                      <a:cubicBezTo>
                        <a:pt x="11915" y="6858"/>
                        <a:pt x="7915" y="6382"/>
                        <a:pt x="11534" y="3429"/>
                      </a:cubicBezTo>
                      <a:cubicBezTo>
                        <a:pt x="12868" y="4763"/>
                        <a:pt x="12868" y="6572"/>
                        <a:pt x="8486" y="9811"/>
                      </a:cubicBezTo>
                      <a:cubicBezTo>
                        <a:pt x="10772" y="12287"/>
                        <a:pt x="12296" y="12954"/>
                        <a:pt x="11725" y="15812"/>
                      </a:cubicBezTo>
                      <a:cubicBezTo>
                        <a:pt x="7439" y="17431"/>
                        <a:pt x="11534" y="13525"/>
                        <a:pt x="7153" y="14669"/>
                      </a:cubicBezTo>
                      <a:cubicBezTo>
                        <a:pt x="3248" y="18193"/>
                        <a:pt x="5915" y="18193"/>
                        <a:pt x="866" y="21146"/>
                      </a:cubicBezTo>
                      <a:cubicBezTo>
                        <a:pt x="1247" y="18479"/>
                        <a:pt x="8010" y="13716"/>
                        <a:pt x="5819" y="12002"/>
                      </a:cubicBezTo>
                      <a:cubicBezTo>
                        <a:pt x="3724" y="11716"/>
                        <a:pt x="2485" y="14954"/>
                        <a:pt x="9" y="14383"/>
                      </a:cubicBezTo>
                      <a:cubicBezTo>
                        <a:pt x="-86" y="12383"/>
                        <a:pt x="581" y="10001"/>
                        <a:pt x="1152" y="7811"/>
                      </a:cubicBezTo>
                      <a:cubicBezTo>
                        <a:pt x="3057" y="6382"/>
                        <a:pt x="3819" y="7239"/>
                        <a:pt x="5724" y="5810"/>
                      </a:cubicBezTo>
                      <a:cubicBezTo>
                        <a:pt x="7439" y="3048"/>
                        <a:pt x="2485" y="4953"/>
                        <a:pt x="220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Freeform: Shape 381">
                  <a:extLst>
                    <a:ext uri="{FF2B5EF4-FFF2-40B4-BE49-F238E27FC236}">
                      <a16:creationId xmlns:a16="http://schemas.microsoft.com/office/drawing/2014/main" id="{FB53CC35-9816-489B-A696-F34D06205E3C}"/>
                    </a:ext>
                  </a:extLst>
                </p:cNvPr>
                <p:cNvSpPr/>
                <p:nvPr/>
              </p:nvSpPr>
              <p:spPr>
                <a:xfrm>
                  <a:off x="3607297" y="1730060"/>
                  <a:ext cx="4398" cy="4677"/>
                </a:xfrm>
                <a:custGeom>
                  <a:avLst/>
                  <a:gdLst>
                    <a:gd name="connsiteX0" fmla="*/ 392 w 4398"/>
                    <a:gd name="connsiteY0" fmla="*/ 1490 h 4677"/>
                    <a:gd name="connsiteX1" fmla="*/ 3820 w 4398"/>
                    <a:gd name="connsiteY1" fmla="*/ 61 h 4677"/>
                    <a:gd name="connsiteX2" fmla="*/ 2963 w 4398"/>
                    <a:gd name="connsiteY2" fmla="*/ 3871 h 4677"/>
                    <a:gd name="connsiteX3" fmla="*/ 392 w 4398"/>
                    <a:gd name="connsiteY3" fmla="*/ 1490 h 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98" h="4677">
                      <a:moveTo>
                        <a:pt x="392" y="1490"/>
                      </a:moveTo>
                      <a:cubicBezTo>
                        <a:pt x="1439" y="1204"/>
                        <a:pt x="2963" y="-320"/>
                        <a:pt x="3820" y="61"/>
                      </a:cubicBezTo>
                      <a:cubicBezTo>
                        <a:pt x="5916" y="632"/>
                        <a:pt x="1535" y="3013"/>
                        <a:pt x="2963" y="3871"/>
                      </a:cubicBezTo>
                      <a:cubicBezTo>
                        <a:pt x="-466" y="6157"/>
                        <a:pt x="-275" y="3013"/>
                        <a:pt x="392" y="14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Freeform: Shape 382">
                  <a:extLst>
                    <a:ext uri="{FF2B5EF4-FFF2-40B4-BE49-F238E27FC236}">
                      <a16:creationId xmlns:a16="http://schemas.microsoft.com/office/drawing/2014/main" id="{57FD94FF-8B02-4868-AB0C-1B11F8DDF5D3}"/>
                    </a:ext>
                  </a:extLst>
                </p:cNvPr>
                <p:cNvSpPr/>
                <p:nvPr/>
              </p:nvSpPr>
              <p:spPr>
                <a:xfrm>
                  <a:off x="3215491" y="2085147"/>
                  <a:ext cx="8911" cy="8828"/>
                </a:xfrm>
                <a:custGeom>
                  <a:avLst/>
                  <a:gdLst>
                    <a:gd name="connsiteX0" fmla="*/ 148 w 8911"/>
                    <a:gd name="connsiteY0" fmla="*/ 4542 h 8828"/>
                    <a:gd name="connsiteX1" fmla="*/ 4149 w 8911"/>
                    <a:gd name="connsiteY1" fmla="*/ 542 h 8828"/>
                    <a:gd name="connsiteX2" fmla="*/ 8911 w 8911"/>
                    <a:gd name="connsiteY2" fmla="*/ 351 h 8828"/>
                    <a:gd name="connsiteX3" fmla="*/ 4816 w 8911"/>
                    <a:gd name="connsiteY3" fmla="*/ 8828 h 8828"/>
                    <a:gd name="connsiteX4" fmla="*/ 148 w 8911"/>
                    <a:gd name="connsiteY4" fmla="*/ 4542 h 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11" h="8828">
                      <a:moveTo>
                        <a:pt x="148" y="4542"/>
                      </a:moveTo>
                      <a:cubicBezTo>
                        <a:pt x="-804" y="3971"/>
                        <a:pt x="3101" y="1780"/>
                        <a:pt x="4149" y="542"/>
                      </a:cubicBezTo>
                      <a:cubicBezTo>
                        <a:pt x="1196" y="5781"/>
                        <a:pt x="7578" y="-1649"/>
                        <a:pt x="8911" y="351"/>
                      </a:cubicBezTo>
                      <a:cubicBezTo>
                        <a:pt x="1863" y="3494"/>
                        <a:pt x="8911" y="5209"/>
                        <a:pt x="4816" y="8828"/>
                      </a:cubicBezTo>
                      <a:cubicBezTo>
                        <a:pt x="2911" y="7971"/>
                        <a:pt x="6530" y="1304"/>
                        <a:pt x="148" y="45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Freeform: Shape 383">
                  <a:extLst>
                    <a:ext uri="{FF2B5EF4-FFF2-40B4-BE49-F238E27FC236}">
                      <a16:creationId xmlns:a16="http://schemas.microsoft.com/office/drawing/2014/main" id="{152AE5E3-F7C4-45FD-98BA-8C3253B70AC6}"/>
                    </a:ext>
                  </a:extLst>
                </p:cNvPr>
                <p:cNvSpPr/>
                <p:nvPr/>
              </p:nvSpPr>
              <p:spPr>
                <a:xfrm>
                  <a:off x="3208782" y="2093118"/>
                  <a:ext cx="7423" cy="5943"/>
                </a:xfrm>
                <a:custGeom>
                  <a:avLst/>
                  <a:gdLst>
                    <a:gd name="connsiteX0" fmla="*/ 7334 w 7423"/>
                    <a:gd name="connsiteY0" fmla="*/ 0 h 5943"/>
                    <a:gd name="connsiteX1" fmla="*/ 0 w 7423"/>
                    <a:gd name="connsiteY1" fmla="*/ 5525 h 5943"/>
                    <a:gd name="connsiteX2" fmla="*/ 1429 w 7423"/>
                    <a:gd name="connsiteY2" fmla="*/ 3715 h 5943"/>
                    <a:gd name="connsiteX3" fmla="*/ 7334 w 7423"/>
                    <a:gd name="connsiteY3" fmla="*/ 0 h 5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23" h="5943">
                      <a:moveTo>
                        <a:pt x="7334" y="0"/>
                      </a:moveTo>
                      <a:cubicBezTo>
                        <a:pt x="8287" y="1810"/>
                        <a:pt x="1333" y="7525"/>
                        <a:pt x="0" y="5525"/>
                      </a:cubicBezTo>
                      <a:cubicBezTo>
                        <a:pt x="1048" y="4763"/>
                        <a:pt x="1429" y="4191"/>
                        <a:pt x="1429" y="3715"/>
                      </a:cubicBezTo>
                      <a:cubicBezTo>
                        <a:pt x="5048" y="2286"/>
                        <a:pt x="1905" y="5048"/>
                        <a:pt x="733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Freeform: Shape 384">
                  <a:extLst>
                    <a:ext uri="{FF2B5EF4-FFF2-40B4-BE49-F238E27FC236}">
                      <a16:creationId xmlns:a16="http://schemas.microsoft.com/office/drawing/2014/main" id="{094E0647-D178-4297-AD79-80E025B5B605}"/>
                    </a:ext>
                  </a:extLst>
                </p:cNvPr>
                <p:cNvSpPr/>
                <p:nvPr/>
              </p:nvSpPr>
              <p:spPr>
                <a:xfrm>
                  <a:off x="3202971" y="2101595"/>
                  <a:ext cx="8953" cy="7618"/>
                </a:xfrm>
                <a:custGeom>
                  <a:avLst/>
                  <a:gdLst>
                    <a:gd name="connsiteX0" fmla="*/ 0 w 8953"/>
                    <a:gd name="connsiteY0" fmla="*/ 5620 h 7618"/>
                    <a:gd name="connsiteX1" fmla="*/ 8954 w 8953"/>
                    <a:gd name="connsiteY1" fmla="*/ 0 h 7618"/>
                    <a:gd name="connsiteX2" fmla="*/ 1810 w 8953"/>
                    <a:gd name="connsiteY2" fmla="*/ 7239 h 7618"/>
                    <a:gd name="connsiteX3" fmla="*/ 2000 w 8953"/>
                    <a:gd name="connsiteY3" fmla="*/ 5810 h 7618"/>
                    <a:gd name="connsiteX4" fmla="*/ 0 w 8953"/>
                    <a:gd name="connsiteY4" fmla="*/ 5620 h 7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53" h="7618">
                      <a:moveTo>
                        <a:pt x="0" y="5620"/>
                      </a:moveTo>
                      <a:cubicBezTo>
                        <a:pt x="3715" y="2286"/>
                        <a:pt x="6668" y="476"/>
                        <a:pt x="8954" y="0"/>
                      </a:cubicBezTo>
                      <a:cubicBezTo>
                        <a:pt x="8287" y="1524"/>
                        <a:pt x="3048" y="4572"/>
                        <a:pt x="1810" y="7239"/>
                      </a:cubicBezTo>
                      <a:cubicBezTo>
                        <a:pt x="95" y="8287"/>
                        <a:pt x="476" y="6953"/>
                        <a:pt x="2000" y="5810"/>
                      </a:cubicBezTo>
                      <a:cubicBezTo>
                        <a:pt x="1238" y="6001"/>
                        <a:pt x="476" y="6096"/>
                        <a:pt x="0" y="5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Freeform: Shape 385">
                  <a:extLst>
                    <a:ext uri="{FF2B5EF4-FFF2-40B4-BE49-F238E27FC236}">
                      <a16:creationId xmlns:a16="http://schemas.microsoft.com/office/drawing/2014/main" id="{D0F7A404-4371-4098-9FCD-5846112AF8DD}"/>
                    </a:ext>
                  </a:extLst>
                </p:cNvPr>
                <p:cNvSpPr/>
                <p:nvPr/>
              </p:nvSpPr>
              <p:spPr>
                <a:xfrm>
                  <a:off x="3646169" y="1731130"/>
                  <a:ext cx="5905" cy="3562"/>
                </a:xfrm>
                <a:custGeom>
                  <a:avLst/>
                  <a:gdLst>
                    <a:gd name="connsiteX0" fmla="*/ 0 w 5905"/>
                    <a:gd name="connsiteY0" fmla="*/ 2419 h 3562"/>
                    <a:gd name="connsiteX1" fmla="*/ 1238 w 5905"/>
                    <a:gd name="connsiteY1" fmla="*/ 2038 h 3562"/>
                    <a:gd name="connsiteX2" fmla="*/ 5906 w 5905"/>
                    <a:gd name="connsiteY2" fmla="*/ 1753 h 3562"/>
                    <a:gd name="connsiteX3" fmla="*/ 1238 w 5905"/>
                    <a:gd name="connsiteY3" fmla="*/ 3562 h 3562"/>
                    <a:gd name="connsiteX4" fmla="*/ 0 w 5905"/>
                    <a:gd name="connsiteY4" fmla="*/ 2419 h 3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5" h="3562">
                      <a:moveTo>
                        <a:pt x="0" y="2419"/>
                      </a:moveTo>
                      <a:cubicBezTo>
                        <a:pt x="667" y="1753"/>
                        <a:pt x="953" y="1848"/>
                        <a:pt x="1238" y="2038"/>
                      </a:cubicBezTo>
                      <a:cubicBezTo>
                        <a:pt x="4096" y="610"/>
                        <a:pt x="4953" y="-1581"/>
                        <a:pt x="5906" y="1753"/>
                      </a:cubicBezTo>
                      <a:cubicBezTo>
                        <a:pt x="5715" y="4420"/>
                        <a:pt x="4001" y="-914"/>
                        <a:pt x="1238" y="3562"/>
                      </a:cubicBezTo>
                      <a:lnTo>
                        <a:pt x="0" y="2419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Freeform: Shape 386">
                  <a:extLst>
                    <a:ext uri="{FF2B5EF4-FFF2-40B4-BE49-F238E27FC236}">
                      <a16:creationId xmlns:a16="http://schemas.microsoft.com/office/drawing/2014/main" id="{8B27B62D-92D7-4594-8448-C96647CA67E6}"/>
                    </a:ext>
                  </a:extLst>
                </p:cNvPr>
                <p:cNvSpPr/>
                <p:nvPr/>
              </p:nvSpPr>
              <p:spPr>
                <a:xfrm>
                  <a:off x="3642100" y="1736377"/>
                  <a:ext cx="4450" cy="3268"/>
                </a:xfrm>
                <a:custGeom>
                  <a:avLst/>
                  <a:gdLst>
                    <a:gd name="connsiteX0" fmla="*/ 4451 w 4450"/>
                    <a:gd name="connsiteY0" fmla="*/ 697 h 3268"/>
                    <a:gd name="connsiteX1" fmla="*/ 545 w 4450"/>
                    <a:gd name="connsiteY1" fmla="*/ 3268 h 3268"/>
                    <a:gd name="connsiteX2" fmla="*/ 4451 w 4450"/>
                    <a:gd name="connsiteY2" fmla="*/ 697 h 3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50" h="3268">
                      <a:moveTo>
                        <a:pt x="4451" y="697"/>
                      </a:moveTo>
                      <a:cubicBezTo>
                        <a:pt x="3403" y="1078"/>
                        <a:pt x="2069" y="1935"/>
                        <a:pt x="545" y="3268"/>
                      </a:cubicBezTo>
                      <a:cubicBezTo>
                        <a:pt x="-1645" y="1459"/>
                        <a:pt x="3403" y="-1304"/>
                        <a:pt x="4451" y="6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Freeform: Shape 387">
                  <a:extLst>
                    <a:ext uri="{FF2B5EF4-FFF2-40B4-BE49-F238E27FC236}">
                      <a16:creationId xmlns:a16="http://schemas.microsoft.com/office/drawing/2014/main" id="{04FC3F13-14EC-4A6A-8254-C2D526BBE158}"/>
                    </a:ext>
                  </a:extLst>
                </p:cNvPr>
                <p:cNvSpPr/>
                <p:nvPr/>
              </p:nvSpPr>
              <p:spPr>
                <a:xfrm>
                  <a:off x="3198936" y="2115883"/>
                  <a:ext cx="2339" cy="4571"/>
                </a:xfrm>
                <a:custGeom>
                  <a:avLst/>
                  <a:gdLst>
                    <a:gd name="connsiteX0" fmla="*/ 1845 w 2339"/>
                    <a:gd name="connsiteY0" fmla="*/ 0 h 4571"/>
                    <a:gd name="connsiteX1" fmla="*/ 130 w 2339"/>
                    <a:gd name="connsiteY1" fmla="*/ 4572 h 4571"/>
                    <a:gd name="connsiteX2" fmla="*/ 1845 w 2339"/>
                    <a:gd name="connsiteY2" fmla="*/ 0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39" h="4571">
                      <a:moveTo>
                        <a:pt x="1845" y="0"/>
                      </a:moveTo>
                      <a:cubicBezTo>
                        <a:pt x="702" y="1715"/>
                        <a:pt x="4607" y="1715"/>
                        <a:pt x="130" y="4572"/>
                      </a:cubicBezTo>
                      <a:cubicBezTo>
                        <a:pt x="987" y="3048"/>
                        <a:pt x="-1585" y="2476"/>
                        <a:pt x="184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9" name="Freeform: Shape 388">
                  <a:extLst>
                    <a:ext uri="{FF2B5EF4-FFF2-40B4-BE49-F238E27FC236}">
                      <a16:creationId xmlns:a16="http://schemas.microsoft.com/office/drawing/2014/main" id="{0BF637B4-6396-4757-9EBD-7EBC36DA0445}"/>
                    </a:ext>
                  </a:extLst>
                </p:cNvPr>
                <p:cNvSpPr/>
                <p:nvPr/>
              </p:nvSpPr>
              <p:spPr>
                <a:xfrm>
                  <a:off x="3691344" y="1702239"/>
                  <a:ext cx="3117" cy="2933"/>
                </a:xfrm>
                <a:custGeom>
                  <a:avLst/>
                  <a:gdLst>
                    <a:gd name="connsiteX0" fmla="*/ 165 w 3117"/>
                    <a:gd name="connsiteY0" fmla="*/ 831 h 2933"/>
                    <a:gd name="connsiteX1" fmla="*/ 3118 w 3117"/>
                    <a:gd name="connsiteY1" fmla="*/ 2069 h 2933"/>
                    <a:gd name="connsiteX2" fmla="*/ 165 w 3117"/>
                    <a:gd name="connsiteY2" fmla="*/ 831 h 2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17" h="2933">
                      <a:moveTo>
                        <a:pt x="165" y="831"/>
                      </a:moveTo>
                      <a:cubicBezTo>
                        <a:pt x="3213" y="-1170"/>
                        <a:pt x="2451" y="926"/>
                        <a:pt x="3118" y="2069"/>
                      </a:cubicBezTo>
                      <a:cubicBezTo>
                        <a:pt x="927" y="3974"/>
                        <a:pt x="-502" y="2355"/>
                        <a:pt x="165" y="83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0" name="Freeform: Shape 389">
                  <a:extLst>
                    <a:ext uri="{FF2B5EF4-FFF2-40B4-BE49-F238E27FC236}">
                      <a16:creationId xmlns:a16="http://schemas.microsoft.com/office/drawing/2014/main" id="{B16E665B-5B17-4304-96BF-1E5BF17F0817}"/>
                    </a:ext>
                  </a:extLst>
                </p:cNvPr>
                <p:cNvSpPr/>
                <p:nvPr/>
              </p:nvSpPr>
              <p:spPr>
                <a:xfrm>
                  <a:off x="3690534" y="1704784"/>
                  <a:ext cx="4403" cy="5619"/>
                </a:xfrm>
                <a:custGeom>
                  <a:avLst/>
                  <a:gdLst>
                    <a:gd name="connsiteX0" fmla="*/ 4403 w 4403"/>
                    <a:gd name="connsiteY0" fmla="*/ 0 h 5619"/>
                    <a:gd name="connsiteX1" fmla="*/ 498 w 4403"/>
                    <a:gd name="connsiteY1" fmla="*/ 5620 h 5619"/>
                    <a:gd name="connsiteX2" fmla="*/ 117 w 4403"/>
                    <a:gd name="connsiteY2" fmla="*/ 2095 h 5619"/>
                    <a:gd name="connsiteX3" fmla="*/ 4403 w 4403"/>
                    <a:gd name="connsiteY3" fmla="*/ 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03" h="5619">
                      <a:moveTo>
                        <a:pt x="4403" y="0"/>
                      </a:moveTo>
                      <a:cubicBezTo>
                        <a:pt x="3927" y="1715"/>
                        <a:pt x="2879" y="4953"/>
                        <a:pt x="498" y="5620"/>
                      </a:cubicBezTo>
                      <a:cubicBezTo>
                        <a:pt x="-1407" y="4953"/>
                        <a:pt x="2974" y="2572"/>
                        <a:pt x="117" y="2095"/>
                      </a:cubicBezTo>
                      <a:cubicBezTo>
                        <a:pt x="2117" y="-191"/>
                        <a:pt x="2688" y="1429"/>
                        <a:pt x="440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1" name="Freeform: Shape 390">
                  <a:extLst>
                    <a:ext uri="{FF2B5EF4-FFF2-40B4-BE49-F238E27FC236}">
                      <a16:creationId xmlns:a16="http://schemas.microsoft.com/office/drawing/2014/main" id="{7064EAA1-C563-4EBB-9228-90CD72ABC0FA}"/>
                    </a:ext>
                  </a:extLst>
                </p:cNvPr>
                <p:cNvSpPr/>
                <p:nvPr/>
              </p:nvSpPr>
              <p:spPr>
                <a:xfrm>
                  <a:off x="3236499" y="2089689"/>
                  <a:ext cx="10096" cy="7524"/>
                </a:xfrm>
                <a:custGeom>
                  <a:avLst/>
                  <a:gdLst>
                    <a:gd name="connsiteX0" fmla="*/ 0 w 10096"/>
                    <a:gd name="connsiteY0" fmla="*/ 5239 h 7524"/>
                    <a:gd name="connsiteX1" fmla="*/ 9334 w 10096"/>
                    <a:gd name="connsiteY1" fmla="*/ 0 h 7524"/>
                    <a:gd name="connsiteX2" fmla="*/ 10096 w 10096"/>
                    <a:gd name="connsiteY2" fmla="*/ 667 h 7524"/>
                    <a:gd name="connsiteX3" fmla="*/ 2572 w 10096"/>
                    <a:gd name="connsiteY3" fmla="*/ 7525 h 7524"/>
                    <a:gd name="connsiteX4" fmla="*/ 4953 w 10096"/>
                    <a:gd name="connsiteY4" fmla="*/ 3620 h 7524"/>
                    <a:gd name="connsiteX5" fmla="*/ 0 w 10096"/>
                    <a:gd name="connsiteY5" fmla="*/ 5239 h 7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96" h="7524">
                      <a:moveTo>
                        <a:pt x="0" y="5239"/>
                      </a:moveTo>
                      <a:cubicBezTo>
                        <a:pt x="3905" y="3048"/>
                        <a:pt x="6763" y="2000"/>
                        <a:pt x="9334" y="0"/>
                      </a:cubicBezTo>
                      <a:cubicBezTo>
                        <a:pt x="9144" y="762"/>
                        <a:pt x="8954" y="1429"/>
                        <a:pt x="10096" y="667"/>
                      </a:cubicBezTo>
                      <a:cubicBezTo>
                        <a:pt x="7810" y="2953"/>
                        <a:pt x="6096" y="3429"/>
                        <a:pt x="2572" y="7525"/>
                      </a:cubicBezTo>
                      <a:cubicBezTo>
                        <a:pt x="667" y="7144"/>
                        <a:pt x="4953" y="4667"/>
                        <a:pt x="4953" y="3620"/>
                      </a:cubicBezTo>
                      <a:cubicBezTo>
                        <a:pt x="3715" y="3429"/>
                        <a:pt x="476" y="7239"/>
                        <a:pt x="0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2" name="Freeform: Shape 391">
                  <a:extLst>
                    <a:ext uri="{FF2B5EF4-FFF2-40B4-BE49-F238E27FC236}">
                      <a16:creationId xmlns:a16="http://schemas.microsoft.com/office/drawing/2014/main" id="{D43D6224-6488-44B8-9FDC-186E46D3AF62}"/>
                    </a:ext>
                  </a:extLst>
                </p:cNvPr>
                <p:cNvSpPr/>
                <p:nvPr/>
              </p:nvSpPr>
              <p:spPr>
                <a:xfrm>
                  <a:off x="3253073" y="2083270"/>
                  <a:ext cx="4952" cy="3101"/>
                </a:xfrm>
                <a:custGeom>
                  <a:avLst/>
                  <a:gdLst>
                    <a:gd name="connsiteX0" fmla="*/ 0 w 4952"/>
                    <a:gd name="connsiteY0" fmla="*/ 2324 h 3101"/>
                    <a:gd name="connsiteX1" fmla="*/ 4953 w 4952"/>
                    <a:gd name="connsiteY1" fmla="*/ 704 h 3101"/>
                    <a:gd name="connsiteX2" fmla="*/ 3524 w 4952"/>
                    <a:gd name="connsiteY2" fmla="*/ 2514 h 3101"/>
                    <a:gd name="connsiteX3" fmla="*/ 0 w 4952"/>
                    <a:gd name="connsiteY3" fmla="*/ 2324 h 3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2" h="3101">
                      <a:moveTo>
                        <a:pt x="0" y="2324"/>
                      </a:moveTo>
                      <a:cubicBezTo>
                        <a:pt x="2572" y="-58"/>
                        <a:pt x="4191" y="-629"/>
                        <a:pt x="4953" y="704"/>
                      </a:cubicBezTo>
                      <a:cubicBezTo>
                        <a:pt x="3905" y="1466"/>
                        <a:pt x="3429" y="2038"/>
                        <a:pt x="3524" y="2514"/>
                      </a:cubicBezTo>
                      <a:cubicBezTo>
                        <a:pt x="2000" y="3371"/>
                        <a:pt x="857" y="3276"/>
                        <a:pt x="0" y="23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3" name="Freeform: Shape 392">
                  <a:extLst>
                    <a:ext uri="{FF2B5EF4-FFF2-40B4-BE49-F238E27FC236}">
                      <a16:creationId xmlns:a16="http://schemas.microsoft.com/office/drawing/2014/main" id="{61B23B30-D1DE-4916-892F-BB08FC641897}"/>
                    </a:ext>
                  </a:extLst>
                </p:cNvPr>
                <p:cNvSpPr/>
                <p:nvPr/>
              </p:nvSpPr>
              <p:spPr>
                <a:xfrm>
                  <a:off x="3634930" y="1770565"/>
                  <a:ext cx="6000" cy="2751"/>
                </a:xfrm>
                <a:custGeom>
                  <a:avLst/>
                  <a:gdLst>
                    <a:gd name="connsiteX0" fmla="*/ 0 w 6000"/>
                    <a:gd name="connsiteY0" fmla="*/ 894 h 2751"/>
                    <a:gd name="connsiteX1" fmla="*/ 6001 w 6000"/>
                    <a:gd name="connsiteY1" fmla="*/ 322 h 2751"/>
                    <a:gd name="connsiteX2" fmla="*/ 0 w 6000"/>
                    <a:gd name="connsiteY2" fmla="*/ 894 h 2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00" h="2751">
                      <a:moveTo>
                        <a:pt x="0" y="894"/>
                      </a:moveTo>
                      <a:cubicBezTo>
                        <a:pt x="4286" y="-1868"/>
                        <a:pt x="2000" y="2894"/>
                        <a:pt x="6001" y="322"/>
                      </a:cubicBezTo>
                      <a:cubicBezTo>
                        <a:pt x="4763" y="3847"/>
                        <a:pt x="667" y="3085"/>
                        <a:pt x="0" y="8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4" name="Freeform: Shape 393">
                  <a:extLst>
                    <a:ext uri="{FF2B5EF4-FFF2-40B4-BE49-F238E27FC236}">
                      <a16:creationId xmlns:a16="http://schemas.microsoft.com/office/drawing/2014/main" id="{02CFFE29-02B5-4FC5-AC1E-59ECCA478BA7}"/>
                    </a:ext>
                  </a:extLst>
                </p:cNvPr>
                <p:cNvSpPr/>
                <p:nvPr/>
              </p:nvSpPr>
              <p:spPr>
                <a:xfrm>
                  <a:off x="3108494" y="2207895"/>
                  <a:ext cx="3989" cy="3911"/>
                </a:xfrm>
                <a:custGeom>
                  <a:avLst/>
                  <a:gdLst>
                    <a:gd name="connsiteX0" fmla="*/ 84 w 3989"/>
                    <a:gd name="connsiteY0" fmla="*/ 2572 h 3911"/>
                    <a:gd name="connsiteX1" fmla="*/ 3989 w 3989"/>
                    <a:gd name="connsiteY1" fmla="*/ 0 h 3911"/>
                    <a:gd name="connsiteX2" fmla="*/ 84 w 3989"/>
                    <a:gd name="connsiteY2" fmla="*/ 2572 h 3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89" h="3911">
                      <a:moveTo>
                        <a:pt x="84" y="2572"/>
                      </a:moveTo>
                      <a:cubicBezTo>
                        <a:pt x="1799" y="952"/>
                        <a:pt x="2656" y="857"/>
                        <a:pt x="3989" y="0"/>
                      </a:cubicBezTo>
                      <a:cubicBezTo>
                        <a:pt x="3989" y="2000"/>
                        <a:pt x="-678" y="6001"/>
                        <a:pt x="84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5" name="Freeform: Shape 394">
                  <a:extLst>
                    <a:ext uri="{FF2B5EF4-FFF2-40B4-BE49-F238E27FC236}">
                      <a16:creationId xmlns:a16="http://schemas.microsoft.com/office/drawing/2014/main" id="{84085B4C-BADE-4917-BEC8-4ADB372264F4}"/>
                    </a:ext>
                  </a:extLst>
                </p:cNvPr>
                <p:cNvSpPr/>
                <p:nvPr/>
              </p:nvSpPr>
              <p:spPr>
                <a:xfrm>
                  <a:off x="3102768" y="2212276"/>
                  <a:ext cx="4572" cy="3933"/>
                </a:xfrm>
                <a:custGeom>
                  <a:avLst/>
                  <a:gdLst>
                    <a:gd name="connsiteX0" fmla="*/ 0 w 4572"/>
                    <a:gd name="connsiteY0" fmla="*/ 3620 h 3933"/>
                    <a:gd name="connsiteX1" fmla="*/ 4381 w 4572"/>
                    <a:gd name="connsiteY1" fmla="*/ 0 h 3933"/>
                    <a:gd name="connsiteX2" fmla="*/ 4572 w 4572"/>
                    <a:gd name="connsiteY2" fmla="*/ 1619 h 3933"/>
                    <a:gd name="connsiteX3" fmla="*/ 0 w 4572"/>
                    <a:gd name="connsiteY3" fmla="*/ 3620 h 3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2" h="3933">
                      <a:moveTo>
                        <a:pt x="0" y="3620"/>
                      </a:moveTo>
                      <a:lnTo>
                        <a:pt x="4381" y="0"/>
                      </a:lnTo>
                      <a:cubicBezTo>
                        <a:pt x="4191" y="667"/>
                        <a:pt x="4001" y="1238"/>
                        <a:pt x="4572" y="1619"/>
                      </a:cubicBezTo>
                      <a:cubicBezTo>
                        <a:pt x="2762" y="2858"/>
                        <a:pt x="667" y="4667"/>
                        <a:pt x="0" y="3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6" name="Freeform: Shape 395">
                  <a:extLst>
                    <a:ext uri="{FF2B5EF4-FFF2-40B4-BE49-F238E27FC236}">
                      <a16:creationId xmlns:a16="http://schemas.microsoft.com/office/drawing/2014/main" id="{8B10606E-36EB-439A-8DF3-7E7ACDE969FE}"/>
                    </a:ext>
                  </a:extLst>
                </p:cNvPr>
                <p:cNvSpPr/>
                <p:nvPr/>
              </p:nvSpPr>
              <p:spPr>
                <a:xfrm>
                  <a:off x="3090721" y="2222768"/>
                  <a:ext cx="5188" cy="6215"/>
                </a:xfrm>
                <a:custGeom>
                  <a:avLst/>
                  <a:gdLst>
                    <a:gd name="connsiteX0" fmla="*/ 45 w 5188"/>
                    <a:gd name="connsiteY0" fmla="*/ 3509 h 6215"/>
                    <a:gd name="connsiteX1" fmla="*/ 5189 w 5188"/>
                    <a:gd name="connsiteY1" fmla="*/ 462 h 6215"/>
                    <a:gd name="connsiteX2" fmla="*/ 2522 w 5188"/>
                    <a:gd name="connsiteY2" fmla="*/ 2652 h 6215"/>
                    <a:gd name="connsiteX3" fmla="*/ 1760 w 5188"/>
                    <a:gd name="connsiteY3" fmla="*/ 5034 h 6215"/>
                    <a:gd name="connsiteX4" fmla="*/ 45 w 5188"/>
                    <a:gd name="connsiteY4" fmla="*/ 3509 h 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88" h="6215">
                      <a:moveTo>
                        <a:pt x="45" y="3509"/>
                      </a:moveTo>
                      <a:cubicBezTo>
                        <a:pt x="1855" y="2271"/>
                        <a:pt x="4903" y="-1253"/>
                        <a:pt x="5189" y="462"/>
                      </a:cubicBezTo>
                      <a:lnTo>
                        <a:pt x="2522" y="2652"/>
                      </a:lnTo>
                      <a:cubicBezTo>
                        <a:pt x="1379" y="3795"/>
                        <a:pt x="3284" y="3795"/>
                        <a:pt x="1760" y="5034"/>
                      </a:cubicBezTo>
                      <a:cubicBezTo>
                        <a:pt x="-2526" y="8463"/>
                        <a:pt x="2712" y="3319"/>
                        <a:pt x="45" y="35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7" name="Freeform: Shape 396">
                  <a:extLst>
                    <a:ext uri="{FF2B5EF4-FFF2-40B4-BE49-F238E27FC236}">
                      <a16:creationId xmlns:a16="http://schemas.microsoft.com/office/drawing/2014/main" id="{637A7FAF-A41B-4CEE-A5C1-9C53D8742C72}"/>
                    </a:ext>
                  </a:extLst>
                </p:cNvPr>
                <p:cNvSpPr/>
                <p:nvPr/>
              </p:nvSpPr>
              <p:spPr>
                <a:xfrm>
                  <a:off x="3663886" y="1767421"/>
                  <a:ext cx="5603" cy="5085"/>
                </a:xfrm>
                <a:custGeom>
                  <a:avLst/>
                  <a:gdLst>
                    <a:gd name="connsiteX0" fmla="*/ 0 w 5603"/>
                    <a:gd name="connsiteY0" fmla="*/ 323 h 5085"/>
                    <a:gd name="connsiteX1" fmla="*/ 4953 w 5603"/>
                    <a:gd name="connsiteY1" fmla="*/ 5086 h 5085"/>
                    <a:gd name="connsiteX2" fmla="*/ 0 w 5603"/>
                    <a:gd name="connsiteY2" fmla="*/ 323 h 5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03" h="5085">
                      <a:moveTo>
                        <a:pt x="0" y="323"/>
                      </a:moveTo>
                      <a:cubicBezTo>
                        <a:pt x="2191" y="-915"/>
                        <a:pt x="7429" y="1561"/>
                        <a:pt x="4953" y="5086"/>
                      </a:cubicBezTo>
                      <a:cubicBezTo>
                        <a:pt x="3715" y="2514"/>
                        <a:pt x="2381" y="2895"/>
                        <a:pt x="0" y="3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Freeform: Shape 397">
                  <a:extLst>
                    <a:ext uri="{FF2B5EF4-FFF2-40B4-BE49-F238E27FC236}">
                      <a16:creationId xmlns:a16="http://schemas.microsoft.com/office/drawing/2014/main" id="{DFE7D756-FC0A-42B4-A2BB-803CF8CE3595}"/>
                    </a:ext>
                  </a:extLst>
                </p:cNvPr>
                <p:cNvSpPr/>
                <p:nvPr/>
              </p:nvSpPr>
              <p:spPr>
                <a:xfrm>
                  <a:off x="3661886" y="1776195"/>
                  <a:ext cx="3761" cy="4598"/>
                </a:xfrm>
                <a:custGeom>
                  <a:avLst/>
                  <a:gdLst>
                    <a:gd name="connsiteX0" fmla="*/ 0 w 3761"/>
                    <a:gd name="connsiteY0" fmla="*/ 694 h 4598"/>
                    <a:gd name="connsiteX1" fmla="*/ 2476 w 3761"/>
                    <a:gd name="connsiteY1" fmla="*/ 4599 h 4598"/>
                    <a:gd name="connsiteX2" fmla="*/ 0 w 3761"/>
                    <a:gd name="connsiteY2" fmla="*/ 694 h 45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61" h="4598">
                      <a:moveTo>
                        <a:pt x="0" y="694"/>
                      </a:moveTo>
                      <a:cubicBezTo>
                        <a:pt x="3143" y="-1592"/>
                        <a:pt x="5239" y="2313"/>
                        <a:pt x="2476" y="4599"/>
                      </a:cubicBezTo>
                      <a:cubicBezTo>
                        <a:pt x="2000" y="3170"/>
                        <a:pt x="1810" y="1741"/>
                        <a:pt x="0" y="6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9" name="Freeform: Shape 398">
                  <a:extLst>
                    <a:ext uri="{FF2B5EF4-FFF2-40B4-BE49-F238E27FC236}">
                      <a16:creationId xmlns:a16="http://schemas.microsoft.com/office/drawing/2014/main" id="{ECF77AD7-F68D-4E89-A19B-5D016F81B730}"/>
                    </a:ext>
                  </a:extLst>
                </p:cNvPr>
                <p:cNvSpPr/>
                <p:nvPr/>
              </p:nvSpPr>
              <p:spPr>
                <a:xfrm>
                  <a:off x="3600926" y="1837467"/>
                  <a:ext cx="6758" cy="3543"/>
                </a:xfrm>
                <a:custGeom>
                  <a:avLst/>
                  <a:gdLst>
                    <a:gd name="connsiteX0" fmla="*/ 6668 w 6758"/>
                    <a:gd name="connsiteY0" fmla="*/ 3429 h 3543"/>
                    <a:gd name="connsiteX1" fmla="*/ 0 w 6758"/>
                    <a:gd name="connsiteY1" fmla="*/ 1714 h 3543"/>
                    <a:gd name="connsiteX2" fmla="*/ 6382 w 6758"/>
                    <a:gd name="connsiteY2" fmla="*/ 0 h 3543"/>
                    <a:gd name="connsiteX3" fmla="*/ 6668 w 6758"/>
                    <a:gd name="connsiteY3" fmla="*/ 3429 h 3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58" h="3543">
                      <a:moveTo>
                        <a:pt x="6668" y="3429"/>
                      </a:moveTo>
                      <a:cubicBezTo>
                        <a:pt x="2858" y="3810"/>
                        <a:pt x="2286" y="3238"/>
                        <a:pt x="0" y="1714"/>
                      </a:cubicBezTo>
                      <a:cubicBezTo>
                        <a:pt x="2477" y="286"/>
                        <a:pt x="3239" y="3048"/>
                        <a:pt x="6382" y="0"/>
                      </a:cubicBezTo>
                      <a:cubicBezTo>
                        <a:pt x="6096" y="1333"/>
                        <a:pt x="7049" y="2191"/>
                        <a:pt x="6668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0" name="Freeform: Shape 399">
                  <a:extLst>
                    <a:ext uri="{FF2B5EF4-FFF2-40B4-BE49-F238E27FC236}">
                      <a16:creationId xmlns:a16="http://schemas.microsoft.com/office/drawing/2014/main" id="{6603476E-98E0-4DCA-8FBE-293C5FEFAEF3}"/>
                    </a:ext>
                  </a:extLst>
                </p:cNvPr>
                <p:cNvSpPr/>
                <p:nvPr/>
              </p:nvSpPr>
              <p:spPr>
                <a:xfrm>
                  <a:off x="3741610" y="1727015"/>
                  <a:ext cx="4958" cy="2800"/>
                </a:xfrm>
                <a:custGeom>
                  <a:avLst/>
                  <a:gdLst>
                    <a:gd name="connsiteX0" fmla="*/ 0 w 4958"/>
                    <a:gd name="connsiteY0" fmla="*/ 629 h 2800"/>
                    <a:gd name="connsiteX1" fmla="*/ 4667 w 4958"/>
                    <a:gd name="connsiteY1" fmla="*/ 2057 h 2800"/>
                    <a:gd name="connsiteX2" fmla="*/ 0 w 4958"/>
                    <a:gd name="connsiteY2" fmla="*/ 629 h 2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58" h="2800">
                      <a:moveTo>
                        <a:pt x="0" y="629"/>
                      </a:moveTo>
                      <a:cubicBezTo>
                        <a:pt x="1905" y="-514"/>
                        <a:pt x="6096" y="-133"/>
                        <a:pt x="4667" y="2057"/>
                      </a:cubicBezTo>
                      <a:cubicBezTo>
                        <a:pt x="2000" y="4343"/>
                        <a:pt x="2857" y="629"/>
                        <a:pt x="0" y="6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1" name="Freeform: Shape 400">
                  <a:extLst>
                    <a:ext uri="{FF2B5EF4-FFF2-40B4-BE49-F238E27FC236}">
                      <a16:creationId xmlns:a16="http://schemas.microsoft.com/office/drawing/2014/main" id="{E5735CEF-FFD3-47BA-B724-700D2FFF294A}"/>
                    </a:ext>
                  </a:extLst>
                </p:cNvPr>
                <p:cNvSpPr/>
                <p:nvPr/>
              </p:nvSpPr>
              <p:spPr>
                <a:xfrm>
                  <a:off x="3250787" y="2119788"/>
                  <a:ext cx="24825" cy="17335"/>
                </a:xfrm>
                <a:custGeom>
                  <a:avLst/>
                  <a:gdLst>
                    <a:gd name="connsiteX0" fmla="*/ 6858 w 24825"/>
                    <a:gd name="connsiteY0" fmla="*/ 12954 h 17335"/>
                    <a:gd name="connsiteX1" fmla="*/ 8096 w 24825"/>
                    <a:gd name="connsiteY1" fmla="*/ 15716 h 17335"/>
                    <a:gd name="connsiteX2" fmla="*/ 0 w 24825"/>
                    <a:gd name="connsiteY2" fmla="*/ 17335 h 17335"/>
                    <a:gd name="connsiteX3" fmla="*/ 12954 w 24825"/>
                    <a:gd name="connsiteY3" fmla="*/ 3143 h 17335"/>
                    <a:gd name="connsiteX4" fmla="*/ 10763 w 24825"/>
                    <a:gd name="connsiteY4" fmla="*/ 7334 h 17335"/>
                    <a:gd name="connsiteX5" fmla="*/ 13621 w 24825"/>
                    <a:gd name="connsiteY5" fmla="*/ 3810 h 17335"/>
                    <a:gd name="connsiteX6" fmla="*/ 13240 w 24825"/>
                    <a:gd name="connsiteY6" fmla="*/ 6572 h 17335"/>
                    <a:gd name="connsiteX7" fmla="*/ 24384 w 24825"/>
                    <a:gd name="connsiteY7" fmla="*/ 0 h 17335"/>
                    <a:gd name="connsiteX8" fmla="*/ 23527 w 24825"/>
                    <a:gd name="connsiteY8" fmla="*/ 3810 h 17335"/>
                    <a:gd name="connsiteX9" fmla="*/ 20383 w 24825"/>
                    <a:gd name="connsiteY9" fmla="*/ 3905 h 17335"/>
                    <a:gd name="connsiteX10" fmla="*/ 17526 w 24825"/>
                    <a:gd name="connsiteY10" fmla="*/ 7429 h 17335"/>
                    <a:gd name="connsiteX11" fmla="*/ 13430 w 24825"/>
                    <a:gd name="connsiteY11" fmla="*/ 8192 h 17335"/>
                    <a:gd name="connsiteX12" fmla="*/ 6858 w 24825"/>
                    <a:gd name="connsiteY12" fmla="*/ 12954 h 17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4825" h="17335">
                      <a:moveTo>
                        <a:pt x="6858" y="12954"/>
                      </a:moveTo>
                      <a:cubicBezTo>
                        <a:pt x="6287" y="13906"/>
                        <a:pt x="7144" y="14288"/>
                        <a:pt x="8096" y="15716"/>
                      </a:cubicBezTo>
                      <a:cubicBezTo>
                        <a:pt x="5620" y="15716"/>
                        <a:pt x="3334" y="15526"/>
                        <a:pt x="0" y="17335"/>
                      </a:cubicBezTo>
                      <a:cubicBezTo>
                        <a:pt x="8763" y="12097"/>
                        <a:pt x="6382" y="8001"/>
                        <a:pt x="12954" y="3143"/>
                      </a:cubicBezTo>
                      <a:cubicBezTo>
                        <a:pt x="12763" y="4381"/>
                        <a:pt x="10287" y="6382"/>
                        <a:pt x="10763" y="7334"/>
                      </a:cubicBezTo>
                      <a:cubicBezTo>
                        <a:pt x="12573" y="7620"/>
                        <a:pt x="13716" y="4381"/>
                        <a:pt x="13621" y="3810"/>
                      </a:cubicBezTo>
                      <a:cubicBezTo>
                        <a:pt x="15716" y="2381"/>
                        <a:pt x="16859" y="4858"/>
                        <a:pt x="13240" y="6572"/>
                      </a:cubicBezTo>
                      <a:cubicBezTo>
                        <a:pt x="17716" y="4858"/>
                        <a:pt x="20383" y="3619"/>
                        <a:pt x="24384" y="0"/>
                      </a:cubicBezTo>
                      <a:cubicBezTo>
                        <a:pt x="25908" y="762"/>
                        <a:pt x="22955" y="2858"/>
                        <a:pt x="23527" y="3810"/>
                      </a:cubicBezTo>
                      <a:cubicBezTo>
                        <a:pt x="22098" y="4572"/>
                        <a:pt x="21146" y="4381"/>
                        <a:pt x="20383" y="3905"/>
                      </a:cubicBezTo>
                      <a:cubicBezTo>
                        <a:pt x="17050" y="5810"/>
                        <a:pt x="20860" y="5525"/>
                        <a:pt x="17526" y="7429"/>
                      </a:cubicBezTo>
                      <a:cubicBezTo>
                        <a:pt x="16192" y="7715"/>
                        <a:pt x="14478" y="8668"/>
                        <a:pt x="13430" y="8192"/>
                      </a:cubicBezTo>
                      <a:cubicBezTo>
                        <a:pt x="10668" y="10382"/>
                        <a:pt x="9049" y="13621"/>
                        <a:pt x="6858" y="12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2" name="Freeform: Shape 401">
                  <a:extLst>
                    <a:ext uri="{FF2B5EF4-FFF2-40B4-BE49-F238E27FC236}">
                      <a16:creationId xmlns:a16="http://schemas.microsoft.com/office/drawing/2014/main" id="{A892000A-C85F-4B9E-91BB-D64A910ACA4D}"/>
                    </a:ext>
                  </a:extLst>
                </p:cNvPr>
                <p:cNvSpPr/>
                <p:nvPr/>
              </p:nvSpPr>
              <p:spPr>
                <a:xfrm>
                  <a:off x="3271170" y="2116387"/>
                  <a:ext cx="3543" cy="2569"/>
                </a:xfrm>
                <a:custGeom>
                  <a:avLst/>
                  <a:gdLst>
                    <a:gd name="connsiteX0" fmla="*/ 0 w 3543"/>
                    <a:gd name="connsiteY0" fmla="*/ 1115 h 2569"/>
                    <a:gd name="connsiteX1" fmla="*/ 3048 w 3543"/>
                    <a:gd name="connsiteY1" fmla="*/ 2448 h 2569"/>
                    <a:gd name="connsiteX2" fmla="*/ 0 w 3543"/>
                    <a:gd name="connsiteY2" fmla="*/ 1115 h 2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43" h="2569">
                      <a:moveTo>
                        <a:pt x="0" y="1115"/>
                      </a:moveTo>
                      <a:cubicBezTo>
                        <a:pt x="3429" y="-1266"/>
                        <a:pt x="4191" y="639"/>
                        <a:pt x="3048" y="2448"/>
                      </a:cubicBezTo>
                      <a:cubicBezTo>
                        <a:pt x="857" y="3020"/>
                        <a:pt x="2191" y="1401"/>
                        <a:pt x="0" y="11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3" name="Freeform: Shape 402">
                  <a:extLst>
                    <a:ext uri="{FF2B5EF4-FFF2-40B4-BE49-F238E27FC236}">
                      <a16:creationId xmlns:a16="http://schemas.microsoft.com/office/drawing/2014/main" id="{8052641C-C39C-46FA-B121-11E52D12A1FE}"/>
                    </a:ext>
                  </a:extLst>
                </p:cNvPr>
                <p:cNvSpPr/>
                <p:nvPr/>
              </p:nvSpPr>
              <p:spPr>
                <a:xfrm>
                  <a:off x="3646265" y="1809313"/>
                  <a:ext cx="10953" cy="8533"/>
                </a:xfrm>
                <a:custGeom>
                  <a:avLst/>
                  <a:gdLst>
                    <a:gd name="connsiteX0" fmla="*/ 0 w 10953"/>
                    <a:gd name="connsiteY0" fmla="*/ 1104 h 8533"/>
                    <a:gd name="connsiteX1" fmla="*/ 10954 w 10953"/>
                    <a:gd name="connsiteY1" fmla="*/ 3771 h 8533"/>
                    <a:gd name="connsiteX2" fmla="*/ 6096 w 10953"/>
                    <a:gd name="connsiteY2" fmla="*/ 8533 h 8533"/>
                    <a:gd name="connsiteX3" fmla="*/ 0 w 10953"/>
                    <a:gd name="connsiteY3" fmla="*/ 1104 h 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953" h="8533">
                      <a:moveTo>
                        <a:pt x="0" y="1104"/>
                      </a:moveTo>
                      <a:cubicBezTo>
                        <a:pt x="6763" y="-2802"/>
                        <a:pt x="6287" y="5009"/>
                        <a:pt x="10954" y="3771"/>
                      </a:cubicBezTo>
                      <a:cubicBezTo>
                        <a:pt x="10382" y="5104"/>
                        <a:pt x="8287" y="6819"/>
                        <a:pt x="6096" y="8533"/>
                      </a:cubicBezTo>
                      <a:cubicBezTo>
                        <a:pt x="3429" y="6819"/>
                        <a:pt x="3524" y="2247"/>
                        <a:pt x="0" y="11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4" name="Freeform: Shape 403">
                  <a:extLst>
                    <a:ext uri="{FF2B5EF4-FFF2-40B4-BE49-F238E27FC236}">
                      <a16:creationId xmlns:a16="http://schemas.microsoft.com/office/drawing/2014/main" id="{7A18B90B-A1B7-40D9-B104-28604C7DBA2B}"/>
                    </a:ext>
                  </a:extLst>
                </p:cNvPr>
                <p:cNvSpPr/>
                <p:nvPr/>
              </p:nvSpPr>
              <p:spPr>
                <a:xfrm>
                  <a:off x="3411569" y="2003371"/>
                  <a:ext cx="4667" cy="2990"/>
                </a:xfrm>
                <a:custGeom>
                  <a:avLst/>
                  <a:gdLst>
                    <a:gd name="connsiteX0" fmla="*/ 1048 w 4667"/>
                    <a:gd name="connsiteY0" fmla="*/ 308 h 2990"/>
                    <a:gd name="connsiteX1" fmla="*/ 4667 w 4667"/>
                    <a:gd name="connsiteY1" fmla="*/ 689 h 2990"/>
                    <a:gd name="connsiteX2" fmla="*/ 0 w 4667"/>
                    <a:gd name="connsiteY2" fmla="*/ 2499 h 2990"/>
                    <a:gd name="connsiteX3" fmla="*/ 1048 w 4667"/>
                    <a:gd name="connsiteY3" fmla="*/ 308 h 2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67" h="2990">
                      <a:moveTo>
                        <a:pt x="1048" y="308"/>
                      </a:moveTo>
                      <a:cubicBezTo>
                        <a:pt x="2667" y="-454"/>
                        <a:pt x="3524" y="403"/>
                        <a:pt x="4667" y="689"/>
                      </a:cubicBezTo>
                      <a:cubicBezTo>
                        <a:pt x="2476" y="2689"/>
                        <a:pt x="762" y="3642"/>
                        <a:pt x="0" y="2499"/>
                      </a:cubicBezTo>
                      <a:cubicBezTo>
                        <a:pt x="1714" y="1451"/>
                        <a:pt x="1429" y="879"/>
                        <a:pt x="1048" y="3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5" name="Freeform: Shape 404">
                  <a:extLst>
                    <a:ext uri="{FF2B5EF4-FFF2-40B4-BE49-F238E27FC236}">
                      <a16:creationId xmlns:a16="http://schemas.microsoft.com/office/drawing/2014/main" id="{A63C1D7E-7AB9-4902-9713-BA3C5E49CFB7}"/>
                    </a:ext>
                  </a:extLst>
                </p:cNvPr>
                <p:cNvSpPr/>
                <p:nvPr/>
              </p:nvSpPr>
              <p:spPr>
                <a:xfrm>
                  <a:off x="3574923" y="1869707"/>
                  <a:ext cx="5905" cy="5307"/>
                </a:xfrm>
                <a:custGeom>
                  <a:avLst/>
                  <a:gdLst>
                    <a:gd name="connsiteX0" fmla="*/ 0 w 5905"/>
                    <a:gd name="connsiteY0" fmla="*/ 1002 h 5307"/>
                    <a:gd name="connsiteX1" fmla="*/ 5905 w 5905"/>
                    <a:gd name="connsiteY1" fmla="*/ 1859 h 5307"/>
                    <a:gd name="connsiteX2" fmla="*/ 667 w 5905"/>
                    <a:gd name="connsiteY2" fmla="*/ 4717 h 5307"/>
                    <a:gd name="connsiteX3" fmla="*/ 4191 w 5905"/>
                    <a:gd name="connsiteY3" fmla="*/ 1764 h 5307"/>
                    <a:gd name="connsiteX4" fmla="*/ 0 w 5905"/>
                    <a:gd name="connsiteY4" fmla="*/ 1002 h 5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05" h="5307">
                      <a:moveTo>
                        <a:pt x="0" y="1002"/>
                      </a:moveTo>
                      <a:cubicBezTo>
                        <a:pt x="3238" y="-808"/>
                        <a:pt x="5715" y="50"/>
                        <a:pt x="5905" y="1859"/>
                      </a:cubicBezTo>
                      <a:cubicBezTo>
                        <a:pt x="4096" y="3098"/>
                        <a:pt x="1143" y="6717"/>
                        <a:pt x="667" y="4717"/>
                      </a:cubicBezTo>
                      <a:cubicBezTo>
                        <a:pt x="3048" y="2717"/>
                        <a:pt x="3143" y="3860"/>
                        <a:pt x="4191" y="1764"/>
                      </a:cubicBezTo>
                      <a:cubicBezTo>
                        <a:pt x="2667" y="1764"/>
                        <a:pt x="667" y="2907"/>
                        <a:pt x="0" y="10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6" name="Freeform: Shape 405">
                  <a:extLst>
                    <a:ext uri="{FF2B5EF4-FFF2-40B4-BE49-F238E27FC236}">
                      <a16:creationId xmlns:a16="http://schemas.microsoft.com/office/drawing/2014/main" id="{C41F202A-2553-4029-B7BA-AA1481317597}"/>
                    </a:ext>
                  </a:extLst>
                </p:cNvPr>
                <p:cNvSpPr/>
                <p:nvPr/>
              </p:nvSpPr>
              <p:spPr>
                <a:xfrm>
                  <a:off x="3607611" y="1845468"/>
                  <a:ext cx="5422" cy="3333"/>
                </a:xfrm>
                <a:custGeom>
                  <a:avLst/>
                  <a:gdLst>
                    <a:gd name="connsiteX0" fmla="*/ 1506 w 5422"/>
                    <a:gd name="connsiteY0" fmla="*/ 0 h 3333"/>
                    <a:gd name="connsiteX1" fmla="*/ 3983 w 5422"/>
                    <a:gd name="connsiteY1" fmla="*/ 2286 h 3333"/>
                    <a:gd name="connsiteX2" fmla="*/ 77 w 5422"/>
                    <a:gd name="connsiteY2" fmla="*/ 3334 h 3333"/>
                    <a:gd name="connsiteX3" fmla="*/ 1506 w 5422"/>
                    <a:gd name="connsiteY3" fmla="*/ 0 h 3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22" h="3333">
                      <a:moveTo>
                        <a:pt x="1506" y="0"/>
                      </a:moveTo>
                      <a:cubicBezTo>
                        <a:pt x="2744" y="3048"/>
                        <a:pt x="7888" y="-2762"/>
                        <a:pt x="3983" y="2286"/>
                      </a:cubicBezTo>
                      <a:cubicBezTo>
                        <a:pt x="1982" y="4191"/>
                        <a:pt x="2649" y="95"/>
                        <a:pt x="77" y="3334"/>
                      </a:cubicBezTo>
                      <a:cubicBezTo>
                        <a:pt x="649" y="2191"/>
                        <a:pt x="-1161" y="1619"/>
                        <a:pt x="150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7" name="Freeform: Shape 406">
                  <a:extLst>
                    <a:ext uri="{FF2B5EF4-FFF2-40B4-BE49-F238E27FC236}">
                      <a16:creationId xmlns:a16="http://schemas.microsoft.com/office/drawing/2014/main" id="{6B649927-81E5-44C8-9418-81F6EEDF8A4E}"/>
                    </a:ext>
                  </a:extLst>
                </p:cNvPr>
                <p:cNvSpPr/>
                <p:nvPr/>
              </p:nvSpPr>
              <p:spPr>
                <a:xfrm>
                  <a:off x="3610811" y="1848516"/>
                  <a:ext cx="6224" cy="4729"/>
                </a:xfrm>
                <a:custGeom>
                  <a:avLst/>
                  <a:gdLst>
                    <a:gd name="connsiteX0" fmla="*/ 1545 w 6224"/>
                    <a:gd name="connsiteY0" fmla="*/ 0 h 4729"/>
                    <a:gd name="connsiteX1" fmla="*/ 5736 w 6224"/>
                    <a:gd name="connsiteY1" fmla="*/ 857 h 4729"/>
                    <a:gd name="connsiteX2" fmla="*/ 5926 w 6224"/>
                    <a:gd name="connsiteY2" fmla="*/ 4286 h 4729"/>
                    <a:gd name="connsiteX3" fmla="*/ 1545 w 6224"/>
                    <a:gd name="connsiteY3" fmla="*/ 0 h 4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24" h="4729">
                      <a:moveTo>
                        <a:pt x="1545" y="0"/>
                      </a:moveTo>
                      <a:cubicBezTo>
                        <a:pt x="211" y="2953"/>
                        <a:pt x="4212" y="571"/>
                        <a:pt x="5736" y="857"/>
                      </a:cubicBezTo>
                      <a:cubicBezTo>
                        <a:pt x="7641" y="1524"/>
                        <a:pt x="3164" y="3810"/>
                        <a:pt x="5926" y="4286"/>
                      </a:cubicBezTo>
                      <a:cubicBezTo>
                        <a:pt x="2402" y="5524"/>
                        <a:pt x="-2551" y="4191"/>
                        <a:pt x="154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8" name="Freeform: Shape 407">
                  <a:extLst>
                    <a:ext uri="{FF2B5EF4-FFF2-40B4-BE49-F238E27FC236}">
                      <a16:creationId xmlns:a16="http://schemas.microsoft.com/office/drawing/2014/main" id="{97B06DE7-718F-44B7-92A9-8631EF13D681}"/>
                    </a:ext>
                  </a:extLst>
                </p:cNvPr>
                <p:cNvSpPr/>
                <p:nvPr/>
              </p:nvSpPr>
              <p:spPr>
                <a:xfrm>
                  <a:off x="3585400" y="1874900"/>
                  <a:ext cx="6858" cy="5524"/>
                </a:xfrm>
                <a:custGeom>
                  <a:avLst/>
                  <a:gdLst>
                    <a:gd name="connsiteX0" fmla="*/ 0 w 6858"/>
                    <a:gd name="connsiteY0" fmla="*/ 2762 h 5524"/>
                    <a:gd name="connsiteX1" fmla="*/ 6858 w 6858"/>
                    <a:gd name="connsiteY1" fmla="*/ 0 h 5524"/>
                    <a:gd name="connsiteX2" fmla="*/ 2762 w 6858"/>
                    <a:gd name="connsiteY2" fmla="*/ 5525 h 5524"/>
                    <a:gd name="connsiteX3" fmla="*/ 0 w 6858"/>
                    <a:gd name="connsiteY3" fmla="*/ 2762 h 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58" h="5524">
                      <a:moveTo>
                        <a:pt x="0" y="2762"/>
                      </a:moveTo>
                      <a:cubicBezTo>
                        <a:pt x="3238" y="857"/>
                        <a:pt x="1238" y="5620"/>
                        <a:pt x="6858" y="0"/>
                      </a:cubicBezTo>
                      <a:cubicBezTo>
                        <a:pt x="5810" y="1715"/>
                        <a:pt x="5905" y="3238"/>
                        <a:pt x="2762" y="5525"/>
                      </a:cubicBezTo>
                      <a:lnTo>
                        <a:pt x="0" y="2762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9" name="Freeform: Shape 408">
                  <a:extLst>
                    <a:ext uri="{FF2B5EF4-FFF2-40B4-BE49-F238E27FC236}">
                      <a16:creationId xmlns:a16="http://schemas.microsoft.com/office/drawing/2014/main" id="{E5DC171F-8E7D-4334-8CDB-B206C739E126}"/>
                    </a:ext>
                  </a:extLst>
                </p:cNvPr>
                <p:cNvSpPr/>
                <p:nvPr/>
              </p:nvSpPr>
              <p:spPr>
                <a:xfrm>
                  <a:off x="3621309" y="1859852"/>
                  <a:ext cx="5333" cy="3588"/>
                </a:xfrm>
                <a:custGeom>
                  <a:avLst/>
                  <a:gdLst>
                    <a:gd name="connsiteX0" fmla="*/ 0 w 5333"/>
                    <a:gd name="connsiteY0" fmla="*/ 761 h 3588"/>
                    <a:gd name="connsiteX1" fmla="*/ 5334 w 5333"/>
                    <a:gd name="connsiteY1" fmla="*/ 2856 h 3588"/>
                    <a:gd name="connsiteX2" fmla="*/ 0 w 5333"/>
                    <a:gd name="connsiteY2" fmla="*/ 761 h 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333" h="3588">
                      <a:moveTo>
                        <a:pt x="0" y="761"/>
                      </a:moveTo>
                      <a:cubicBezTo>
                        <a:pt x="4096" y="-1906"/>
                        <a:pt x="1810" y="3333"/>
                        <a:pt x="5334" y="2856"/>
                      </a:cubicBezTo>
                      <a:cubicBezTo>
                        <a:pt x="2191" y="5047"/>
                        <a:pt x="1619" y="1713"/>
                        <a:pt x="0" y="76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0" name="Freeform: Shape 409">
                  <a:extLst>
                    <a:ext uri="{FF2B5EF4-FFF2-40B4-BE49-F238E27FC236}">
                      <a16:creationId xmlns:a16="http://schemas.microsoft.com/office/drawing/2014/main" id="{C8230D52-008B-4731-899D-5BC843DE6ACC}"/>
                    </a:ext>
                  </a:extLst>
                </p:cNvPr>
                <p:cNvSpPr/>
                <p:nvPr/>
              </p:nvSpPr>
              <p:spPr>
                <a:xfrm>
                  <a:off x="3603018" y="1876520"/>
                  <a:ext cx="8194" cy="5905"/>
                </a:xfrm>
                <a:custGeom>
                  <a:avLst/>
                  <a:gdLst>
                    <a:gd name="connsiteX0" fmla="*/ 2098 w 8194"/>
                    <a:gd name="connsiteY0" fmla="*/ 0 h 5905"/>
                    <a:gd name="connsiteX1" fmla="*/ 8194 w 8194"/>
                    <a:gd name="connsiteY1" fmla="*/ 2858 h 5905"/>
                    <a:gd name="connsiteX2" fmla="*/ 3 w 8194"/>
                    <a:gd name="connsiteY2" fmla="*/ 5906 h 5905"/>
                    <a:gd name="connsiteX3" fmla="*/ 2098 w 8194"/>
                    <a:gd name="connsiteY3" fmla="*/ 0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94" h="5905">
                      <a:moveTo>
                        <a:pt x="2098" y="0"/>
                      </a:moveTo>
                      <a:cubicBezTo>
                        <a:pt x="2860" y="1715"/>
                        <a:pt x="4289" y="2667"/>
                        <a:pt x="8194" y="2858"/>
                      </a:cubicBezTo>
                      <a:cubicBezTo>
                        <a:pt x="4575" y="5810"/>
                        <a:pt x="4194" y="1619"/>
                        <a:pt x="3" y="5906"/>
                      </a:cubicBezTo>
                      <a:cubicBezTo>
                        <a:pt x="-92" y="4191"/>
                        <a:pt x="2289" y="1810"/>
                        <a:pt x="209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1" name="Freeform: Shape 410">
                  <a:extLst>
                    <a:ext uri="{FF2B5EF4-FFF2-40B4-BE49-F238E27FC236}">
                      <a16:creationId xmlns:a16="http://schemas.microsoft.com/office/drawing/2014/main" id="{83AA1802-D663-4373-9A0B-B336A296F9AF}"/>
                    </a:ext>
                  </a:extLst>
                </p:cNvPr>
                <p:cNvSpPr/>
                <p:nvPr/>
              </p:nvSpPr>
              <p:spPr>
                <a:xfrm>
                  <a:off x="3663600" y="1827752"/>
                  <a:ext cx="5143" cy="2014"/>
                </a:xfrm>
                <a:custGeom>
                  <a:avLst/>
                  <a:gdLst>
                    <a:gd name="connsiteX0" fmla="*/ 0 w 5143"/>
                    <a:gd name="connsiteY0" fmla="*/ 1238 h 2014"/>
                    <a:gd name="connsiteX1" fmla="*/ 5144 w 5143"/>
                    <a:gd name="connsiteY1" fmla="*/ 0 h 2014"/>
                    <a:gd name="connsiteX2" fmla="*/ 0 w 5143"/>
                    <a:gd name="connsiteY2" fmla="*/ 1238 h 20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143" h="2014">
                      <a:moveTo>
                        <a:pt x="0" y="1238"/>
                      </a:moveTo>
                      <a:cubicBezTo>
                        <a:pt x="2381" y="-667"/>
                        <a:pt x="3334" y="476"/>
                        <a:pt x="5144" y="0"/>
                      </a:cubicBezTo>
                      <a:cubicBezTo>
                        <a:pt x="4477" y="2953"/>
                        <a:pt x="857" y="2000"/>
                        <a:pt x="0" y="1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2" name="Freeform: Shape 411">
                  <a:extLst>
                    <a:ext uri="{FF2B5EF4-FFF2-40B4-BE49-F238E27FC236}">
                      <a16:creationId xmlns:a16="http://schemas.microsoft.com/office/drawing/2014/main" id="{61CAD7A8-92A9-431B-BB82-00931CA3D5A9}"/>
                    </a:ext>
                  </a:extLst>
                </p:cNvPr>
                <p:cNvSpPr/>
                <p:nvPr/>
              </p:nvSpPr>
              <p:spPr>
                <a:xfrm>
                  <a:off x="3625875" y="1863185"/>
                  <a:ext cx="4403" cy="2705"/>
                </a:xfrm>
                <a:custGeom>
                  <a:avLst/>
                  <a:gdLst>
                    <a:gd name="connsiteX0" fmla="*/ 197 w 4403"/>
                    <a:gd name="connsiteY0" fmla="*/ 571 h 2705"/>
                    <a:gd name="connsiteX1" fmla="*/ 4388 w 4403"/>
                    <a:gd name="connsiteY1" fmla="*/ 0 h 2705"/>
                    <a:gd name="connsiteX2" fmla="*/ 3436 w 4403"/>
                    <a:gd name="connsiteY2" fmla="*/ 2191 h 2705"/>
                    <a:gd name="connsiteX3" fmla="*/ 197 w 4403"/>
                    <a:gd name="connsiteY3" fmla="*/ 571 h 2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03" h="2705">
                      <a:moveTo>
                        <a:pt x="197" y="571"/>
                      </a:moveTo>
                      <a:cubicBezTo>
                        <a:pt x="2388" y="-1429"/>
                        <a:pt x="1531" y="3429"/>
                        <a:pt x="4388" y="0"/>
                      </a:cubicBezTo>
                      <a:cubicBezTo>
                        <a:pt x="4579" y="571"/>
                        <a:pt x="2864" y="1714"/>
                        <a:pt x="3436" y="2191"/>
                      </a:cubicBezTo>
                      <a:cubicBezTo>
                        <a:pt x="1436" y="3334"/>
                        <a:pt x="-660" y="2476"/>
                        <a:pt x="197" y="5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3" name="Freeform: Shape 412">
                  <a:extLst>
                    <a:ext uri="{FF2B5EF4-FFF2-40B4-BE49-F238E27FC236}">
                      <a16:creationId xmlns:a16="http://schemas.microsoft.com/office/drawing/2014/main" id="{B0036DF2-2476-4B0B-803C-CFAC47134AAD}"/>
                    </a:ext>
                  </a:extLst>
                </p:cNvPr>
                <p:cNvSpPr/>
                <p:nvPr/>
              </p:nvSpPr>
              <p:spPr>
                <a:xfrm>
                  <a:off x="3586924" y="1895570"/>
                  <a:ext cx="5314" cy="4272"/>
                </a:xfrm>
                <a:custGeom>
                  <a:avLst/>
                  <a:gdLst>
                    <a:gd name="connsiteX0" fmla="*/ 0 w 5314"/>
                    <a:gd name="connsiteY0" fmla="*/ 2858 h 4272"/>
                    <a:gd name="connsiteX1" fmla="*/ 3524 w 5314"/>
                    <a:gd name="connsiteY1" fmla="*/ 0 h 4272"/>
                    <a:gd name="connsiteX2" fmla="*/ 4477 w 5314"/>
                    <a:gd name="connsiteY2" fmla="*/ 4191 h 4272"/>
                    <a:gd name="connsiteX3" fmla="*/ 0 w 5314"/>
                    <a:gd name="connsiteY3" fmla="*/ 2858 h 4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314" h="4272">
                      <a:moveTo>
                        <a:pt x="0" y="2858"/>
                      </a:moveTo>
                      <a:lnTo>
                        <a:pt x="3524" y="0"/>
                      </a:lnTo>
                      <a:cubicBezTo>
                        <a:pt x="5144" y="1048"/>
                        <a:pt x="6096" y="2286"/>
                        <a:pt x="4477" y="4191"/>
                      </a:cubicBezTo>
                      <a:cubicBezTo>
                        <a:pt x="2572" y="4572"/>
                        <a:pt x="1334" y="3524"/>
                        <a:pt x="0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4" name="Freeform: Shape 413">
                  <a:extLst>
                    <a:ext uri="{FF2B5EF4-FFF2-40B4-BE49-F238E27FC236}">
                      <a16:creationId xmlns:a16="http://schemas.microsoft.com/office/drawing/2014/main" id="{A9A750B0-C32E-4ECA-97C6-616B9A97A933}"/>
                    </a:ext>
                  </a:extLst>
                </p:cNvPr>
                <p:cNvSpPr/>
                <p:nvPr/>
              </p:nvSpPr>
              <p:spPr>
                <a:xfrm>
                  <a:off x="3592544" y="1894884"/>
                  <a:ext cx="4000" cy="6686"/>
                </a:xfrm>
                <a:custGeom>
                  <a:avLst/>
                  <a:gdLst>
                    <a:gd name="connsiteX0" fmla="*/ 0 w 4000"/>
                    <a:gd name="connsiteY0" fmla="*/ 1067 h 6686"/>
                    <a:gd name="connsiteX1" fmla="*/ 4000 w 4000"/>
                    <a:gd name="connsiteY1" fmla="*/ 3448 h 6686"/>
                    <a:gd name="connsiteX2" fmla="*/ 857 w 4000"/>
                    <a:gd name="connsiteY2" fmla="*/ 6687 h 6686"/>
                    <a:gd name="connsiteX3" fmla="*/ 0 w 4000"/>
                    <a:gd name="connsiteY3" fmla="*/ 1067 h 6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00" h="6686">
                      <a:moveTo>
                        <a:pt x="0" y="1067"/>
                      </a:moveTo>
                      <a:cubicBezTo>
                        <a:pt x="4381" y="-2267"/>
                        <a:pt x="1238" y="3258"/>
                        <a:pt x="4000" y="3448"/>
                      </a:cubicBezTo>
                      <a:cubicBezTo>
                        <a:pt x="2381" y="4687"/>
                        <a:pt x="2572" y="5449"/>
                        <a:pt x="857" y="6687"/>
                      </a:cubicBezTo>
                      <a:cubicBezTo>
                        <a:pt x="1524" y="4591"/>
                        <a:pt x="2762" y="2305"/>
                        <a:pt x="0" y="10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5" name="Freeform: Shape 414">
                  <a:extLst>
                    <a:ext uri="{FF2B5EF4-FFF2-40B4-BE49-F238E27FC236}">
                      <a16:creationId xmlns:a16="http://schemas.microsoft.com/office/drawing/2014/main" id="{D84B1247-989C-4BB7-B83F-69C44F7F1F8C}"/>
                    </a:ext>
                  </a:extLst>
                </p:cNvPr>
                <p:cNvSpPr/>
                <p:nvPr/>
              </p:nvSpPr>
              <p:spPr>
                <a:xfrm>
                  <a:off x="3739133" y="1773340"/>
                  <a:ext cx="10001" cy="8882"/>
                </a:xfrm>
                <a:custGeom>
                  <a:avLst/>
                  <a:gdLst>
                    <a:gd name="connsiteX0" fmla="*/ 3143 w 10001"/>
                    <a:gd name="connsiteY0" fmla="*/ 1167 h 8882"/>
                    <a:gd name="connsiteX1" fmla="*/ 10001 w 10001"/>
                    <a:gd name="connsiteY1" fmla="*/ 24 h 8882"/>
                    <a:gd name="connsiteX2" fmla="*/ 8096 w 10001"/>
                    <a:gd name="connsiteY2" fmla="*/ 4596 h 8882"/>
                    <a:gd name="connsiteX3" fmla="*/ 2762 w 10001"/>
                    <a:gd name="connsiteY3" fmla="*/ 8883 h 8882"/>
                    <a:gd name="connsiteX4" fmla="*/ 1143 w 10001"/>
                    <a:gd name="connsiteY4" fmla="*/ 7263 h 8882"/>
                    <a:gd name="connsiteX5" fmla="*/ 0 w 10001"/>
                    <a:gd name="connsiteY5" fmla="*/ 4501 h 8882"/>
                    <a:gd name="connsiteX6" fmla="*/ 3143 w 10001"/>
                    <a:gd name="connsiteY6" fmla="*/ 1167 h 88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01" h="8882">
                      <a:moveTo>
                        <a:pt x="3143" y="1167"/>
                      </a:moveTo>
                      <a:cubicBezTo>
                        <a:pt x="6382" y="-1404"/>
                        <a:pt x="7429" y="1263"/>
                        <a:pt x="10001" y="24"/>
                      </a:cubicBezTo>
                      <a:cubicBezTo>
                        <a:pt x="9525" y="1548"/>
                        <a:pt x="7048" y="3453"/>
                        <a:pt x="8096" y="4596"/>
                      </a:cubicBezTo>
                      <a:lnTo>
                        <a:pt x="2762" y="8883"/>
                      </a:lnTo>
                      <a:cubicBezTo>
                        <a:pt x="3715" y="7454"/>
                        <a:pt x="5905" y="2882"/>
                        <a:pt x="1143" y="7263"/>
                      </a:cubicBezTo>
                      <a:cubicBezTo>
                        <a:pt x="2572" y="4977"/>
                        <a:pt x="2000" y="5073"/>
                        <a:pt x="0" y="4501"/>
                      </a:cubicBezTo>
                      <a:cubicBezTo>
                        <a:pt x="1810" y="2025"/>
                        <a:pt x="5048" y="2596"/>
                        <a:pt x="3143" y="11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6" name="Freeform: Shape 415">
                  <a:extLst>
                    <a:ext uri="{FF2B5EF4-FFF2-40B4-BE49-F238E27FC236}">
                      <a16:creationId xmlns:a16="http://schemas.microsoft.com/office/drawing/2014/main" id="{BBBFDF80-4990-47A5-9A15-2EC4BBE382E7}"/>
                    </a:ext>
                  </a:extLst>
                </p:cNvPr>
                <p:cNvSpPr/>
                <p:nvPr/>
              </p:nvSpPr>
              <p:spPr>
                <a:xfrm>
                  <a:off x="3628263" y="1866995"/>
                  <a:ext cx="5143" cy="3426"/>
                </a:xfrm>
                <a:custGeom>
                  <a:avLst/>
                  <a:gdLst>
                    <a:gd name="connsiteX0" fmla="*/ 0 w 5143"/>
                    <a:gd name="connsiteY0" fmla="*/ 2191 h 3426"/>
                    <a:gd name="connsiteX1" fmla="*/ 2667 w 5143"/>
                    <a:gd name="connsiteY1" fmla="*/ 0 h 3426"/>
                    <a:gd name="connsiteX2" fmla="*/ 5143 w 5143"/>
                    <a:gd name="connsiteY2" fmla="*/ 857 h 3426"/>
                    <a:gd name="connsiteX3" fmla="*/ 0 w 5143"/>
                    <a:gd name="connsiteY3" fmla="*/ 2191 h 3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43" h="3426">
                      <a:moveTo>
                        <a:pt x="0" y="2191"/>
                      </a:moveTo>
                      <a:lnTo>
                        <a:pt x="2667" y="0"/>
                      </a:lnTo>
                      <a:cubicBezTo>
                        <a:pt x="2000" y="1429"/>
                        <a:pt x="2953" y="2381"/>
                        <a:pt x="5143" y="857"/>
                      </a:cubicBezTo>
                      <a:cubicBezTo>
                        <a:pt x="4763" y="3334"/>
                        <a:pt x="190" y="4477"/>
                        <a:pt x="0" y="21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7" name="Freeform: Shape 416">
                  <a:extLst>
                    <a:ext uri="{FF2B5EF4-FFF2-40B4-BE49-F238E27FC236}">
                      <a16:creationId xmlns:a16="http://schemas.microsoft.com/office/drawing/2014/main" id="{61947937-0EB6-4E29-86D6-D504F6FD1E08}"/>
                    </a:ext>
                  </a:extLst>
                </p:cNvPr>
                <p:cNvSpPr/>
                <p:nvPr/>
              </p:nvSpPr>
              <p:spPr>
                <a:xfrm>
                  <a:off x="3675602" y="1832653"/>
                  <a:ext cx="2762" cy="3532"/>
                </a:xfrm>
                <a:custGeom>
                  <a:avLst/>
                  <a:gdLst>
                    <a:gd name="connsiteX0" fmla="*/ 0 w 2762"/>
                    <a:gd name="connsiteY0" fmla="*/ 337 h 3532"/>
                    <a:gd name="connsiteX1" fmla="*/ 2762 w 2762"/>
                    <a:gd name="connsiteY1" fmla="*/ 3195 h 3532"/>
                    <a:gd name="connsiteX2" fmla="*/ 0 w 2762"/>
                    <a:gd name="connsiteY2" fmla="*/ 337 h 3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2" h="3532">
                      <a:moveTo>
                        <a:pt x="0" y="337"/>
                      </a:moveTo>
                      <a:cubicBezTo>
                        <a:pt x="2857" y="-1091"/>
                        <a:pt x="2095" y="2433"/>
                        <a:pt x="2762" y="3195"/>
                      </a:cubicBezTo>
                      <a:cubicBezTo>
                        <a:pt x="-95" y="4624"/>
                        <a:pt x="667" y="1099"/>
                        <a:pt x="0" y="33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8" name="Freeform: Shape 417">
                  <a:extLst>
                    <a:ext uri="{FF2B5EF4-FFF2-40B4-BE49-F238E27FC236}">
                      <a16:creationId xmlns:a16="http://schemas.microsoft.com/office/drawing/2014/main" id="{6D36873C-7636-456E-AF5C-79275B35FFB0}"/>
                    </a:ext>
                  </a:extLst>
                </p:cNvPr>
                <p:cNvSpPr/>
                <p:nvPr/>
              </p:nvSpPr>
              <p:spPr>
                <a:xfrm>
                  <a:off x="3632834" y="1869675"/>
                  <a:ext cx="5905" cy="1892"/>
                </a:xfrm>
                <a:custGeom>
                  <a:avLst/>
                  <a:gdLst>
                    <a:gd name="connsiteX0" fmla="*/ 0 w 5905"/>
                    <a:gd name="connsiteY0" fmla="*/ 844 h 1892"/>
                    <a:gd name="connsiteX1" fmla="*/ 5905 w 5905"/>
                    <a:gd name="connsiteY1" fmla="*/ 368 h 1892"/>
                    <a:gd name="connsiteX2" fmla="*/ 0 w 5905"/>
                    <a:gd name="connsiteY2" fmla="*/ 844 h 1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05" h="1892">
                      <a:moveTo>
                        <a:pt x="0" y="844"/>
                      </a:moveTo>
                      <a:cubicBezTo>
                        <a:pt x="1905" y="844"/>
                        <a:pt x="4477" y="-680"/>
                        <a:pt x="5905" y="368"/>
                      </a:cubicBezTo>
                      <a:cubicBezTo>
                        <a:pt x="2953" y="2654"/>
                        <a:pt x="1429" y="1987"/>
                        <a:pt x="0" y="8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9" name="Freeform: Shape 418">
                  <a:extLst>
                    <a:ext uri="{FF2B5EF4-FFF2-40B4-BE49-F238E27FC236}">
                      <a16:creationId xmlns:a16="http://schemas.microsoft.com/office/drawing/2014/main" id="{12DCE2EA-2C49-434F-8795-864AB89C791C}"/>
                    </a:ext>
                  </a:extLst>
                </p:cNvPr>
                <p:cNvSpPr/>
                <p:nvPr/>
              </p:nvSpPr>
              <p:spPr>
                <a:xfrm>
                  <a:off x="3552443" y="1936908"/>
                  <a:ext cx="6883" cy="4476"/>
                </a:xfrm>
                <a:custGeom>
                  <a:avLst/>
                  <a:gdLst>
                    <a:gd name="connsiteX0" fmla="*/ 4001 w 6883"/>
                    <a:gd name="connsiteY0" fmla="*/ 0 h 4476"/>
                    <a:gd name="connsiteX1" fmla="*/ 6858 w 6883"/>
                    <a:gd name="connsiteY1" fmla="*/ 1238 h 4476"/>
                    <a:gd name="connsiteX2" fmla="*/ 3715 w 6883"/>
                    <a:gd name="connsiteY2" fmla="*/ 4477 h 4476"/>
                    <a:gd name="connsiteX3" fmla="*/ 0 w 6883"/>
                    <a:gd name="connsiteY3" fmla="*/ 4000 h 4476"/>
                    <a:gd name="connsiteX4" fmla="*/ 4001 w 6883"/>
                    <a:gd name="connsiteY4" fmla="*/ 0 h 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83" h="4476">
                      <a:moveTo>
                        <a:pt x="4001" y="0"/>
                      </a:moveTo>
                      <a:cubicBezTo>
                        <a:pt x="2858" y="2381"/>
                        <a:pt x="3620" y="2857"/>
                        <a:pt x="6858" y="1238"/>
                      </a:cubicBezTo>
                      <a:cubicBezTo>
                        <a:pt x="7144" y="2000"/>
                        <a:pt x="4953" y="3334"/>
                        <a:pt x="3715" y="4477"/>
                      </a:cubicBezTo>
                      <a:cubicBezTo>
                        <a:pt x="2858" y="3429"/>
                        <a:pt x="2000" y="2476"/>
                        <a:pt x="0" y="4000"/>
                      </a:cubicBezTo>
                      <a:cubicBezTo>
                        <a:pt x="0" y="2000"/>
                        <a:pt x="1905" y="1238"/>
                        <a:pt x="400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0" name="Freeform: Shape 419">
                  <a:extLst>
                    <a:ext uri="{FF2B5EF4-FFF2-40B4-BE49-F238E27FC236}">
                      <a16:creationId xmlns:a16="http://schemas.microsoft.com/office/drawing/2014/main" id="{C737474C-7A6D-4E94-97C8-FF844DAFE9B7}"/>
                    </a:ext>
                  </a:extLst>
                </p:cNvPr>
                <p:cNvSpPr/>
                <p:nvPr/>
              </p:nvSpPr>
              <p:spPr>
                <a:xfrm>
                  <a:off x="3675983" y="1836038"/>
                  <a:ext cx="5847" cy="5930"/>
                </a:xfrm>
                <a:custGeom>
                  <a:avLst/>
                  <a:gdLst>
                    <a:gd name="connsiteX0" fmla="*/ 5810 w 5847"/>
                    <a:gd name="connsiteY0" fmla="*/ 0 h 5930"/>
                    <a:gd name="connsiteX1" fmla="*/ 0 w 5847"/>
                    <a:gd name="connsiteY1" fmla="*/ 5429 h 5930"/>
                    <a:gd name="connsiteX2" fmla="*/ 5810 w 5847"/>
                    <a:gd name="connsiteY2" fmla="*/ 0 h 5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47" h="5930">
                      <a:moveTo>
                        <a:pt x="5810" y="0"/>
                      </a:moveTo>
                      <a:cubicBezTo>
                        <a:pt x="6287" y="1524"/>
                        <a:pt x="2000" y="7715"/>
                        <a:pt x="0" y="5429"/>
                      </a:cubicBezTo>
                      <a:cubicBezTo>
                        <a:pt x="3334" y="3239"/>
                        <a:pt x="2762" y="2000"/>
                        <a:pt x="581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1" name="Freeform: Shape 420">
                  <a:extLst>
                    <a:ext uri="{FF2B5EF4-FFF2-40B4-BE49-F238E27FC236}">
                      <a16:creationId xmlns:a16="http://schemas.microsoft.com/office/drawing/2014/main" id="{04FA9D17-EE63-4711-A567-07EDD430FFDC}"/>
                    </a:ext>
                  </a:extLst>
                </p:cNvPr>
                <p:cNvSpPr/>
                <p:nvPr/>
              </p:nvSpPr>
              <p:spPr>
                <a:xfrm>
                  <a:off x="3634930" y="1870519"/>
                  <a:ext cx="8382" cy="6858"/>
                </a:xfrm>
                <a:custGeom>
                  <a:avLst/>
                  <a:gdLst>
                    <a:gd name="connsiteX0" fmla="*/ 7620 w 8382"/>
                    <a:gd name="connsiteY0" fmla="*/ 0 h 6858"/>
                    <a:gd name="connsiteX1" fmla="*/ 8382 w 8382"/>
                    <a:gd name="connsiteY1" fmla="*/ 762 h 6858"/>
                    <a:gd name="connsiteX2" fmla="*/ 7906 w 8382"/>
                    <a:gd name="connsiteY2" fmla="*/ 1905 h 6858"/>
                    <a:gd name="connsiteX3" fmla="*/ 0 w 8382"/>
                    <a:gd name="connsiteY3" fmla="*/ 6858 h 6858"/>
                    <a:gd name="connsiteX4" fmla="*/ 7620 w 8382"/>
                    <a:gd name="connsiteY4" fmla="*/ 0 h 6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82" h="6858">
                      <a:moveTo>
                        <a:pt x="7620" y="0"/>
                      </a:moveTo>
                      <a:lnTo>
                        <a:pt x="8382" y="762"/>
                      </a:lnTo>
                      <a:cubicBezTo>
                        <a:pt x="7525" y="1333"/>
                        <a:pt x="7715" y="1619"/>
                        <a:pt x="7906" y="1905"/>
                      </a:cubicBezTo>
                      <a:cubicBezTo>
                        <a:pt x="4001" y="3715"/>
                        <a:pt x="4381" y="3715"/>
                        <a:pt x="0" y="6858"/>
                      </a:cubicBezTo>
                      <a:cubicBezTo>
                        <a:pt x="191" y="4286"/>
                        <a:pt x="5239" y="1714"/>
                        <a:pt x="762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2" name="Freeform: Shape 421">
                  <a:extLst>
                    <a:ext uri="{FF2B5EF4-FFF2-40B4-BE49-F238E27FC236}">
                      <a16:creationId xmlns:a16="http://schemas.microsoft.com/office/drawing/2014/main" id="{668CAE8B-C693-4167-B272-8A6D111E3E89}"/>
                    </a:ext>
                  </a:extLst>
                </p:cNvPr>
                <p:cNvSpPr/>
                <p:nvPr/>
              </p:nvSpPr>
              <p:spPr>
                <a:xfrm>
                  <a:off x="3542347" y="1949922"/>
                  <a:ext cx="8970" cy="7493"/>
                </a:xfrm>
                <a:custGeom>
                  <a:avLst/>
                  <a:gdLst>
                    <a:gd name="connsiteX0" fmla="*/ 0 w 8970"/>
                    <a:gd name="connsiteY0" fmla="*/ 6513 h 7493"/>
                    <a:gd name="connsiteX1" fmla="*/ 8001 w 8970"/>
                    <a:gd name="connsiteY1" fmla="*/ 131 h 7493"/>
                    <a:gd name="connsiteX2" fmla="*/ 0 w 8970"/>
                    <a:gd name="connsiteY2" fmla="*/ 6513 h 7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70" h="7493">
                      <a:moveTo>
                        <a:pt x="0" y="6513"/>
                      </a:moveTo>
                      <a:cubicBezTo>
                        <a:pt x="1905" y="5274"/>
                        <a:pt x="7525" y="2226"/>
                        <a:pt x="8001" y="131"/>
                      </a:cubicBezTo>
                      <a:cubicBezTo>
                        <a:pt x="12478" y="-1393"/>
                        <a:pt x="0" y="10989"/>
                        <a:pt x="0" y="65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3" name="Freeform: Shape 422">
                  <a:extLst>
                    <a:ext uri="{FF2B5EF4-FFF2-40B4-BE49-F238E27FC236}">
                      <a16:creationId xmlns:a16="http://schemas.microsoft.com/office/drawing/2014/main" id="{EAD772F6-F30B-4659-B94B-D150E6980B0D}"/>
                    </a:ext>
                  </a:extLst>
                </p:cNvPr>
                <p:cNvSpPr/>
                <p:nvPr/>
              </p:nvSpPr>
              <p:spPr>
                <a:xfrm>
                  <a:off x="3610531" y="1903733"/>
                  <a:ext cx="3920" cy="3838"/>
                </a:xfrm>
                <a:custGeom>
                  <a:avLst/>
                  <a:gdLst>
                    <a:gd name="connsiteX0" fmla="*/ 206 w 3920"/>
                    <a:gd name="connsiteY0" fmla="*/ 790 h 3838"/>
                    <a:gd name="connsiteX1" fmla="*/ 3921 w 3920"/>
                    <a:gd name="connsiteY1" fmla="*/ 1362 h 3838"/>
                    <a:gd name="connsiteX2" fmla="*/ 15 w 3920"/>
                    <a:gd name="connsiteY2" fmla="*/ 3838 h 3838"/>
                    <a:gd name="connsiteX3" fmla="*/ 206 w 3920"/>
                    <a:gd name="connsiteY3" fmla="*/ 790 h 3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20" h="3838">
                      <a:moveTo>
                        <a:pt x="206" y="790"/>
                      </a:moveTo>
                      <a:cubicBezTo>
                        <a:pt x="2206" y="-734"/>
                        <a:pt x="3159" y="219"/>
                        <a:pt x="3921" y="1362"/>
                      </a:cubicBezTo>
                      <a:cubicBezTo>
                        <a:pt x="2397" y="2695"/>
                        <a:pt x="1539" y="2410"/>
                        <a:pt x="15" y="3838"/>
                      </a:cubicBezTo>
                      <a:cubicBezTo>
                        <a:pt x="-80" y="2886"/>
                        <a:pt x="301" y="1743"/>
                        <a:pt x="206" y="7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4" name="Freeform: Shape 423">
                  <a:extLst>
                    <a:ext uri="{FF2B5EF4-FFF2-40B4-BE49-F238E27FC236}">
                      <a16:creationId xmlns:a16="http://schemas.microsoft.com/office/drawing/2014/main" id="{EFB1977A-8DAE-4D6A-8C9E-8D23FB15B46C}"/>
                    </a:ext>
                  </a:extLst>
                </p:cNvPr>
                <p:cNvSpPr/>
                <p:nvPr/>
              </p:nvSpPr>
              <p:spPr>
                <a:xfrm>
                  <a:off x="3657409" y="1866614"/>
                  <a:ext cx="5643" cy="4886"/>
                </a:xfrm>
                <a:custGeom>
                  <a:avLst/>
                  <a:gdLst>
                    <a:gd name="connsiteX0" fmla="*/ 0 w 5643"/>
                    <a:gd name="connsiteY0" fmla="*/ 1238 h 4886"/>
                    <a:gd name="connsiteX1" fmla="*/ 5143 w 5643"/>
                    <a:gd name="connsiteY1" fmla="*/ 0 h 4886"/>
                    <a:gd name="connsiteX2" fmla="*/ 3524 w 5643"/>
                    <a:gd name="connsiteY2" fmla="*/ 4858 h 4886"/>
                    <a:gd name="connsiteX3" fmla="*/ 0 w 5643"/>
                    <a:gd name="connsiteY3" fmla="*/ 1238 h 4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43" h="4886">
                      <a:moveTo>
                        <a:pt x="0" y="1238"/>
                      </a:moveTo>
                      <a:cubicBezTo>
                        <a:pt x="2476" y="-857"/>
                        <a:pt x="3334" y="571"/>
                        <a:pt x="5143" y="0"/>
                      </a:cubicBezTo>
                      <a:cubicBezTo>
                        <a:pt x="6858" y="1048"/>
                        <a:pt x="3619" y="3334"/>
                        <a:pt x="3524" y="4858"/>
                      </a:cubicBezTo>
                      <a:cubicBezTo>
                        <a:pt x="1333" y="5143"/>
                        <a:pt x="1333" y="3238"/>
                        <a:pt x="0" y="1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5" name="Freeform: Shape 424">
                  <a:extLst>
                    <a:ext uri="{FF2B5EF4-FFF2-40B4-BE49-F238E27FC236}">
                      <a16:creationId xmlns:a16="http://schemas.microsoft.com/office/drawing/2014/main" id="{1551FCB5-4A7A-45C2-934D-0C8834A5EE0E}"/>
                    </a:ext>
                  </a:extLst>
                </p:cNvPr>
                <p:cNvSpPr/>
                <p:nvPr/>
              </p:nvSpPr>
              <p:spPr>
                <a:xfrm>
                  <a:off x="3362801" y="2100071"/>
                  <a:ext cx="8460" cy="8477"/>
                </a:xfrm>
                <a:custGeom>
                  <a:avLst/>
                  <a:gdLst>
                    <a:gd name="connsiteX0" fmla="*/ 5334 w 8460"/>
                    <a:gd name="connsiteY0" fmla="*/ 2477 h 8477"/>
                    <a:gd name="connsiteX1" fmla="*/ 5906 w 8460"/>
                    <a:gd name="connsiteY1" fmla="*/ 1429 h 8477"/>
                    <a:gd name="connsiteX2" fmla="*/ 3429 w 8460"/>
                    <a:gd name="connsiteY2" fmla="*/ 8477 h 8477"/>
                    <a:gd name="connsiteX3" fmla="*/ 0 w 8460"/>
                    <a:gd name="connsiteY3" fmla="*/ 3524 h 8477"/>
                    <a:gd name="connsiteX4" fmla="*/ 6096 w 8460"/>
                    <a:gd name="connsiteY4" fmla="*/ 0 h 8477"/>
                    <a:gd name="connsiteX5" fmla="*/ 5334 w 8460"/>
                    <a:gd name="connsiteY5" fmla="*/ 2477 h 8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60" h="8477">
                      <a:moveTo>
                        <a:pt x="5334" y="2477"/>
                      </a:moveTo>
                      <a:cubicBezTo>
                        <a:pt x="6382" y="2667"/>
                        <a:pt x="6287" y="1810"/>
                        <a:pt x="5906" y="1429"/>
                      </a:cubicBezTo>
                      <a:cubicBezTo>
                        <a:pt x="11335" y="-1048"/>
                        <a:pt x="6953" y="5620"/>
                        <a:pt x="3429" y="8477"/>
                      </a:cubicBezTo>
                      <a:cubicBezTo>
                        <a:pt x="1143" y="6953"/>
                        <a:pt x="3334" y="3429"/>
                        <a:pt x="0" y="3524"/>
                      </a:cubicBezTo>
                      <a:cubicBezTo>
                        <a:pt x="3715" y="1333"/>
                        <a:pt x="2191" y="4191"/>
                        <a:pt x="6096" y="0"/>
                      </a:cubicBezTo>
                      <a:cubicBezTo>
                        <a:pt x="6191" y="762"/>
                        <a:pt x="4953" y="1810"/>
                        <a:pt x="5334" y="2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6" name="Freeform: Shape 425">
                  <a:extLst>
                    <a:ext uri="{FF2B5EF4-FFF2-40B4-BE49-F238E27FC236}">
                      <a16:creationId xmlns:a16="http://schemas.microsoft.com/office/drawing/2014/main" id="{E1BD9DEC-29E3-412B-AABC-42EA549E34D1}"/>
                    </a:ext>
                  </a:extLst>
                </p:cNvPr>
                <p:cNvSpPr/>
                <p:nvPr/>
              </p:nvSpPr>
              <p:spPr>
                <a:xfrm>
                  <a:off x="3639311" y="1885925"/>
                  <a:ext cx="5048" cy="1960"/>
                </a:xfrm>
                <a:custGeom>
                  <a:avLst/>
                  <a:gdLst>
                    <a:gd name="connsiteX0" fmla="*/ 0 w 5048"/>
                    <a:gd name="connsiteY0" fmla="*/ 692 h 1960"/>
                    <a:gd name="connsiteX1" fmla="*/ 5048 w 5048"/>
                    <a:gd name="connsiteY1" fmla="*/ 882 h 1960"/>
                    <a:gd name="connsiteX2" fmla="*/ 0 w 5048"/>
                    <a:gd name="connsiteY2" fmla="*/ 692 h 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48" h="1960">
                      <a:moveTo>
                        <a:pt x="0" y="692"/>
                      </a:moveTo>
                      <a:cubicBezTo>
                        <a:pt x="2381" y="-832"/>
                        <a:pt x="3429" y="596"/>
                        <a:pt x="5048" y="882"/>
                      </a:cubicBezTo>
                      <a:cubicBezTo>
                        <a:pt x="2381" y="3073"/>
                        <a:pt x="1429" y="1358"/>
                        <a:pt x="0" y="6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7" name="Freeform: Shape 426">
                  <a:extLst>
                    <a:ext uri="{FF2B5EF4-FFF2-40B4-BE49-F238E27FC236}">
                      <a16:creationId xmlns:a16="http://schemas.microsoft.com/office/drawing/2014/main" id="{6444F473-DC3E-4991-B353-D42E7486B699}"/>
                    </a:ext>
                  </a:extLst>
                </p:cNvPr>
                <p:cNvSpPr/>
                <p:nvPr/>
              </p:nvSpPr>
              <p:spPr>
                <a:xfrm>
                  <a:off x="3544489" y="1964476"/>
                  <a:ext cx="3161" cy="5293"/>
                </a:xfrm>
                <a:custGeom>
                  <a:avLst/>
                  <a:gdLst>
                    <a:gd name="connsiteX0" fmla="*/ 1287 w 3161"/>
                    <a:gd name="connsiteY0" fmla="*/ 150 h 5293"/>
                    <a:gd name="connsiteX1" fmla="*/ 48 w 3161"/>
                    <a:gd name="connsiteY1" fmla="*/ 5293 h 5293"/>
                    <a:gd name="connsiteX2" fmla="*/ 1287 w 3161"/>
                    <a:gd name="connsiteY2" fmla="*/ 150 h 5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61" h="5293">
                      <a:moveTo>
                        <a:pt x="1287" y="150"/>
                      </a:moveTo>
                      <a:cubicBezTo>
                        <a:pt x="4049" y="-803"/>
                        <a:pt x="3858" y="3007"/>
                        <a:pt x="48" y="5293"/>
                      </a:cubicBezTo>
                      <a:cubicBezTo>
                        <a:pt x="-428" y="3769"/>
                        <a:pt x="2811" y="1388"/>
                        <a:pt x="1287" y="15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8" name="Freeform: Shape 427">
                  <a:extLst>
                    <a:ext uri="{FF2B5EF4-FFF2-40B4-BE49-F238E27FC236}">
                      <a16:creationId xmlns:a16="http://schemas.microsoft.com/office/drawing/2014/main" id="{81D4E0D3-3F02-4968-B152-D05333C95351}"/>
                    </a:ext>
                  </a:extLst>
                </p:cNvPr>
                <p:cNvSpPr/>
                <p:nvPr/>
              </p:nvSpPr>
              <p:spPr>
                <a:xfrm>
                  <a:off x="3612641" y="1912810"/>
                  <a:ext cx="5757" cy="14382"/>
                </a:xfrm>
                <a:custGeom>
                  <a:avLst/>
                  <a:gdLst>
                    <a:gd name="connsiteX0" fmla="*/ 0 w 5757"/>
                    <a:gd name="connsiteY0" fmla="*/ 0 h 14382"/>
                    <a:gd name="connsiteX1" fmla="*/ 4858 w 5757"/>
                    <a:gd name="connsiteY1" fmla="*/ 14383 h 14382"/>
                    <a:gd name="connsiteX2" fmla="*/ 0 w 5757"/>
                    <a:gd name="connsiteY2" fmla="*/ 0 h 14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757" h="14382">
                      <a:moveTo>
                        <a:pt x="0" y="0"/>
                      </a:moveTo>
                      <a:cubicBezTo>
                        <a:pt x="6477" y="1619"/>
                        <a:pt x="6477" y="9144"/>
                        <a:pt x="4858" y="14383"/>
                      </a:cubicBezTo>
                      <a:cubicBezTo>
                        <a:pt x="1714" y="11906"/>
                        <a:pt x="4381" y="3810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9" name="Freeform: Shape 428">
                  <a:extLst>
                    <a:ext uri="{FF2B5EF4-FFF2-40B4-BE49-F238E27FC236}">
                      <a16:creationId xmlns:a16="http://schemas.microsoft.com/office/drawing/2014/main" id="{E8C9F414-7283-4B77-87F7-C1019047E5AD}"/>
                    </a:ext>
                  </a:extLst>
                </p:cNvPr>
                <p:cNvSpPr/>
                <p:nvPr/>
              </p:nvSpPr>
              <p:spPr>
                <a:xfrm>
                  <a:off x="3307459" y="2155839"/>
                  <a:ext cx="3916" cy="5382"/>
                </a:xfrm>
                <a:custGeom>
                  <a:avLst/>
                  <a:gdLst>
                    <a:gd name="connsiteX0" fmla="*/ 2192 w 3916"/>
                    <a:gd name="connsiteY0" fmla="*/ 144 h 5382"/>
                    <a:gd name="connsiteX1" fmla="*/ 1049 w 3916"/>
                    <a:gd name="connsiteY1" fmla="*/ 5383 h 5382"/>
                    <a:gd name="connsiteX2" fmla="*/ 2192 w 3916"/>
                    <a:gd name="connsiteY2" fmla="*/ 144 h 5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16" h="5382">
                      <a:moveTo>
                        <a:pt x="2192" y="144"/>
                      </a:moveTo>
                      <a:cubicBezTo>
                        <a:pt x="5145" y="-808"/>
                        <a:pt x="4002" y="3192"/>
                        <a:pt x="1049" y="5383"/>
                      </a:cubicBezTo>
                      <a:cubicBezTo>
                        <a:pt x="-1523" y="4526"/>
                        <a:pt x="1335" y="2049"/>
                        <a:pt x="2192" y="1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0" name="Freeform: Shape 429">
                  <a:extLst>
                    <a:ext uri="{FF2B5EF4-FFF2-40B4-BE49-F238E27FC236}">
                      <a16:creationId xmlns:a16="http://schemas.microsoft.com/office/drawing/2014/main" id="{CA55235D-4167-400D-8B6E-477C25A3E2AE}"/>
                    </a:ext>
                  </a:extLst>
                </p:cNvPr>
                <p:cNvSpPr/>
                <p:nvPr/>
              </p:nvSpPr>
              <p:spPr>
                <a:xfrm>
                  <a:off x="3506247" y="2001107"/>
                  <a:ext cx="10287" cy="7143"/>
                </a:xfrm>
                <a:custGeom>
                  <a:avLst/>
                  <a:gdLst>
                    <a:gd name="connsiteX0" fmla="*/ 7239 w 10287"/>
                    <a:gd name="connsiteY0" fmla="*/ 0 h 7143"/>
                    <a:gd name="connsiteX1" fmla="*/ 10287 w 10287"/>
                    <a:gd name="connsiteY1" fmla="*/ 2953 h 7143"/>
                    <a:gd name="connsiteX2" fmla="*/ 4953 w 10287"/>
                    <a:gd name="connsiteY2" fmla="*/ 7144 h 7143"/>
                    <a:gd name="connsiteX3" fmla="*/ 0 w 10287"/>
                    <a:gd name="connsiteY3" fmla="*/ 2286 h 7143"/>
                    <a:gd name="connsiteX4" fmla="*/ 7239 w 10287"/>
                    <a:gd name="connsiteY4" fmla="*/ 0 h 7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287" h="7143">
                      <a:moveTo>
                        <a:pt x="7239" y="0"/>
                      </a:moveTo>
                      <a:cubicBezTo>
                        <a:pt x="8287" y="1619"/>
                        <a:pt x="7716" y="2858"/>
                        <a:pt x="10287" y="2953"/>
                      </a:cubicBezTo>
                      <a:cubicBezTo>
                        <a:pt x="8954" y="4286"/>
                        <a:pt x="6763" y="6572"/>
                        <a:pt x="4953" y="7144"/>
                      </a:cubicBezTo>
                      <a:cubicBezTo>
                        <a:pt x="8382" y="2286"/>
                        <a:pt x="3239" y="2667"/>
                        <a:pt x="0" y="2286"/>
                      </a:cubicBezTo>
                      <a:cubicBezTo>
                        <a:pt x="3905" y="-1619"/>
                        <a:pt x="3620" y="3238"/>
                        <a:pt x="723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1" name="Freeform: Shape 430">
                  <a:extLst>
                    <a:ext uri="{FF2B5EF4-FFF2-40B4-BE49-F238E27FC236}">
                      <a16:creationId xmlns:a16="http://schemas.microsoft.com/office/drawing/2014/main" id="{0EC6C9F9-A389-4C77-BB58-F69773C0FA14}"/>
                    </a:ext>
                  </a:extLst>
                </p:cNvPr>
                <p:cNvSpPr/>
                <p:nvPr/>
              </p:nvSpPr>
              <p:spPr>
                <a:xfrm>
                  <a:off x="3515642" y="1996550"/>
                  <a:ext cx="5275" cy="3509"/>
                </a:xfrm>
                <a:custGeom>
                  <a:avLst/>
                  <a:gdLst>
                    <a:gd name="connsiteX0" fmla="*/ 130 w 5275"/>
                    <a:gd name="connsiteY0" fmla="*/ 2080 h 3509"/>
                    <a:gd name="connsiteX1" fmla="*/ 1940 w 5275"/>
                    <a:gd name="connsiteY1" fmla="*/ 652 h 3509"/>
                    <a:gd name="connsiteX2" fmla="*/ 1464 w 5275"/>
                    <a:gd name="connsiteY2" fmla="*/ 1699 h 3509"/>
                    <a:gd name="connsiteX3" fmla="*/ 5274 w 5275"/>
                    <a:gd name="connsiteY3" fmla="*/ 747 h 3509"/>
                    <a:gd name="connsiteX4" fmla="*/ 35 w 5275"/>
                    <a:gd name="connsiteY4" fmla="*/ 3509 h 3509"/>
                    <a:gd name="connsiteX5" fmla="*/ 130 w 5275"/>
                    <a:gd name="connsiteY5" fmla="*/ 2080 h 3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75" h="3509">
                      <a:moveTo>
                        <a:pt x="130" y="2080"/>
                      </a:moveTo>
                      <a:lnTo>
                        <a:pt x="1940" y="652"/>
                      </a:lnTo>
                      <a:cubicBezTo>
                        <a:pt x="2416" y="842"/>
                        <a:pt x="1940" y="1318"/>
                        <a:pt x="1464" y="1699"/>
                      </a:cubicBezTo>
                      <a:cubicBezTo>
                        <a:pt x="2035" y="2843"/>
                        <a:pt x="5369" y="-1730"/>
                        <a:pt x="5274" y="747"/>
                      </a:cubicBezTo>
                      <a:cubicBezTo>
                        <a:pt x="3083" y="2557"/>
                        <a:pt x="1940" y="2366"/>
                        <a:pt x="35" y="3509"/>
                      </a:cubicBezTo>
                      <a:cubicBezTo>
                        <a:pt x="-156" y="3033"/>
                        <a:pt x="511" y="2366"/>
                        <a:pt x="130" y="20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2" name="Freeform: Shape 431">
                  <a:extLst>
                    <a:ext uri="{FF2B5EF4-FFF2-40B4-BE49-F238E27FC236}">
                      <a16:creationId xmlns:a16="http://schemas.microsoft.com/office/drawing/2014/main" id="{D570FC01-B7CF-4718-B931-79332BEF35DE}"/>
                    </a:ext>
                  </a:extLst>
                </p:cNvPr>
                <p:cNvSpPr/>
                <p:nvPr/>
              </p:nvSpPr>
              <p:spPr>
                <a:xfrm>
                  <a:off x="3304793" y="2161889"/>
                  <a:ext cx="6466" cy="8000"/>
                </a:xfrm>
                <a:custGeom>
                  <a:avLst/>
                  <a:gdLst>
                    <a:gd name="connsiteX0" fmla="*/ 6001 w 6466"/>
                    <a:gd name="connsiteY0" fmla="*/ 0 h 8000"/>
                    <a:gd name="connsiteX1" fmla="*/ 1238 w 6466"/>
                    <a:gd name="connsiteY1" fmla="*/ 8001 h 8000"/>
                    <a:gd name="connsiteX2" fmla="*/ 0 w 6466"/>
                    <a:gd name="connsiteY2" fmla="*/ 5239 h 8000"/>
                    <a:gd name="connsiteX3" fmla="*/ 6001 w 6466"/>
                    <a:gd name="connsiteY3" fmla="*/ 0 h 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66" h="8000">
                      <a:moveTo>
                        <a:pt x="6001" y="0"/>
                      </a:moveTo>
                      <a:cubicBezTo>
                        <a:pt x="6858" y="2381"/>
                        <a:pt x="7144" y="4858"/>
                        <a:pt x="1238" y="8001"/>
                      </a:cubicBezTo>
                      <a:cubicBezTo>
                        <a:pt x="3905" y="5525"/>
                        <a:pt x="3048" y="4286"/>
                        <a:pt x="0" y="5239"/>
                      </a:cubicBezTo>
                      <a:cubicBezTo>
                        <a:pt x="1143" y="3620"/>
                        <a:pt x="4096" y="571"/>
                        <a:pt x="600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3" name="Freeform: Shape 432">
                  <a:extLst>
                    <a:ext uri="{FF2B5EF4-FFF2-40B4-BE49-F238E27FC236}">
                      <a16:creationId xmlns:a16="http://schemas.microsoft.com/office/drawing/2014/main" id="{CE760FA2-27D6-442C-B594-4B2F4F0CAB6E}"/>
                    </a:ext>
                  </a:extLst>
                </p:cNvPr>
                <p:cNvSpPr/>
                <p:nvPr/>
              </p:nvSpPr>
              <p:spPr>
                <a:xfrm>
                  <a:off x="3464814" y="2040925"/>
                  <a:ext cx="3283" cy="3071"/>
                </a:xfrm>
                <a:custGeom>
                  <a:avLst/>
                  <a:gdLst>
                    <a:gd name="connsiteX0" fmla="*/ 0 w 3283"/>
                    <a:gd name="connsiteY0" fmla="*/ 1139 h 3071"/>
                    <a:gd name="connsiteX1" fmla="*/ 3143 w 3283"/>
                    <a:gd name="connsiteY1" fmla="*/ 2663 h 3071"/>
                    <a:gd name="connsiteX2" fmla="*/ 0 w 3283"/>
                    <a:gd name="connsiteY2" fmla="*/ 1139 h 3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83" h="3071">
                      <a:moveTo>
                        <a:pt x="0" y="1139"/>
                      </a:moveTo>
                      <a:cubicBezTo>
                        <a:pt x="2953" y="-1813"/>
                        <a:pt x="3620" y="1806"/>
                        <a:pt x="3143" y="2663"/>
                      </a:cubicBezTo>
                      <a:cubicBezTo>
                        <a:pt x="1048" y="4092"/>
                        <a:pt x="1143" y="1330"/>
                        <a:pt x="0" y="11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4" name="Freeform: Shape 433">
                  <a:extLst>
                    <a:ext uri="{FF2B5EF4-FFF2-40B4-BE49-F238E27FC236}">
                      <a16:creationId xmlns:a16="http://schemas.microsoft.com/office/drawing/2014/main" id="{34E08775-A907-4D4F-BFF4-FE8C6E2AD435}"/>
                    </a:ext>
                  </a:extLst>
                </p:cNvPr>
                <p:cNvSpPr/>
                <p:nvPr/>
              </p:nvSpPr>
              <p:spPr>
                <a:xfrm>
                  <a:off x="3594997" y="1943409"/>
                  <a:ext cx="5642" cy="2860"/>
                </a:xfrm>
                <a:custGeom>
                  <a:avLst/>
                  <a:gdLst>
                    <a:gd name="connsiteX0" fmla="*/ 118 w 5642"/>
                    <a:gd name="connsiteY0" fmla="*/ 1500 h 2860"/>
                    <a:gd name="connsiteX1" fmla="*/ 5643 w 5642"/>
                    <a:gd name="connsiteY1" fmla="*/ 643 h 2860"/>
                    <a:gd name="connsiteX2" fmla="*/ 118 w 5642"/>
                    <a:gd name="connsiteY2" fmla="*/ 1500 h 2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42" h="2860">
                      <a:moveTo>
                        <a:pt x="118" y="1500"/>
                      </a:moveTo>
                      <a:cubicBezTo>
                        <a:pt x="2881" y="-786"/>
                        <a:pt x="4214" y="71"/>
                        <a:pt x="5643" y="643"/>
                      </a:cubicBezTo>
                      <a:cubicBezTo>
                        <a:pt x="2404" y="3691"/>
                        <a:pt x="-644" y="3215"/>
                        <a:pt x="118" y="15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5" name="Freeform: Shape 434">
                  <a:extLst>
                    <a:ext uri="{FF2B5EF4-FFF2-40B4-BE49-F238E27FC236}">
                      <a16:creationId xmlns:a16="http://schemas.microsoft.com/office/drawing/2014/main" id="{0688F25A-3812-45BD-B64E-B23A20B27261}"/>
                    </a:ext>
                  </a:extLst>
                </p:cNvPr>
                <p:cNvSpPr/>
                <p:nvPr/>
              </p:nvSpPr>
              <p:spPr>
                <a:xfrm>
                  <a:off x="3600068" y="1943004"/>
                  <a:ext cx="5194" cy="2758"/>
                </a:xfrm>
                <a:custGeom>
                  <a:avLst/>
                  <a:gdLst>
                    <a:gd name="connsiteX0" fmla="*/ 0 w 5194"/>
                    <a:gd name="connsiteY0" fmla="*/ 2096 h 2758"/>
                    <a:gd name="connsiteX1" fmla="*/ 2667 w 5194"/>
                    <a:gd name="connsiteY1" fmla="*/ 0 h 2758"/>
                    <a:gd name="connsiteX2" fmla="*/ 4953 w 5194"/>
                    <a:gd name="connsiteY2" fmla="*/ 2286 h 2758"/>
                    <a:gd name="connsiteX3" fmla="*/ 0 w 5194"/>
                    <a:gd name="connsiteY3" fmla="*/ 2096 h 2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94" h="2758">
                      <a:moveTo>
                        <a:pt x="0" y="2096"/>
                      </a:moveTo>
                      <a:lnTo>
                        <a:pt x="2667" y="0"/>
                      </a:lnTo>
                      <a:cubicBezTo>
                        <a:pt x="3334" y="1905"/>
                        <a:pt x="6001" y="286"/>
                        <a:pt x="4953" y="2286"/>
                      </a:cubicBezTo>
                      <a:cubicBezTo>
                        <a:pt x="3524" y="2000"/>
                        <a:pt x="1048" y="3619"/>
                        <a:pt x="0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6" name="Freeform: Shape 435">
                  <a:extLst>
                    <a:ext uri="{FF2B5EF4-FFF2-40B4-BE49-F238E27FC236}">
                      <a16:creationId xmlns:a16="http://schemas.microsoft.com/office/drawing/2014/main" id="{1A03583C-E844-4B73-8438-24928AAC5B5E}"/>
                    </a:ext>
                  </a:extLst>
                </p:cNvPr>
                <p:cNvSpPr/>
                <p:nvPr/>
              </p:nvSpPr>
              <p:spPr>
                <a:xfrm>
                  <a:off x="3736662" y="1927154"/>
                  <a:ext cx="3555" cy="3069"/>
                </a:xfrm>
                <a:custGeom>
                  <a:avLst/>
                  <a:gdLst>
                    <a:gd name="connsiteX0" fmla="*/ 186 w 3555"/>
                    <a:gd name="connsiteY0" fmla="*/ 1087 h 3069"/>
                    <a:gd name="connsiteX1" fmla="*/ 3424 w 3555"/>
                    <a:gd name="connsiteY1" fmla="*/ 2897 h 3069"/>
                    <a:gd name="connsiteX2" fmla="*/ 186 w 3555"/>
                    <a:gd name="connsiteY2" fmla="*/ 1087 h 3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55" h="3069">
                      <a:moveTo>
                        <a:pt x="186" y="1087"/>
                      </a:moveTo>
                      <a:cubicBezTo>
                        <a:pt x="3139" y="-1866"/>
                        <a:pt x="3900" y="2039"/>
                        <a:pt x="3424" y="2897"/>
                      </a:cubicBezTo>
                      <a:cubicBezTo>
                        <a:pt x="1614" y="3373"/>
                        <a:pt x="-671" y="2897"/>
                        <a:pt x="186" y="10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7" name="Freeform: Shape 436">
                  <a:extLst>
                    <a:ext uri="{FF2B5EF4-FFF2-40B4-BE49-F238E27FC236}">
                      <a16:creationId xmlns:a16="http://schemas.microsoft.com/office/drawing/2014/main" id="{E33F45EB-7BD9-46ED-A453-BDD10CDBBCB0}"/>
                    </a:ext>
                  </a:extLst>
                </p:cNvPr>
                <p:cNvSpPr/>
                <p:nvPr/>
              </p:nvSpPr>
              <p:spPr>
                <a:xfrm>
                  <a:off x="3732847" y="1944621"/>
                  <a:ext cx="5333" cy="8098"/>
                </a:xfrm>
                <a:custGeom>
                  <a:avLst/>
                  <a:gdLst>
                    <a:gd name="connsiteX0" fmla="*/ 0 w 5333"/>
                    <a:gd name="connsiteY0" fmla="*/ 860 h 8098"/>
                    <a:gd name="connsiteX1" fmla="*/ 1429 w 5333"/>
                    <a:gd name="connsiteY1" fmla="*/ 4003 h 8098"/>
                    <a:gd name="connsiteX2" fmla="*/ 5334 w 5333"/>
                    <a:gd name="connsiteY2" fmla="*/ 3146 h 8098"/>
                    <a:gd name="connsiteX3" fmla="*/ 667 w 5333"/>
                    <a:gd name="connsiteY3" fmla="*/ 8099 h 8098"/>
                    <a:gd name="connsiteX4" fmla="*/ 0 w 5333"/>
                    <a:gd name="connsiteY4" fmla="*/ 860 h 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33" h="8098">
                      <a:moveTo>
                        <a:pt x="0" y="860"/>
                      </a:moveTo>
                      <a:cubicBezTo>
                        <a:pt x="2572" y="-1902"/>
                        <a:pt x="3048" y="2765"/>
                        <a:pt x="1429" y="4003"/>
                      </a:cubicBezTo>
                      <a:lnTo>
                        <a:pt x="5334" y="3146"/>
                      </a:lnTo>
                      <a:cubicBezTo>
                        <a:pt x="5144" y="5146"/>
                        <a:pt x="3524" y="6670"/>
                        <a:pt x="667" y="8099"/>
                      </a:cubicBezTo>
                      <a:cubicBezTo>
                        <a:pt x="191" y="5718"/>
                        <a:pt x="1524" y="2955"/>
                        <a:pt x="0" y="8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8" name="Freeform: Shape 437">
                  <a:extLst>
                    <a:ext uri="{FF2B5EF4-FFF2-40B4-BE49-F238E27FC236}">
                      <a16:creationId xmlns:a16="http://schemas.microsoft.com/office/drawing/2014/main" id="{48157635-67C0-44F7-B52C-1EED68E04167}"/>
                    </a:ext>
                  </a:extLst>
                </p:cNvPr>
                <p:cNvSpPr/>
                <p:nvPr/>
              </p:nvSpPr>
              <p:spPr>
                <a:xfrm>
                  <a:off x="3740276" y="1975866"/>
                  <a:ext cx="7244" cy="11240"/>
                </a:xfrm>
                <a:custGeom>
                  <a:avLst/>
                  <a:gdLst>
                    <a:gd name="connsiteX0" fmla="*/ 0 w 7244"/>
                    <a:gd name="connsiteY0" fmla="*/ 3905 h 11240"/>
                    <a:gd name="connsiteX1" fmla="*/ 7239 w 7244"/>
                    <a:gd name="connsiteY1" fmla="*/ 0 h 11240"/>
                    <a:gd name="connsiteX2" fmla="*/ 2286 w 7244"/>
                    <a:gd name="connsiteY2" fmla="*/ 11239 h 11240"/>
                    <a:gd name="connsiteX3" fmla="*/ 0 w 7244"/>
                    <a:gd name="connsiteY3" fmla="*/ 3905 h 11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244" h="11240">
                      <a:moveTo>
                        <a:pt x="0" y="3905"/>
                      </a:moveTo>
                      <a:cubicBezTo>
                        <a:pt x="3238" y="3143"/>
                        <a:pt x="4858" y="1048"/>
                        <a:pt x="7239" y="0"/>
                      </a:cubicBezTo>
                      <a:cubicBezTo>
                        <a:pt x="7334" y="3429"/>
                        <a:pt x="6287" y="7048"/>
                        <a:pt x="2286" y="11239"/>
                      </a:cubicBezTo>
                      <a:cubicBezTo>
                        <a:pt x="-1524" y="11335"/>
                        <a:pt x="2953" y="5525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9" name="Freeform: Shape 438">
                  <a:extLst>
                    <a:ext uri="{FF2B5EF4-FFF2-40B4-BE49-F238E27FC236}">
                      <a16:creationId xmlns:a16="http://schemas.microsoft.com/office/drawing/2014/main" id="{C7C69AB5-E30E-4F8C-B626-CBE4544F110E}"/>
                    </a:ext>
                  </a:extLst>
                </p:cNvPr>
                <p:cNvSpPr/>
                <p:nvPr/>
              </p:nvSpPr>
              <p:spPr>
                <a:xfrm>
                  <a:off x="2694146" y="1047201"/>
                  <a:ext cx="20669" cy="9572"/>
                </a:xfrm>
                <a:custGeom>
                  <a:avLst/>
                  <a:gdLst>
                    <a:gd name="connsiteX0" fmla="*/ 0 w 20669"/>
                    <a:gd name="connsiteY0" fmla="*/ 4453 h 9572"/>
                    <a:gd name="connsiteX1" fmla="*/ 20669 w 20669"/>
                    <a:gd name="connsiteY1" fmla="*/ 72 h 9572"/>
                    <a:gd name="connsiteX2" fmla="*/ 8858 w 20669"/>
                    <a:gd name="connsiteY2" fmla="*/ 4739 h 9572"/>
                    <a:gd name="connsiteX3" fmla="*/ 6667 w 20669"/>
                    <a:gd name="connsiteY3" fmla="*/ 6263 h 9572"/>
                    <a:gd name="connsiteX4" fmla="*/ 5429 w 20669"/>
                    <a:gd name="connsiteY4" fmla="*/ 9406 h 9572"/>
                    <a:gd name="connsiteX5" fmla="*/ 0 w 20669"/>
                    <a:gd name="connsiteY5" fmla="*/ 4453 h 9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669" h="9572">
                      <a:moveTo>
                        <a:pt x="0" y="4453"/>
                      </a:moveTo>
                      <a:cubicBezTo>
                        <a:pt x="3905" y="9883"/>
                        <a:pt x="12668" y="-976"/>
                        <a:pt x="20669" y="72"/>
                      </a:cubicBezTo>
                      <a:cubicBezTo>
                        <a:pt x="18955" y="1215"/>
                        <a:pt x="10573" y="5025"/>
                        <a:pt x="8858" y="4739"/>
                      </a:cubicBezTo>
                      <a:cubicBezTo>
                        <a:pt x="8477" y="8549"/>
                        <a:pt x="8001" y="8930"/>
                        <a:pt x="6667" y="6263"/>
                      </a:cubicBezTo>
                      <a:cubicBezTo>
                        <a:pt x="5810" y="7597"/>
                        <a:pt x="4953" y="9025"/>
                        <a:pt x="5429" y="9406"/>
                      </a:cubicBezTo>
                      <a:cubicBezTo>
                        <a:pt x="2191" y="10359"/>
                        <a:pt x="1810" y="7025"/>
                        <a:pt x="0" y="44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0" name="Freeform: Shape 439">
                  <a:extLst>
                    <a:ext uri="{FF2B5EF4-FFF2-40B4-BE49-F238E27FC236}">
                      <a16:creationId xmlns:a16="http://schemas.microsoft.com/office/drawing/2014/main" id="{B82339AF-002F-46FB-B1DF-3EB7A8B93FC5}"/>
                    </a:ext>
                  </a:extLst>
                </p:cNvPr>
                <p:cNvSpPr/>
                <p:nvPr/>
              </p:nvSpPr>
              <p:spPr>
                <a:xfrm>
                  <a:off x="2689596" y="1257242"/>
                  <a:ext cx="4358" cy="3962"/>
                </a:xfrm>
                <a:custGeom>
                  <a:avLst/>
                  <a:gdLst>
                    <a:gd name="connsiteX0" fmla="*/ 644 w 4358"/>
                    <a:gd name="connsiteY0" fmla="*/ 57 h 3962"/>
                    <a:gd name="connsiteX1" fmla="*/ 4359 w 4358"/>
                    <a:gd name="connsiteY1" fmla="*/ 1962 h 3962"/>
                    <a:gd name="connsiteX2" fmla="*/ 2359 w 4358"/>
                    <a:gd name="connsiteY2" fmla="*/ 2248 h 3962"/>
                    <a:gd name="connsiteX3" fmla="*/ 644 w 4358"/>
                    <a:gd name="connsiteY3" fmla="*/ 3962 h 3962"/>
                    <a:gd name="connsiteX4" fmla="*/ 644 w 4358"/>
                    <a:gd name="connsiteY4" fmla="*/ 57 h 3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58" h="3962">
                      <a:moveTo>
                        <a:pt x="644" y="57"/>
                      </a:moveTo>
                      <a:cubicBezTo>
                        <a:pt x="2073" y="-419"/>
                        <a:pt x="1501" y="2248"/>
                        <a:pt x="4359" y="1962"/>
                      </a:cubicBezTo>
                      <a:cubicBezTo>
                        <a:pt x="2835" y="3772"/>
                        <a:pt x="2359" y="3581"/>
                        <a:pt x="2359" y="2248"/>
                      </a:cubicBezTo>
                      <a:cubicBezTo>
                        <a:pt x="1883" y="2057"/>
                        <a:pt x="1216" y="3200"/>
                        <a:pt x="644" y="3962"/>
                      </a:cubicBezTo>
                      <a:cubicBezTo>
                        <a:pt x="-1356" y="3962"/>
                        <a:pt x="2073" y="438"/>
                        <a:pt x="644" y="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1" name="Freeform: Shape 440">
                  <a:extLst>
                    <a:ext uri="{FF2B5EF4-FFF2-40B4-BE49-F238E27FC236}">
                      <a16:creationId xmlns:a16="http://schemas.microsoft.com/office/drawing/2014/main" id="{5BA6A20A-ED32-4BAC-8048-22F8A2FAB67E}"/>
                    </a:ext>
                  </a:extLst>
                </p:cNvPr>
                <p:cNvSpPr/>
                <p:nvPr/>
              </p:nvSpPr>
              <p:spPr>
                <a:xfrm>
                  <a:off x="2779585" y="1147857"/>
                  <a:ext cx="5905" cy="2095"/>
                </a:xfrm>
                <a:custGeom>
                  <a:avLst/>
                  <a:gdLst>
                    <a:gd name="connsiteX0" fmla="*/ 0 w 5905"/>
                    <a:gd name="connsiteY0" fmla="*/ 2096 h 2095"/>
                    <a:gd name="connsiteX1" fmla="*/ 5905 w 5905"/>
                    <a:gd name="connsiteY1" fmla="*/ 0 h 2095"/>
                    <a:gd name="connsiteX2" fmla="*/ 0 w 5905"/>
                    <a:gd name="connsiteY2" fmla="*/ 2096 h 2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905" h="2095">
                      <a:moveTo>
                        <a:pt x="0" y="2096"/>
                      </a:moveTo>
                      <a:cubicBezTo>
                        <a:pt x="190" y="-1048"/>
                        <a:pt x="4191" y="1333"/>
                        <a:pt x="5905" y="0"/>
                      </a:cubicBezTo>
                      <a:cubicBezTo>
                        <a:pt x="2953" y="2667"/>
                        <a:pt x="1619" y="1905"/>
                        <a:pt x="0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2" name="Freeform: Shape 441">
                  <a:extLst>
                    <a:ext uri="{FF2B5EF4-FFF2-40B4-BE49-F238E27FC236}">
                      <a16:creationId xmlns:a16="http://schemas.microsoft.com/office/drawing/2014/main" id="{EFB022C8-10EB-4D00-BBE1-A1466633BFB0}"/>
                    </a:ext>
                  </a:extLst>
                </p:cNvPr>
                <p:cNvSpPr/>
                <p:nvPr/>
              </p:nvSpPr>
              <p:spPr>
                <a:xfrm>
                  <a:off x="2715602" y="1288398"/>
                  <a:ext cx="2546" cy="3800"/>
                </a:xfrm>
                <a:custGeom>
                  <a:avLst/>
                  <a:gdLst>
                    <a:gd name="connsiteX0" fmla="*/ 2261 w 2546"/>
                    <a:gd name="connsiteY0" fmla="*/ 1762 h 3800"/>
                    <a:gd name="connsiteX1" fmla="*/ 70 w 2546"/>
                    <a:gd name="connsiteY1" fmla="*/ 3191 h 3800"/>
                    <a:gd name="connsiteX2" fmla="*/ 356 w 2546"/>
                    <a:gd name="connsiteY2" fmla="*/ 810 h 3800"/>
                    <a:gd name="connsiteX3" fmla="*/ 2546 w 2546"/>
                    <a:gd name="connsiteY3" fmla="*/ 3191 h 3800"/>
                    <a:gd name="connsiteX4" fmla="*/ 2261 w 2546"/>
                    <a:gd name="connsiteY4" fmla="*/ 1762 h 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46" h="3800">
                      <a:moveTo>
                        <a:pt x="2261" y="1762"/>
                      </a:moveTo>
                      <a:cubicBezTo>
                        <a:pt x="1594" y="1953"/>
                        <a:pt x="832" y="2143"/>
                        <a:pt x="70" y="3191"/>
                      </a:cubicBezTo>
                      <a:cubicBezTo>
                        <a:pt x="-311" y="2715"/>
                        <a:pt x="1022" y="1191"/>
                        <a:pt x="356" y="810"/>
                      </a:cubicBezTo>
                      <a:cubicBezTo>
                        <a:pt x="2832" y="-1667"/>
                        <a:pt x="2451" y="2239"/>
                        <a:pt x="2546" y="3191"/>
                      </a:cubicBezTo>
                      <a:cubicBezTo>
                        <a:pt x="1213" y="4620"/>
                        <a:pt x="1118" y="3286"/>
                        <a:pt x="2261" y="1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3" name="Freeform: Shape 442">
                  <a:extLst>
                    <a:ext uri="{FF2B5EF4-FFF2-40B4-BE49-F238E27FC236}">
                      <a16:creationId xmlns:a16="http://schemas.microsoft.com/office/drawing/2014/main" id="{0DD2A9C1-4FB6-4328-81AA-1E78DDE54158}"/>
                    </a:ext>
                  </a:extLst>
                </p:cNvPr>
                <p:cNvSpPr/>
                <p:nvPr/>
              </p:nvSpPr>
              <p:spPr>
                <a:xfrm>
                  <a:off x="2744438" y="1314640"/>
                  <a:ext cx="5873" cy="4000"/>
                </a:xfrm>
                <a:custGeom>
                  <a:avLst/>
                  <a:gdLst>
                    <a:gd name="connsiteX0" fmla="*/ 0 w 5873"/>
                    <a:gd name="connsiteY0" fmla="*/ 4001 h 4000"/>
                    <a:gd name="connsiteX1" fmla="*/ 4572 w 5873"/>
                    <a:gd name="connsiteY1" fmla="*/ 0 h 4000"/>
                    <a:gd name="connsiteX2" fmla="*/ 4953 w 5873"/>
                    <a:gd name="connsiteY2" fmla="*/ 4001 h 4000"/>
                    <a:gd name="connsiteX3" fmla="*/ 0 w 5873"/>
                    <a:gd name="connsiteY3" fmla="*/ 4001 h 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73" h="4000">
                      <a:moveTo>
                        <a:pt x="0" y="4001"/>
                      </a:moveTo>
                      <a:cubicBezTo>
                        <a:pt x="1524" y="2572"/>
                        <a:pt x="2762" y="3715"/>
                        <a:pt x="4572" y="0"/>
                      </a:cubicBezTo>
                      <a:cubicBezTo>
                        <a:pt x="4763" y="1238"/>
                        <a:pt x="7144" y="1238"/>
                        <a:pt x="4953" y="4001"/>
                      </a:cubicBezTo>
                      <a:cubicBezTo>
                        <a:pt x="3524" y="3905"/>
                        <a:pt x="2572" y="3524"/>
                        <a:pt x="0" y="4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4" name="Freeform: Shape 443">
                  <a:extLst>
                    <a:ext uri="{FF2B5EF4-FFF2-40B4-BE49-F238E27FC236}">
                      <a16:creationId xmlns:a16="http://schemas.microsoft.com/office/drawing/2014/main" id="{A92502F4-6D04-426C-B607-97582D3B32D8}"/>
                    </a:ext>
                  </a:extLst>
                </p:cNvPr>
                <p:cNvSpPr/>
                <p:nvPr/>
              </p:nvSpPr>
              <p:spPr>
                <a:xfrm>
                  <a:off x="2793917" y="1356147"/>
                  <a:ext cx="7575" cy="6082"/>
                </a:xfrm>
                <a:custGeom>
                  <a:avLst/>
                  <a:gdLst>
                    <a:gd name="connsiteX0" fmla="*/ 7576 w 7575"/>
                    <a:gd name="connsiteY0" fmla="*/ 403 h 6082"/>
                    <a:gd name="connsiteX1" fmla="*/ 4433 w 7575"/>
                    <a:gd name="connsiteY1" fmla="*/ 1261 h 6082"/>
                    <a:gd name="connsiteX2" fmla="*/ 6338 w 7575"/>
                    <a:gd name="connsiteY2" fmla="*/ 4880 h 6082"/>
                    <a:gd name="connsiteX3" fmla="*/ 242 w 7575"/>
                    <a:gd name="connsiteY3" fmla="*/ 5452 h 6082"/>
                    <a:gd name="connsiteX4" fmla="*/ 3099 w 7575"/>
                    <a:gd name="connsiteY4" fmla="*/ 594 h 6082"/>
                    <a:gd name="connsiteX5" fmla="*/ 3195 w 7575"/>
                    <a:gd name="connsiteY5" fmla="*/ 3166 h 6082"/>
                    <a:gd name="connsiteX6" fmla="*/ 7576 w 7575"/>
                    <a:gd name="connsiteY6" fmla="*/ 403 h 6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575" h="6082">
                      <a:moveTo>
                        <a:pt x="7576" y="403"/>
                      </a:moveTo>
                      <a:cubicBezTo>
                        <a:pt x="6338" y="1451"/>
                        <a:pt x="5385" y="1642"/>
                        <a:pt x="4433" y="1261"/>
                      </a:cubicBezTo>
                      <a:cubicBezTo>
                        <a:pt x="2623" y="3928"/>
                        <a:pt x="5195" y="4023"/>
                        <a:pt x="6338" y="4880"/>
                      </a:cubicBezTo>
                      <a:cubicBezTo>
                        <a:pt x="2718" y="8595"/>
                        <a:pt x="3861" y="2213"/>
                        <a:pt x="242" y="5452"/>
                      </a:cubicBezTo>
                      <a:cubicBezTo>
                        <a:pt x="-901" y="5071"/>
                        <a:pt x="2337" y="2022"/>
                        <a:pt x="3099" y="594"/>
                      </a:cubicBezTo>
                      <a:cubicBezTo>
                        <a:pt x="3099" y="1451"/>
                        <a:pt x="2052" y="2975"/>
                        <a:pt x="3195" y="3166"/>
                      </a:cubicBezTo>
                      <a:cubicBezTo>
                        <a:pt x="3480" y="975"/>
                        <a:pt x="6338" y="-835"/>
                        <a:pt x="7576" y="4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5" name="Freeform: Shape 444">
                  <a:extLst>
                    <a:ext uri="{FF2B5EF4-FFF2-40B4-BE49-F238E27FC236}">
                      <a16:creationId xmlns:a16="http://schemas.microsoft.com/office/drawing/2014/main" id="{64058524-0017-4380-A7B6-5B187BDC4707}"/>
                    </a:ext>
                  </a:extLst>
                </p:cNvPr>
                <p:cNvSpPr/>
                <p:nvPr/>
              </p:nvSpPr>
              <p:spPr>
                <a:xfrm>
                  <a:off x="2925933" y="1212867"/>
                  <a:ext cx="3390" cy="2808"/>
                </a:xfrm>
                <a:custGeom>
                  <a:avLst/>
                  <a:gdLst>
                    <a:gd name="connsiteX0" fmla="*/ 528 w 3390"/>
                    <a:gd name="connsiteY0" fmla="*/ 2808 h 2808"/>
                    <a:gd name="connsiteX1" fmla="*/ 432 w 3390"/>
                    <a:gd name="connsiteY1" fmla="*/ 141 h 2808"/>
                    <a:gd name="connsiteX2" fmla="*/ 2718 w 3390"/>
                    <a:gd name="connsiteY2" fmla="*/ 2618 h 2808"/>
                    <a:gd name="connsiteX3" fmla="*/ 2433 w 3390"/>
                    <a:gd name="connsiteY3" fmla="*/ 1189 h 2808"/>
                    <a:gd name="connsiteX4" fmla="*/ 528 w 3390"/>
                    <a:gd name="connsiteY4" fmla="*/ 2808 h 2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90" h="2808">
                      <a:moveTo>
                        <a:pt x="528" y="2808"/>
                      </a:moveTo>
                      <a:cubicBezTo>
                        <a:pt x="-901" y="2713"/>
                        <a:pt x="1099" y="617"/>
                        <a:pt x="432" y="141"/>
                      </a:cubicBezTo>
                      <a:cubicBezTo>
                        <a:pt x="1099" y="46"/>
                        <a:pt x="4909" y="-716"/>
                        <a:pt x="2718" y="2618"/>
                      </a:cubicBezTo>
                      <a:cubicBezTo>
                        <a:pt x="2433" y="2237"/>
                        <a:pt x="2909" y="1475"/>
                        <a:pt x="2433" y="1189"/>
                      </a:cubicBezTo>
                      <a:cubicBezTo>
                        <a:pt x="1766" y="998"/>
                        <a:pt x="1099" y="2141"/>
                        <a:pt x="528" y="28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6" name="Freeform: Shape 445">
                  <a:extLst>
                    <a:ext uri="{FF2B5EF4-FFF2-40B4-BE49-F238E27FC236}">
                      <a16:creationId xmlns:a16="http://schemas.microsoft.com/office/drawing/2014/main" id="{11F87A96-B92F-4339-A10E-8D89062CF646}"/>
                    </a:ext>
                  </a:extLst>
                </p:cNvPr>
                <p:cNvSpPr/>
                <p:nvPr/>
              </p:nvSpPr>
              <p:spPr>
                <a:xfrm>
                  <a:off x="2851374" y="1356550"/>
                  <a:ext cx="4501" cy="7549"/>
                </a:xfrm>
                <a:custGeom>
                  <a:avLst/>
                  <a:gdLst>
                    <a:gd name="connsiteX0" fmla="*/ 4221 w 4501"/>
                    <a:gd name="connsiteY0" fmla="*/ 0 h 7549"/>
                    <a:gd name="connsiteX1" fmla="*/ 887 w 4501"/>
                    <a:gd name="connsiteY1" fmla="*/ 7239 h 7549"/>
                    <a:gd name="connsiteX2" fmla="*/ 4221 w 4501"/>
                    <a:gd name="connsiteY2" fmla="*/ 0 h 7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01" h="7549">
                      <a:moveTo>
                        <a:pt x="4221" y="0"/>
                      </a:moveTo>
                      <a:cubicBezTo>
                        <a:pt x="5935" y="1715"/>
                        <a:pt x="-828" y="5239"/>
                        <a:pt x="887" y="7239"/>
                      </a:cubicBezTo>
                      <a:cubicBezTo>
                        <a:pt x="-1494" y="8954"/>
                        <a:pt x="1363" y="3143"/>
                        <a:pt x="422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7" name="Freeform: Shape 446">
                  <a:extLst>
                    <a:ext uri="{FF2B5EF4-FFF2-40B4-BE49-F238E27FC236}">
                      <a16:creationId xmlns:a16="http://schemas.microsoft.com/office/drawing/2014/main" id="{7F313B62-2E07-4CC2-BD76-4A0A5CA8F105}"/>
                    </a:ext>
                  </a:extLst>
                </p:cNvPr>
                <p:cNvSpPr/>
                <p:nvPr/>
              </p:nvSpPr>
              <p:spPr>
                <a:xfrm>
                  <a:off x="2900362" y="1305782"/>
                  <a:ext cx="7429" cy="6586"/>
                </a:xfrm>
                <a:custGeom>
                  <a:avLst/>
                  <a:gdLst>
                    <a:gd name="connsiteX0" fmla="*/ 3620 w 7429"/>
                    <a:gd name="connsiteY0" fmla="*/ 0 h 6586"/>
                    <a:gd name="connsiteX1" fmla="*/ 7429 w 7429"/>
                    <a:gd name="connsiteY1" fmla="*/ 4763 h 6586"/>
                    <a:gd name="connsiteX2" fmla="*/ 0 w 7429"/>
                    <a:gd name="connsiteY2" fmla="*/ 3143 h 6586"/>
                    <a:gd name="connsiteX3" fmla="*/ 3620 w 7429"/>
                    <a:gd name="connsiteY3" fmla="*/ 0 h 6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29" h="6586">
                      <a:moveTo>
                        <a:pt x="3620" y="0"/>
                      </a:moveTo>
                      <a:cubicBezTo>
                        <a:pt x="3238" y="3334"/>
                        <a:pt x="5429" y="2477"/>
                        <a:pt x="7429" y="4763"/>
                      </a:cubicBezTo>
                      <a:cubicBezTo>
                        <a:pt x="3524" y="10192"/>
                        <a:pt x="3048" y="1619"/>
                        <a:pt x="0" y="3143"/>
                      </a:cubicBezTo>
                      <a:cubicBezTo>
                        <a:pt x="1429" y="476"/>
                        <a:pt x="2286" y="1905"/>
                        <a:pt x="362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8" name="Freeform: Shape 447">
                  <a:extLst>
                    <a:ext uri="{FF2B5EF4-FFF2-40B4-BE49-F238E27FC236}">
                      <a16:creationId xmlns:a16="http://schemas.microsoft.com/office/drawing/2014/main" id="{0EC4C60B-8155-4E4D-B4CB-245623963847}"/>
                    </a:ext>
                  </a:extLst>
                </p:cNvPr>
                <p:cNvSpPr/>
                <p:nvPr/>
              </p:nvSpPr>
              <p:spPr>
                <a:xfrm>
                  <a:off x="2852823" y="1374743"/>
                  <a:ext cx="18678" cy="25982"/>
                </a:xfrm>
                <a:custGeom>
                  <a:avLst/>
                  <a:gdLst>
                    <a:gd name="connsiteX0" fmla="*/ 104 w 18678"/>
                    <a:gd name="connsiteY0" fmla="*/ 18098 h 25982"/>
                    <a:gd name="connsiteX1" fmla="*/ 771 w 18678"/>
                    <a:gd name="connsiteY1" fmla="*/ 17145 h 25982"/>
                    <a:gd name="connsiteX2" fmla="*/ 1248 w 18678"/>
                    <a:gd name="connsiteY2" fmla="*/ 12192 h 25982"/>
                    <a:gd name="connsiteX3" fmla="*/ 5343 w 18678"/>
                    <a:gd name="connsiteY3" fmla="*/ 6667 h 25982"/>
                    <a:gd name="connsiteX4" fmla="*/ 10582 w 18678"/>
                    <a:gd name="connsiteY4" fmla="*/ 3143 h 25982"/>
                    <a:gd name="connsiteX5" fmla="*/ 10868 w 18678"/>
                    <a:gd name="connsiteY5" fmla="*/ 7144 h 25982"/>
                    <a:gd name="connsiteX6" fmla="*/ 13820 w 18678"/>
                    <a:gd name="connsiteY6" fmla="*/ 4953 h 25982"/>
                    <a:gd name="connsiteX7" fmla="*/ 14297 w 18678"/>
                    <a:gd name="connsiteY7" fmla="*/ 0 h 25982"/>
                    <a:gd name="connsiteX8" fmla="*/ 18678 w 18678"/>
                    <a:gd name="connsiteY8" fmla="*/ 19431 h 25982"/>
                    <a:gd name="connsiteX9" fmla="*/ 15440 w 18678"/>
                    <a:gd name="connsiteY9" fmla="*/ 17621 h 25982"/>
                    <a:gd name="connsiteX10" fmla="*/ 16392 w 18678"/>
                    <a:gd name="connsiteY10" fmla="*/ 20765 h 25982"/>
                    <a:gd name="connsiteX11" fmla="*/ 12106 w 18678"/>
                    <a:gd name="connsiteY11" fmla="*/ 19621 h 25982"/>
                    <a:gd name="connsiteX12" fmla="*/ 13059 w 18678"/>
                    <a:gd name="connsiteY12" fmla="*/ 25336 h 25982"/>
                    <a:gd name="connsiteX13" fmla="*/ 9439 w 18678"/>
                    <a:gd name="connsiteY13" fmla="*/ 25908 h 25982"/>
                    <a:gd name="connsiteX14" fmla="*/ 10582 w 18678"/>
                    <a:gd name="connsiteY14" fmla="*/ 20002 h 25982"/>
                    <a:gd name="connsiteX15" fmla="*/ 9439 w 18678"/>
                    <a:gd name="connsiteY15" fmla="*/ 20669 h 25982"/>
                    <a:gd name="connsiteX16" fmla="*/ 8105 w 18678"/>
                    <a:gd name="connsiteY16" fmla="*/ 25146 h 25982"/>
                    <a:gd name="connsiteX17" fmla="*/ 4867 w 18678"/>
                    <a:gd name="connsiteY17" fmla="*/ 15526 h 25982"/>
                    <a:gd name="connsiteX18" fmla="*/ 104 w 18678"/>
                    <a:gd name="connsiteY18" fmla="*/ 18098 h 25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8" h="25982">
                      <a:moveTo>
                        <a:pt x="104" y="18098"/>
                      </a:moveTo>
                      <a:cubicBezTo>
                        <a:pt x="-276" y="17621"/>
                        <a:pt x="486" y="17050"/>
                        <a:pt x="771" y="17145"/>
                      </a:cubicBezTo>
                      <a:cubicBezTo>
                        <a:pt x="2391" y="14669"/>
                        <a:pt x="1343" y="13716"/>
                        <a:pt x="1248" y="12192"/>
                      </a:cubicBezTo>
                      <a:cubicBezTo>
                        <a:pt x="4391" y="10477"/>
                        <a:pt x="3343" y="10096"/>
                        <a:pt x="5343" y="6667"/>
                      </a:cubicBezTo>
                      <a:cubicBezTo>
                        <a:pt x="4772" y="10001"/>
                        <a:pt x="8296" y="7048"/>
                        <a:pt x="10582" y="3143"/>
                      </a:cubicBezTo>
                      <a:cubicBezTo>
                        <a:pt x="12296" y="3524"/>
                        <a:pt x="10011" y="6286"/>
                        <a:pt x="10868" y="7144"/>
                      </a:cubicBezTo>
                      <a:cubicBezTo>
                        <a:pt x="12773" y="3905"/>
                        <a:pt x="12868" y="2667"/>
                        <a:pt x="13820" y="4953"/>
                      </a:cubicBezTo>
                      <a:cubicBezTo>
                        <a:pt x="16678" y="1715"/>
                        <a:pt x="13916" y="1715"/>
                        <a:pt x="14297" y="0"/>
                      </a:cubicBezTo>
                      <a:cubicBezTo>
                        <a:pt x="16297" y="2191"/>
                        <a:pt x="17250" y="14954"/>
                        <a:pt x="18678" y="19431"/>
                      </a:cubicBezTo>
                      <a:cubicBezTo>
                        <a:pt x="16583" y="21431"/>
                        <a:pt x="17916" y="17145"/>
                        <a:pt x="15440" y="17621"/>
                      </a:cubicBezTo>
                      <a:cubicBezTo>
                        <a:pt x="14773" y="19240"/>
                        <a:pt x="15154" y="20193"/>
                        <a:pt x="16392" y="20765"/>
                      </a:cubicBezTo>
                      <a:cubicBezTo>
                        <a:pt x="13440" y="22860"/>
                        <a:pt x="12868" y="20479"/>
                        <a:pt x="12106" y="19621"/>
                      </a:cubicBezTo>
                      <a:cubicBezTo>
                        <a:pt x="10201" y="22765"/>
                        <a:pt x="13059" y="23241"/>
                        <a:pt x="13059" y="25336"/>
                      </a:cubicBezTo>
                      <a:cubicBezTo>
                        <a:pt x="10296" y="27813"/>
                        <a:pt x="12392" y="22098"/>
                        <a:pt x="9439" y="25908"/>
                      </a:cubicBezTo>
                      <a:cubicBezTo>
                        <a:pt x="8391" y="24765"/>
                        <a:pt x="11344" y="21336"/>
                        <a:pt x="10582" y="20002"/>
                      </a:cubicBezTo>
                      <a:cubicBezTo>
                        <a:pt x="10106" y="20860"/>
                        <a:pt x="9725" y="20765"/>
                        <a:pt x="9439" y="20669"/>
                      </a:cubicBezTo>
                      <a:cubicBezTo>
                        <a:pt x="8296" y="22574"/>
                        <a:pt x="10677" y="22384"/>
                        <a:pt x="8105" y="25146"/>
                      </a:cubicBezTo>
                      <a:cubicBezTo>
                        <a:pt x="8677" y="20955"/>
                        <a:pt x="5438" y="19050"/>
                        <a:pt x="4867" y="15526"/>
                      </a:cubicBezTo>
                      <a:cubicBezTo>
                        <a:pt x="3248" y="15526"/>
                        <a:pt x="1533" y="17621"/>
                        <a:pt x="104" y="180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49" name="Freeform: Shape 448">
                  <a:extLst>
                    <a:ext uri="{FF2B5EF4-FFF2-40B4-BE49-F238E27FC236}">
                      <a16:creationId xmlns:a16="http://schemas.microsoft.com/office/drawing/2014/main" id="{806D9B3C-9886-4A9B-ABFA-AF6F9955CB1A}"/>
                    </a:ext>
                  </a:extLst>
                </p:cNvPr>
                <p:cNvSpPr/>
                <p:nvPr/>
              </p:nvSpPr>
              <p:spPr>
                <a:xfrm>
                  <a:off x="2823209" y="1422654"/>
                  <a:ext cx="13334" cy="8777"/>
                </a:xfrm>
                <a:custGeom>
                  <a:avLst/>
                  <a:gdLst>
                    <a:gd name="connsiteX0" fmla="*/ 2286 w 13334"/>
                    <a:gd name="connsiteY0" fmla="*/ 8001 h 8777"/>
                    <a:gd name="connsiteX1" fmla="*/ 0 w 13334"/>
                    <a:gd name="connsiteY1" fmla="*/ 6763 h 8777"/>
                    <a:gd name="connsiteX2" fmla="*/ 13335 w 13334"/>
                    <a:gd name="connsiteY2" fmla="*/ 0 h 8777"/>
                    <a:gd name="connsiteX3" fmla="*/ 2286 w 13334"/>
                    <a:gd name="connsiteY3" fmla="*/ 8001 h 8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334" h="8777">
                      <a:moveTo>
                        <a:pt x="2286" y="8001"/>
                      </a:moveTo>
                      <a:cubicBezTo>
                        <a:pt x="-95" y="10477"/>
                        <a:pt x="2000" y="6191"/>
                        <a:pt x="0" y="6763"/>
                      </a:cubicBezTo>
                      <a:cubicBezTo>
                        <a:pt x="5048" y="1238"/>
                        <a:pt x="8477" y="4191"/>
                        <a:pt x="13335" y="0"/>
                      </a:cubicBezTo>
                      <a:cubicBezTo>
                        <a:pt x="11811" y="4667"/>
                        <a:pt x="2191" y="3429"/>
                        <a:pt x="2286" y="8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0" name="Freeform: Shape 449">
                  <a:extLst>
                    <a:ext uri="{FF2B5EF4-FFF2-40B4-BE49-F238E27FC236}">
                      <a16:creationId xmlns:a16="http://schemas.microsoft.com/office/drawing/2014/main" id="{82226978-3616-46CB-9AD5-29DB865F8563}"/>
                    </a:ext>
                  </a:extLst>
                </p:cNvPr>
                <p:cNvSpPr/>
                <p:nvPr/>
              </p:nvSpPr>
              <p:spPr>
                <a:xfrm>
                  <a:off x="2844339" y="1400937"/>
                  <a:ext cx="10640" cy="10558"/>
                </a:xfrm>
                <a:custGeom>
                  <a:avLst/>
                  <a:gdLst>
                    <a:gd name="connsiteX0" fmla="*/ 16 w 10640"/>
                    <a:gd name="connsiteY0" fmla="*/ 5239 h 10558"/>
                    <a:gd name="connsiteX1" fmla="*/ 4589 w 10640"/>
                    <a:gd name="connsiteY1" fmla="*/ 0 h 10558"/>
                    <a:gd name="connsiteX2" fmla="*/ 10304 w 10640"/>
                    <a:gd name="connsiteY2" fmla="*/ 9715 h 10558"/>
                    <a:gd name="connsiteX3" fmla="*/ 8303 w 10640"/>
                    <a:gd name="connsiteY3" fmla="*/ 9811 h 10558"/>
                    <a:gd name="connsiteX4" fmla="*/ 16 w 10640"/>
                    <a:gd name="connsiteY4" fmla="*/ 5239 h 10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40" h="10558">
                      <a:moveTo>
                        <a:pt x="16" y="5239"/>
                      </a:moveTo>
                      <a:cubicBezTo>
                        <a:pt x="-269" y="2572"/>
                        <a:pt x="3255" y="1905"/>
                        <a:pt x="4589" y="0"/>
                      </a:cubicBezTo>
                      <a:cubicBezTo>
                        <a:pt x="4017" y="2857"/>
                        <a:pt x="12399" y="1429"/>
                        <a:pt x="10304" y="9715"/>
                      </a:cubicBezTo>
                      <a:cubicBezTo>
                        <a:pt x="8303" y="12668"/>
                        <a:pt x="10684" y="6667"/>
                        <a:pt x="8303" y="9811"/>
                      </a:cubicBezTo>
                      <a:cubicBezTo>
                        <a:pt x="8494" y="6667"/>
                        <a:pt x="5160" y="286"/>
                        <a:pt x="16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1" name="Freeform: Shape 450">
                  <a:extLst>
                    <a:ext uri="{FF2B5EF4-FFF2-40B4-BE49-F238E27FC236}">
                      <a16:creationId xmlns:a16="http://schemas.microsoft.com/office/drawing/2014/main" id="{BE76DC9D-0B9C-4C4F-B247-B69200798F3D}"/>
                    </a:ext>
                  </a:extLst>
                </p:cNvPr>
                <p:cNvSpPr/>
                <p:nvPr/>
              </p:nvSpPr>
              <p:spPr>
                <a:xfrm>
                  <a:off x="2766508" y="1523073"/>
                  <a:ext cx="5076" cy="5374"/>
                </a:xfrm>
                <a:custGeom>
                  <a:avLst/>
                  <a:gdLst>
                    <a:gd name="connsiteX0" fmla="*/ 28 w 5076"/>
                    <a:gd name="connsiteY0" fmla="*/ 4165 h 5374"/>
                    <a:gd name="connsiteX1" fmla="*/ 2409 w 5076"/>
                    <a:gd name="connsiteY1" fmla="*/ 4260 h 5374"/>
                    <a:gd name="connsiteX2" fmla="*/ 2695 w 5076"/>
                    <a:gd name="connsiteY2" fmla="*/ 545 h 5374"/>
                    <a:gd name="connsiteX3" fmla="*/ 5076 w 5076"/>
                    <a:gd name="connsiteY3" fmla="*/ 3117 h 5374"/>
                    <a:gd name="connsiteX4" fmla="*/ 28 w 5076"/>
                    <a:gd name="connsiteY4" fmla="*/ 4165 h 5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6" h="5374">
                      <a:moveTo>
                        <a:pt x="28" y="4165"/>
                      </a:moveTo>
                      <a:cubicBezTo>
                        <a:pt x="2409" y="1688"/>
                        <a:pt x="1457" y="3498"/>
                        <a:pt x="2409" y="4260"/>
                      </a:cubicBezTo>
                      <a:cubicBezTo>
                        <a:pt x="3742" y="2355"/>
                        <a:pt x="2600" y="1783"/>
                        <a:pt x="2695" y="545"/>
                      </a:cubicBezTo>
                      <a:cubicBezTo>
                        <a:pt x="5457" y="-1645"/>
                        <a:pt x="2695" y="3498"/>
                        <a:pt x="5076" y="3117"/>
                      </a:cubicBezTo>
                      <a:cubicBezTo>
                        <a:pt x="3266" y="4451"/>
                        <a:pt x="-353" y="6832"/>
                        <a:pt x="28" y="416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2" name="Freeform: Shape 451">
                  <a:extLst>
                    <a:ext uri="{FF2B5EF4-FFF2-40B4-BE49-F238E27FC236}">
                      <a16:creationId xmlns:a16="http://schemas.microsoft.com/office/drawing/2014/main" id="{7C325A68-1FCC-4F97-9C85-7321AEC17CC3}"/>
                    </a:ext>
                  </a:extLst>
                </p:cNvPr>
                <p:cNvSpPr/>
                <p:nvPr/>
              </p:nvSpPr>
              <p:spPr>
                <a:xfrm>
                  <a:off x="2850920" y="1413449"/>
                  <a:ext cx="4399" cy="3301"/>
                </a:xfrm>
                <a:custGeom>
                  <a:avLst/>
                  <a:gdLst>
                    <a:gd name="connsiteX0" fmla="*/ 8 w 4399"/>
                    <a:gd name="connsiteY0" fmla="*/ 2918 h 3301"/>
                    <a:gd name="connsiteX1" fmla="*/ 2960 w 4399"/>
                    <a:gd name="connsiteY1" fmla="*/ 3299 h 3301"/>
                    <a:gd name="connsiteX2" fmla="*/ 8 w 4399"/>
                    <a:gd name="connsiteY2" fmla="*/ 2918 h 3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399" h="3301">
                      <a:moveTo>
                        <a:pt x="8" y="2918"/>
                      </a:moveTo>
                      <a:cubicBezTo>
                        <a:pt x="-278" y="537"/>
                        <a:pt x="7533" y="-2416"/>
                        <a:pt x="2960" y="3299"/>
                      </a:cubicBezTo>
                      <a:cubicBezTo>
                        <a:pt x="1913" y="3394"/>
                        <a:pt x="1341" y="918"/>
                        <a:pt x="8" y="29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3" name="Freeform: Shape 452">
                  <a:extLst>
                    <a:ext uri="{FF2B5EF4-FFF2-40B4-BE49-F238E27FC236}">
                      <a16:creationId xmlns:a16="http://schemas.microsoft.com/office/drawing/2014/main" id="{90A4BC28-2735-40FE-98E1-FCF84580EAF8}"/>
                    </a:ext>
                  </a:extLst>
                </p:cNvPr>
                <p:cNvSpPr/>
                <p:nvPr/>
              </p:nvSpPr>
              <p:spPr>
                <a:xfrm>
                  <a:off x="2865500" y="1398479"/>
                  <a:ext cx="11620" cy="14268"/>
                </a:xfrm>
                <a:custGeom>
                  <a:avLst/>
                  <a:gdLst>
                    <a:gd name="connsiteX0" fmla="*/ 8858 w 11620"/>
                    <a:gd name="connsiteY0" fmla="*/ 14268 h 14268"/>
                    <a:gd name="connsiteX1" fmla="*/ 0 w 11620"/>
                    <a:gd name="connsiteY1" fmla="*/ 2743 h 14268"/>
                    <a:gd name="connsiteX2" fmla="*/ 4572 w 11620"/>
                    <a:gd name="connsiteY2" fmla="*/ 171 h 14268"/>
                    <a:gd name="connsiteX3" fmla="*/ 2286 w 11620"/>
                    <a:gd name="connsiteY3" fmla="*/ 4077 h 14268"/>
                    <a:gd name="connsiteX4" fmla="*/ 6858 w 11620"/>
                    <a:gd name="connsiteY4" fmla="*/ 1505 h 14268"/>
                    <a:gd name="connsiteX5" fmla="*/ 11621 w 11620"/>
                    <a:gd name="connsiteY5" fmla="*/ 10744 h 14268"/>
                    <a:gd name="connsiteX6" fmla="*/ 8858 w 11620"/>
                    <a:gd name="connsiteY6" fmla="*/ 14268 h 14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620" h="14268">
                      <a:moveTo>
                        <a:pt x="8858" y="14268"/>
                      </a:moveTo>
                      <a:cubicBezTo>
                        <a:pt x="6858" y="8744"/>
                        <a:pt x="2286" y="7791"/>
                        <a:pt x="0" y="2743"/>
                      </a:cubicBezTo>
                      <a:cubicBezTo>
                        <a:pt x="1810" y="457"/>
                        <a:pt x="3334" y="-400"/>
                        <a:pt x="4572" y="171"/>
                      </a:cubicBezTo>
                      <a:cubicBezTo>
                        <a:pt x="4286" y="1219"/>
                        <a:pt x="3524" y="2553"/>
                        <a:pt x="2286" y="4077"/>
                      </a:cubicBezTo>
                      <a:cubicBezTo>
                        <a:pt x="3524" y="4648"/>
                        <a:pt x="5048" y="3791"/>
                        <a:pt x="6858" y="1505"/>
                      </a:cubicBezTo>
                      <a:cubicBezTo>
                        <a:pt x="5144" y="8077"/>
                        <a:pt x="6668" y="10077"/>
                        <a:pt x="11621" y="10744"/>
                      </a:cubicBezTo>
                      <a:cubicBezTo>
                        <a:pt x="11621" y="12173"/>
                        <a:pt x="9906" y="10839"/>
                        <a:pt x="8858" y="142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4" name="Freeform: Shape 453">
                  <a:extLst>
                    <a:ext uri="{FF2B5EF4-FFF2-40B4-BE49-F238E27FC236}">
                      <a16:creationId xmlns:a16="http://schemas.microsoft.com/office/drawing/2014/main" id="{F425AFF8-05A3-4198-A57E-6708267C824B}"/>
                    </a:ext>
                  </a:extLst>
                </p:cNvPr>
                <p:cNvSpPr/>
                <p:nvPr/>
              </p:nvSpPr>
              <p:spPr>
                <a:xfrm>
                  <a:off x="2797968" y="1525185"/>
                  <a:ext cx="22384" cy="30056"/>
                </a:xfrm>
                <a:custGeom>
                  <a:avLst/>
                  <a:gdLst>
                    <a:gd name="connsiteX0" fmla="*/ 8954 w 22384"/>
                    <a:gd name="connsiteY0" fmla="*/ 27580 h 30056"/>
                    <a:gd name="connsiteX1" fmla="*/ 16097 w 22384"/>
                    <a:gd name="connsiteY1" fmla="*/ 19960 h 30056"/>
                    <a:gd name="connsiteX2" fmla="*/ 14859 w 22384"/>
                    <a:gd name="connsiteY2" fmla="*/ 16627 h 30056"/>
                    <a:gd name="connsiteX3" fmla="*/ 15430 w 22384"/>
                    <a:gd name="connsiteY3" fmla="*/ 18341 h 30056"/>
                    <a:gd name="connsiteX4" fmla="*/ 1905 w 22384"/>
                    <a:gd name="connsiteY4" fmla="*/ 15579 h 30056"/>
                    <a:gd name="connsiteX5" fmla="*/ 4001 w 22384"/>
                    <a:gd name="connsiteY5" fmla="*/ 12817 h 30056"/>
                    <a:gd name="connsiteX6" fmla="*/ 8668 w 22384"/>
                    <a:gd name="connsiteY6" fmla="*/ 11674 h 30056"/>
                    <a:gd name="connsiteX7" fmla="*/ 9430 w 22384"/>
                    <a:gd name="connsiteY7" fmla="*/ 8149 h 30056"/>
                    <a:gd name="connsiteX8" fmla="*/ 8763 w 22384"/>
                    <a:gd name="connsiteY8" fmla="*/ 9007 h 30056"/>
                    <a:gd name="connsiteX9" fmla="*/ 0 w 22384"/>
                    <a:gd name="connsiteY9" fmla="*/ 6530 h 30056"/>
                    <a:gd name="connsiteX10" fmla="*/ 5239 w 22384"/>
                    <a:gd name="connsiteY10" fmla="*/ 434 h 30056"/>
                    <a:gd name="connsiteX11" fmla="*/ 7144 w 22384"/>
                    <a:gd name="connsiteY11" fmla="*/ 2815 h 30056"/>
                    <a:gd name="connsiteX12" fmla="*/ 3524 w 22384"/>
                    <a:gd name="connsiteY12" fmla="*/ 3387 h 30056"/>
                    <a:gd name="connsiteX13" fmla="*/ 1619 w 22384"/>
                    <a:gd name="connsiteY13" fmla="*/ 7483 h 30056"/>
                    <a:gd name="connsiteX14" fmla="*/ 5715 w 22384"/>
                    <a:gd name="connsiteY14" fmla="*/ 4625 h 30056"/>
                    <a:gd name="connsiteX15" fmla="*/ 7334 w 22384"/>
                    <a:gd name="connsiteY15" fmla="*/ 8245 h 30056"/>
                    <a:gd name="connsiteX16" fmla="*/ 10287 w 22384"/>
                    <a:gd name="connsiteY16" fmla="*/ 6054 h 30056"/>
                    <a:gd name="connsiteX17" fmla="*/ 22384 w 22384"/>
                    <a:gd name="connsiteY17" fmla="*/ 19770 h 30056"/>
                    <a:gd name="connsiteX18" fmla="*/ 17526 w 22384"/>
                    <a:gd name="connsiteY18" fmla="*/ 30057 h 30056"/>
                    <a:gd name="connsiteX19" fmla="*/ 17240 w 22384"/>
                    <a:gd name="connsiteY19" fmla="*/ 27199 h 30056"/>
                    <a:gd name="connsiteX20" fmla="*/ 19336 w 22384"/>
                    <a:gd name="connsiteY20" fmla="*/ 24532 h 30056"/>
                    <a:gd name="connsiteX21" fmla="*/ 18288 w 22384"/>
                    <a:gd name="connsiteY21" fmla="*/ 22627 h 30056"/>
                    <a:gd name="connsiteX22" fmla="*/ 16383 w 22384"/>
                    <a:gd name="connsiteY22" fmla="*/ 26723 h 30056"/>
                    <a:gd name="connsiteX23" fmla="*/ 8954 w 22384"/>
                    <a:gd name="connsiteY23" fmla="*/ 27580 h 30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2384" h="30056">
                      <a:moveTo>
                        <a:pt x="8954" y="27580"/>
                      </a:moveTo>
                      <a:cubicBezTo>
                        <a:pt x="9144" y="26247"/>
                        <a:pt x="13906" y="22818"/>
                        <a:pt x="16097" y="19960"/>
                      </a:cubicBezTo>
                      <a:cubicBezTo>
                        <a:pt x="16573" y="18341"/>
                        <a:pt x="15907" y="17389"/>
                        <a:pt x="14859" y="16627"/>
                      </a:cubicBezTo>
                      <a:cubicBezTo>
                        <a:pt x="14097" y="17770"/>
                        <a:pt x="15049" y="17865"/>
                        <a:pt x="15430" y="18341"/>
                      </a:cubicBezTo>
                      <a:cubicBezTo>
                        <a:pt x="8191" y="21294"/>
                        <a:pt x="9049" y="15579"/>
                        <a:pt x="1905" y="15579"/>
                      </a:cubicBezTo>
                      <a:cubicBezTo>
                        <a:pt x="2762" y="15007"/>
                        <a:pt x="4477" y="13483"/>
                        <a:pt x="4001" y="12817"/>
                      </a:cubicBezTo>
                      <a:cubicBezTo>
                        <a:pt x="5715" y="11674"/>
                        <a:pt x="6858" y="13102"/>
                        <a:pt x="8668" y="11674"/>
                      </a:cubicBezTo>
                      <a:cubicBezTo>
                        <a:pt x="9906" y="9959"/>
                        <a:pt x="7715" y="10245"/>
                        <a:pt x="9430" y="8149"/>
                      </a:cubicBezTo>
                      <a:cubicBezTo>
                        <a:pt x="8763" y="8054"/>
                        <a:pt x="8477" y="8911"/>
                        <a:pt x="8763" y="9007"/>
                      </a:cubicBezTo>
                      <a:cubicBezTo>
                        <a:pt x="4667" y="10245"/>
                        <a:pt x="381" y="10912"/>
                        <a:pt x="0" y="6530"/>
                      </a:cubicBezTo>
                      <a:cubicBezTo>
                        <a:pt x="1619" y="5863"/>
                        <a:pt x="4286" y="2911"/>
                        <a:pt x="5239" y="434"/>
                      </a:cubicBezTo>
                      <a:cubicBezTo>
                        <a:pt x="6953" y="-1280"/>
                        <a:pt x="5905" y="2625"/>
                        <a:pt x="7144" y="2815"/>
                      </a:cubicBezTo>
                      <a:cubicBezTo>
                        <a:pt x="5620" y="4625"/>
                        <a:pt x="5048" y="1958"/>
                        <a:pt x="3524" y="3387"/>
                      </a:cubicBezTo>
                      <a:cubicBezTo>
                        <a:pt x="1334" y="5673"/>
                        <a:pt x="3048" y="5673"/>
                        <a:pt x="1619" y="7483"/>
                      </a:cubicBezTo>
                      <a:cubicBezTo>
                        <a:pt x="2857" y="7006"/>
                        <a:pt x="4096" y="6911"/>
                        <a:pt x="5715" y="4625"/>
                      </a:cubicBezTo>
                      <a:cubicBezTo>
                        <a:pt x="5905" y="7006"/>
                        <a:pt x="8954" y="4720"/>
                        <a:pt x="7334" y="8245"/>
                      </a:cubicBezTo>
                      <a:cubicBezTo>
                        <a:pt x="8668" y="7673"/>
                        <a:pt x="8287" y="6625"/>
                        <a:pt x="10287" y="6054"/>
                      </a:cubicBezTo>
                      <a:cubicBezTo>
                        <a:pt x="11430" y="13864"/>
                        <a:pt x="22479" y="11864"/>
                        <a:pt x="22384" y="19770"/>
                      </a:cubicBezTo>
                      <a:cubicBezTo>
                        <a:pt x="16859" y="25390"/>
                        <a:pt x="22003" y="25009"/>
                        <a:pt x="17526" y="30057"/>
                      </a:cubicBezTo>
                      <a:cubicBezTo>
                        <a:pt x="17145" y="29295"/>
                        <a:pt x="19336" y="27009"/>
                        <a:pt x="17240" y="27199"/>
                      </a:cubicBezTo>
                      <a:cubicBezTo>
                        <a:pt x="17621" y="25675"/>
                        <a:pt x="18193" y="25675"/>
                        <a:pt x="19336" y="24532"/>
                      </a:cubicBezTo>
                      <a:cubicBezTo>
                        <a:pt x="18097" y="24342"/>
                        <a:pt x="18669" y="23199"/>
                        <a:pt x="18288" y="22627"/>
                      </a:cubicBezTo>
                      <a:cubicBezTo>
                        <a:pt x="15526" y="25199"/>
                        <a:pt x="19145" y="24151"/>
                        <a:pt x="16383" y="26723"/>
                      </a:cubicBezTo>
                      <a:cubicBezTo>
                        <a:pt x="18002" y="21675"/>
                        <a:pt x="12287" y="24247"/>
                        <a:pt x="8954" y="275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5" name="Freeform: Shape 454">
                  <a:extLst>
                    <a:ext uri="{FF2B5EF4-FFF2-40B4-BE49-F238E27FC236}">
                      <a16:creationId xmlns:a16="http://schemas.microsoft.com/office/drawing/2014/main" id="{40634528-BAB0-4EAD-BD42-6416DCF821FD}"/>
                    </a:ext>
                  </a:extLst>
                </p:cNvPr>
                <p:cNvSpPr/>
                <p:nvPr/>
              </p:nvSpPr>
              <p:spPr>
                <a:xfrm>
                  <a:off x="2788442" y="1339103"/>
                  <a:ext cx="927926" cy="801258"/>
                </a:xfrm>
                <a:custGeom>
                  <a:avLst/>
                  <a:gdLst>
                    <a:gd name="connsiteX0" fmla="*/ 4763 w 927926"/>
                    <a:gd name="connsiteY0" fmla="*/ 209566 h 801258"/>
                    <a:gd name="connsiteX1" fmla="*/ 5525 w 927926"/>
                    <a:gd name="connsiteY1" fmla="*/ 212614 h 801258"/>
                    <a:gd name="connsiteX2" fmla="*/ 3430 w 927926"/>
                    <a:gd name="connsiteY2" fmla="*/ 215281 h 801258"/>
                    <a:gd name="connsiteX3" fmla="*/ 1715 w 927926"/>
                    <a:gd name="connsiteY3" fmla="*/ 214233 h 801258"/>
                    <a:gd name="connsiteX4" fmla="*/ 7430 w 927926"/>
                    <a:gd name="connsiteY4" fmla="*/ 218900 h 801258"/>
                    <a:gd name="connsiteX5" fmla="*/ 6002 w 927926"/>
                    <a:gd name="connsiteY5" fmla="*/ 227282 h 801258"/>
                    <a:gd name="connsiteX6" fmla="*/ 7240 w 927926"/>
                    <a:gd name="connsiteY6" fmla="*/ 224044 h 801258"/>
                    <a:gd name="connsiteX7" fmla="*/ 12097 w 927926"/>
                    <a:gd name="connsiteY7" fmla="*/ 228235 h 801258"/>
                    <a:gd name="connsiteX8" fmla="*/ 10193 w 927926"/>
                    <a:gd name="connsiteY8" fmla="*/ 232331 h 801258"/>
                    <a:gd name="connsiteX9" fmla="*/ 15336 w 927926"/>
                    <a:gd name="connsiteY9" fmla="*/ 231378 h 801258"/>
                    <a:gd name="connsiteX10" fmla="*/ 12002 w 927926"/>
                    <a:gd name="connsiteY10" fmla="*/ 237284 h 801258"/>
                    <a:gd name="connsiteX11" fmla="*/ 16955 w 927926"/>
                    <a:gd name="connsiteY11" fmla="*/ 234902 h 801258"/>
                    <a:gd name="connsiteX12" fmla="*/ 19337 w 927926"/>
                    <a:gd name="connsiteY12" fmla="*/ 234998 h 801258"/>
                    <a:gd name="connsiteX13" fmla="*/ 16955 w 927926"/>
                    <a:gd name="connsiteY13" fmla="*/ 238808 h 801258"/>
                    <a:gd name="connsiteX14" fmla="*/ 22575 w 927926"/>
                    <a:gd name="connsiteY14" fmla="*/ 242141 h 801258"/>
                    <a:gd name="connsiteX15" fmla="*/ 26671 w 927926"/>
                    <a:gd name="connsiteY15" fmla="*/ 239284 h 801258"/>
                    <a:gd name="connsiteX16" fmla="*/ 31243 w 927926"/>
                    <a:gd name="connsiteY16" fmla="*/ 244618 h 801258"/>
                    <a:gd name="connsiteX17" fmla="*/ 30195 w 927926"/>
                    <a:gd name="connsiteY17" fmla="*/ 261001 h 801258"/>
                    <a:gd name="connsiteX18" fmla="*/ 32767 w 927926"/>
                    <a:gd name="connsiteY18" fmla="*/ 258524 h 801258"/>
                    <a:gd name="connsiteX19" fmla="*/ 32767 w 927926"/>
                    <a:gd name="connsiteY19" fmla="*/ 262525 h 801258"/>
                    <a:gd name="connsiteX20" fmla="*/ 35053 w 927926"/>
                    <a:gd name="connsiteY20" fmla="*/ 257286 h 801258"/>
                    <a:gd name="connsiteX21" fmla="*/ 44292 w 927926"/>
                    <a:gd name="connsiteY21" fmla="*/ 261477 h 801258"/>
                    <a:gd name="connsiteX22" fmla="*/ 39720 w 927926"/>
                    <a:gd name="connsiteY22" fmla="*/ 264049 h 801258"/>
                    <a:gd name="connsiteX23" fmla="*/ 46006 w 927926"/>
                    <a:gd name="connsiteY23" fmla="*/ 262525 h 801258"/>
                    <a:gd name="connsiteX24" fmla="*/ 41625 w 927926"/>
                    <a:gd name="connsiteY24" fmla="*/ 266430 h 801258"/>
                    <a:gd name="connsiteX25" fmla="*/ 48102 w 927926"/>
                    <a:gd name="connsiteY25" fmla="*/ 270240 h 801258"/>
                    <a:gd name="connsiteX26" fmla="*/ 45816 w 927926"/>
                    <a:gd name="connsiteY26" fmla="*/ 271478 h 801258"/>
                    <a:gd name="connsiteX27" fmla="*/ 35720 w 927926"/>
                    <a:gd name="connsiteY27" fmla="*/ 266811 h 801258"/>
                    <a:gd name="connsiteX28" fmla="*/ 45721 w 927926"/>
                    <a:gd name="connsiteY28" fmla="*/ 273955 h 801258"/>
                    <a:gd name="connsiteX29" fmla="*/ 48959 w 927926"/>
                    <a:gd name="connsiteY29" fmla="*/ 282432 h 801258"/>
                    <a:gd name="connsiteX30" fmla="*/ 61151 w 927926"/>
                    <a:gd name="connsiteY30" fmla="*/ 295386 h 801258"/>
                    <a:gd name="connsiteX31" fmla="*/ 59342 w 927926"/>
                    <a:gd name="connsiteY31" fmla="*/ 296910 h 801258"/>
                    <a:gd name="connsiteX32" fmla="*/ 63342 w 927926"/>
                    <a:gd name="connsiteY32" fmla="*/ 296720 h 801258"/>
                    <a:gd name="connsiteX33" fmla="*/ 63913 w 927926"/>
                    <a:gd name="connsiteY33" fmla="*/ 294434 h 801258"/>
                    <a:gd name="connsiteX34" fmla="*/ 68676 w 927926"/>
                    <a:gd name="connsiteY34" fmla="*/ 298720 h 801258"/>
                    <a:gd name="connsiteX35" fmla="*/ 64961 w 927926"/>
                    <a:gd name="connsiteY35" fmla="*/ 301768 h 801258"/>
                    <a:gd name="connsiteX36" fmla="*/ 68581 w 927926"/>
                    <a:gd name="connsiteY36" fmla="*/ 306626 h 801258"/>
                    <a:gd name="connsiteX37" fmla="*/ 72200 w 927926"/>
                    <a:gd name="connsiteY37" fmla="*/ 302244 h 801258"/>
                    <a:gd name="connsiteX38" fmla="*/ 70962 w 927926"/>
                    <a:gd name="connsiteY38" fmla="*/ 306816 h 801258"/>
                    <a:gd name="connsiteX39" fmla="*/ 75439 w 927926"/>
                    <a:gd name="connsiteY39" fmla="*/ 303006 h 801258"/>
                    <a:gd name="connsiteX40" fmla="*/ 81630 w 927926"/>
                    <a:gd name="connsiteY40" fmla="*/ 305578 h 801258"/>
                    <a:gd name="connsiteX41" fmla="*/ 77820 w 927926"/>
                    <a:gd name="connsiteY41" fmla="*/ 312531 h 801258"/>
                    <a:gd name="connsiteX42" fmla="*/ 83154 w 927926"/>
                    <a:gd name="connsiteY42" fmla="*/ 314531 h 801258"/>
                    <a:gd name="connsiteX43" fmla="*/ 77629 w 927926"/>
                    <a:gd name="connsiteY43" fmla="*/ 320437 h 801258"/>
                    <a:gd name="connsiteX44" fmla="*/ 80011 w 927926"/>
                    <a:gd name="connsiteY44" fmla="*/ 320627 h 801258"/>
                    <a:gd name="connsiteX45" fmla="*/ 84869 w 927926"/>
                    <a:gd name="connsiteY45" fmla="*/ 315674 h 801258"/>
                    <a:gd name="connsiteX46" fmla="*/ 97632 w 927926"/>
                    <a:gd name="connsiteY46" fmla="*/ 325009 h 801258"/>
                    <a:gd name="connsiteX47" fmla="*/ 94298 w 927926"/>
                    <a:gd name="connsiteY47" fmla="*/ 328247 h 801258"/>
                    <a:gd name="connsiteX48" fmla="*/ 96394 w 927926"/>
                    <a:gd name="connsiteY48" fmla="*/ 329581 h 801258"/>
                    <a:gd name="connsiteX49" fmla="*/ 99823 w 927926"/>
                    <a:gd name="connsiteY49" fmla="*/ 327771 h 801258"/>
                    <a:gd name="connsiteX50" fmla="*/ 96203 w 927926"/>
                    <a:gd name="connsiteY50" fmla="*/ 333486 h 801258"/>
                    <a:gd name="connsiteX51" fmla="*/ 92488 w 927926"/>
                    <a:gd name="connsiteY51" fmla="*/ 327200 h 801258"/>
                    <a:gd name="connsiteX52" fmla="*/ 85345 w 927926"/>
                    <a:gd name="connsiteY52" fmla="*/ 322723 h 801258"/>
                    <a:gd name="connsiteX53" fmla="*/ 91346 w 927926"/>
                    <a:gd name="connsiteY53" fmla="*/ 333105 h 801258"/>
                    <a:gd name="connsiteX54" fmla="*/ 94108 w 927926"/>
                    <a:gd name="connsiteY54" fmla="*/ 344154 h 801258"/>
                    <a:gd name="connsiteX55" fmla="*/ 97537 w 927926"/>
                    <a:gd name="connsiteY55" fmla="*/ 342344 h 801258"/>
                    <a:gd name="connsiteX56" fmla="*/ 101537 w 927926"/>
                    <a:gd name="connsiteY56" fmla="*/ 336820 h 801258"/>
                    <a:gd name="connsiteX57" fmla="*/ 97918 w 927926"/>
                    <a:gd name="connsiteY57" fmla="*/ 337201 h 801258"/>
                    <a:gd name="connsiteX58" fmla="*/ 101823 w 927926"/>
                    <a:gd name="connsiteY58" fmla="*/ 330343 h 801258"/>
                    <a:gd name="connsiteX59" fmla="*/ 107252 w 927926"/>
                    <a:gd name="connsiteY59" fmla="*/ 333772 h 801258"/>
                    <a:gd name="connsiteX60" fmla="*/ 109348 w 927926"/>
                    <a:gd name="connsiteY60" fmla="*/ 335105 h 801258"/>
                    <a:gd name="connsiteX61" fmla="*/ 104776 w 927926"/>
                    <a:gd name="connsiteY61" fmla="*/ 338915 h 801258"/>
                    <a:gd name="connsiteX62" fmla="*/ 110586 w 927926"/>
                    <a:gd name="connsiteY62" fmla="*/ 335867 h 801258"/>
                    <a:gd name="connsiteX63" fmla="*/ 111538 w 927926"/>
                    <a:gd name="connsiteY63" fmla="*/ 337772 h 801258"/>
                    <a:gd name="connsiteX64" fmla="*/ 106300 w 927926"/>
                    <a:gd name="connsiteY64" fmla="*/ 343868 h 801258"/>
                    <a:gd name="connsiteX65" fmla="*/ 109157 w 927926"/>
                    <a:gd name="connsiteY65" fmla="*/ 345773 h 801258"/>
                    <a:gd name="connsiteX66" fmla="*/ 105347 w 927926"/>
                    <a:gd name="connsiteY66" fmla="*/ 348726 h 801258"/>
                    <a:gd name="connsiteX67" fmla="*/ 101633 w 927926"/>
                    <a:gd name="connsiteY67" fmla="*/ 346250 h 801258"/>
                    <a:gd name="connsiteX68" fmla="*/ 104109 w 927926"/>
                    <a:gd name="connsiteY68" fmla="*/ 341106 h 801258"/>
                    <a:gd name="connsiteX69" fmla="*/ 101156 w 927926"/>
                    <a:gd name="connsiteY69" fmla="*/ 339296 h 801258"/>
                    <a:gd name="connsiteX70" fmla="*/ 100489 w 927926"/>
                    <a:gd name="connsiteY70" fmla="*/ 346821 h 801258"/>
                    <a:gd name="connsiteX71" fmla="*/ 95441 w 927926"/>
                    <a:gd name="connsiteY71" fmla="*/ 349012 h 801258"/>
                    <a:gd name="connsiteX72" fmla="*/ 98870 w 927926"/>
                    <a:gd name="connsiteY72" fmla="*/ 352536 h 801258"/>
                    <a:gd name="connsiteX73" fmla="*/ 103919 w 927926"/>
                    <a:gd name="connsiteY73" fmla="*/ 350441 h 801258"/>
                    <a:gd name="connsiteX74" fmla="*/ 101442 w 927926"/>
                    <a:gd name="connsiteY74" fmla="*/ 348821 h 801258"/>
                    <a:gd name="connsiteX75" fmla="*/ 104109 w 927926"/>
                    <a:gd name="connsiteY75" fmla="*/ 353298 h 801258"/>
                    <a:gd name="connsiteX76" fmla="*/ 106300 w 927926"/>
                    <a:gd name="connsiteY76" fmla="*/ 349298 h 801258"/>
                    <a:gd name="connsiteX77" fmla="*/ 107824 w 927926"/>
                    <a:gd name="connsiteY77" fmla="*/ 349012 h 801258"/>
                    <a:gd name="connsiteX78" fmla="*/ 108205 w 927926"/>
                    <a:gd name="connsiteY78" fmla="*/ 356060 h 801258"/>
                    <a:gd name="connsiteX79" fmla="*/ 110014 w 927926"/>
                    <a:gd name="connsiteY79" fmla="*/ 353203 h 801258"/>
                    <a:gd name="connsiteX80" fmla="*/ 112015 w 927926"/>
                    <a:gd name="connsiteY80" fmla="*/ 353108 h 801258"/>
                    <a:gd name="connsiteX81" fmla="*/ 110300 w 927926"/>
                    <a:gd name="connsiteY81" fmla="*/ 357394 h 801258"/>
                    <a:gd name="connsiteX82" fmla="*/ 106109 w 927926"/>
                    <a:gd name="connsiteY82" fmla="*/ 360061 h 801258"/>
                    <a:gd name="connsiteX83" fmla="*/ 108681 w 927926"/>
                    <a:gd name="connsiteY83" fmla="*/ 363109 h 801258"/>
                    <a:gd name="connsiteX84" fmla="*/ 113729 w 927926"/>
                    <a:gd name="connsiteY84" fmla="*/ 361013 h 801258"/>
                    <a:gd name="connsiteX85" fmla="*/ 113158 w 927926"/>
                    <a:gd name="connsiteY85" fmla="*/ 364633 h 801258"/>
                    <a:gd name="connsiteX86" fmla="*/ 118111 w 927926"/>
                    <a:gd name="connsiteY86" fmla="*/ 367871 h 801258"/>
                    <a:gd name="connsiteX87" fmla="*/ 123159 w 927926"/>
                    <a:gd name="connsiteY87" fmla="*/ 365776 h 801258"/>
                    <a:gd name="connsiteX88" fmla="*/ 120968 w 927926"/>
                    <a:gd name="connsiteY88" fmla="*/ 361585 h 801258"/>
                    <a:gd name="connsiteX89" fmla="*/ 123730 w 927926"/>
                    <a:gd name="connsiteY89" fmla="*/ 360632 h 801258"/>
                    <a:gd name="connsiteX90" fmla="*/ 120206 w 927926"/>
                    <a:gd name="connsiteY90" fmla="*/ 361013 h 801258"/>
                    <a:gd name="connsiteX91" fmla="*/ 119539 w 927926"/>
                    <a:gd name="connsiteY91" fmla="*/ 356537 h 801258"/>
                    <a:gd name="connsiteX92" fmla="*/ 122969 w 927926"/>
                    <a:gd name="connsiteY92" fmla="*/ 353393 h 801258"/>
                    <a:gd name="connsiteX93" fmla="*/ 117063 w 927926"/>
                    <a:gd name="connsiteY93" fmla="*/ 346726 h 801258"/>
                    <a:gd name="connsiteX94" fmla="*/ 116777 w 927926"/>
                    <a:gd name="connsiteY94" fmla="*/ 342535 h 801258"/>
                    <a:gd name="connsiteX95" fmla="*/ 111729 w 927926"/>
                    <a:gd name="connsiteY95" fmla="*/ 344630 h 801258"/>
                    <a:gd name="connsiteX96" fmla="*/ 114587 w 927926"/>
                    <a:gd name="connsiteY96" fmla="*/ 339773 h 801258"/>
                    <a:gd name="connsiteX97" fmla="*/ 121063 w 927926"/>
                    <a:gd name="connsiteY97" fmla="*/ 349488 h 801258"/>
                    <a:gd name="connsiteX98" fmla="*/ 127921 w 927926"/>
                    <a:gd name="connsiteY98" fmla="*/ 351298 h 801258"/>
                    <a:gd name="connsiteX99" fmla="*/ 125636 w 927926"/>
                    <a:gd name="connsiteY99" fmla="*/ 353870 h 801258"/>
                    <a:gd name="connsiteX100" fmla="*/ 131922 w 927926"/>
                    <a:gd name="connsiteY100" fmla="*/ 352631 h 801258"/>
                    <a:gd name="connsiteX101" fmla="*/ 129731 w 927926"/>
                    <a:gd name="connsiteY101" fmla="*/ 348440 h 801258"/>
                    <a:gd name="connsiteX102" fmla="*/ 135637 w 927926"/>
                    <a:gd name="connsiteY102" fmla="*/ 353679 h 801258"/>
                    <a:gd name="connsiteX103" fmla="*/ 132684 w 927926"/>
                    <a:gd name="connsiteY103" fmla="*/ 358537 h 801258"/>
                    <a:gd name="connsiteX104" fmla="*/ 135542 w 927926"/>
                    <a:gd name="connsiteY104" fmla="*/ 359013 h 801258"/>
                    <a:gd name="connsiteX105" fmla="*/ 146781 w 927926"/>
                    <a:gd name="connsiteY105" fmla="*/ 367776 h 801258"/>
                    <a:gd name="connsiteX106" fmla="*/ 149829 w 927926"/>
                    <a:gd name="connsiteY106" fmla="*/ 372539 h 801258"/>
                    <a:gd name="connsiteX107" fmla="*/ 147162 w 927926"/>
                    <a:gd name="connsiteY107" fmla="*/ 374825 h 801258"/>
                    <a:gd name="connsiteX108" fmla="*/ 147353 w 927926"/>
                    <a:gd name="connsiteY108" fmla="*/ 379016 h 801258"/>
                    <a:gd name="connsiteX109" fmla="*/ 150686 w 927926"/>
                    <a:gd name="connsiteY109" fmla="*/ 374444 h 801258"/>
                    <a:gd name="connsiteX110" fmla="*/ 150591 w 927926"/>
                    <a:gd name="connsiteY110" fmla="*/ 379778 h 801258"/>
                    <a:gd name="connsiteX111" fmla="*/ 160688 w 927926"/>
                    <a:gd name="connsiteY111" fmla="*/ 389112 h 801258"/>
                    <a:gd name="connsiteX112" fmla="*/ 169451 w 927926"/>
                    <a:gd name="connsiteY112" fmla="*/ 399113 h 801258"/>
                    <a:gd name="connsiteX113" fmla="*/ 177547 w 927926"/>
                    <a:gd name="connsiteY113" fmla="*/ 404733 h 801258"/>
                    <a:gd name="connsiteX114" fmla="*/ 174499 w 927926"/>
                    <a:gd name="connsiteY114" fmla="*/ 408067 h 801258"/>
                    <a:gd name="connsiteX115" fmla="*/ 175737 w 927926"/>
                    <a:gd name="connsiteY115" fmla="*/ 410353 h 801258"/>
                    <a:gd name="connsiteX116" fmla="*/ 180880 w 927926"/>
                    <a:gd name="connsiteY116" fmla="*/ 411210 h 801258"/>
                    <a:gd name="connsiteX117" fmla="*/ 181643 w 927926"/>
                    <a:gd name="connsiteY117" fmla="*/ 410353 h 801258"/>
                    <a:gd name="connsiteX118" fmla="*/ 177833 w 927926"/>
                    <a:gd name="connsiteY118" fmla="*/ 415973 h 801258"/>
                    <a:gd name="connsiteX119" fmla="*/ 173451 w 927926"/>
                    <a:gd name="connsiteY119" fmla="*/ 415687 h 801258"/>
                    <a:gd name="connsiteX120" fmla="*/ 168022 w 927926"/>
                    <a:gd name="connsiteY120" fmla="*/ 420164 h 801258"/>
                    <a:gd name="connsiteX121" fmla="*/ 175356 w 927926"/>
                    <a:gd name="connsiteY121" fmla="*/ 428069 h 801258"/>
                    <a:gd name="connsiteX122" fmla="*/ 176404 w 927926"/>
                    <a:gd name="connsiteY122" fmla="*/ 423307 h 801258"/>
                    <a:gd name="connsiteX123" fmla="*/ 178404 w 927926"/>
                    <a:gd name="connsiteY123" fmla="*/ 424736 h 801258"/>
                    <a:gd name="connsiteX124" fmla="*/ 180690 w 927926"/>
                    <a:gd name="connsiteY124" fmla="*/ 420830 h 801258"/>
                    <a:gd name="connsiteX125" fmla="*/ 176785 w 927926"/>
                    <a:gd name="connsiteY125" fmla="*/ 422259 h 801258"/>
                    <a:gd name="connsiteX126" fmla="*/ 178690 w 927926"/>
                    <a:gd name="connsiteY126" fmla="*/ 418068 h 801258"/>
                    <a:gd name="connsiteX127" fmla="*/ 181833 w 927926"/>
                    <a:gd name="connsiteY127" fmla="*/ 417497 h 801258"/>
                    <a:gd name="connsiteX128" fmla="*/ 180214 w 927926"/>
                    <a:gd name="connsiteY128" fmla="*/ 414925 h 801258"/>
                    <a:gd name="connsiteX129" fmla="*/ 192311 w 927926"/>
                    <a:gd name="connsiteY129" fmla="*/ 420640 h 801258"/>
                    <a:gd name="connsiteX130" fmla="*/ 200788 w 927926"/>
                    <a:gd name="connsiteY130" fmla="*/ 426641 h 801258"/>
                    <a:gd name="connsiteX131" fmla="*/ 198121 w 927926"/>
                    <a:gd name="connsiteY131" fmla="*/ 431689 h 801258"/>
                    <a:gd name="connsiteX132" fmla="*/ 192120 w 927926"/>
                    <a:gd name="connsiteY132" fmla="*/ 430260 h 801258"/>
                    <a:gd name="connsiteX133" fmla="*/ 192596 w 927926"/>
                    <a:gd name="connsiteY133" fmla="*/ 434737 h 801258"/>
                    <a:gd name="connsiteX134" fmla="*/ 196978 w 927926"/>
                    <a:gd name="connsiteY134" fmla="*/ 433594 h 801258"/>
                    <a:gd name="connsiteX135" fmla="*/ 193835 w 927926"/>
                    <a:gd name="connsiteY135" fmla="*/ 436928 h 801258"/>
                    <a:gd name="connsiteX136" fmla="*/ 189834 w 927926"/>
                    <a:gd name="connsiteY136" fmla="*/ 436928 h 801258"/>
                    <a:gd name="connsiteX137" fmla="*/ 192311 w 927926"/>
                    <a:gd name="connsiteY137" fmla="*/ 440071 h 801258"/>
                    <a:gd name="connsiteX138" fmla="*/ 195644 w 927926"/>
                    <a:gd name="connsiteY138" fmla="*/ 446548 h 801258"/>
                    <a:gd name="connsiteX139" fmla="*/ 193263 w 927926"/>
                    <a:gd name="connsiteY139" fmla="*/ 447691 h 801258"/>
                    <a:gd name="connsiteX140" fmla="*/ 189644 w 927926"/>
                    <a:gd name="connsiteY140" fmla="*/ 445119 h 801258"/>
                    <a:gd name="connsiteX141" fmla="*/ 193549 w 927926"/>
                    <a:gd name="connsiteY141" fmla="*/ 440928 h 801258"/>
                    <a:gd name="connsiteX142" fmla="*/ 189263 w 927926"/>
                    <a:gd name="connsiteY142" fmla="*/ 443405 h 801258"/>
                    <a:gd name="connsiteX143" fmla="*/ 188024 w 927926"/>
                    <a:gd name="connsiteY143" fmla="*/ 441119 h 801258"/>
                    <a:gd name="connsiteX144" fmla="*/ 196216 w 927926"/>
                    <a:gd name="connsiteY144" fmla="*/ 450929 h 801258"/>
                    <a:gd name="connsiteX145" fmla="*/ 197263 w 927926"/>
                    <a:gd name="connsiteY145" fmla="*/ 462645 h 801258"/>
                    <a:gd name="connsiteX146" fmla="*/ 198597 w 927926"/>
                    <a:gd name="connsiteY146" fmla="*/ 467693 h 801258"/>
                    <a:gd name="connsiteX147" fmla="*/ 202217 w 927926"/>
                    <a:gd name="connsiteY147" fmla="*/ 467408 h 801258"/>
                    <a:gd name="connsiteX148" fmla="*/ 195644 w 927926"/>
                    <a:gd name="connsiteY148" fmla="*/ 479314 h 801258"/>
                    <a:gd name="connsiteX149" fmla="*/ 201645 w 927926"/>
                    <a:gd name="connsiteY149" fmla="*/ 480743 h 801258"/>
                    <a:gd name="connsiteX150" fmla="*/ 199264 w 927926"/>
                    <a:gd name="connsiteY150" fmla="*/ 481790 h 801258"/>
                    <a:gd name="connsiteX151" fmla="*/ 202407 w 927926"/>
                    <a:gd name="connsiteY151" fmla="*/ 484076 h 801258"/>
                    <a:gd name="connsiteX152" fmla="*/ 199264 w 927926"/>
                    <a:gd name="connsiteY152" fmla="*/ 485981 h 801258"/>
                    <a:gd name="connsiteX153" fmla="*/ 202788 w 927926"/>
                    <a:gd name="connsiteY153" fmla="*/ 487124 h 801258"/>
                    <a:gd name="connsiteX154" fmla="*/ 200788 w 927926"/>
                    <a:gd name="connsiteY154" fmla="*/ 491315 h 801258"/>
                    <a:gd name="connsiteX155" fmla="*/ 204693 w 927926"/>
                    <a:gd name="connsiteY155" fmla="*/ 499793 h 801258"/>
                    <a:gd name="connsiteX156" fmla="*/ 222695 w 927926"/>
                    <a:gd name="connsiteY156" fmla="*/ 524272 h 801258"/>
                    <a:gd name="connsiteX157" fmla="*/ 218314 w 927926"/>
                    <a:gd name="connsiteY157" fmla="*/ 526653 h 801258"/>
                    <a:gd name="connsiteX158" fmla="*/ 217552 w 927926"/>
                    <a:gd name="connsiteY158" fmla="*/ 524653 h 801258"/>
                    <a:gd name="connsiteX159" fmla="*/ 215933 w 927926"/>
                    <a:gd name="connsiteY159" fmla="*/ 527701 h 801258"/>
                    <a:gd name="connsiteX160" fmla="*/ 212789 w 927926"/>
                    <a:gd name="connsiteY160" fmla="*/ 525415 h 801258"/>
                    <a:gd name="connsiteX161" fmla="*/ 215933 w 927926"/>
                    <a:gd name="connsiteY161" fmla="*/ 530463 h 801258"/>
                    <a:gd name="connsiteX162" fmla="*/ 221933 w 927926"/>
                    <a:gd name="connsiteY162" fmla="*/ 526463 h 801258"/>
                    <a:gd name="connsiteX163" fmla="*/ 221076 w 927926"/>
                    <a:gd name="connsiteY163" fmla="*/ 531416 h 801258"/>
                    <a:gd name="connsiteX164" fmla="*/ 218314 w 927926"/>
                    <a:gd name="connsiteY164" fmla="*/ 534940 h 801258"/>
                    <a:gd name="connsiteX165" fmla="*/ 221076 w 927926"/>
                    <a:gd name="connsiteY165" fmla="*/ 532749 h 801258"/>
                    <a:gd name="connsiteX166" fmla="*/ 218600 w 927926"/>
                    <a:gd name="connsiteY166" fmla="*/ 540750 h 801258"/>
                    <a:gd name="connsiteX167" fmla="*/ 219838 w 927926"/>
                    <a:gd name="connsiteY167" fmla="*/ 537416 h 801258"/>
                    <a:gd name="connsiteX168" fmla="*/ 222600 w 927926"/>
                    <a:gd name="connsiteY168" fmla="*/ 540845 h 801258"/>
                    <a:gd name="connsiteX169" fmla="*/ 232125 w 927926"/>
                    <a:gd name="connsiteY169" fmla="*/ 539417 h 801258"/>
                    <a:gd name="connsiteX170" fmla="*/ 227363 w 927926"/>
                    <a:gd name="connsiteY170" fmla="*/ 542941 h 801258"/>
                    <a:gd name="connsiteX171" fmla="*/ 231268 w 927926"/>
                    <a:gd name="connsiteY171" fmla="*/ 549989 h 801258"/>
                    <a:gd name="connsiteX172" fmla="*/ 227744 w 927926"/>
                    <a:gd name="connsiteY172" fmla="*/ 548751 h 801258"/>
                    <a:gd name="connsiteX173" fmla="*/ 224886 w 927926"/>
                    <a:gd name="connsiteY173" fmla="*/ 553704 h 801258"/>
                    <a:gd name="connsiteX174" fmla="*/ 229172 w 927926"/>
                    <a:gd name="connsiteY174" fmla="*/ 555514 h 801258"/>
                    <a:gd name="connsiteX175" fmla="*/ 227172 w 927926"/>
                    <a:gd name="connsiteY175" fmla="*/ 558181 h 801258"/>
                    <a:gd name="connsiteX176" fmla="*/ 224029 w 927926"/>
                    <a:gd name="connsiteY176" fmla="*/ 558657 h 801258"/>
                    <a:gd name="connsiteX177" fmla="*/ 220695 w 927926"/>
                    <a:gd name="connsiteY177" fmla="*/ 567420 h 801258"/>
                    <a:gd name="connsiteX178" fmla="*/ 223553 w 927926"/>
                    <a:gd name="connsiteY178" fmla="*/ 563896 h 801258"/>
                    <a:gd name="connsiteX179" fmla="*/ 227934 w 927926"/>
                    <a:gd name="connsiteY179" fmla="*/ 564277 h 801258"/>
                    <a:gd name="connsiteX180" fmla="*/ 226601 w 927926"/>
                    <a:gd name="connsiteY180" fmla="*/ 570373 h 801258"/>
                    <a:gd name="connsiteX181" fmla="*/ 221552 w 927926"/>
                    <a:gd name="connsiteY181" fmla="*/ 567992 h 801258"/>
                    <a:gd name="connsiteX182" fmla="*/ 219457 w 927926"/>
                    <a:gd name="connsiteY182" fmla="*/ 573421 h 801258"/>
                    <a:gd name="connsiteX183" fmla="*/ 215552 w 927926"/>
                    <a:gd name="connsiteY183" fmla="*/ 571897 h 801258"/>
                    <a:gd name="connsiteX184" fmla="*/ 213742 w 927926"/>
                    <a:gd name="connsiteY184" fmla="*/ 580469 h 801258"/>
                    <a:gd name="connsiteX185" fmla="*/ 220695 w 927926"/>
                    <a:gd name="connsiteY185" fmla="*/ 581612 h 801258"/>
                    <a:gd name="connsiteX186" fmla="*/ 217838 w 927926"/>
                    <a:gd name="connsiteY186" fmla="*/ 585137 h 801258"/>
                    <a:gd name="connsiteX187" fmla="*/ 218885 w 927926"/>
                    <a:gd name="connsiteY187" fmla="*/ 587423 h 801258"/>
                    <a:gd name="connsiteX188" fmla="*/ 221743 w 927926"/>
                    <a:gd name="connsiteY188" fmla="*/ 585327 h 801258"/>
                    <a:gd name="connsiteX189" fmla="*/ 222410 w 927926"/>
                    <a:gd name="connsiteY189" fmla="*/ 588661 h 801258"/>
                    <a:gd name="connsiteX190" fmla="*/ 217933 w 927926"/>
                    <a:gd name="connsiteY190" fmla="*/ 593804 h 801258"/>
                    <a:gd name="connsiteX191" fmla="*/ 224505 w 927926"/>
                    <a:gd name="connsiteY191" fmla="*/ 604568 h 801258"/>
                    <a:gd name="connsiteX192" fmla="*/ 220790 w 927926"/>
                    <a:gd name="connsiteY192" fmla="*/ 608854 h 801258"/>
                    <a:gd name="connsiteX193" fmla="*/ 225458 w 927926"/>
                    <a:gd name="connsiteY193" fmla="*/ 609616 h 801258"/>
                    <a:gd name="connsiteX194" fmla="*/ 223076 w 927926"/>
                    <a:gd name="connsiteY194" fmla="*/ 610664 h 801258"/>
                    <a:gd name="connsiteX195" fmla="*/ 222695 w 927926"/>
                    <a:gd name="connsiteY195" fmla="*/ 620284 h 801258"/>
                    <a:gd name="connsiteX196" fmla="*/ 226410 w 927926"/>
                    <a:gd name="connsiteY196" fmla="*/ 624570 h 801258"/>
                    <a:gd name="connsiteX197" fmla="*/ 231268 w 927926"/>
                    <a:gd name="connsiteY197" fmla="*/ 621141 h 801258"/>
                    <a:gd name="connsiteX198" fmla="*/ 236030 w 927926"/>
                    <a:gd name="connsiteY198" fmla="*/ 637619 h 801258"/>
                    <a:gd name="connsiteX199" fmla="*/ 241364 w 927926"/>
                    <a:gd name="connsiteY199" fmla="*/ 640286 h 801258"/>
                    <a:gd name="connsiteX200" fmla="*/ 240031 w 927926"/>
                    <a:gd name="connsiteY200" fmla="*/ 643525 h 801258"/>
                    <a:gd name="connsiteX201" fmla="*/ 226696 w 927926"/>
                    <a:gd name="connsiteY201" fmla="*/ 634762 h 801258"/>
                    <a:gd name="connsiteX202" fmla="*/ 221171 w 927926"/>
                    <a:gd name="connsiteY202" fmla="*/ 643334 h 801258"/>
                    <a:gd name="connsiteX203" fmla="*/ 197073 w 927926"/>
                    <a:gd name="connsiteY203" fmla="*/ 626189 h 801258"/>
                    <a:gd name="connsiteX204" fmla="*/ 168212 w 927926"/>
                    <a:gd name="connsiteY204" fmla="*/ 609997 h 801258"/>
                    <a:gd name="connsiteX205" fmla="*/ 151829 w 927926"/>
                    <a:gd name="connsiteY205" fmla="*/ 595328 h 801258"/>
                    <a:gd name="connsiteX206" fmla="*/ 157639 w 927926"/>
                    <a:gd name="connsiteY206" fmla="*/ 609330 h 801258"/>
                    <a:gd name="connsiteX207" fmla="*/ 151258 w 927926"/>
                    <a:gd name="connsiteY207" fmla="*/ 614474 h 801258"/>
                    <a:gd name="connsiteX208" fmla="*/ 147734 w 927926"/>
                    <a:gd name="connsiteY208" fmla="*/ 627237 h 801258"/>
                    <a:gd name="connsiteX209" fmla="*/ 150115 w 927926"/>
                    <a:gd name="connsiteY209" fmla="*/ 644382 h 801258"/>
                    <a:gd name="connsiteX210" fmla="*/ 153544 w 927926"/>
                    <a:gd name="connsiteY210" fmla="*/ 644192 h 801258"/>
                    <a:gd name="connsiteX211" fmla="*/ 149829 w 927926"/>
                    <a:gd name="connsiteY211" fmla="*/ 648478 h 801258"/>
                    <a:gd name="connsiteX212" fmla="*/ 151163 w 927926"/>
                    <a:gd name="connsiteY212" fmla="*/ 652383 h 801258"/>
                    <a:gd name="connsiteX213" fmla="*/ 156401 w 927926"/>
                    <a:gd name="connsiteY213" fmla="*/ 654955 h 801258"/>
                    <a:gd name="connsiteX214" fmla="*/ 154020 w 927926"/>
                    <a:gd name="connsiteY214" fmla="*/ 657336 h 801258"/>
                    <a:gd name="connsiteX215" fmla="*/ 160688 w 927926"/>
                    <a:gd name="connsiteY215" fmla="*/ 669528 h 801258"/>
                    <a:gd name="connsiteX216" fmla="*/ 157830 w 927926"/>
                    <a:gd name="connsiteY216" fmla="*/ 672957 h 801258"/>
                    <a:gd name="connsiteX217" fmla="*/ 159449 w 927926"/>
                    <a:gd name="connsiteY217" fmla="*/ 678482 h 801258"/>
                    <a:gd name="connsiteX218" fmla="*/ 175928 w 927926"/>
                    <a:gd name="connsiteY218" fmla="*/ 693817 h 801258"/>
                    <a:gd name="connsiteX219" fmla="*/ 174594 w 927926"/>
                    <a:gd name="connsiteY219" fmla="*/ 697055 h 801258"/>
                    <a:gd name="connsiteX220" fmla="*/ 187453 w 927926"/>
                    <a:gd name="connsiteY220" fmla="*/ 702580 h 801258"/>
                    <a:gd name="connsiteX221" fmla="*/ 193930 w 927926"/>
                    <a:gd name="connsiteY221" fmla="*/ 698960 h 801258"/>
                    <a:gd name="connsiteX222" fmla="*/ 192977 w 927926"/>
                    <a:gd name="connsiteY222" fmla="*/ 701056 h 801258"/>
                    <a:gd name="connsiteX223" fmla="*/ 196311 w 927926"/>
                    <a:gd name="connsiteY223" fmla="*/ 697913 h 801258"/>
                    <a:gd name="connsiteX224" fmla="*/ 196121 w 927926"/>
                    <a:gd name="connsiteY224" fmla="*/ 700580 h 801258"/>
                    <a:gd name="connsiteX225" fmla="*/ 201455 w 927926"/>
                    <a:gd name="connsiteY225" fmla="*/ 700580 h 801258"/>
                    <a:gd name="connsiteX226" fmla="*/ 221552 w 927926"/>
                    <a:gd name="connsiteY226" fmla="*/ 694960 h 801258"/>
                    <a:gd name="connsiteX227" fmla="*/ 244317 w 927926"/>
                    <a:gd name="connsiteY227" fmla="*/ 691531 h 801258"/>
                    <a:gd name="connsiteX228" fmla="*/ 245365 w 927926"/>
                    <a:gd name="connsiteY228" fmla="*/ 693817 h 801258"/>
                    <a:gd name="connsiteX229" fmla="*/ 251746 w 927926"/>
                    <a:gd name="connsiteY229" fmla="*/ 685911 h 801258"/>
                    <a:gd name="connsiteX230" fmla="*/ 253652 w 927926"/>
                    <a:gd name="connsiteY230" fmla="*/ 686006 h 801258"/>
                    <a:gd name="connsiteX231" fmla="*/ 249937 w 927926"/>
                    <a:gd name="connsiteY231" fmla="*/ 688864 h 801258"/>
                    <a:gd name="connsiteX232" fmla="*/ 257080 w 927926"/>
                    <a:gd name="connsiteY232" fmla="*/ 687340 h 801258"/>
                    <a:gd name="connsiteX233" fmla="*/ 263462 w 927926"/>
                    <a:gd name="connsiteY233" fmla="*/ 685244 h 801258"/>
                    <a:gd name="connsiteX234" fmla="*/ 259747 w 927926"/>
                    <a:gd name="connsiteY234" fmla="*/ 682292 h 801258"/>
                    <a:gd name="connsiteX235" fmla="*/ 263462 w 927926"/>
                    <a:gd name="connsiteY235" fmla="*/ 679529 h 801258"/>
                    <a:gd name="connsiteX236" fmla="*/ 268796 w 927926"/>
                    <a:gd name="connsiteY236" fmla="*/ 686768 h 801258"/>
                    <a:gd name="connsiteX237" fmla="*/ 274416 w 927926"/>
                    <a:gd name="connsiteY237" fmla="*/ 684101 h 801258"/>
                    <a:gd name="connsiteX238" fmla="*/ 268606 w 927926"/>
                    <a:gd name="connsiteY238" fmla="*/ 689531 h 801258"/>
                    <a:gd name="connsiteX239" fmla="*/ 273273 w 927926"/>
                    <a:gd name="connsiteY239" fmla="*/ 690388 h 801258"/>
                    <a:gd name="connsiteX240" fmla="*/ 270796 w 927926"/>
                    <a:gd name="connsiteY240" fmla="*/ 692674 h 801258"/>
                    <a:gd name="connsiteX241" fmla="*/ 274321 w 927926"/>
                    <a:gd name="connsiteY241" fmla="*/ 692674 h 801258"/>
                    <a:gd name="connsiteX242" fmla="*/ 270320 w 927926"/>
                    <a:gd name="connsiteY242" fmla="*/ 704009 h 801258"/>
                    <a:gd name="connsiteX243" fmla="*/ 266796 w 927926"/>
                    <a:gd name="connsiteY243" fmla="*/ 698294 h 801258"/>
                    <a:gd name="connsiteX244" fmla="*/ 271559 w 927926"/>
                    <a:gd name="connsiteY244" fmla="*/ 697722 h 801258"/>
                    <a:gd name="connsiteX245" fmla="*/ 267463 w 927926"/>
                    <a:gd name="connsiteY245" fmla="*/ 694484 h 801258"/>
                    <a:gd name="connsiteX246" fmla="*/ 256890 w 927926"/>
                    <a:gd name="connsiteY246" fmla="*/ 690197 h 801258"/>
                    <a:gd name="connsiteX247" fmla="*/ 258509 w 927926"/>
                    <a:gd name="connsiteY247" fmla="*/ 700199 h 801258"/>
                    <a:gd name="connsiteX248" fmla="*/ 257462 w 927926"/>
                    <a:gd name="connsiteY248" fmla="*/ 697913 h 801258"/>
                    <a:gd name="connsiteX249" fmla="*/ 261462 w 927926"/>
                    <a:gd name="connsiteY249" fmla="*/ 696770 h 801258"/>
                    <a:gd name="connsiteX250" fmla="*/ 264320 w 927926"/>
                    <a:gd name="connsiteY250" fmla="*/ 700484 h 801258"/>
                    <a:gd name="connsiteX251" fmla="*/ 259271 w 927926"/>
                    <a:gd name="connsiteY251" fmla="*/ 705152 h 801258"/>
                    <a:gd name="connsiteX252" fmla="*/ 260033 w 927926"/>
                    <a:gd name="connsiteY252" fmla="*/ 710105 h 801258"/>
                    <a:gd name="connsiteX253" fmla="*/ 256604 w 927926"/>
                    <a:gd name="connsiteY253" fmla="*/ 708771 h 801258"/>
                    <a:gd name="connsiteX254" fmla="*/ 253271 w 927926"/>
                    <a:gd name="connsiteY254" fmla="*/ 711819 h 801258"/>
                    <a:gd name="connsiteX255" fmla="*/ 256509 w 927926"/>
                    <a:gd name="connsiteY255" fmla="*/ 715820 h 801258"/>
                    <a:gd name="connsiteX256" fmla="*/ 253652 w 927926"/>
                    <a:gd name="connsiteY256" fmla="*/ 717820 h 801258"/>
                    <a:gd name="connsiteX257" fmla="*/ 254604 w 927926"/>
                    <a:gd name="connsiteY257" fmla="*/ 720106 h 801258"/>
                    <a:gd name="connsiteX258" fmla="*/ 257747 w 927926"/>
                    <a:gd name="connsiteY258" fmla="*/ 715343 h 801258"/>
                    <a:gd name="connsiteX259" fmla="*/ 260510 w 927926"/>
                    <a:gd name="connsiteY259" fmla="*/ 724868 h 801258"/>
                    <a:gd name="connsiteX260" fmla="*/ 258605 w 927926"/>
                    <a:gd name="connsiteY260" fmla="*/ 724773 h 801258"/>
                    <a:gd name="connsiteX261" fmla="*/ 256795 w 927926"/>
                    <a:gd name="connsiteY261" fmla="*/ 727631 h 801258"/>
                    <a:gd name="connsiteX262" fmla="*/ 262605 w 927926"/>
                    <a:gd name="connsiteY262" fmla="*/ 728012 h 801258"/>
                    <a:gd name="connsiteX263" fmla="*/ 272035 w 927926"/>
                    <a:gd name="connsiteY263" fmla="*/ 748967 h 801258"/>
                    <a:gd name="connsiteX264" fmla="*/ 267939 w 927926"/>
                    <a:gd name="connsiteY264" fmla="*/ 751443 h 801258"/>
                    <a:gd name="connsiteX265" fmla="*/ 277369 w 927926"/>
                    <a:gd name="connsiteY265" fmla="*/ 746109 h 801258"/>
                    <a:gd name="connsiteX266" fmla="*/ 278321 w 927926"/>
                    <a:gd name="connsiteY266" fmla="*/ 748395 h 801258"/>
                    <a:gd name="connsiteX267" fmla="*/ 283465 w 927926"/>
                    <a:gd name="connsiteY267" fmla="*/ 743823 h 801258"/>
                    <a:gd name="connsiteX268" fmla="*/ 290228 w 927926"/>
                    <a:gd name="connsiteY268" fmla="*/ 742204 h 801258"/>
                    <a:gd name="connsiteX269" fmla="*/ 296800 w 927926"/>
                    <a:gd name="connsiteY269" fmla="*/ 734393 h 801258"/>
                    <a:gd name="connsiteX270" fmla="*/ 293085 w 927926"/>
                    <a:gd name="connsiteY270" fmla="*/ 732679 h 801258"/>
                    <a:gd name="connsiteX271" fmla="*/ 286894 w 927926"/>
                    <a:gd name="connsiteY271" fmla="*/ 736298 h 801258"/>
                    <a:gd name="connsiteX272" fmla="*/ 290037 w 927926"/>
                    <a:gd name="connsiteY272" fmla="*/ 731536 h 801258"/>
                    <a:gd name="connsiteX273" fmla="*/ 296228 w 927926"/>
                    <a:gd name="connsiteY273" fmla="*/ 732298 h 801258"/>
                    <a:gd name="connsiteX274" fmla="*/ 299657 w 927926"/>
                    <a:gd name="connsiteY274" fmla="*/ 729250 h 801258"/>
                    <a:gd name="connsiteX275" fmla="*/ 291561 w 927926"/>
                    <a:gd name="connsiteY275" fmla="*/ 728297 h 801258"/>
                    <a:gd name="connsiteX276" fmla="*/ 297562 w 927926"/>
                    <a:gd name="connsiteY276" fmla="*/ 726011 h 801258"/>
                    <a:gd name="connsiteX277" fmla="*/ 296514 w 927926"/>
                    <a:gd name="connsiteY277" fmla="*/ 706009 h 801258"/>
                    <a:gd name="connsiteX278" fmla="*/ 292990 w 927926"/>
                    <a:gd name="connsiteY278" fmla="*/ 700294 h 801258"/>
                    <a:gd name="connsiteX279" fmla="*/ 290704 w 927926"/>
                    <a:gd name="connsiteY279" fmla="*/ 704294 h 801258"/>
                    <a:gd name="connsiteX280" fmla="*/ 290323 w 927926"/>
                    <a:gd name="connsiteY280" fmla="*/ 698198 h 801258"/>
                    <a:gd name="connsiteX281" fmla="*/ 286894 w 927926"/>
                    <a:gd name="connsiteY281" fmla="*/ 696865 h 801258"/>
                    <a:gd name="connsiteX282" fmla="*/ 283465 w 927926"/>
                    <a:gd name="connsiteY282" fmla="*/ 695531 h 801258"/>
                    <a:gd name="connsiteX283" fmla="*/ 285465 w 927926"/>
                    <a:gd name="connsiteY283" fmla="*/ 694293 h 801258"/>
                    <a:gd name="connsiteX284" fmla="*/ 287751 w 927926"/>
                    <a:gd name="connsiteY284" fmla="*/ 694674 h 801258"/>
                    <a:gd name="connsiteX285" fmla="*/ 288799 w 927926"/>
                    <a:gd name="connsiteY285" fmla="*/ 691150 h 801258"/>
                    <a:gd name="connsiteX286" fmla="*/ 284417 w 927926"/>
                    <a:gd name="connsiteY286" fmla="*/ 692007 h 801258"/>
                    <a:gd name="connsiteX287" fmla="*/ 286227 w 927926"/>
                    <a:gd name="connsiteY287" fmla="*/ 693531 h 801258"/>
                    <a:gd name="connsiteX288" fmla="*/ 279845 w 927926"/>
                    <a:gd name="connsiteY288" fmla="*/ 695627 h 801258"/>
                    <a:gd name="connsiteX289" fmla="*/ 293656 w 927926"/>
                    <a:gd name="connsiteY289" fmla="*/ 689340 h 801258"/>
                    <a:gd name="connsiteX290" fmla="*/ 294133 w 927926"/>
                    <a:gd name="connsiteY290" fmla="*/ 694103 h 801258"/>
                    <a:gd name="connsiteX291" fmla="*/ 298324 w 927926"/>
                    <a:gd name="connsiteY291" fmla="*/ 690293 h 801258"/>
                    <a:gd name="connsiteX292" fmla="*/ 299753 w 927926"/>
                    <a:gd name="connsiteY292" fmla="*/ 692864 h 801258"/>
                    <a:gd name="connsiteX293" fmla="*/ 302038 w 927926"/>
                    <a:gd name="connsiteY293" fmla="*/ 688864 h 801258"/>
                    <a:gd name="connsiteX294" fmla="*/ 308992 w 927926"/>
                    <a:gd name="connsiteY294" fmla="*/ 690197 h 801258"/>
                    <a:gd name="connsiteX295" fmla="*/ 306801 w 927926"/>
                    <a:gd name="connsiteY295" fmla="*/ 692769 h 801258"/>
                    <a:gd name="connsiteX296" fmla="*/ 316326 w 927926"/>
                    <a:gd name="connsiteY296" fmla="*/ 697627 h 801258"/>
                    <a:gd name="connsiteX297" fmla="*/ 314040 w 927926"/>
                    <a:gd name="connsiteY297" fmla="*/ 701627 h 801258"/>
                    <a:gd name="connsiteX298" fmla="*/ 319946 w 927926"/>
                    <a:gd name="connsiteY298" fmla="*/ 705247 h 801258"/>
                    <a:gd name="connsiteX299" fmla="*/ 309659 w 927926"/>
                    <a:gd name="connsiteY299" fmla="*/ 696674 h 801258"/>
                    <a:gd name="connsiteX300" fmla="*/ 307468 w 927926"/>
                    <a:gd name="connsiteY300" fmla="*/ 705056 h 801258"/>
                    <a:gd name="connsiteX301" fmla="*/ 310992 w 927926"/>
                    <a:gd name="connsiteY301" fmla="*/ 705056 h 801258"/>
                    <a:gd name="connsiteX302" fmla="*/ 305087 w 927926"/>
                    <a:gd name="connsiteY302" fmla="*/ 710390 h 801258"/>
                    <a:gd name="connsiteX303" fmla="*/ 311373 w 927926"/>
                    <a:gd name="connsiteY303" fmla="*/ 709819 h 801258"/>
                    <a:gd name="connsiteX304" fmla="*/ 309944 w 927926"/>
                    <a:gd name="connsiteY304" fmla="*/ 708581 h 801258"/>
                    <a:gd name="connsiteX305" fmla="*/ 312706 w 927926"/>
                    <a:gd name="connsiteY305" fmla="*/ 712486 h 801258"/>
                    <a:gd name="connsiteX306" fmla="*/ 315088 w 927926"/>
                    <a:gd name="connsiteY306" fmla="*/ 707152 h 801258"/>
                    <a:gd name="connsiteX307" fmla="*/ 318326 w 927926"/>
                    <a:gd name="connsiteY307" fmla="*/ 709914 h 801258"/>
                    <a:gd name="connsiteX308" fmla="*/ 321374 w 927926"/>
                    <a:gd name="connsiteY308" fmla="*/ 706580 h 801258"/>
                    <a:gd name="connsiteX309" fmla="*/ 332138 w 927926"/>
                    <a:gd name="connsiteY309" fmla="*/ 708390 h 801258"/>
                    <a:gd name="connsiteX310" fmla="*/ 334614 w 927926"/>
                    <a:gd name="connsiteY310" fmla="*/ 703056 h 801258"/>
                    <a:gd name="connsiteX311" fmla="*/ 335281 w 927926"/>
                    <a:gd name="connsiteY311" fmla="*/ 712581 h 801258"/>
                    <a:gd name="connsiteX312" fmla="*/ 331566 w 927926"/>
                    <a:gd name="connsiteY312" fmla="*/ 710867 h 801258"/>
                    <a:gd name="connsiteX313" fmla="*/ 334805 w 927926"/>
                    <a:gd name="connsiteY313" fmla="*/ 713724 h 801258"/>
                    <a:gd name="connsiteX314" fmla="*/ 332138 w 927926"/>
                    <a:gd name="connsiteY314" fmla="*/ 717344 h 801258"/>
                    <a:gd name="connsiteX315" fmla="*/ 335090 w 927926"/>
                    <a:gd name="connsiteY315" fmla="*/ 715343 h 801258"/>
                    <a:gd name="connsiteX316" fmla="*/ 335852 w 927926"/>
                    <a:gd name="connsiteY316" fmla="*/ 716010 h 801258"/>
                    <a:gd name="connsiteX317" fmla="*/ 331090 w 927926"/>
                    <a:gd name="connsiteY317" fmla="*/ 720868 h 801258"/>
                    <a:gd name="connsiteX318" fmla="*/ 335567 w 927926"/>
                    <a:gd name="connsiteY318" fmla="*/ 718772 h 801258"/>
                    <a:gd name="connsiteX319" fmla="*/ 334995 w 927926"/>
                    <a:gd name="connsiteY319" fmla="*/ 716772 h 801258"/>
                    <a:gd name="connsiteX320" fmla="*/ 340710 w 927926"/>
                    <a:gd name="connsiteY320" fmla="*/ 718677 h 801258"/>
                    <a:gd name="connsiteX321" fmla="*/ 339853 w 927926"/>
                    <a:gd name="connsiteY321" fmla="*/ 723916 h 801258"/>
                    <a:gd name="connsiteX322" fmla="*/ 339758 w 927926"/>
                    <a:gd name="connsiteY322" fmla="*/ 720868 h 801258"/>
                    <a:gd name="connsiteX323" fmla="*/ 348806 w 927926"/>
                    <a:gd name="connsiteY323" fmla="*/ 721154 h 801258"/>
                    <a:gd name="connsiteX324" fmla="*/ 352521 w 927926"/>
                    <a:gd name="connsiteY324" fmla="*/ 715343 h 801258"/>
                    <a:gd name="connsiteX325" fmla="*/ 348616 w 927926"/>
                    <a:gd name="connsiteY325" fmla="*/ 719439 h 801258"/>
                    <a:gd name="connsiteX326" fmla="*/ 342996 w 927926"/>
                    <a:gd name="connsiteY326" fmla="*/ 716105 h 801258"/>
                    <a:gd name="connsiteX327" fmla="*/ 349187 w 927926"/>
                    <a:gd name="connsiteY327" fmla="*/ 708009 h 801258"/>
                    <a:gd name="connsiteX328" fmla="*/ 354236 w 927926"/>
                    <a:gd name="connsiteY328" fmla="*/ 704866 h 801258"/>
                    <a:gd name="connsiteX329" fmla="*/ 356903 w 927926"/>
                    <a:gd name="connsiteY329" fmla="*/ 701246 h 801258"/>
                    <a:gd name="connsiteX330" fmla="*/ 354236 w 927926"/>
                    <a:gd name="connsiteY330" fmla="*/ 700389 h 801258"/>
                    <a:gd name="connsiteX331" fmla="*/ 359855 w 927926"/>
                    <a:gd name="connsiteY331" fmla="*/ 690293 h 801258"/>
                    <a:gd name="connsiteX332" fmla="*/ 354617 w 927926"/>
                    <a:gd name="connsiteY332" fmla="*/ 696198 h 801258"/>
                    <a:gd name="connsiteX333" fmla="*/ 355283 w 927926"/>
                    <a:gd name="connsiteY333" fmla="*/ 692388 h 801258"/>
                    <a:gd name="connsiteX334" fmla="*/ 350045 w 927926"/>
                    <a:gd name="connsiteY334" fmla="*/ 702770 h 801258"/>
                    <a:gd name="connsiteX335" fmla="*/ 348806 w 927926"/>
                    <a:gd name="connsiteY335" fmla="*/ 698770 h 801258"/>
                    <a:gd name="connsiteX336" fmla="*/ 352712 w 927926"/>
                    <a:gd name="connsiteY336" fmla="*/ 690197 h 801258"/>
                    <a:gd name="connsiteX337" fmla="*/ 354521 w 927926"/>
                    <a:gd name="connsiteY337" fmla="*/ 691817 h 801258"/>
                    <a:gd name="connsiteX338" fmla="*/ 357855 w 927926"/>
                    <a:gd name="connsiteY338" fmla="*/ 690197 h 801258"/>
                    <a:gd name="connsiteX339" fmla="*/ 360903 w 927926"/>
                    <a:gd name="connsiteY339" fmla="*/ 686864 h 801258"/>
                    <a:gd name="connsiteX340" fmla="*/ 373762 w 927926"/>
                    <a:gd name="connsiteY340" fmla="*/ 688959 h 801258"/>
                    <a:gd name="connsiteX341" fmla="*/ 365380 w 927926"/>
                    <a:gd name="connsiteY341" fmla="*/ 684768 h 801258"/>
                    <a:gd name="connsiteX342" fmla="*/ 372238 w 927926"/>
                    <a:gd name="connsiteY342" fmla="*/ 678672 h 801258"/>
                    <a:gd name="connsiteX343" fmla="*/ 371762 w 927926"/>
                    <a:gd name="connsiteY343" fmla="*/ 675243 h 801258"/>
                    <a:gd name="connsiteX344" fmla="*/ 368428 w 927926"/>
                    <a:gd name="connsiteY344" fmla="*/ 676862 h 801258"/>
                    <a:gd name="connsiteX345" fmla="*/ 371857 w 927926"/>
                    <a:gd name="connsiteY345" fmla="*/ 673814 h 801258"/>
                    <a:gd name="connsiteX346" fmla="*/ 377477 w 927926"/>
                    <a:gd name="connsiteY346" fmla="*/ 677243 h 801258"/>
                    <a:gd name="connsiteX347" fmla="*/ 378429 w 927926"/>
                    <a:gd name="connsiteY347" fmla="*/ 675053 h 801258"/>
                    <a:gd name="connsiteX348" fmla="*/ 382334 w 927926"/>
                    <a:gd name="connsiteY348" fmla="*/ 675434 h 801258"/>
                    <a:gd name="connsiteX349" fmla="*/ 380429 w 927926"/>
                    <a:gd name="connsiteY349" fmla="*/ 688769 h 801258"/>
                    <a:gd name="connsiteX350" fmla="*/ 376714 w 927926"/>
                    <a:gd name="connsiteY350" fmla="*/ 690102 h 801258"/>
                    <a:gd name="connsiteX351" fmla="*/ 376714 w 927926"/>
                    <a:gd name="connsiteY351" fmla="*/ 694579 h 801258"/>
                    <a:gd name="connsiteX352" fmla="*/ 377477 w 927926"/>
                    <a:gd name="connsiteY352" fmla="*/ 690674 h 801258"/>
                    <a:gd name="connsiteX353" fmla="*/ 376238 w 927926"/>
                    <a:gd name="connsiteY353" fmla="*/ 695627 h 801258"/>
                    <a:gd name="connsiteX354" fmla="*/ 381953 w 927926"/>
                    <a:gd name="connsiteY354" fmla="*/ 693150 h 801258"/>
                    <a:gd name="connsiteX355" fmla="*/ 376714 w 927926"/>
                    <a:gd name="connsiteY355" fmla="*/ 699056 h 801258"/>
                    <a:gd name="connsiteX356" fmla="*/ 375857 w 927926"/>
                    <a:gd name="connsiteY356" fmla="*/ 704294 h 801258"/>
                    <a:gd name="connsiteX357" fmla="*/ 379191 w 927926"/>
                    <a:gd name="connsiteY357" fmla="*/ 702675 h 801258"/>
                    <a:gd name="connsiteX358" fmla="*/ 380810 w 927926"/>
                    <a:gd name="connsiteY358" fmla="*/ 711533 h 801258"/>
                    <a:gd name="connsiteX359" fmla="*/ 377000 w 927926"/>
                    <a:gd name="connsiteY359" fmla="*/ 714200 h 801258"/>
                    <a:gd name="connsiteX360" fmla="*/ 374905 w 927926"/>
                    <a:gd name="connsiteY360" fmla="*/ 719820 h 801258"/>
                    <a:gd name="connsiteX361" fmla="*/ 374333 w 927926"/>
                    <a:gd name="connsiteY361" fmla="*/ 717820 h 801258"/>
                    <a:gd name="connsiteX362" fmla="*/ 372523 w 927926"/>
                    <a:gd name="connsiteY362" fmla="*/ 720677 h 801258"/>
                    <a:gd name="connsiteX363" fmla="*/ 373000 w 927926"/>
                    <a:gd name="connsiteY363" fmla="*/ 724011 h 801258"/>
                    <a:gd name="connsiteX364" fmla="*/ 375667 w 927926"/>
                    <a:gd name="connsiteY364" fmla="*/ 729345 h 801258"/>
                    <a:gd name="connsiteX365" fmla="*/ 369476 w 927926"/>
                    <a:gd name="connsiteY365" fmla="*/ 731536 h 801258"/>
                    <a:gd name="connsiteX366" fmla="*/ 367952 w 927926"/>
                    <a:gd name="connsiteY366" fmla="*/ 734679 h 801258"/>
                    <a:gd name="connsiteX367" fmla="*/ 365951 w 927926"/>
                    <a:gd name="connsiteY367" fmla="*/ 734489 h 801258"/>
                    <a:gd name="connsiteX368" fmla="*/ 368999 w 927926"/>
                    <a:gd name="connsiteY368" fmla="*/ 735632 h 801258"/>
                    <a:gd name="connsiteX369" fmla="*/ 380525 w 927926"/>
                    <a:gd name="connsiteY369" fmla="*/ 730679 h 801258"/>
                    <a:gd name="connsiteX370" fmla="*/ 382620 w 927926"/>
                    <a:gd name="connsiteY370" fmla="*/ 733917 h 801258"/>
                    <a:gd name="connsiteX371" fmla="*/ 388906 w 927926"/>
                    <a:gd name="connsiteY371" fmla="*/ 730393 h 801258"/>
                    <a:gd name="connsiteX372" fmla="*/ 402337 w 927926"/>
                    <a:gd name="connsiteY372" fmla="*/ 722582 h 801258"/>
                    <a:gd name="connsiteX373" fmla="*/ 404528 w 927926"/>
                    <a:gd name="connsiteY373" fmla="*/ 720011 h 801258"/>
                    <a:gd name="connsiteX374" fmla="*/ 401956 w 927926"/>
                    <a:gd name="connsiteY374" fmla="*/ 717820 h 801258"/>
                    <a:gd name="connsiteX375" fmla="*/ 403766 w 927926"/>
                    <a:gd name="connsiteY375" fmla="*/ 719439 h 801258"/>
                    <a:gd name="connsiteX376" fmla="*/ 407956 w 927926"/>
                    <a:gd name="connsiteY376" fmla="*/ 717058 h 801258"/>
                    <a:gd name="connsiteX377" fmla="*/ 409195 w 927926"/>
                    <a:gd name="connsiteY377" fmla="*/ 712105 h 801258"/>
                    <a:gd name="connsiteX378" fmla="*/ 400527 w 927926"/>
                    <a:gd name="connsiteY378" fmla="*/ 710581 h 801258"/>
                    <a:gd name="connsiteX379" fmla="*/ 402622 w 927926"/>
                    <a:gd name="connsiteY379" fmla="*/ 709438 h 801258"/>
                    <a:gd name="connsiteX380" fmla="*/ 393669 w 927926"/>
                    <a:gd name="connsiteY380" fmla="*/ 707628 h 801258"/>
                    <a:gd name="connsiteX381" fmla="*/ 395003 w 927926"/>
                    <a:gd name="connsiteY381" fmla="*/ 705818 h 801258"/>
                    <a:gd name="connsiteX382" fmla="*/ 401670 w 927926"/>
                    <a:gd name="connsiteY382" fmla="*/ 702580 h 801258"/>
                    <a:gd name="connsiteX383" fmla="*/ 400908 w 927926"/>
                    <a:gd name="connsiteY383" fmla="*/ 706390 h 801258"/>
                    <a:gd name="connsiteX384" fmla="*/ 404623 w 927926"/>
                    <a:gd name="connsiteY384" fmla="*/ 705152 h 801258"/>
                    <a:gd name="connsiteX385" fmla="*/ 406909 w 927926"/>
                    <a:gd name="connsiteY385" fmla="*/ 701246 h 801258"/>
                    <a:gd name="connsiteX386" fmla="*/ 404813 w 927926"/>
                    <a:gd name="connsiteY386" fmla="*/ 697913 h 801258"/>
                    <a:gd name="connsiteX387" fmla="*/ 408433 w 927926"/>
                    <a:gd name="connsiteY387" fmla="*/ 698008 h 801258"/>
                    <a:gd name="connsiteX388" fmla="*/ 409195 w 927926"/>
                    <a:gd name="connsiteY388" fmla="*/ 698675 h 801258"/>
                    <a:gd name="connsiteX389" fmla="*/ 412147 w 927926"/>
                    <a:gd name="connsiteY389" fmla="*/ 701246 h 801258"/>
                    <a:gd name="connsiteX390" fmla="*/ 414338 w 927926"/>
                    <a:gd name="connsiteY390" fmla="*/ 698675 h 801258"/>
                    <a:gd name="connsiteX391" fmla="*/ 411862 w 927926"/>
                    <a:gd name="connsiteY391" fmla="*/ 704009 h 801258"/>
                    <a:gd name="connsiteX392" fmla="*/ 416053 w 927926"/>
                    <a:gd name="connsiteY392" fmla="*/ 701627 h 801258"/>
                    <a:gd name="connsiteX393" fmla="*/ 416148 w 927926"/>
                    <a:gd name="connsiteY393" fmla="*/ 704771 h 801258"/>
                    <a:gd name="connsiteX394" fmla="*/ 419387 w 927926"/>
                    <a:gd name="connsiteY394" fmla="*/ 704580 h 801258"/>
                    <a:gd name="connsiteX395" fmla="*/ 440722 w 927926"/>
                    <a:gd name="connsiteY395" fmla="*/ 693245 h 801258"/>
                    <a:gd name="connsiteX396" fmla="*/ 442151 w 927926"/>
                    <a:gd name="connsiteY396" fmla="*/ 695912 h 801258"/>
                    <a:gd name="connsiteX397" fmla="*/ 447200 w 927926"/>
                    <a:gd name="connsiteY397" fmla="*/ 692864 h 801258"/>
                    <a:gd name="connsiteX398" fmla="*/ 443580 w 927926"/>
                    <a:gd name="connsiteY398" fmla="*/ 697246 h 801258"/>
                    <a:gd name="connsiteX399" fmla="*/ 447771 w 927926"/>
                    <a:gd name="connsiteY399" fmla="*/ 694960 h 801258"/>
                    <a:gd name="connsiteX400" fmla="*/ 441770 w 927926"/>
                    <a:gd name="connsiteY400" fmla="*/ 703342 h 801258"/>
                    <a:gd name="connsiteX401" fmla="*/ 445771 w 927926"/>
                    <a:gd name="connsiteY401" fmla="*/ 699341 h 801258"/>
                    <a:gd name="connsiteX402" fmla="*/ 449486 w 927926"/>
                    <a:gd name="connsiteY402" fmla="*/ 705818 h 801258"/>
                    <a:gd name="connsiteX403" fmla="*/ 445199 w 927926"/>
                    <a:gd name="connsiteY403" fmla="*/ 712676 h 801258"/>
                    <a:gd name="connsiteX404" fmla="*/ 438627 w 927926"/>
                    <a:gd name="connsiteY404" fmla="*/ 718963 h 801258"/>
                    <a:gd name="connsiteX405" fmla="*/ 436341 w 927926"/>
                    <a:gd name="connsiteY405" fmla="*/ 718391 h 801258"/>
                    <a:gd name="connsiteX406" fmla="*/ 432245 w 927926"/>
                    <a:gd name="connsiteY406" fmla="*/ 723821 h 801258"/>
                    <a:gd name="connsiteX407" fmla="*/ 429959 w 927926"/>
                    <a:gd name="connsiteY407" fmla="*/ 723249 h 801258"/>
                    <a:gd name="connsiteX408" fmla="*/ 425197 w 927926"/>
                    <a:gd name="connsiteY408" fmla="*/ 731155 h 801258"/>
                    <a:gd name="connsiteX409" fmla="*/ 438341 w 927926"/>
                    <a:gd name="connsiteY409" fmla="*/ 723154 h 801258"/>
                    <a:gd name="connsiteX410" fmla="*/ 438151 w 927926"/>
                    <a:gd name="connsiteY410" fmla="*/ 721439 h 801258"/>
                    <a:gd name="connsiteX411" fmla="*/ 450152 w 927926"/>
                    <a:gd name="connsiteY411" fmla="*/ 720201 h 801258"/>
                    <a:gd name="connsiteX412" fmla="*/ 447390 w 927926"/>
                    <a:gd name="connsiteY412" fmla="*/ 723821 h 801258"/>
                    <a:gd name="connsiteX413" fmla="*/ 460630 w 927926"/>
                    <a:gd name="connsiteY413" fmla="*/ 719058 h 801258"/>
                    <a:gd name="connsiteX414" fmla="*/ 457201 w 927926"/>
                    <a:gd name="connsiteY414" fmla="*/ 725154 h 801258"/>
                    <a:gd name="connsiteX415" fmla="*/ 454343 w 927926"/>
                    <a:gd name="connsiteY415" fmla="*/ 725630 h 801258"/>
                    <a:gd name="connsiteX416" fmla="*/ 450533 w 927926"/>
                    <a:gd name="connsiteY416" fmla="*/ 731345 h 801258"/>
                    <a:gd name="connsiteX417" fmla="*/ 456439 w 927926"/>
                    <a:gd name="connsiteY417" fmla="*/ 732107 h 801258"/>
                    <a:gd name="connsiteX418" fmla="*/ 454058 w 927926"/>
                    <a:gd name="connsiteY418" fmla="*/ 736013 h 801258"/>
                    <a:gd name="connsiteX419" fmla="*/ 448152 w 927926"/>
                    <a:gd name="connsiteY419" fmla="*/ 735251 h 801258"/>
                    <a:gd name="connsiteX420" fmla="*/ 436627 w 927926"/>
                    <a:gd name="connsiteY420" fmla="*/ 735441 h 801258"/>
                    <a:gd name="connsiteX421" fmla="*/ 441008 w 927926"/>
                    <a:gd name="connsiteY421" fmla="*/ 739442 h 801258"/>
                    <a:gd name="connsiteX422" fmla="*/ 436531 w 927926"/>
                    <a:gd name="connsiteY422" fmla="*/ 744490 h 801258"/>
                    <a:gd name="connsiteX423" fmla="*/ 442342 w 927926"/>
                    <a:gd name="connsiteY423" fmla="*/ 749729 h 801258"/>
                    <a:gd name="connsiteX424" fmla="*/ 446247 w 927926"/>
                    <a:gd name="connsiteY424" fmla="*/ 747157 h 801258"/>
                    <a:gd name="connsiteX425" fmla="*/ 445580 w 927926"/>
                    <a:gd name="connsiteY425" fmla="*/ 749633 h 801258"/>
                    <a:gd name="connsiteX426" fmla="*/ 442723 w 927926"/>
                    <a:gd name="connsiteY426" fmla="*/ 750110 h 801258"/>
                    <a:gd name="connsiteX427" fmla="*/ 440913 w 927926"/>
                    <a:gd name="connsiteY427" fmla="*/ 756110 h 801258"/>
                    <a:gd name="connsiteX428" fmla="*/ 443580 w 927926"/>
                    <a:gd name="connsiteY428" fmla="*/ 757063 h 801258"/>
                    <a:gd name="connsiteX429" fmla="*/ 441104 w 927926"/>
                    <a:gd name="connsiteY429" fmla="*/ 757825 h 801258"/>
                    <a:gd name="connsiteX430" fmla="*/ 432721 w 927926"/>
                    <a:gd name="connsiteY430" fmla="*/ 757825 h 801258"/>
                    <a:gd name="connsiteX431" fmla="*/ 425102 w 927926"/>
                    <a:gd name="connsiteY431" fmla="*/ 772303 h 801258"/>
                    <a:gd name="connsiteX432" fmla="*/ 426435 w 927926"/>
                    <a:gd name="connsiteY432" fmla="*/ 767445 h 801258"/>
                    <a:gd name="connsiteX433" fmla="*/ 422911 w 927926"/>
                    <a:gd name="connsiteY433" fmla="*/ 767255 h 801258"/>
                    <a:gd name="connsiteX434" fmla="*/ 419291 w 927926"/>
                    <a:gd name="connsiteY434" fmla="*/ 774684 h 801258"/>
                    <a:gd name="connsiteX435" fmla="*/ 414719 w 927926"/>
                    <a:gd name="connsiteY435" fmla="*/ 776589 h 801258"/>
                    <a:gd name="connsiteX436" fmla="*/ 408338 w 927926"/>
                    <a:gd name="connsiteY436" fmla="*/ 787543 h 801258"/>
                    <a:gd name="connsiteX437" fmla="*/ 411862 w 927926"/>
                    <a:gd name="connsiteY437" fmla="*/ 787733 h 801258"/>
                    <a:gd name="connsiteX438" fmla="*/ 404813 w 927926"/>
                    <a:gd name="connsiteY438" fmla="*/ 793544 h 801258"/>
                    <a:gd name="connsiteX439" fmla="*/ 411862 w 927926"/>
                    <a:gd name="connsiteY439" fmla="*/ 790781 h 801258"/>
                    <a:gd name="connsiteX440" fmla="*/ 409957 w 927926"/>
                    <a:gd name="connsiteY440" fmla="*/ 793639 h 801258"/>
                    <a:gd name="connsiteX441" fmla="*/ 405575 w 927926"/>
                    <a:gd name="connsiteY441" fmla="*/ 794210 h 801258"/>
                    <a:gd name="connsiteX442" fmla="*/ 405385 w 927926"/>
                    <a:gd name="connsiteY442" fmla="*/ 798687 h 801258"/>
                    <a:gd name="connsiteX443" fmla="*/ 411005 w 927926"/>
                    <a:gd name="connsiteY443" fmla="*/ 794687 h 801258"/>
                    <a:gd name="connsiteX444" fmla="*/ 407480 w 927926"/>
                    <a:gd name="connsiteY444" fmla="*/ 800687 h 801258"/>
                    <a:gd name="connsiteX445" fmla="*/ 421958 w 927926"/>
                    <a:gd name="connsiteY445" fmla="*/ 789353 h 801258"/>
                    <a:gd name="connsiteX446" fmla="*/ 425292 w 927926"/>
                    <a:gd name="connsiteY446" fmla="*/ 784781 h 801258"/>
                    <a:gd name="connsiteX447" fmla="*/ 428816 w 927926"/>
                    <a:gd name="connsiteY447" fmla="*/ 784971 h 801258"/>
                    <a:gd name="connsiteX448" fmla="*/ 429673 w 927926"/>
                    <a:gd name="connsiteY448" fmla="*/ 781161 h 801258"/>
                    <a:gd name="connsiteX449" fmla="*/ 420339 w 927926"/>
                    <a:gd name="connsiteY449" fmla="*/ 783352 h 801258"/>
                    <a:gd name="connsiteX450" fmla="*/ 425102 w 927926"/>
                    <a:gd name="connsiteY450" fmla="*/ 780018 h 801258"/>
                    <a:gd name="connsiteX451" fmla="*/ 423292 w 927926"/>
                    <a:gd name="connsiteY451" fmla="*/ 778399 h 801258"/>
                    <a:gd name="connsiteX452" fmla="*/ 426435 w 927926"/>
                    <a:gd name="connsiteY452" fmla="*/ 775160 h 801258"/>
                    <a:gd name="connsiteX453" fmla="*/ 430817 w 927926"/>
                    <a:gd name="connsiteY453" fmla="*/ 771541 h 801258"/>
                    <a:gd name="connsiteX454" fmla="*/ 435674 w 927926"/>
                    <a:gd name="connsiteY454" fmla="*/ 774398 h 801258"/>
                    <a:gd name="connsiteX455" fmla="*/ 431197 w 927926"/>
                    <a:gd name="connsiteY455" fmla="*/ 774970 h 801258"/>
                    <a:gd name="connsiteX456" fmla="*/ 431769 w 927926"/>
                    <a:gd name="connsiteY456" fmla="*/ 780113 h 801258"/>
                    <a:gd name="connsiteX457" fmla="*/ 435484 w 927926"/>
                    <a:gd name="connsiteY457" fmla="*/ 778875 h 801258"/>
                    <a:gd name="connsiteX458" fmla="*/ 437865 w 927926"/>
                    <a:gd name="connsiteY458" fmla="*/ 774970 h 801258"/>
                    <a:gd name="connsiteX459" fmla="*/ 438055 w 927926"/>
                    <a:gd name="connsiteY459" fmla="*/ 776684 h 801258"/>
                    <a:gd name="connsiteX460" fmla="*/ 439865 w 927926"/>
                    <a:gd name="connsiteY460" fmla="*/ 775256 h 801258"/>
                    <a:gd name="connsiteX461" fmla="*/ 441294 w 927926"/>
                    <a:gd name="connsiteY461" fmla="*/ 773446 h 801258"/>
                    <a:gd name="connsiteX462" fmla="*/ 439770 w 927926"/>
                    <a:gd name="connsiteY462" fmla="*/ 765921 h 801258"/>
                    <a:gd name="connsiteX463" fmla="*/ 443009 w 927926"/>
                    <a:gd name="connsiteY463" fmla="*/ 768874 h 801258"/>
                    <a:gd name="connsiteX464" fmla="*/ 440342 w 927926"/>
                    <a:gd name="connsiteY464" fmla="*/ 771065 h 801258"/>
                    <a:gd name="connsiteX465" fmla="*/ 442913 w 927926"/>
                    <a:gd name="connsiteY465" fmla="*/ 773351 h 801258"/>
                    <a:gd name="connsiteX466" fmla="*/ 447295 w 927926"/>
                    <a:gd name="connsiteY466" fmla="*/ 766588 h 801258"/>
                    <a:gd name="connsiteX467" fmla="*/ 441389 w 927926"/>
                    <a:gd name="connsiteY467" fmla="*/ 762683 h 801258"/>
                    <a:gd name="connsiteX468" fmla="*/ 448247 w 927926"/>
                    <a:gd name="connsiteY468" fmla="*/ 758206 h 801258"/>
                    <a:gd name="connsiteX469" fmla="*/ 441866 w 927926"/>
                    <a:gd name="connsiteY469" fmla="*/ 758492 h 801258"/>
                    <a:gd name="connsiteX470" fmla="*/ 448247 w 927926"/>
                    <a:gd name="connsiteY470" fmla="*/ 755063 h 801258"/>
                    <a:gd name="connsiteX471" fmla="*/ 449105 w 927926"/>
                    <a:gd name="connsiteY471" fmla="*/ 751253 h 801258"/>
                    <a:gd name="connsiteX472" fmla="*/ 453581 w 927926"/>
                    <a:gd name="connsiteY472" fmla="*/ 750681 h 801258"/>
                    <a:gd name="connsiteX473" fmla="*/ 458344 w 927926"/>
                    <a:gd name="connsiteY473" fmla="*/ 747347 h 801258"/>
                    <a:gd name="connsiteX474" fmla="*/ 454438 w 927926"/>
                    <a:gd name="connsiteY474" fmla="*/ 746871 h 801258"/>
                    <a:gd name="connsiteX475" fmla="*/ 462059 w 927926"/>
                    <a:gd name="connsiteY475" fmla="*/ 738584 h 801258"/>
                    <a:gd name="connsiteX476" fmla="*/ 464059 w 927926"/>
                    <a:gd name="connsiteY476" fmla="*/ 742013 h 801258"/>
                    <a:gd name="connsiteX477" fmla="*/ 466821 w 927926"/>
                    <a:gd name="connsiteY477" fmla="*/ 738394 h 801258"/>
                    <a:gd name="connsiteX478" fmla="*/ 473584 w 927926"/>
                    <a:gd name="connsiteY478" fmla="*/ 738489 h 801258"/>
                    <a:gd name="connsiteX479" fmla="*/ 478442 w 927926"/>
                    <a:gd name="connsiteY479" fmla="*/ 733822 h 801258"/>
                    <a:gd name="connsiteX480" fmla="*/ 481109 w 927926"/>
                    <a:gd name="connsiteY480" fmla="*/ 739251 h 801258"/>
                    <a:gd name="connsiteX481" fmla="*/ 485490 w 927926"/>
                    <a:gd name="connsiteY481" fmla="*/ 735632 h 801258"/>
                    <a:gd name="connsiteX482" fmla="*/ 486252 w 927926"/>
                    <a:gd name="connsiteY482" fmla="*/ 731822 h 801258"/>
                    <a:gd name="connsiteX483" fmla="*/ 491205 w 927926"/>
                    <a:gd name="connsiteY483" fmla="*/ 734774 h 801258"/>
                    <a:gd name="connsiteX484" fmla="*/ 484919 w 927926"/>
                    <a:gd name="connsiteY484" fmla="*/ 741251 h 801258"/>
                    <a:gd name="connsiteX485" fmla="*/ 488157 w 927926"/>
                    <a:gd name="connsiteY485" fmla="*/ 741156 h 801258"/>
                    <a:gd name="connsiteX486" fmla="*/ 495682 w 927926"/>
                    <a:gd name="connsiteY486" fmla="*/ 734298 h 801258"/>
                    <a:gd name="connsiteX487" fmla="*/ 501397 w 927926"/>
                    <a:gd name="connsiteY487" fmla="*/ 733441 h 801258"/>
                    <a:gd name="connsiteX488" fmla="*/ 491681 w 927926"/>
                    <a:gd name="connsiteY488" fmla="*/ 741442 h 801258"/>
                    <a:gd name="connsiteX489" fmla="*/ 494634 w 927926"/>
                    <a:gd name="connsiteY489" fmla="*/ 744109 h 801258"/>
                    <a:gd name="connsiteX490" fmla="*/ 487014 w 927926"/>
                    <a:gd name="connsiteY490" fmla="*/ 755444 h 801258"/>
                    <a:gd name="connsiteX491" fmla="*/ 491300 w 927926"/>
                    <a:gd name="connsiteY491" fmla="*/ 753253 h 801258"/>
                    <a:gd name="connsiteX492" fmla="*/ 488347 w 927926"/>
                    <a:gd name="connsiteY492" fmla="*/ 758206 h 801258"/>
                    <a:gd name="connsiteX493" fmla="*/ 485966 w 927926"/>
                    <a:gd name="connsiteY493" fmla="*/ 757634 h 801258"/>
                    <a:gd name="connsiteX494" fmla="*/ 485585 w 927926"/>
                    <a:gd name="connsiteY494" fmla="*/ 764873 h 801258"/>
                    <a:gd name="connsiteX495" fmla="*/ 477775 w 927926"/>
                    <a:gd name="connsiteY495" fmla="*/ 762397 h 801258"/>
                    <a:gd name="connsiteX496" fmla="*/ 482061 w 927926"/>
                    <a:gd name="connsiteY496" fmla="*/ 760206 h 801258"/>
                    <a:gd name="connsiteX497" fmla="*/ 480061 w 927926"/>
                    <a:gd name="connsiteY497" fmla="*/ 756777 h 801258"/>
                    <a:gd name="connsiteX498" fmla="*/ 475298 w 927926"/>
                    <a:gd name="connsiteY498" fmla="*/ 760111 h 801258"/>
                    <a:gd name="connsiteX499" fmla="*/ 475489 w 927926"/>
                    <a:gd name="connsiteY499" fmla="*/ 761825 h 801258"/>
                    <a:gd name="connsiteX500" fmla="*/ 468155 w 927926"/>
                    <a:gd name="connsiteY500" fmla="*/ 762778 h 801258"/>
                    <a:gd name="connsiteX501" fmla="*/ 455486 w 927926"/>
                    <a:gd name="connsiteY501" fmla="*/ 775637 h 801258"/>
                    <a:gd name="connsiteX502" fmla="*/ 457487 w 927926"/>
                    <a:gd name="connsiteY502" fmla="*/ 778970 h 801258"/>
                    <a:gd name="connsiteX503" fmla="*/ 455391 w 927926"/>
                    <a:gd name="connsiteY503" fmla="*/ 783161 h 801258"/>
                    <a:gd name="connsiteX504" fmla="*/ 452248 w 927926"/>
                    <a:gd name="connsiteY504" fmla="*/ 786400 h 801258"/>
                    <a:gd name="connsiteX505" fmla="*/ 447295 w 927926"/>
                    <a:gd name="connsiteY505" fmla="*/ 788019 h 801258"/>
                    <a:gd name="connsiteX506" fmla="*/ 445961 w 927926"/>
                    <a:gd name="connsiteY506" fmla="*/ 792877 h 801258"/>
                    <a:gd name="connsiteX507" fmla="*/ 454248 w 927926"/>
                    <a:gd name="connsiteY507" fmla="*/ 786686 h 801258"/>
                    <a:gd name="connsiteX508" fmla="*/ 457772 w 927926"/>
                    <a:gd name="connsiteY508" fmla="*/ 780685 h 801258"/>
                    <a:gd name="connsiteX509" fmla="*/ 461868 w 927926"/>
                    <a:gd name="connsiteY509" fmla="*/ 779828 h 801258"/>
                    <a:gd name="connsiteX510" fmla="*/ 462154 w 927926"/>
                    <a:gd name="connsiteY510" fmla="*/ 777065 h 801258"/>
                    <a:gd name="connsiteX511" fmla="*/ 458248 w 927926"/>
                    <a:gd name="connsiteY511" fmla="*/ 779637 h 801258"/>
                    <a:gd name="connsiteX512" fmla="*/ 464916 w 927926"/>
                    <a:gd name="connsiteY512" fmla="*/ 770398 h 801258"/>
                    <a:gd name="connsiteX513" fmla="*/ 464821 w 927926"/>
                    <a:gd name="connsiteY513" fmla="*/ 777923 h 801258"/>
                    <a:gd name="connsiteX514" fmla="*/ 460725 w 927926"/>
                    <a:gd name="connsiteY514" fmla="*/ 781828 h 801258"/>
                    <a:gd name="connsiteX515" fmla="*/ 465202 w 927926"/>
                    <a:gd name="connsiteY515" fmla="*/ 781352 h 801258"/>
                    <a:gd name="connsiteX516" fmla="*/ 462344 w 927926"/>
                    <a:gd name="connsiteY516" fmla="*/ 784876 h 801258"/>
                    <a:gd name="connsiteX517" fmla="*/ 467107 w 927926"/>
                    <a:gd name="connsiteY517" fmla="*/ 781637 h 801258"/>
                    <a:gd name="connsiteX518" fmla="*/ 469202 w 927926"/>
                    <a:gd name="connsiteY518" fmla="*/ 777446 h 801258"/>
                    <a:gd name="connsiteX519" fmla="*/ 471393 w 927926"/>
                    <a:gd name="connsiteY519" fmla="*/ 782495 h 801258"/>
                    <a:gd name="connsiteX520" fmla="*/ 469583 w 927926"/>
                    <a:gd name="connsiteY520" fmla="*/ 780780 h 801258"/>
                    <a:gd name="connsiteX521" fmla="*/ 474346 w 927926"/>
                    <a:gd name="connsiteY521" fmla="*/ 777542 h 801258"/>
                    <a:gd name="connsiteX522" fmla="*/ 479108 w 927926"/>
                    <a:gd name="connsiteY522" fmla="*/ 777446 h 801258"/>
                    <a:gd name="connsiteX523" fmla="*/ 482252 w 927926"/>
                    <a:gd name="connsiteY523" fmla="*/ 771160 h 801258"/>
                    <a:gd name="connsiteX524" fmla="*/ 486538 w 927926"/>
                    <a:gd name="connsiteY524" fmla="*/ 768969 h 801258"/>
                    <a:gd name="connsiteX525" fmla="*/ 484442 w 927926"/>
                    <a:gd name="connsiteY525" fmla="*/ 773160 h 801258"/>
                    <a:gd name="connsiteX526" fmla="*/ 489014 w 927926"/>
                    <a:gd name="connsiteY526" fmla="*/ 768207 h 801258"/>
                    <a:gd name="connsiteX527" fmla="*/ 488062 w 927926"/>
                    <a:gd name="connsiteY527" fmla="*/ 765826 h 801258"/>
                    <a:gd name="connsiteX528" fmla="*/ 491300 w 927926"/>
                    <a:gd name="connsiteY528" fmla="*/ 768874 h 801258"/>
                    <a:gd name="connsiteX529" fmla="*/ 496063 w 927926"/>
                    <a:gd name="connsiteY529" fmla="*/ 762492 h 801258"/>
                    <a:gd name="connsiteX530" fmla="*/ 501968 w 927926"/>
                    <a:gd name="connsiteY530" fmla="*/ 763445 h 801258"/>
                    <a:gd name="connsiteX531" fmla="*/ 500539 w 927926"/>
                    <a:gd name="connsiteY531" fmla="*/ 768398 h 801258"/>
                    <a:gd name="connsiteX532" fmla="*/ 496825 w 927926"/>
                    <a:gd name="connsiteY532" fmla="*/ 766397 h 801258"/>
                    <a:gd name="connsiteX533" fmla="*/ 491491 w 927926"/>
                    <a:gd name="connsiteY533" fmla="*/ 770684 h 801258"/>
                    <a:gd name="connsiteX534" fmla="*/ 488443 w 927926"/>
                    <a:gd name="connsiteY534" fmla="*/ 775637 h 801258"/>
                    <a:gd name="connsiteX535" fmla="*/ 493967 w 927926"/>
                    <a:gd name="connsiteY535" fmla="*/ 782495 h 801258"/>
                    <a:gd name="connsiteX536" fmla="*/ 495396 w 927926"/>
                    <a:gd name="connsiteY536" fmla="*/ 783828 h 801258"/>
                    <a:gd name="connsiteX537" fmla="*/ 501587 w 927926"/>
                    <a:gd name="connsiteY537" fmla="*/ 778780 h 801258"/>
                    <a:gd name="connsiteX538" fmla="*/ 501778 w 927926"/>
                    <a:gd name="connsiteY538" fmla="*/ 780494 h 801258"/>
                    <a:gd name="connsiteX539" fmla="*/ 510350 w 927926"/>
                    <a:gd name="connsiteY539" fmla="*/ 776113 h 801258"/>
                    <a:gd name="connsiteX540" fmla="*/ 510541 w 927926"/>
                    <a:gd name="connsiteY540" fmla="*/ 774684 h 801258"/>
                    <a:gd name="connsiteX541" fmla="*/ 511398 w 927926"/>
                    <a:gd name="connsiteY541" fmla="*/ 780304 h 801258"/>
                    <a:gd name="connsiteX542" fmla="*/ 498539 w 927926"/>
                    <a:gd name="connsiteY542" fmla="*/ 793067 h 801258"/>
                    <a:gd name="connsiteX543" fmla="*/ 488347 w 927926"/>
                    <a:gd name="connsiteY543" fmla="*/ 797449 h 801258"/>
                    <a:gd name="connsiteX544" fmla="*/ 492824 w 927926"/>
                    <a:gd name="connsiteY544" fmla="*/ 796973 h 801258"/>
                    <a:gd name="connsiteX545" fmla="*/ 487490 w 927926"/>
                    <a:gd name="connsiteY545" fmla="*/ 801259 h 801258"/>
                    <a:gd name="connsiteX546" fmla="*/ 499111 w 927926"/>
                    <a:gd name="connsiteY546" fmla="*/ 795163 h 801258"/>
                    <a:gd name="connsiteX547" fmla="*/ 502445 w 927926"/>
                    <a:gd name="connsiteY547" fmla="*/ 790591 h 801258"/>
                    <a:gd name="connsiteX548" fmla="*/ 505493 w 927926"/>
                    <a:gd name="connsiteY548" fmla="*/ 791924 h 801258"/>
                    <a:gd name="connsiteX549" fmla="*/ 525876 w 927926"/>
                    <a:gd name="connsiteY549" fmla="*/ 780113 h 801258"/>
                    <a:gd name="connsiteX550" fmla="*/ 521971 w 927926"/>
                    <a:gd name="connsiteY550" fmla="*/ 779447 h 801258"/>
                    <a:gd name="connsiteX551" fmla="*/ 527495 w 927926"/>
                    <a:gd name="connsiteY551" fmla="*/ 776970 h 801258"/>
                    <a:gd name="connsiteX552" fmla="*/ 528162 w 927926"/>
                    <a:gd name="connsiteY552" fmla="*/ 774494 h 801258"/>
                    <a:gd name="connsiteX553" fmla="*/ 530162 w 927926"/>
                    <a:gd name="connsiteY553" fmla="*/ 774779 h 801258"/>
                    <a:gd name="connsiteX554" fmla="*/ 534925 w 927926"/>
                    <a:gd name="connsiteY554" fmla="*/ 768398 h 801258"/>
                    <a:gd name="connsiteX555" fmla="*/ 543307 w 927926"/>
                    <a:gd name="connsiteY555" fmla="*/ 762302 h 801258"/>
                    <a:gd name="connsiteX556" fmla="*/ 553880 w 927926"/>
                    <a:gd name="connsiteY556" fmla="*/ 758301 h 801258"/>
                    <a:gd name="connsiteX557" fmla="*/ 544926 w 927926"/>
                    <a:gd name="connsiteY557" fmla="*/ 765445 h 801258"/>
                    <a:gd name="connsiteX558" fmla="*/ 554546 w 927926"/>
                    <a:gd name="connsiteY558" fmla="*/ 759063 h 801258"/>
                    <a:gd name="connsiteX559" fmla="*/ 557594 w 927926"/>
                    <a:gd name="connsiteY559" fmla="*/ 760492 h 801258"/>
                    <a:gd name="connsiteX560" fmla="*/ 562262 w 927926"/>
                    <a:gd name="connsiteY560" fmla="*/ 758682 h 801258"/>
                    <a:gd name="connsiteX561" fmla="*/ 562547 w 927926"/>
                    <a:gd name="connsiteY561" fmla="*/ 755825 h 801258"/>
                    <a:gd name="connsiteX562" fmla="*/ 566167 w 927926"/>
                    <a:gd name="connsiteY562" fmla="*/ 756110 h 801258"/>
                    <a:gd name="connsiteX563" fmla="*/ 581312 w 927926"/>
                    <a:gd name="connsiteY563" fmla="*/ 744014 h 801258"/>
                    <a:gd name="connsiteX564" fmla="*/ 582740 w 927926"/>
                    <a:gd name="connsiteY564" fmla="*/ 739061 h 801258"/>
                    <a:gd name="connsiteX565" fmla="*/ 588455 w 927926"/>
                    <a:gd name="connsiteY565" fmla="*/ 735155 h 801258"/>
                    <a:gd name="connsiteX566" fmla="*/ 590837 w 927926"/>
                    <a:gd name="connsiteY566" fmla="*/ 735822 h 801258"/>
                    <a:gd name="connsiteX567" fmla="*/ 596361 w 927926"/>
                    <a:gd name="connsiteY567" fmla="*/ 730107 h 801258"/>
                    <a:gd name="connsiteX568" fmla="*/ 598361 w 927926"/>
                    <a:gd name="connsiteY568" fmla="*/ 733631 h 801258"/>
                    <a:gd name="connsiteX569" fmla="*/ 602267 w 927926"/>
                    <a:gd name="connsiteY569" fmla="*/ 731155 h 801258"/>
                    <a:gd name="connsiteX570" fmla="*/ 599695 w 927926"/>
                    <a:gd name="connsiteY570" fmla="*/ 728678 h 801258"/>
                    <a:gd name="connsiteX571" fmla="*/ 603314 w 927926"/>
                    <a:gd name="connsiteY571" fmla="*/ 729059 h 801258"/>
                    <a:gd name="connsiteX572" fmla="*/ 620364 w 927926"/>
                    <a:gd name="connsiteY572" fmla="*/ 718772 h 801258"/>
                    <a:gd name="connsiteX573" fmla="*/ 622745 w 927926"/>
                    <a:gd name="connsiteY573" fmla="*/ 719534 h 801258"/>
                    <a:gd name="connsiteX574" fmla="*/ 628746 w 927926"/>
                    <a:gd name="connsiteY574" fmla="*/ 712772 h 801258"/>
                    <a:gd name="connsiteX575" fmla="*/ 631604 w 927926"/>
                    <a:gd name="connsiteY575" fmla="*/ 712391 h 801258"/>
                    <a:gd name="connsiteX576" fmla="*/ 632556 w 927926"/>
                    <a:gd name="connsiteY576" fmla="*/ 714867 h 801258"/>
                    <a:gd name="connsiteX577" fmla="*/ 641414 w 927926"/>
                    <a:gd name="connsiteY577" fmla="*/ 701342 h 801258"/>
                    <a:gd name="connsiteX578" fmla="*/ 647891 w 927926"/>
                    <a:gd name="connsiteY578" fmla="*/ 698198 h 801258"/>
                    <a:gd name="connsiteX579" fmla="*/ 649320 w 927926"/>
                    <a:gd name="connsiteY579" fmla="*/ 704294 h 801258"/>
                    <a:gd name="connsiteX580" fmla="*/ 623603 w 927926"/>
                    <a:gd name="connsiteY580" fmla="*/ 726583 h 801258"/>
                    <a:gd name="connsiteX581" fmla="*/ 614935 w 927926"/>
                    <a:gd name="connsiteY581" fmla="*/ 727631 h 801258"/>
                    <a:gd name="connsiteX582" fmla="*/ 617316 w 927926"/>
                    <a:gd name="connsiteY582" fmla="*/ 731536 h 801258"/>
                    <a:gd name="connsiteX583" fmla="*/ 627698 w 927926"/>
                    <a:gd name="connsiteY583" fmla="*/ 733727 h 801258"/>
                    <a:gd name="connsiteX584" fmla="*/ 625603 w 927926"/>
                    <a:gd name="connsiteY584" fmla="*/ 738013 h 801258"/>
                    <a:gd name="connsiteX585" fmla="*/ 630175 w 927926"/>
                    <a:gd name="connsiteY585" fmla="*/ 737727 h 801258"/>
                    <a:gd name="connsiteX586" fmla="*/ 635318 w 927926"/>
                    <a:gd name="connsiteY586" fmla="*/ 745919 h 801258"/>
                    <a:gd name="connsiteX587" fmla="*/ 633128 w 927926"/>
                    <a:gd name="connsiteY587" fmla="*/ 746966 h 801258"/>
                    <a:gd name="connsiteX588" fmla="*/ 645986 w 927926"/>
                    <a:gd name="connsiteY588" fmla="*/ 756301 h 801258"/>
                    <a:gd name="connsiteX589" fmla="*/ 647225 w 927926"/>
                    <a:gd name="connsiteY589" fmla="*/ 762397 h 801258"/>
                    <a:gd name="connsiteX590" fmla="*/ 641605 w 927926"/>
                    <a:gd name="connsiteY590" fmla="*/ 768017 h 801258"/>
                    <a:gd name="connsiteX591" fmla="*/ 674371 w 927926"/>
                    <a:gd name="connsiteY591" fmla="*/ 735060 h 801258"/>
                    <a:gd name="connsiteX592" fmla="*/ 671799 w 927926"/>
                    <a:gd name="connsiteY592" fmla="*/ 713534 h 801258"/>
                    <a:gd name="connsiteX593" fmla="*/ 676847 w 927926"/>
                    <a:gd name="connsiteY593" fmla="*/ 708962 h 801258"/>
                    <a:gd name="connsiteX594" fmla="*/ 677038 w 927926"/>
                    <a:gd name="connsiteY594" fmla="*/ 699627 h 801258"/>
                    <a:gd name="connsiteX595" fmla="*/ 675514 w 927926"/>
                    <a:gd name="connsiteY595" fmla="*/ 698198 h 801258"/>
                    <a:gd name="connsiteX596" fmla="*/ 670180 w 927926"/>
                    <a:gd name="connsiteY596" fmla="*/ 705628 h 801258"/>
                    <a:gd name="connsiteX597" fmla="*/ 659797 w 927926"/>
                    <a:gd name="connsiteY597" fmla="*/ 698675 h 801258"/>
                    <a:gd name="connsiteX598" fmla="*/ 683610 w 927926"/>
                    <a:gd name="connsiteY598" fmla="*/ 687149 h 801258"/>
                    <a:gd name="connsiteX599" fmla="*/ 687992 w 927926"/>
                    <a:gd name="connsiteY599" fmla="*/ 680387 h 801258"/>
                    <a:gd name="connsiteX600" fmla="*/ 685610 w 927926"/>
                    <a:gd name="connsiteY600" fmla="*/ 679625 h 801258"/>
                    <a:gd name="connsiteX601" fmla="*/ 683324 w 927926"/>
                    <a:gd name="connsiteY601" fmla="*/ 669433 h 801258"/>
                    <a:gd name="connsiteX602" fmla="*/ 686658 w 927926"/>
                    <a:gd name="connsiteY602" fmla="*/ 664766 h 801258"/>
                    <a:gd name="connsiteX603" fmla="*/ 690944 w 927926"/>
                    <a:gd name="connsiteY603" fmla="*/ 662670 h 801258"/>
                    <a:gd name="connsiteX604" fmla="*/ 692373 w 927926"/>
                    <a:gd name="connsiteY604" fmla="*/ 660860 h 801258"/>
                    <a:gd name="connsiteX605" fmla="*/ 689992 w 927926"/>
                    <a:gd name="connsiteY605" fmla="*/ 660098 h 801258"/>
                    <a:gd name="connsiteX606" fmla="*/ 703041 w 927926"/>
                    <a:gd name="connsiteY606" fmla="*/ 639524 h 801258"/>
                    <a:gd name="connsiteX607" fmla="*/ 705518 w 927926"/>
                    <a:gd name="connsiteY607" fmla="*/ 643620 h 801258"/>
                    <a:gd name="connsiteX608" fmla="*/ 713614 w 927926"/>
                    <a:gd name="connsiteY608" fmla="*/ 645239 h 801258"/>
                    <a:gd name="connsiteX609" fmla="*/ 707422 w 927926"/>
                    <a:gd name="connsiteY609" fmla="*/ 640763 h 801258"/>
                    <a:gd name="connsiteX610" fmla="*/ 716662 w 927926"/>
                    <a:gd name="connsiteY610" fmla="*/ 634000 h 801258"/>
                    <a:gd name="connsiteX611" fmla="*/ 716757 w 927926"/>
                    <a:gd name="connsiteY611" fmla="*/ 627809 h 801258"/>
                    <a:gd name="connsiteX612" fmla="*/ 721234 w 927926"/>
                    <a:gd name="connsiteY612" fmla="*/ 624189 h 801258"/>
                    <a:gd name="connsiteX613" fmla="*/ 727806 w 927926"/>
                    <a:gd name="connsiteY613" fmla="*/ 624380 h 801258"/>
                    <a:gd name="connsiteX614" fmla="*/ 727044 w 927926"/>
                    <a:gd name="connsiteY614" fmla="*/ 633143 h 801258"/>
                    <a:gd name="connsiteX615" fmla="*/ 730092 w 927926"/>
                    <a:gd name="connsiteY615" fmla="*/ 631428 h 801258"/>
                    <a:gd name="connsiteX616" fmla="*/ 731235 w 927926"/>
                    <a:gd name="connsiteY616" fmla="*/ 637334 h 801258"/>
                    <a:gd name="connsiteX617" fmla="*/ 741046 w 927926"/>
                    <a:gd name="connsiteY617" fmla="*/ 629523 h 801258"/>
                    <a:gd name="connsiteX618" fmla="*/ 758381 w 927926"/>
                    <a:gd name="connsiteY618" fmla="*/ 621236 h 801258"/>
                    <a:gd name="connsiteX619" fmla="*/ 749047 w 927926"/>
                    <a:gd name="connsiteY619" fmla="*/ 618379 h 801258"/>
                    <a:gd name="connsiteX620" fmla="*/ 753523 w 927926"/>
                    <a:gd name="connsiteY620" fmla="*/ 609997 h 801258"/>
                    <a:gd name="connsiteX621" fmla="*/ 750285 w 927926"/>
                    <a:gd name="connsiteY621" fmla="*/ 603615 h 801258"/>
                    <a:gd name="connsiteX622" fmla="*/ 743332 w 927926"/>
                    <a:gd name="connsiteY622" fmla="*/ 603044 h 801258"/>
                    <a:gd name="connsiteX623" fmla="*/ 744761 w 927926"/>
                    <a:gd name="connsiteY623" fmla="*/ 601234 h 801258"/>
                    <a:gd name="connsiteX624" fmla="*/ 751904 w 927926"/>
                    <a:gd name="connsiteY624" fmla="*/ 600281 h 801258"/>
                    <a:gd name="connsiteX625" fmla="*/ 753809 w 927926"/>
                    <a:gd name="connsiteY625" fmla="*/ 597424 h 801258"/>
                    <a:gd name="connsiteX626" fmla="*/ 752000 w 927926"/>
                    <a:gd name="connsiteY626" fmla="*/ 593995 h 801258"/>
                    <a:gd name="connsiteX627" fmla="*/ 756095 w 927926"/>
                    <a:gd name="connsiteY627" fmla="*/ 594852 h 801258"/>
                    <a:gd name="connsiteX628" fmla="*/ 760286 w 927926"/>
                    <a:gd name="connsiteY628" fmla="*/ 589423 h 801258"/>
                    <a:gd name="connsiteX629" fmla="*/ 763715 w 927926"/>
                    <a:gd name="connsiteY629" fmla="*/ 592852 h 801258"/>
                    <a:gd name="connsiteX630" fmla="*/ 767621 w 927926"/>
                    <a:gd name="connsiteY630" fmla="*/ 590375 h 801258"/>
                    <a:gd name="connsiteX631" fmla="*/ 776479 w 927926"/>
                    <a:gd name="connsiteY631" fmla="*/ 599138 h 801258"/>
                    <a:gd name="connsiteX632" fmla="*/ 782098 w 927926"/>
                    <a:gd name="connsiteY632" fmla="*/ 596757 h 801258"/>
                    <a:gd name="connsiteX633" fmla="*/ 783051 w 927926"/>
                    <a:gd name="connsiteY633" fmla="*/ 600853 h 801258"/>
                    <a:gd name="connsiteX634" fmla="*/ 779431 w 927926"/>
                    <a:gd name="connsiteY634" fmla="*/ 598853 h 801258"/>
                    <a:gd name="connsiteX635" fmla="*/ 773717 w 927926"/>
                    <a:gd name="connsiteY635" fmla="*/ 602758 h 801258"/>
                    <a:gd name="connsiteX636" fmla="*/ 778479 w 927926"/>
                    <a:gd name="connsiteY636" fmla="*/ 601043 h 801258"/>
                    <a:gd name="connsiteX637" fmla="*/ 779146 w 927926"/>
                    <a:gd name="connsiteY637" fmla="*/ 603329 h 801258"/>
                    <a:gd name="connsiteX638" fmla="*/ 775717 w 927926"/>
                    <a:gd name="connsiteY638" fmla="*/ 604663 h 801258"/>
                    <a:gd name="connsiteX639" fmla="*/ 771907 w 927926"/>
                    <a:gd name="connsiteY639" fmla="*/ 610473 h 801258"/>
                    <a:gd name="connsiteX640" fmla="*/ 771145 w 927926"/>
                    <a:gd name="connsiteY640" fmla="*/ 614474 h 801258"/>
                    <a:gd name="connsiteX641" fmla="*/ 774288 w 927926"/>
                    <a:gd name="connsiteY641" fmla="*/ 611235 h 801258"/>
                    <a:gd name="connsiteX642" fmla="*/ 778003 w 927926"/>
                    <a:gd name="connsiteY642" fmla="*/ 611711 h 801258"/>
                    <a:gd name="connsiteX643" fmla="*/ 777241 w 927926"/>
                    <a:gd name="connsiteY643" fmla="*/ 615712 h 801258"/>
                    <a:gd name="connsiteX644" fmla="*/ 778765 w 927926"/>
                    <a:gd name="connsiteY644" fmla="*/ 612473 h 801258"/>
                    <a:gd name="connsiteX645" fmla="*/ 780860 w 927926"/>
                    <a:gd name="connsiteY645" fmla="*/ 617712 h 801258"/>
                    <a:gd name="connsiteX646" fmla="*/ 782765 w 927926"/>
                    <a:gd name="connsiteY646" fmla="*/ 614855 h 801258"/>
                    <a:gd name="connsiteX647" fmla="*/ 787242 w 927926"/>
                    <a:gd name="connsiteY647" fmla="*/ 616093 h 801258"/>
                    <a:gd name="connsiteX648" fmla="*/ 786194 w 927926"/>
                    <a:gd name="connsiteY648" fmla="*/ 613426 h 801258"/>
                    <a:gd name="connsiteX649" fmla="*/ 790862 w 927926"/>
                    <a:gd name="connsiteY649" fmla="*/ 606949 h 801258"/>
                    <a:gd name="connsiteX650" fmla="*/ 789814 w 927926"/>
                    <a:gd name="connsiteY650" fmla="*/ 609140 h 801258"/>
                    <a:gd name="connsiteX651" fmla="*/ 785623 w 927926"/>
                    <a:gd name="connsiteY651" fmla="*/ 609711 h 801258"/>
                    <a:gd name="connsiteX652" fmla="*/ 799815 w 927926"/>
                    <a:gd name="connsiteY652" fmla="*/ 604663 h 801258"/>
                    <a:gd name="connsiteX653" fmla="*/ 796672 w 927926"/>
                    <a:gd name="connsiteY653" fmla="*/ 601615 h 801258"/>
                    <a:gd name="connsiteX654" fmla="*/ 804387 w 927926"/>
                    <a:gd name="connsiteY654" fmla="*/ 583708 h 801258"/>
                    <a:gd name="connsiteX655" fmla="*/ 811626 w 927926"/>
                    <a:gd name="connsiteY655" fmla="*/ 581422 h 801258"/>
                    <a:gd name="connsiteX656" fmla="*/ 815912 w 927926"/>
                    <a:gd name="connsiteY656" fmla="*/ 574469 h 801258"/>
                    <a:gd name="connsiteX657" fmla="*/ 813150 w 927926"/>
                    <a:gd name="connsiteY657" fmla="*/ 571706 h 801258"/>
                    <a:gd name="connsiteX658" fmla="*/ 807530 w 927926"/>
                    <a:gd name="connsiteY658" fmla="*/ 574088 h 801258"/>
                    <a:gd name="connsiteX659" fmla="*/ 810007 w 927926"/>
                    <a:gd name="connsiteY659" fmla="*/ 568563 h 801258"/>
                    <a:gd name="connsiteX660" fmla="*/ 802196 w 927926"/>
                    <a:gd name="connsiteY660" fmla="*/ 567134 h 801258"/>
                    <a:gd name="connsiteX661" fmla="*/ 801625 w 927926"/>
                    <a:gd name="connsiteY661" fmla="*/ 569706 h 801258"/>
                    <a:gd name="connsiteX662" fmla="*/ 800482 w 927926"/>
                    <a:gd name="connsiteY662" fmla="*/ 568563 h 801258"/>
                    <a:gd name="connsiteX663" fmla="*/ 789623 w 927926"/>
                    <a:gd name="connsiteY663" fmla="*/ 568944 h 801258"/>
                    <a:gd name="connsiteX664" fmla="*/ 792100 w 927926"/>
                    <a:gd name="connsiteY664" fmla="*/ 569801 h 801258"/>
                    <a:gd name="connsiteX665" fmla="*/ 793624 w 927926"/>
                    <a:gd name="connsiteY665" fmla="*/ 566468 h 801258"/>
                    <a:gd name="connsiteX666" fmla="*/ 798196 w 927926"/>
                    <a:gd name="connsiteY666" fmla="*/ 566277 h 801258"/>
                    <a:gd name="connsiteX667" fmla="*/ 798481 w 927926"/>
                    <a:gd name="connsiteY667" fmla="*/ 561800 h 801258"/>
                    <a:gd name="connsiteX668" fmla="*/ 784956 w 927926"/>
                    <a:gd name="connsiteY668" fmla="*/ 557990 h 801258"/>
                    <a:gd name="connsiteX669" fmla="*/ 786861 w 927926"/>
                    <a:gd name="connsiteY669" fmla="*/ 555038 h 801258"/>
                    <a:gd name="connsiteX670" fmla="*/ 789814 w 927926"/>
                    <a:gd name="connsiteY670" fmla="*/ 554752 h 801258"/>
                    <a:gd name="connsiteX671" fmla="*/ 782861 w 927926"/>
                    <a:gd name="connsiteY671" fmla="*/ 552656 h 801258"/>
                    <a:gd name="connsiteX672" fmla="*/ 782098 w 927926"/>
                    <a:gd name="connsiteY672" fmla="*/ 551894 h 801258"/>
                    <a:gd name="connsiteX673" fmla="*/ 784194 w 927926"/>
                    <a:gd name="connsiteY673" fmla="*/ 545989 h 801258"/>
                    <a:gd name="connsiteX674" fmla="*/ 789623 w 927926"/>
                    <a:gd name="connsiteY674" fmla="*/ 546560 h 801258"/>
                    <a:gd name="connsiteX675" fmla="*/ 790862 w 927926"/>
                    <a:gd name="connsiteY675" fmla="*/ 541322 h 801258"/>
                    <a:gd name="connsiteX676" fmla="*/ 793814 w 927926"/>
                    <a:gd name="connsiteY676" fmla="*/ 541036 h 801258"/>
                    <a:gd name="connsiteX677" fmla="*/ 787528 w 927926"/>
                    <a:gd name="connsiteY677" fmla="*/ 541226 h 801258"/>
                    <a:gd name="connsiteX678" fmla="*/ 785528 w 927926"/>
                    <a:gd name="connsiteY678" fmla="*/ 539321 h 801258"/>
                    <a:gd name="connsiteX679" fmla="*/ 788671 w 927926"/>
                    <a:gd name="connsiteY679" fmla="*/ 536083 h 801258"/>
                    <a:gd name="connsiteX680" fmla="*/ 781718 w 927926"/>
                    <a:gd name="connsiteY680" fmla="*/ 540369 h 801258"/>
                    <a:gd name="connsiteX681" fmla="*/ 783146 w 927926"/>
                    <a:gd name="connsiteY681" fmla="*/ 537035 h 801258"/>
                    <a:gd name="connsiteX682" fmla="*/ 781051 w 927926"/>
                    <a:gd name="connsiteY682" fmla="*/ 536654 h 801258"/>
                    <a:gd name="connsiteX683" fmla="*/ 776193 w 927926"/>
                    <a:gd name="connsiteY683" fmla="*/ 541417 h 801258"/>
                    <a:gd name="connsiteX684" fmla="*/ 779717 w 927926"/>
                    <a:gd name="connsiteY684" fmla="*/ 538559 h 801258"/>
                    <a:gd name="connsiteX685" fmla="*/ 777812 w 927926"/>
                    <a:gd name="connsiteY685" fmla="*/ 542941 h 801258"/>
                    <a:gd name="connsiteX686" fmla="*/ 773050 w 927926"/>
                    <a:gd name="connsiteY686" fmla="*/ 538369 h 801258"/>
                    <a:gd name="connsiteX687" fmla="*/ 770859 w 927926"/>
                    <a:gd name="connsiteY687" fmla="*/ 539417 h 801258"/>
                    <a:gd name="connsiteX688" fmla="*/ 776574 w 927926"/>
                    <a:gd name="connsiteY688" fmla="*/ 535416 h 801258"/>
                    <a:gd name="connsiteX689" fmla="*/ 771240 w 927926"/>
                    <a:gd name="connsiteY689" fmla="*/ 533511 h 801258"/>
                    <a:gd name="connsiteX690" fmla="*/ 773526 w 927926"/>
                    <a:gd name="connsiteY690" fmla="*/ 530939 h 801258"/>
                    <a:gd name="connsiteX691" fmla="*/ 763525 w 927926"/>
                    <a:gd name="connsiteY691" fmla="*/ 529320 h 801258"/>
                    <a:gd name="connsiteX692" fmla="*/ 764858 w 927926"/>
                    <a:gd name="connsiteY692" fmla="*/ 527510 h 801258"/>
                    <a:gd name="connsiteX693" fmla="*/ 771716 w 927926"/>
                    <a:gd name="connsiteY693" fmla="*/ 524653 h 801258"/>
                    <a:gd name="connsiteX694" fmla="*/ 774479 w 927926"/>
                    <a:gd name="connsiteY694" fmla="*/ 527320 h 801258"/>
                    <a:gd name="connsiteX695" fmla="*/ 774764 w 927926"/>
                    <a:gd name="connsiteY695" fmla="*/ 521414 h 801258"/>
                    <a:gd name="connsiteX696" fmla="*/ 783337 w 927926"/>
                    <a:gd name="connsiteY696" fmla="*/ 518557 h 801258"/>
                    <a:gd name="connsiteX697" fmla="*/ 781718 w 927926"/>
                    <a:gd name="connsiteY697" fmla="*/ 524843 h 801258"/>
                    <a:gd name="connsiteX698" fmla="*/ 783051 w 927926"/>
                    <a:gd name="connsiteY698" fmla="*/ 523034 h 801258"/>
                    <a:gd name="connsiteX699" fmla="*/ 789147 w 927926"/>
                    <a:gd name="connsiteY699" fmla="*/ 527225 h 801258"/>
                    <a:gd name="connsiteX700" fmla="*/ 785623 w 927926"/>
                    <a:gd name="connsiteY700" fmla="*/ 522272 h 801258"/>
                    <a:gd name="connsiteX701" fmla="*/ 790671 w 927926"/>
                    <a:gd name="connsiteY701" fmla="*/ 522367 h 801258"/>
                    <a:gd name="connsiteX702" fmla="*/ 790480 w 927926"/>
                    <a:gd name="connsiteY702" fmla="*/ 526844 h 801258"/>
                    <a:gd name="connsiteX703" fmla="*/ 800958 w 927926"/>
                    <a:gd name="connsiteY703" fmla="*/ 519605 h 801258"/>
                    <a:gd name="connsiteX704" fmla="*/ 797815 w 927926"/>
                    <a:gd name="connsiteY704" fmla="*/ 515033 h 801258"/>
                    <a:gd name="connsiteX705" fmla="*/ 797148 w 927926"/>
                    <a:gd name="connsiteY705" fmla="*/ 519128 h 801258"/>
                    <a:gd name="connsiteX706" fmla="*/ 803244 w 927926"/>
                    <a:gd name="connsiteY706" fmla="*/ 506174 h 801258"/>
                    <a:gd name="connsiteX707" fmla="*/ 804292 w 927926"/>
                    <a:gd name="connsiteY707" fmla="*/ 500936 h 801258"/>
                    <a:gd name="connsiteX708" fmla="*/ 812388 w 927926"/>
                    <a:gd name="connsiteY708" fmla="*/ 499221 h 801258"/>
                    <a:gd name="connsiteX709" fmla="*/ 809912 w 927926"/>
                    <a:gd name="connsiteY709" fmla="*/ 498364 h 801258"/>
                    <a:gd name="connsiteX710" fmla="*/ 817627 w 927926"/>
                    <a:gd name="connsiteY710" fmla="*/ 494840 h 801258"/>
                    <a:gd name="connsiteX711" fmla="*/ 814103 w 927926"/>
                    <a:gd name="connsiteY711" fmla="*/ 497792 h 801258"/>
                    <a:gd name="connsiteX712" fmla="*/ 824009 w 927926"/>
                    <a:gd name="connsiteY712" fmla="*/ 493220 h 801258"/>
                    <a:gd name="connsiteX713" fmla="*/ 826866 w 927926"/>
                    <a:gd name="connsiteY713" fmla="*/ 494459 h 801258"/>
                    <a:gd name="connsiteX714" fmla="*/ 827914 w 927926"/>
                    <a:gd name="connsiteY714" fmla="*/ 490744 h 801258"/>
                    <a:gd name="connsiteX715" fmla="*/ 830867 w 927926"/>
                    <a:gd name="connsiteY715" fmla="*/ 490458 h 801258"/>
                    <a:gd name="connsiteX716" fmla="*/ 835248 w 927926"/>
                    <a:gd name="connsiteY716" fmla="*/ 486839 h 801258"/>
                    <a:gd name="connsiteX717" fmla="*/ 835915 w 927926"/>
                    <a:gd name="connsiteY717" fmla="*/ 481219 h 801258"/>
                    <a:gd name="connsiteX718" fmla="*/ 829723 w 927926"/>
                    <a:gd name="connsiteY718" fmla="*/ 486362 h 801258"/>
                    <a:gd name="connsiteX719" fmla="*/ 832867 w 927926"/>
                    <a:gd name="connsiteY719" fmla="*/ 481600 h 801258"/>
                    <a:gd name="connsiteX720" fmla="*/ 823532 w 927926"/>
                    <a:gd name="connsiteY720" fmla="*/ 471218 h 801258"/>
                    <a:gd name="connsiteX721" fmla="*/ 828485 w 927926"/>
                    <a:gd name="connsiteY721" fmla="*/ 463407 h 801258"/>
                    <a:gd name="connsiteX722" fmla="*/ 832772 w 927926"/>
                    <a:gd name="connsiteY722" fmla="*/ 462740 h 801258"/>
                    <a:gd name="connsiteX723" fmla="*/ 834486 w 927926"/>
                    <a:gd name="connsiteY723" fmla="*/ 461312 h 801258"/>
                    <a:gd name="connsiteX724" fmla="*/ 836486 w 927926"/>
                    <a:gd name="connsiteY724" fmla="*/ 453787 h 801258"/>
                    <a:gd name="connsiteX725" fmla="*/ 843630 w 927926"/>
                    <a:gd name="connsiteY725" fmla="*/ 454358 h 801258"/>
                    <a:gd name="connsiteX726" fmla="*/ 845535 w 927926"/>
                    <a:gd name="connsiteY726" fmla="*/ 459311 h 801258"/>
                    <a:gd name="connsiteX727" fmla="*/ 846202 w 927926"/>
                    <a:gd name="connsiteY727" fmla="*/ 452168 h 801258"/>
                    <a:gd name="connsiteX728" fmla="*/ 852107 w 927926"/>
                    <a:gd name="connsiteY728" fmla="*/ 453120 h 801258"/>
                    <a:gd name="connsiteX729" fmla="*/ 853250 w 927926"/>
                    <a:gd name="connsiteY729" fmla="*/ 444833 h 801258"/>
                    <a:gd name="connsiteX730" fmla="*/ 858489 w 927926"/>
                    <a:gd name="connsiteY730" fmla="*/ 452930 h 801258"/>
                    <a:gd name="connsiteX731" fmla="*/ 864490 w 927926"/>
                    <a:gd name="connsiteY731" fmla="*/ 439880 h 801258"/>
                    <a:gd name="connsiteX732" fmla="*/ 862013 w 927926"/>
                    <a:gd name="connsiteY732" fmla="*/ 437499 h 801258"/>
                    <a:gd name="connsiteX733" fmla="*/ 862109 w 927926"/>
                    <a:gd name="connsiteY733" fmla="*/ 434451 h 801258"/>
                    <a:gd name="connsiteX734" fmla="*/ 857346 w 927926"/>
                    <a:gd name="connsiteY734" fmla="*/ 437690 h 801258"/>
                    <a:gd name="connsiteX735" fmla="*/ 863061 w 927926"/>
                    <a:gd name="connsiteY735" fmla="*/ 432165 h 801258"/>
                    <a:gd name="connsiteX736" fmla="*/ 853441 w 927926"/>
                    <a:gd name="connsiteY736" fmla="*/ 427688 h 801258"/>
                    <a:gd name="connsiteX737" fmla="*/ 855917 w 927926"/>
                    <a:gd name="connsiteY737" fmla="*/ 430070 h 801258"/>
                    <a:gd name="connsiteX738" fmla="*/ 849631 w 927926"/>
                    <a:gd name="connsiteY738" fmla="*/ 439785 h 801258"/>
                    <a:gd name="connsiteX739" fmla="*/ 845059 w 927926"/>
                    <a:gd name="connsiteY739" fmla="*/ 438547 h 801258"/>
                    <a:gd name="connsiteX740" fmla="*/ 847250 w 927926"/>
                    <a:gd name="connsiteY740" fmla="*/ 435975 h 801258"/>
                    <a:gd name="connsiteX741" fmla="*/ 843154 w 927926"/>
                    <a:gd name="connsiteY741" fmla="*/ 430546 h 801258"/>
                    <a:gd name="connsiteX742" fmla="*/ 833724 w 927926"/>
                    <a:gd name="connsiteY742" fmla="*/ 421497 h 801258"/>
                    <a:gd name="connsiteX743" fmla="*/ 831629 w 927926"/>
                    <a:gd name="connsiteY743" fmla="*/ 421021 h 801258"/>
                    <a:gd name="connsiteX744" fmla="*/ 829438 w 927926"/>
                    <a:gd name="connsiteY744" fmla="*/ 423593 h 801258"/>
                    <a:gd name="connsiteX745" fmla="*/ 827723 w 927926"/>
                    <a:gd name="connsiteY745" fmla="*/ 423593 h 801258"/>
                    <a:gd name="connsiteX746" fmla="*/ 829152 w 927926"/>
                    <a:gd name="connsiteY746" fmla="*/ 418640 h 801258"/>
                    <a:gd name="connsiteX747" fmla="*/ 812388 w 927926"/>
                    <a:gd name="connsiteY747" fmla="*/ 415211 h 801258"/>
                    <a:gd name="connsiteX748" fmla="*/ 811721 w 927926"/>
                    <a:gd name="connsiteY748" fmla="*/ 409877 h 801258"/>
                    <a:gd name="connsiteX749" fmla="*/ 809530 w 927926"/>
                    <a:gd name="connsiteY749" fmla="*/ 412544 h 801258"/>
                    <a:gd name="connsiteX750" fmla="*/ 807530 w 927926"/>
                    <a:gd name="connsiteY750" fmla="*/ 410639 h 801258"/>
                    <a:gd name="connsiteX751" fmla="*/ 806673 w 927926"/>
                    <a:gd name="connsiteY751" fmla="*/ 411401 h 801258"/>
                    <a:gd name="connsiteX752" fmla="*/ 811150 w 927926"/>
                    <a:gd name="connsiteY752" fmla="*/ 403114 h 801258"/>
                    <a:gd name="connsiteX753" fmla="*/ 818008 w 927926"/>
                    <a:gd name="connsiteY753" fmla="*/ 398637 h 801258"/>
                    <a:gd name="connsiteX754" fmla="*/ 818198 w 927926"/>
                    <a:gd name="connsiteY754" fmla="*/ 388064 h 801258"/>
                    <a:gd name="connsiteX755" fmla="*/ 825818 w 927926"/>
                    <a:gd name="connsiteY755" fmla="*/ 390446 h 801258"/>
                    <a:gd name="connsiteX756" fmla="*/ 833057 w 927926"/>
                    <a:gd name="connsiteY756" fmla="*/ 389398 h 801258"/>
                    <a:gd name="connsiteX757" fmla="*/ 830390 w 927926"/>
                    <a:gd name="connsiteY757" fmla="*/ 393208 h 801258"/>
                    <a:gd name="connsiteX758" fmla="*/ 833438 w 927926"/>
                    <a:gd name="connsiteY758" fmla="*/ 391398 h 801258"/>
                    <a:gd name="connsiteX759" fmla="*/ 838582 w 927926"/>
                    <a:gd name="connsiteY759" fmla="*/ 389969 h 801258"/>
                    <a:gd name="connsiteX760" fmla="*/ 834486 w 927926"/>
                    <a:gd name="connsiteY760" fmla="*/ 386064 h 801258"/>
                    <a:gd name="connsiteX761" fmla="*/ 848488 w 927926"/>
                    <a:gd name="connsiteY761" fmla="*/ 385302 h 801258"/>
                    <a:gd name="connsiteX762" fmla="*/ 851345 w 927926"/>
                    <a:gd name="connsiteY762" fmla="*/ 391112 h 801258"/>
                    <a:gd name="connsiteX763" fmla="*/ 856394 w 927926"/>
                    <a:gd name="connsiteY763" fmla="*/ 391208 h 801258"/>
                    <a:gd name="connsiteX764" fmla="*/ 861632 w 927926"/>
                    <a:gd name="connsiteY764" fmla="*/ 385207 h 801258"/>
                    <a:gd name="connsiteX765" fmla="*/ 860013 w 927926"/>
                    <a:gd name="connsiteY765" fmla="*/ 382064 h 801258"/>
                    <a:gd name="connsiteX766" fmla="*/ 866680 w 927926"/>
                    <a:gd name="connsiteY766" fmla="*/ 386921 h 801258"/>
                    <a:gd name="connsiteX767" fmla="*/ 873062 w 927926"/>
                    <a:gd name="connsiteY767" fmla="*/ 385207 h 801258"/>
                    <a:gd name="connsiteX768" fmla="*/ 874777 w 927926"/>
                    <a:gd name="connsiteY768" fmla="*/ 383683 h 801258"/>
                    <a:gd name="connsiteX769" fmla="*/ 875253 w 927926"/>
                    <a:gd name="connsiteY769" fmla="*/ 379492 h 801258"/>
                    <a:gd name="connsiteX770" fmla="*/ 879158 w 927926"/>
                    <a:gd name="connsiteY770" fmla="*/ 375396 h 801258"/>
                    <a:gd name="connsiteX771" fmla="*/ 883445 w 927926"/>
                    <a:gd name="connsiteY771" fmla="*/ 374729 h 801258"/>
                    <a:gd name="connsiteX772" fmla="*/ 880111 w 927926"/>
                    <a:gd name="connsiteY772" fmla="*/ 371491 h 801258"/>
                    <a:gd name="connsiteX773" fmla="*/ 871443 w 927926"/>
                    <a:gd name="connsiteY773" fmla="*/ 377396 h 801258"/>
                    <a:gd name="connsiteX774" fmla="*/ 872967 w 927926"/>
                    <a:gd name="connsiteY774" fmla="*/ 366252 h 801258"/>
                    <a:gd name="connsiteX775" fmla="*/ 868300 w 927926"/>
                    <a:gd name="connsiteY775" fmla="*/ 368062 h 801258"/>
                    <a:gd name="connsiteX776" fmla="*/ 873158 w 927926"/>
                    <a:gd name="connsiteY776" fmla="*/ 360061 h 801258"/>
                    <a:gd name="connsiteX777" fmla="*/ 874110 w 927926"/>
                    <a:gd name="connsiteY777" fmla="*/ 356251 h 801258"/>
                    <a:gd name="connsiteX778" fmla="*/ 875729 w 927926"/>
                    <a:gd name="connsiteY778" fmla="*/ 360918 h 801258"/>
                    <a:gd name="connsiteX779" fmla="*/ 877825 w 927926"/>
                    <a:gd name="connsiteY779" fmla="*/ 362918 h 801258"/>
                    <a:gd name="connsiteX780" fmla="*/ 884683 w 927926"/>
                    <a:gd name="connsiteY780" fmla="*/ 360061 h 801258"/>
                    <a:gd name="connsiteX781" fmla="*/ 888493 w 927926"/>
                    <a:gd name="connsiteY781" fmla="*/ 363680 h 801258"/>
                    <a:gd name="connsiteX782" fmla="*/ 894494 w 927926"/>
                    <a:gd name="connsiteY782" fmla="*/ 358442 h 801258"/>
                    <a:gd name="connsiteX783" fmla="*/ 892398 w 927926"/>
                    <a:gd name="connsiteY783" fmla="*/ 356441 h 801258"/>
                    <a:gd name="connsiteX784" fmla="*/ 900589 w 927926"/>
                    <a:gd name="connsiteY784" fmla="*/ 351679 h 801258"/>
                    <a:gd name="connsiteX785" fmla="*/ 902304 w 927926"/>
                    <a:gd name="connsiteY785" fmla="*/ 353298 h 801258"/>
                    <a:gd name="connsiteX786" fmla="*/ 909257 w 927926"/>
                    <a:gd name="connsiteY786" fmla="*/ 347393 h 801258"/>
                    <a:gd name="connsiteX787" fmla="*/ 910210 w 927926"/>
                    <a:gd name="connsiteY787" fmla="*/ 343583 h 801258"/>
                    <a:gd name="connsiteX788" fmla="*/ 907638 w 927926"/>
                    <a:gd name="connsiteY788" fmla="*/ 342725 h 801258"/>
                    <a:gd name="connsiteX789" fmla="*/ 910686 w 927926"/>
                    <a:gd name="connsiteY789" fmla="*/ 339392 h 801258"/>
                    <a:gd name="connsiteX790" fmla="*/ 920973 w 927926"/>
                    <a:gd name="connsiteY790" fmla="*/ 335105 h 801258"/>
                    <a:gd name="connsiteX791" fmla="*/ 922306 w 927926"/>
                    <a:gd name="connsiteY791" fmla="*/ 333200 h 801258"/>
                    <a:gd name="connsiteX792" fmla="*/ 918497 w 927926"/>
                    <a:gd name="connsiteY792" fmla="*/ 331105 h 801258"/>
                    <a:gd name="connsiteX793" fmla="*/ 925355 w 927926"/>
                    <a:gd name="connsiteY793" fmla="*/ 325104 h 801258"/>
                    <a:gd name="connsiteX794" fmla="*/ 927926 w 927926"/>
                    <a:gd name="connsiteY794" fmla="*/ 325961 h 801258"/>
                    <a:gd name="connsiteX795" fmla="*/ 920211 w 927926"/>
                    <a:gd name="connsiteY795" fmla="*/ 324914 h 801258"/>
                    <a:gd name="connsiteX796" fmla="*/ 923259 w 927926"/>
                    <a:gd name="connsiteY796" fmla="*/ 319961 h 801258"/>
                    <a:gd name="connsiteX797" fmla="*/ 921926 w 927926"/>
                    <a:gd name="connsiteY797" fmla="*/ 321866 h 801258"/>
                    <a:gd name="connsiteX798" fmla="*/ 921164 w 927926"/>
                    <a:gd name="connsiteY798" fmla="*/ 316341 h 801258"/>
                    <a:gd name="connsiteX799" fmla="*/ 925069 w 927926"/>
                    <a:gd name="connsiteY799" fmla="*/ 310626 h 801258"/>
                    <a:gd name="connsiteX800" fmla="*/ 919925 w 927926"/>
                    <a:gd name="connsiteY800" fmla="*/ 312055 h 801258"/>
                    <a:gd name="connsiteX801" fmla="*/ 906019 w 927926"/>
                    <a:gd name="connsiteY801" fmla="*/ 300815 h 801258"/>
                    <a:gd name="connsiteX802" fmla="*/ 906019 w 927926"/>
                    <a:gd name="connsiteY802" fmla="*/ 302339 h 801258"/>
                    <a:gd name="connsiteX803" fmla="*/ 894779 w 927926"/>
                    <a:gd name="connsiteY803" fmla="*/ 292052 h 801258"/>
                    <a:gd name="connsiteX804" fmla="*/ 897732 w 927926"/>
                    <a:gd name="connsiteY804" fmla="*/ 288623 h 801258"/>
                    <a:gd name="connsiteX805" fmla="*/ 896875 w 927926"/>
                    <a:gd name="connsiteY805" fmla="*/ 287861 h 801258"/>
                    <a:gd name="connsiteX806" fmla="*/ 899066 w 927926"/>
                    <a:gd name="connsiteY806" fmla="*/ 286718 h 801258"/>
                    <a:gd name="connsiteX807" fmla="*/ 902495 w 927926"/>
                    <a:gd name="connsiteY807" fmla="*/ 286814 h 801258"/>
                    <a:gd name="connsiteX808" fmla="*/ 886778 w 927926"/>
                    <a:gd name="connsiteY808" fmla="*/ 267859 h 801258"/>
                    <a:gd name="connsiteX809" fmla="*/ 884588 w 927926"/>
                    <a:gd name="connsiteY809" fmla="*/ 264335 h 801258"/>
                    <a:gd name="connsiteX810" fmla="*/ 882873 w 927926"/>
                    <a:gd name="connsiteY810" fmla="*/ 267383 h 801258"/>
                    <a:gd name="connsiteX811" fmla="*/ 878111 w 927926"/>
                    <a:gd name="connsiteY811" fmla="*/ 267668 h 801258"/>
                    <a:gd name="connsiteX812" fmla="*/ 872014 w 927926"/>
                    <a:gd name="connsiteY812" fmla="*/ 262144 h 801258"/>
                    <a:gd name="connsiteX813" fmla="*/ 861156 w 927926"/>
                    <a:gd name="connsiteY813" fmla="*/ 249095 h 801258"/>
                    <a:gd name="connsiteX814" fmla="*/ 844583 w 927926"/>
                    <a:gd name="connsiteY814" fmla="*/ 237379 h 801258"/>
                    <a:gd name="connsiteX815" fmla="*/ 845345 w 927926"/>
                    <a:gd name="connsiteY815" fmla="*/ 235093 h 801258"/>
                    <a:gd name="connsiteX816" fmla="*/ 839344 w 927926"/>
                    <a:gd name="connsiteY816" fmla="*/ 235855 h 801258"/>
                    <a:gd name="connsiteX817" fmla="*/ 840582 w 927926"/>
                    <a:gd name="connsiteY817" fmla="*/ 232426 h 801258"/>
                    <a:gd name="connsiteX818" fmla="*/ 835439 w 927926"/>
                    <a:gd name="connsiteY818" fmla="*/ 233950 h 801258"/>
                    <a:gd name="connsiteX819" fmla="*/ 836963 w 927926"/>
                    <a:gd name="connsiteY819" fmla="*/ 227759 h 801258"/>
                    <a:gd name="connsiteX820" fmla="*/ 834296 w 927926"/>
                    <a:gd name="connsiteY820" fmla="*/ 223949 h 801258"/>
                    <a:gd name="connsiteX821" fmla="*/ 807626 w 927926"/>
                    <a:gd name="connsiteY821" fmla="*/ 211376 h 801258"/>
                    <a:gd name="connsiteX822" fmla="*/ 806483 w 927926"/>
                    <a:gd name="connsiteY822" fmla="*/ 216424 h 801258"/>
                    <a:gd name="connsiteX823" fmla="*/ 818103 w 927926"/>
                    <a:gd name="connsiteY823" fmla="*/ 215948 h 801258"/>
                    <a:gd name="connsiteX824" fmla="*/ 824675 w 927926"/>
                    <a:gd name="connsiteY824" fmla="*/ 220139 h 801258"/>
                    <a:gd name="connsiteX825" fmla="*/ 826961 w 927926"/>
                    <a:gd name="connsiteY825" fmla="*/ 223568 h 801258"/>
                    <a:gd name="connsiteX826" fmla="*/ 825342 w 927926"/>
                    <a:gd name="connsiteY826" fmla="*/ 226711 h 801258"/>
                    <a:gd name="connsiteX827" fmla="*/ 811817 w 927926"/>
                    <a:gd name="connsiteY827" fmla="*/ 220996 h 801258"/>
                    <a:gd name="connsiteX828" fmla="*/ 822485 w 927926"/>
                    <a:gd name="connsiteY828" fmla="*/ 233283 h 801258"/>
                    <a:gd name="connsiteX829" fmla="*/ 820008 w 927926"/>
                    <a:gd name="connsiteY829" fmla="*/ 237188 h 801258"/>
                    <a:gd name="connsiteX830" fmla="*/ 831057 w 927926"/>
                    <a:gd name="connsiteY830" fmla="*/ 248333 h 801258"/>
                    <a:gd name="connsiteX831" fmla="*/ 840296 w 927926"/>
                    <a:gd name="connsiteY831" fmla="*/ 254810 h 801258"/>
                    <a:gd name="connsiteX832" fmla="*/ 846773 w 927926"/>
                    <a:gd name="connsiteY832" fmla="*/ 259191 h 801258"/>
                    <a:gd name="connsiteX833" fmla="*/ 843821 w 927926"/>
                    <a:gd name="connsiteY833" fmla="*/ 259572 h 801258"/>
                    <a:gd name="connsiteX834" fmla="*/ 846488 w 927926"/>
                    <a:gd name="connsiteY834" fmla="*/ 265001 h 801258"/>
                    <a:gd name="connsiteX835" fmla="*/ 861537 w 927926"/>
                    <a:gd name="connsiteY835" fmla="*/ 269478 h 801258"/>
                    <a:gd name="connsiteX836" fmla="*/ 857346 w 927926"/>
                    <a:gd name="connsiteY836" fmla="*/ 274812 h 801258"/>
                    <a:gd name="connsiteX837" fmla="*/ 865919 w 927926"/>
                    <a:gd name="connsiteY837" fmla="*/ 276431 h 801258"/>
                    <a:gd name="connsiteX838" fmla="*/ 871634 w 927926"/>
                    <a:gd name="connsiteY838" fmla="*/ 293957 h 801258"/>
                    <a:gd name="connsiteX839" fmla="*/ 844106 w 927926"/>
                    <a:gd name="connsiteY839" fmla="*/ 279670 h 801258"/>
                    <a:gd name="connsiteX840" fmla="*/ 852679 w 927926"/>
                    <a:gd name="connsiteY840" fmla="*/ 284432 h 801258"/>
                    <a:gd name="connsiteX841" fmla="*/ 850202 w 927926"/>
                    <a:gd name="connsiteY841" fmla="*/ 292910 h 801258"/>
                    <a:gd name="connsiteX842" fmla="*/ 842392 w 927926"/>
                    <a:gd name="connsiteY842" fmla="*/ 279670 h 801258"/>
                    <a:gd name="connsiteX843" fmla="*/ 839058 w 927926"/>
                    <a:gd name="connsiteY843" fmla="*/ 285861 h 801258"/>
                    <a:gd name="connsiteX844" fmla="*/ 830486 w 927926"/>
                    <a:gd name="connsiteY844" fmla="*/ 278051 h 801258"/>
                    <a:gd name="connsiteX845" fmla="*/ 834296 w 927926"/>
                    <a:gd name="connsiteY845" fmla="*/ 273860 h 801258"/>
                    <a:gd name="connsiteX846" fmla="*/ 825247 w 927926"/>
                    <a:gd name="connsiteY846" fmla="*/ 264144 h 801258"/>
                    <a:gd name="connsiteX847" fmla="*/ 824199 w 927926"/>
                    <a:gd name="connsiteY847" fmla="*/ 257191 h 801258"/>
                    <a:gd name="connsiteX848" fmla="*/ 818960 w 927926"/>
                    <a:gd name="connsiteY848" fmla="*/ 255667 h 801258"/>
                    <a:gd name="connsiteX849" fmla="*/ 818389 w 927926"/>
                    <a:gd name="connsiteY849" fmla="*/ 250714 h 801258"/>
                    <a:gd name="connsiteX850" fmla="*/ 811340 w 927926"/>
                    <a:gd name="connsiteY850" fmla="*/ 246142 h 801258"/>
                    <a:gd name="connsiteX851" fmla="*/ 811150 w 927926"/>
                    <a:gd name="connsiteY851" fmla="*/ 239951 h 801258"/>
                    <a:gd name="connsiteX852" fmla="*/ 804673 w 927926"/>
                    <a:gd name="connsiteY852" fmla="*/ 238808 h 801258"/>
                    <a:gd name="connsiteX853" fmla="*/ 806197 w 927926"/>
                    <a:gd name="connsiteY853" fmla="*/ 232616 h 801258"/>
                    <a:gd name="connsiteX854" fmla="*/ 792671 w 927926"/>
                    <a:gd name="connsiteY854" fmla="*/ 223853 h 801258"/>
                    <a:gd name="connsiteX855" fmla="*/ 789719 w 927926"/>
                    <a:gd name="connsiteY855" fmla="*/ 225854 h 801258"/>
                    <a:gd name="connsiteX856" fmla="*/ 781718 w 927926"/>
                    <a:gd name="connsiteY856" fmla="*/ 217472 h 801258"/>
                    <a:gd name="connsiteX857" fmla="*/ 776479 w 927926"/>
                    <a:gd name="connsiteY857" fmla="*/ 212900 h 801258"/>
                    <a:gd name="connsiteX858" fmla="*/ 770288 w 927926"/>
                    <a:gd name="connsiteY858" fmla="*/ 206042 h 801258"/>
                    <a:gd name="connsiteX859" fmla="*/ 765239 w 927926"/>
                    <a:gd name="connsiteY859" fmla="*/ 207661 h 801258"/>
                    <a:gd name="connsiteX860" fmla="*/ 766763 w 927926"/>
                    <a:gd name="connsiteY860" fmla="*/ 202994 h 801258"/>
                    <a:gd name="connsiteX861" fmla="*/ 756000 w 927926"/>
                    <a:gd name="connsiteY861" fmla="*/ 199755 h 801258"/>
                    <a:gd name="connsiteX862" fmla="*/ 743808 w 927926"/>
                    <a:gd name="connsiteY862" fmla="*/ 188230 h 801258"/>
                    <a:gd name="connsiteX863" fmla="*/ 745332 w 927926"/>
                    <a:gd name="connsiteY863" fmla="*/ 185087 h 801258"/>
                    <a:gd name="connsiteX864" fmla="*/ 740760 w 927926"/>
                    <a:gd name="connsiteY864" fmla="*/ 188706 h 801258"/>
                    <a:gd name="connsiteX865" fmla="*/ 739141 w 927926"/>
                    <a:gd name="connsiteY865" fmla="*/ 182991 h 801258"/>
                    <a:gd name="connsiteX866" fmla="*/ 735426 w 927926"/>
                    <a:gd name="connsiteY866" fmla="*/ 185849 h 801258"/>
                    <a:gd name="connsiteX867" fmla="*/ 729997 w 927926"/>
                    <a:gd name="connsiteY867" fmla="*/ 179943 h 801258"/>
                    <a:gd name="connsiteX868" fmla="*/ 715614 w 927926"/>
                    <a:gd name="connsiteY868" fmla="*/ 168227 h 801258"/>
                    <a:gd name="connsiteX869" fmla="*/ 710089 w 927926"/>
                    <a:gd name="connsiteY869" fmla="*/ 160703 h 801258"/>
                    <a:gd name="connsiteX870" fmla="*/ 711042 w 927926"/>
                    <a:gd name="connsiteY870" fmla="*/ 154130 h 801258"/>
                    <a:gd name="connsiteX871" fmla="*/ 704755 w 927926"/>
                    <a:gd name="connsiteY871" fmla="*/ 148987 h 801258"/>
                    <a:gd name="connsiteX872" fmla="*/ 694850 w 927926"/>
                    <a:gd name="connsiteY872" fmla="*/ 139367 h 801258"/>
                    <a:gd name="connsiteX873" fmla="*/ 698564 w 927926"/>
                    <a:gd name="connsiteY873" fmla="*/ 138033 h 801258"/>
                    <a:gd name="connsiteX874" fmla="*/ 692183 w 927926"/>
                    <a:gd name="connsiteY874" fmla="*/ 138700 h 801258"/>
                    <a:gd name="connsiteX875" fmla="*/ 692183 w 927926"/>
                    <a:gd name="connsiteY875" fmla="*/ 131366 h 801258"/>
                    <a:gd name="connsiteX876" fmla="*/ 683705 w 927926"/>
                    <a:gd name="connsiteY876" fmla="*/ 131747 h 801258"/>
                    <a:gd name="connsiteX877" fmla="*/ 683801 w 927926"/>
                    <a:gd name="connsiteY877" fmla="*/ 127556 h 801258"/>
                    <a:gd name="connsiteX878" fmla="*/ 678657 w 927926"/>
                    <a:gd name="connsiteY878" fmla="*/ 127841 h 801258"/>
                    <a:gd name="connsiteX879" fmla="*/ 681038 w 927926"/>
                    <a:gd name="connsiteY879" fmla="*/ 125365 h 801258"/>
                    <a:gd name="connsiteX880" fmla="*/ 671037 w 927926"/>
                    <a:gd name="connsiteY880" fmla="*/ 113268 h 801258"/>
                    <a:gd name="connsiteX881" fmla="*/ 666465 w 927926"/>
                    <a:gd name="connsiteY881" fmla="*/ 115459 h 801258"/>
                    <a:gd name="connsiteX882" fmla="*/ 666941 w 927926"/>
                    <a:gd name="connsiteY882" fmla="*/ 105839 h 801258"/>
                    <a:gd name="connsiteX883" fmla="*/ 664846 w 927926"/>
                    <a:gd name="connsiteY883" fmla="*/ 111363 h 801258"/>
                    <a:gd name="connsiteX884" fmla="*/ 661322 w 927926"/>
                    <a:gd name="connsiteY884" fmla="*/ 110030 h 801258"/>
                    <a:gd name="connsiteX885" fmla="*/ 663893 w 927926"/>
                    <a:gd name="connsiteY885" fmla="*/ 104886 h 801258"/>
                    <a:gd name="connsiteX886" fmla="*/ 658559 w 927926"/>
                    <a:gd name="connsiteY886" fmla="*/ 107934 h 801258"/>
                    <a:gd name="connsiteX887" fmla="*/ 662084 w 927926"/>
                    <a:gd name="connsiteY887" fmla="*/ 103457 h 801258"/>
                    <a:gd name="connsiteX888" fmla="*/ 634937 w 927926"/>
                    <a:gd name="connsiteY888" fmla="*/ 85169 h 801258"/>
                    <a:gd name="connsiteX889" fmla="*/ 621602 w 927926"/>
                    <a:gd name="connsiteY889" fmla="*/ 73358 h 801258"/>
                    <a:gd name="connsiteX890" fmla="*/ 606839 w 927926"/>
                    <a:gd name="connsiteY890" fmla="*/ 62214 h 801258"/>
                    <a:gd name="connsiteX891" fmla="*/ 605124 w 927926"/>
                    <a:gd name="connsiteY891" fmla="*/ 58118 h 801258"/>
                    <a:gd name="connsiteX892" fmla="*/ 603124 w 927926"/>
                    <a:gd name="connsiteY892" fmla="*/ 59452 h 801258"/>
                    <a:gd name="connsiteX893" fmla="*/ 603886 w 927926"/>
                    <a:gd name="connsiteY893" fmla="*/ 54404 h 801258"/>
                    <a:gd name="connsiteX894" fmla="*/ 600457 w 927926"/>
                    <a:gd name="connsiteY894" fmla="*/ 54689 h 801258"/>
                    <a:gd name="connsiteX895" fmla="*/ 594075 w 927926"/>
                    <a:gd name="connsiteY895" fmla="*/ 47165 h 801258"/>
                    <a:gd name="connsiteX896" fmla="*/ 569596 w 927926"/>
                    <a:gd name="connsiteY896" fmla="*/ 38973 h 801258"/>
                    <a:gd name="connsiteX897" fmla="*/ 574835 w 927926"/>
                    <a:gd name="connsiteY897" fmla="*/ 40021 h 801258"/>
                    <a:gd name="connsiteX898" fmla="*/ 555689 w 927926"/>
                    <a:gd name="connsiteY898" fmla="*/ 37259 h 801258"/>
                    <a:gd name="connsiteX899" fmla="*/ 553880 w 927926"/>
                    <a:gd name="connsiteY899" fmla="*/ 40116 h 801258"/>
                    <a:gd name="connsiteX900" fmla="*/ 547974 w 927926"/>
                    <a:gd name="connsiteY900" fmla="*/ 32972 h 801258"/>
                    <a:gd name="connsiteX901" fmla="*/ 533782 w 927926"/>
                    <a:gd name="connsiteY901" fmla="*/ 24019 h 801258"/>
                    <a:gd name="connsiteX902" fmla="*/ 532353 w 927926"/>
                    <a:gd name="connsiteY902" fmla="*/ 22971 h 801258"/>
                    <a:gd name="connsiteX903" fmla="*/ 535972 w 927926"/>
                    <a:gd name="connsiteY903" fmla="*/ 17161 h 801258"/>
                    <a:gd name="connsiteX904" fmla="*/ 525019 w 927926"/>
                    <a:gd name="connsiteY904" fmla="*/ 14875 h 801258"/>
                    <a:gd name="connsiteX905" fmla="*/ 520256 w 927926"/>
                    <a:gd name="connsiteY905" fmla="*/ 4683 h 801258"/>
                    <a:gd name="connsiteX906" fmla="*/ 510922 w 927926"/>
                    <a:gd name="connsiteY906" fmla="*/ 2302 h 801258"/>
                    <a:gd name="connsiteX907" fmla="*/ 508350 w 927926"/>
                    <a:gd name="connsiteY907" fmla="*/ 6017 h 801258"/>
                    <a:gd name="connsiteX908" fmla="*/ 504159 w 927926"/>
                    <a:gd name="connsiteY908" fmla="*/ 7255 h 801258"/>
                    <a:gd name="connsiteX909" fmla="*/ 500254 w 927926"/>
                    <a:gd name="connsiteY909" fmla="*/ 3159 h 801258"/>
                    <a:gd name="connsiteX910" fmla="*/ 502540 w 927926"/>
                    <a:gd name="connsiteY910" fmla="*/ 587 h 801258"/>
                    <a:gd name="connsiteX911" fmla="*/ 491014 w 927926"/>
                    <a:gd name="connsiteY911" fmla="*/ 873 h 801258"/>
                    <a:gd name="connsiteX912" fmla="*/ 487205 w 927926"/>
                    <a:gd name="connsiteY912" fmla="*/ 968 h 801258"/>
                    <a:gd name="connsiteX913" fmla="*/ 485300 w 927926"/>
                    <a:gd name="connsiteY913" fmla="*/ 6588 h 801258"/>
                    <a:gd name="connsiteX914" fmla="*/ 488538 w 927926"/>
                    <a:gd name="connsiteY914" fmla="*/ 4683 h 801258"/>
                    <a:gd name="connsiteX915" fmla="*/ 487967 w 927926"/>
                    <a:gd name="connsiteY915" fmla="*/ 13922 h 801258"/>
                    <a:gd name="connsiteX916" fmla="*/ 483680 w 927926"/>
                    <a:gd name="connsiteY916" fmla="*/ 13732 h 801258"/>
                    <a:gd name="connsiteX917" fmla="*/ 493777 w 927926"/>
                    <a:gd name="connsiteY917" fmla="*/ 19352 h 801258"/>
                    <a:gd name="connsiteX918" fmla="*/ 491396 w 927926"/>
                    <a:gd name="connsiteY918" fmla="*/ 24590 h 801258"/>
                    <a:gd name="connsiteX919" fmla="*/ 498158 w 927926"/>
                    <a:gd name="connsiteY919" fmla="*/ 23733 h 801258"/>
                    <a:gd name="connsiteX920" fmla="*/ 502254 w 927926"/>
                    <a:gd name="connsiteY920" fmla="*/ 36211 h 801258"/>
                    <a:gd name="connsiteX921" fmla="*/ 507397 w 927926"/>
                    <a:gd name="connsiteY921" fmla="*/ 39830 h 801258"/>
                    <a:gd name="connsiteX922" fmla="*/ 511970 w 927926"/>
                    <a:gd name="connsiteY922" fmla="*/ 38973 h 801258"/>
                    <a:gd name="connsiteX923" fmla="*/ 508350 w 927926"/>
                    <a:gd name="connsiteY923" fmla="*/ 44783 h 801258"/>
                    <a:gd name="connsiteX924" fmla="*/ 513684 w 927926"/>
                    <a:gd name="connsiteY924" fmla="*/ 43069 h 801258"/>
                    <a:gd name="connsiteX925" fmla="*/ 511303 w 927926"/>
                    <a:gd name="connsiteY925" fmla="*/ 52594 h 801258"/>
                    <a:gd name="connsiteX926" fmla="*/ 502730 w 927926"/>
                    <a:gd name="connsiteY926" fmla="*/ 56213 h 801258"/>
                    <a:gd name="connsiteX927" fmla="*/ 512160 w 927926"/>
                    <a:gd name="connsiteY927" fmla="*/ 65929 h 801258"/>
                    <a:gd name="connsiteX928" fmla="*/ 514922 w 927926"/>
                    <a:gd name="connsiteY928" fmla="*/ 63738 h 801258"/>
                    <a:gd name="connsiteX929" fmla="*/ 511112 w 927926"/>
                    <a:gd name="connsiteY929" fmla="*/ 72215 h 801258"/>
                    <a:gd name="connsiteX930" fmla="*/ 509303 w 927926"/>
                    <a:gd name="connsiteY930" fmla="*/ 70882 h 801258"/>
                    <a:gd name="connsiteX931" fmla="*/ 507874 w 927926"/>
                    <a:gd name="connsiteY931" fmla="*/ 82502 h 801258"/>
                    <a:gd name="connsiteX932" fmla="*/ 496730 w 927926"/>
                    <a:gd name="connsiteY932" fmla="*/ 77168 h 801258"/>
                    <a:gd name="connsiteX933" fmla="*/ 493777 w 927926"/>
                    <a:gd name="connsiteY933" fmla="*/ 82026 h 801258"/>
                    <a:gd name="connsiteX934" fmla="*/ 481775 w 927926"/>
                    <a:gd name="connsiteY934" fmla="*/ 76121 h 801258"/>
                    <a:gd name="connsiteX935" fmla="*/ 483585 w 927926"/>
                    <a:gd name="connsiteY935" fmla="*/ 81645 h 801258"/>
                    <a:gd name="connsiteX936" fmla="*/ 465678 w 927926"/>
                    <a:gd name="connsiteY936" fmla="*/ 64786 h 801258"/>
                    <a:gd name="connsiteX937" fmla="*/ 468917 w 927926"/>
                    <a:gd name="connsiteY937" fmla="*/ 62881 h 801258"/>
                    <a:gd name="connsiteX938" fmla="*/ 461296 w 927926"/>
                    <a:gd name="connsiteY938" fmla="*/ 63071 h 801258"/>
                    <a:gd name="connsiteX939" fmla="*/ 463106 w 927926"/>
                    <a:gd name="connsiteY939" fmla="*/ 60214 h 801258"/>
                    <a:gd name="connsiteX940" fmla="*/ 461773 w 927926"/>
                    <a:gd name="connsiteY940" fmla="*/ 59261 h 801258"/>
                    <a:gd name="connsiteX941" fmla="*/ 460154 w 927926"/>
                    <a:gd name="connsiteY941" fmla="*/ 63643 h 801258"/>
                    <a:gd name="connsiteX942" fmla="*/ 447676 w 927926"/>
                    <a:gd name="connsiteY942" fmla="*/ 59166 h 801258"/>
                    <a:gd name="connsiteX943" fmla="*/ 447295 w 927926"/>
                    <a:gd name="connsiteY943" fmla="*/ 52022 h 801258"/>
                    <a:gd name="connsiteX944" fmla="*/ 439865 w 927926"/>
                    <a:gd name="connsiteY944" fmla="*/ 57928 h 801258"/>
                    <a:gd name="connsiteX945" fmla="*/ 448914 w 927926"/>
                    <a:gd name="connsiteY945" fmla="*/ 47641 h 801258"/>
                    <a:gd name="connsiteX946" fmla="*/ 450247 w 927926"/>
                    <a:gd name="connsiteY946" fmla="*/ 44402 h 801258"/>
                    <a:gd name="connsiteX947" fmla="*/ 442151 w 927926"/>
                    <a:gd name="connsiteY947" fmla="*/ 44307 h 801258"/>
                    <a:gd name="connsiteX948" fmla="*/ 437389 w 927926"/>
                    <a:gd name="connsiteY948" fmla="*/ 43831 h 801258"/>
                    <a:gd name="connsiteX949" fmla="*/ 432341 w 927926"/>
                    <a:gd name="connsiteY949" fmla="*/ 44498 h 801258"/>
                    <a:gd name="connsiteX950" fmla="*/ 438913 w 927926"/>
                    <a:gd name="connsiteY950" fmla="*/ 39449 h 801258"/>
                    <a:gd name="connsiteX951" fmla="*/ 433960 w 927926"/>
                    <a:gd name="connsiteY951" fmla="*/ 37449 h 801258"/>
                    <a:gd name="connsiteX952" fmla="*/ 429483 w 927926"/>
                    <a:gd name="connsiteY952" fmla="*/ 42593 h 801258"/>
                    <a:gd name="connsiteX953" fmla="*/ 433579 w 927926"/>
                    <a:gd name="connsiteY953" fmla="*/ 41259 h 801258"/>
                    <a:gd name="connsiteX954" fmla="*/ 427292 w 927926"/>
                    <a:gd name="connsiteY954" fmla="*/ 45164 h 801258"/>
                    <a:gd name="connsiteX955" fmla="*/ 432150 w 927926"/>
                    <a:gd name="connsiteY955" fmla="*/ 36116 h 801258"/>
                    <a:gd name="connsiteX956" fmla="*/ 426054 w 927926"/>
                    <a:gd name="connsiteY956" fmla="*/ 34687 h 801258"/>
                    <a:gd name="connsiteX957" fmla="*/ 425768 w 927926"/>
                    <a:gd name="connsiteY957" fmla="*/ 42783 h 801258"/>
                    <a:gd name="connsiteX958" fmla="*/ 427388 w 927926"/>
                    <a:gd name="connsiteY958" fmla="*/ 38402 h 801258"/>
                    <a:gd name="connsiteX959" fmla="*/ 426340 w 927926"/>
                    <a:gd name="connsiteY959" fmla="*/ 33544 h 801258"/>
                    <a:gd name="connsiteX960" fmla="*/ 420244 w 927926"/>
                    <a:gd name="connsiteY960" fmla="*/ 38973 h 801258"/>
                    <a:gd name="connsiteX961" fmla="*/ 423006 w 927926"/>
                    <a:gd name="connsiteY961" fmla="*/ 34020 h 801258"/>
                    <a:gd name="connsiteX962" fmla="*/ 422625 w 927926"/>
                    <a:gd name="connsiteY962" fmla="*/ 31067 h 801258"/>
                    <a:gd name="connsiteX963" fmla="*/ 416720 w 927926"/>
                    <a:gd name="connsiteY963" fmla="*/ 38021 h 801258"/>
                    <a:gd name="connsiteX964" fmla="*/ 418339 w 927926"/>
                    <a:gd name="connsiteY964" fmla="*/ 33639 h 801258"/>
                    <a:gd name="connsiteX965" fmla="*/ 411481 w 927926"/>
                    <a:gd name="connsiteY965" fmla="*/ 33068 h 801258"/>
                    <a:gd name="connsiteX966" fmla="*/ 411290 w 927926"/>
                    <a:gd name="connsiteY966" fmla="*/ 24686 h 801258"/>
                    <a:gd name="connsiteX967" fmla="*/ 407861 w 927926"/>
                    <a:gd name="connsiteY967" fmla="*/ 27829 h 801258"/>
                    <a:gd name="connsiteX968" fmla="*/ 409480 w 927926"/>
                    <a:gd name="connsiteY968" fmla="*/ 23352 h 801258"/>
                    <a:gd name="connsiteX969" fmla="*/ 404909 w 927926"/>
                    <a:gd name="connsiteY969" fmla="*/ 27067 h 801258"/>
                    <a:gd name="connsiteX970" fmla="*/ 405194 w 927926"/>
                    <a:gd name="connsiteY970" fmla="*/ 25924 h 801258"/>
                    <a:gd name="connsiteX971" fmla="*/ 408338 w 927926"/>
                    <a:gd name="connsiteY971" fmla="*/ 23924 h 801258"/>
                    <a:gd name="connsiteX972" fmla="*/ 400622 w 927926"/>
                    <a:gd name="connsiteY972" fmla="*/ 13160 h 801258"/>
                    <a:gd name="connsiteX973" fmla="*/ 395193 w 927926"/>
                    <a:gd name="connsiteY973" fmla="*/ 10970 h 801258"/>
                    <a:gd name="connsiteX974" fmla="*/ 390621 w 927926"/>
                    <a:gd name="connsiteY974" fmla="*/ 14684 h 801258"/>
                    <a:gd name="connsiteX975" fmla="*/ 387859 w 927926"/>
                    <a:gd name="connsiteY975" fmla="*/ 19637 h 801258"/>
                    <a:gd name="connsiteX976" fmla="*/ 390621 w 927926"/>
                    <a:gd name="connsiteY976" fmla="*/ 24114 h 801258"/>
                    <a:gd name="connsiteX977" fmla="*/ 395955 w 927926"/>
                    <a:gd name="connsiteY977" fmla="*/ 22114 h 801258"/>
                    <a:gd name="connsiteX978" fmla="*/ 394145 w 927926"/>
                    <a:gd name="connsiteY978" fmla="*/ 27734 h 801258"/>
                    <a:gd name="connsiteX979" fmla="*/ 399289 w 927926"/>
                    <a:gd name="connsiteY979" fmla="*/ 28496 h 801258"/>
                    <a:gd name="connsiteX980" fmla="*/ 393574 w 927926"/>
                    <a:gd name="connsiteY980" fmla="*/ 30115 h 801258"/>
                    <a:gd name="connsiteX981" fmla="*/ 391859 w 927926"/>
                    <a:gd name="connsiteY981" fmla="*/ 33068 h 801258"/>
                    <a:gd name="connsiteX982" fmla="*/ 402432 w 927926"/>
                    <a:gd name="connsiteY982" fmla="*/ 40307 h 801258"/>
                    <a:gd name="connsiteX983" fmla="*/ 397574 w 927926"/>
                    <a:gd name="connsiteY983" fmla="*/ 45164 h 801258"/>
                    <a:gd name="connsiteX984" fmla="*/ 402051 w 927926"/>
                    <a:gd name="connsiteY984" fmla="*/ 50975 h 801258"/>
                    <a:gd name="connsiteX985" fmla="*/ 399479 w 927926"/>
                    <a:gd name="connsiteY985" fmla="*/ 50594 h 801258"/>
                    <a:gd name="connsiteX986" fmla="*/ 399098 w 927926"/>
                    <a:gd name="connsiteY986" fmla="*/ 54404 h 801258"/>
                    <a:gd name="connsiteX987" fmla="*/ 398051 w 927926"/>
                    <a:gd name="connsiteY987" fmla="*/ 56404 h 801258"/>
                    <a:gd name="connsiteX988" fmla="*/ 403385 w 927926"/>
                    <a:gd name="connsiteY988" fmla="*/ 51832 h 801258"/>
                    <a:gd name="connsiteX989" fmla="*/ 405194 w 927926"/>
                    <a:gd name="connsiteY989" fmla="*/ 70977 h 801258"/>
                    <a:gd name="connsiteX990" fmla="*/ 400718 w 927926"/>
                    <a:gd name="connsiteY990" fmla="*/ 65167 h 801258"/>
                    <a:gd name="connsiteX991" fmla="*/ 396527 w 927926"/>
                    <a:gd name="connsiteY991" fmla="*/ 69167 h 801258"/>
                    <a:gd name="connsiteX992" fmla="*/ 401289 w 927926"/>
                    <a:gd name="connsiteY992" fmla="*/ 77930 h 801258"/>
                    <a:gd name="connsiteX993" fmla="*/ 399479 w 927926"/>
                    <a:gd name="connsiteY993" fmla="*/ 80788 h 801258"/>
                    <a:gd name="connsiteX994" fmla="*/ 401861 w 927926"/>
                    <a:gd name="connsiteY994" fmla="*/ 79645 h 801258"/>
                    <a:gd name="connsiteX995" fmla="*/ 400051 w 927926"/>
                    <a:gd name="connsiteY995" fmla="*/ 82502 h 801258"/>
                    <a:gd name="connsiteX996" fmla="*/ 403099 w 927926"/>
                    <a:gd name="connsiteY996" fmla="*/ 83169 h 801258"/>
                    <a:gd name="connsiteX997" fmla="*/ 394812 w 927926"/>
                    <a:gd name="connsiteY997" fmla="*/ 88503 h 801258"/>
                    <a:gd name="connsiteX998" fmla="*/ 395479 w 927926"/>
                    <a:gd name="connsiteY998" fmla="*/ 83550 h 801258"/>
                    <a:gd name="connsiteX999" fmla="*/ 393383 w 927926"/>
                    <a:gd name="connsiteY999" fmla="*/ 87646 h 801258"/>
                    <a:gd name="connsiteX1000" fmla="*/ 389478 w 927926"/>
                    <a:gd name="connsiteY1000" fmla="*/ 86312 h 801258"/>
                    <a:gd name="connsiteX1001" fmla="*/ 393002 w 927926"/>
                    <a:gd name="connsiteY1001" fmla="*/ 80502 h 801258"/>
                    <a:gd name="connsiteX1002" fmla="*/ 387002 w 927926"/>
                    <a:gd name="connsiteY1002" fmla="*/ 87360 h 801258"/>
                    <a:gd name="connsiteX1003" fmla="*/ 384239 w 927926"/>
                    <a:gd name="connsiteY1003" fmla="*/ 81359 h 801258"/>
                    <a:gd name="connsiteX1004" fmla="*/ 388145 w 927926"/>
                    <a:gd name="connsiteY1004" fmla="*/ 78502 h 801258"/>
                    <a:gd name="connsiteX1005" fmla="*/ 384525 w 927926"/>
                    <a:gd name="connsiteY1005" fmla="*/ 80121 h 801258"/>
                    <a:gd name="connsiteX1006" fmla="*/ 381953 w 927926"/>
                    <a:gd name="connsiteY1006" fmla="*/ 79740 h 801258"/>
                    <a:gd name="connsiteX1007" fmla="*/ 382715 w 927926"/>
                    <a:gd name="connsiteY1007" fmla="*/ 83074 h 801258"/>
                    <a:gd name="connsiteX1008" fmla="*/ 378810 w 927926"/>
                    <a:gd name="connsiteY1008" fmla="*/ 81740 h 801258"/>
                    <a:gd name="connsiteX1009" fmla="*/ 382334 w 927926"/>
                    <a:gd name="connsiteY1009" fmla="*/ 75930 h 801258"/>
                    <a:gd name="connsiteX1010" fmla="*/ 385763 w 927926"/>
                    <a:gd name="connsiteY1010" fmla="*/ 72787 h 801258"/>
                    <a:gd name="connsiteX1011" fmla="*/ 382144 w 927926"/>
                    <a:gd name="connsiteY1011" fmla="*/ 74406 h 801258"/>
                    <a:gd name="connsiteX1012" fmla="*/ 383001 w 927926"/>
                    <a:gd name="connsiteY1012" fmla="*/ 75073 h 801258"/>
                    <a:gd name="connsiteX1013" fmla="*/ 379858 w 927926"/>
                    <a:gd name="connsiteY1013" fmla="*/ 77073 h 801258"/>
                    <a:gd name="connsiteX1014" fmla="*/ 379763 w 927926"/>
                    <a:gd name="connsiteY1014" fmla="*/ 72882 h 801258"/>
                    <a:gd name="connsiteX1015" fmla="*/ 382620 w 927926"/>
                    <a:gd name="connsiteY1015" fmla="*/ 72120 h 801258"/>
                    <a:gd name="connsiteX1016" fmla="*/ 378810 w 927926"/>
                    <a:gd name="connsiteY1016" fmla="*/ 68120 h 801258"/>
                    <a:gd name="connsiteX1017" fmla="*/ 381858 w 927926"/>
                    <a:gd name="connsiteY1017" fmla="*/ 68786 h 801258"/>
                    <a:gd name="connsiteX1018" fmla="*/ 379096 w 927926"/>
                    <a:gd name="connsiteY1018" fmla="*/ 62786 h 801258"/>
                    <a:gd name="connsiteX1019" fmla="*/ 375191 w 927926"/>
                    <a:gd name="connsiteY1019" fmla="*/ 65643 h 801258"/>
                    <a:gd name="connsiteX1020" fmla="*/ 373952 w 927926"/>
                    <a:gd name="connsiteY1020" fmla="*/ 62024 h 801258"/>
                    <a:gd name="connsiteX1021" fmla="*/ 377191 w 927926"/>
                    <a:gd name="connsiteY1021" fmla="*/ 57356 h 801258"/>
                    <a:gd name="connsiteX1022" fmla="*/ 372238 w 927926"/>
                    <a:gd name="connsiteY1022" fmla="*/ 58118 h 801258"/>
                    <a:gd name="connsiteX1023" fmla="*/ 371666 w 927926"/>
                    <a:gd name="connsiteY1023" fmla="*/ 60500 h 801258"/>
                    <a:gd name="connsiteX1024" fmla="*/ 368904 w 927926"/>
                    <a:gd name="connsiteY1024" fmla="*/ 58595 h 801258"/>
                    <a:gd name="connsiteX1025" fmla="*/ 368237 w 927926"/>
                    <a:gd name="connsiteY1025" fmla="*/ 63643 h 801258"/>
                    <a:gd name="connsiteX1026" fmla="*/ 365570 w 927926"/>
                    <a:gd name="connsiteY1026" fmla="*/ 65929 h 801258"/>
                    <a:gd name="connsiteX1027" fmla="*/ 365761 w 927926"/>
                    <a:gd name="connsiteY1027" fmla="*/ 60595 h 801258"/>
                    <a:gd name="connsiteX1028" fmla="*/ 360331 w 927926"/>
                    <a:gd name="connsiteY1028" fmla="*/ 67834 h 801258"/>
                    <a:gd name="connsiteX1029" fmla="*/ 364999 w 927926"/>
                    <a:gd name="connsiteY1029" fmla="*/ 68215 h 801258"/>
                    <a:gd name="connsiteX1030" fmla="*/ 362903 w 927926"/>
                    <a:gd name="connsiteY1030" fmla="*/ 72311 h 801258"/>
                    <a:gd name="connsiteX1031" fmla="*/ 367475 w 927926"/>
                    <a:gd name="connsiteY1031" fmla="*/ 68596 h 801258"/>
                    <a:gd name="connsiteX1032" fmla="*/ 358998 w 927926"/>
                    <a:gd name="connsiteY1032" fmla="*/ 75168 h 801258"/>
                    <a:gd name="connsiteX1033" fmla="*/ 360998 w 927926"/>
                    <a:gd name="connsiteY1033" fmla="*/ 77930 h 801258"/>
                    <a:gd name="connsiteX1034" fmla="*/ 359379 w 927926"/>
                    <a:gd name="connsiteY1034" fmla="*/ 82312 h 801258"/>
                    <a:gd name="connsiteX1035" fmla="*/ 352140 w 927926"/>
                    <a:gd name="connsiteY1035" fmla="*/ 81455 h 801258"/>
                    <a:gd name="connsiteX1036" fmla="*/ 358236 w 927926"/>
                    <a:gd name="connsiteY1036" fmla="*/ 86979 h 801258"/>
                    <a:gd name="connsiteX1037" fmla="*/ 345949 w 927926"/>
                    <a:gd name="connsiteY1037" fmla="*/ 85455 h 801258"/>
                    <a:gd name="connsiteX1038" fmla="*/ 348044 w 927926"/>
                    <a:gd name="connsiteY1038" fmla="*/ 81359 h 801258"/>
                    <a:gd name="connsiteX1039" fmla="*/ 341281 w 927926"/>
                    <a:gd name="connsiteY1039" fmla="*/ 80883 h 801258"/>
                    <a:gd name="connsiteX1040" fmla="*/ 339091 w 927926"/>
                    <a:gd name="connsiteY1040" fmla="*/ 76787 h 801258"/>
                    <a:gd name="connsiteX1041" fmla="*/ 336805 w 927926"/>
                    <a:gd name="connsiteY1041" fmla="*/ 82026 h 801258"/>
                    <a:gd name="connsiteX1042" fmla="*/ 339472 w 927926"/>
                    <a:gd name="connsiteY1042" fmla="*/ 79740 h 801258"/>
                    <a:gd name="connsiteX1043" fmla="*/ 341567 w 927926"/>
                    <a:gd name="connsiteY1043" fmla="*/ 79740 h 801258"/>
                    <a:gd name="connsiteX1044" fmla="*/ 341091 w 927926"/>
                    <a:gd name="connsiteY1044" fmla="*/ 86217 h 801258"/>
                    <a:gd name="connsiteX1045" fmla="*/ 343568 w 927926"/>
                    <a:gd name="connsiteY1045" fmla="*/ 82407 h 801258"/>
                    <a:gd name="connsiteX1046" fmla="*/ 349663 w 927926"/>
                    <a:gd name="connsiteY1046" fmla="*/ 92027 h 801258"/>
                    <a:gd name="connsiteX1047" fmla="*/ 359188 w 927926"/>
                    <a:gd name="connsiteY1047" fmla="*/ 98504 h 801258"/>
                    <a:gd name="connsiteX1048" fmla="*/ 361379 w 927926"/>
                    <a:gd name="connsiteY1048" fmla="*/ 95933 h 801258"/>
                    <a:gd name="connsiteX1049" fmla="*/ 364713 w 927926"/>
                    <a:gd name="connsiteY1049" fmla="*/ 99552 h 801258"/>
                    <a:gd name="connsiteX1050" fmla="*/ 363094 w 927926"/>
                    <a:gd name="connsiteY1050" fmla="*/ 103934 h 801258"/>
                    <a:gd name="connsiteX1051" fmla="*/ 366142 w 927926"/>
                    <a:gd name="connsiteY1051" fmla="*/ 104600 h 801258"/>
                    <a:gd name="connsiteX1052" fmla="*/ 368047 w 927926"/>
                    <a:gd name="connsiteY1052" fmla="*/ 103172 h 801258"/>
                    <a:gd name="connsiteX1053" fmla="*/ 363380 w 927926"/>
                    <a:gd name="connsiteY1053" fmla="*/ 106886 h 801258"/>
                    <a:gd name="connsiteX1054" fmla="*/ 367475 w 927926"/>
                    <a:gd name="connsiteY1054" fmla="*/ 105553 h 801258"/>
                    <a:gd name="connsiteX1055" fmla="*/ 369571 w 927926"/>
                    <a:gd name="connsiteY1055" fmla="*/ 101457 h 801258"/>
                    <a:gd name="connsiteX1056" fmla="*/ 373190 w 927926"/>
                    <a:gd name="connsiteY1056" fmla="*/ 103934 h 801258"/>
                    <a:gd name="connsiteX1057" fmla="*/ 377096 w 927926"/>
                    <a:gd name="connsiteY1057" fmla="*/ 96980 h 801258"/>
                    <a:gd name="connsiteX1058" fmla="*/ 373857 w 927926"/>
                    <a:gd name="connsiteY1058" fmla="*/ 101648 h 801258"/>
                    <a:gd name="connsiteX1059" fmla="*/ 373190 w 927926"/>
                    <a:gd name="connsiteY1059" fmla="*/ 95742 h 801258"/>
                    <a:gd name="connsiteX1060" fmla="*/ 367761 w 927926"/>
                    <a:gd name="connsiteY1060" fmla="*/ 96123 h 801258"/>
                    <a:gd name="connsiteX1061" fmla="*/ 367475 w 927926"/>
                    <a:gd name="connsiteY1061" fmla="*/ 93170 h 801258"/>
                    <a:gd name="connsiteX1062" fmla="*/ 373095 w 927926"/>
                    <a:gd name="connsiteY1062" fmla="*/ 87455 h 801258"/>
                    <a:gd name="connsiteX1063" fmla="*/ 372619 w 927926"/>
                    <a:gd name="connsiteY1063" fmla="*/ 82979 h 801258"/>
                    <a:gd name="connsiteX1064" fmla="*/ 375762 w 927926"/>
                    <a:gd name="connsiteY1064" fmla="*/ 80978 h 801258"/>
                    <a:gd name="connsiteX1065" fmla="*/ 378048 w 927926"/>
                    <a:gd name="connsiteY1065" fmla="*/ 82502 h 801258"/>
                    <a:gd name="connsiteX1066" fmla="*/ 374429 w 927926"/>
                    <a:gd name="connsiteY1066" fmla="*/ 84122 h 801258"/>
                    <a:gd name="connsiteX1067" fmla="*/ 376143 w 927926"/>
                    <a:gd name="connsiteY1067" fmla="*/ 88027 h 801258"/>
                    <a:gd name="connsiteX1068" fmla="*/ 382525 w 927926"/>
                    <a:gd name="connsiteY1068" fmla="*/ 92408 h 801258"/>
                    <a:gd name="connsiteX1069" fmla="*/ 387668 w 927926"/>
                    <a:gd name="connsiteY1069" fmla="*/ 89075 h 801258"/>
                    <a:gd name="connsiteX1070" fmla="*/ 393288 w 927926"/>
                    <a:gd name="connsiteY1070" fmla="*/ 90122 h 801258"/>
                    <a:gd name="connsiteX1071" fmla="*/ 392431 w 927926"/>
                    <a:gd name="connsiteY1071" fmla="*/ 93647 h 801258"/>
                    <a:gd name="connsiteX1072" fmla="*/ 387954 w 927926"/>
                    <a:gd name="connsiteY1072" fmla="*/ 94694 h 801258"/>
                    <a:gd name="connsiteX1073" fmla="*/ 389669 w 927926"/>
                    <a:gd name="connsiteY1073" fmla="*/ 98600 h 801258"/>
                    <a:gd name="connsiteX1074" fmla="*/ 385573 w 927926"/>
                    <a:gd name="connsiteY1074" fmla="*/ 99933 h 801258"/>
                    <a:gd name="connsiteX1075" fmla="*/ 385287 w 927926"/>
                    <a:gd name="connsiteY1075" fmla="*/ 96980 h 801258"/>
                    <a:gd name="connsiteX1076" fmla="*/ 386144 w 927926"/>
                    <a:gd name="connsiteY1076" fmla="*/ 93456 h 801258"/>
                    <a:gd name="connsiteX1077" fmla="*/ 380715 w 927926"/>
                    <a:gd name="connsiteY1077" fmla="*/ 98028 h 801258"/>
                    <a:gd name="connsiteX1078" fmla="*/ 386906 w 927926"/>
                    <a:gd name="connsiteY1078" fmla="*/ 105077 h 801258"/>
                    <a:gd name="connsiteX1079" fmla="*/ 391288 w 927926"/>
                    <a:gd name="connsiteY1079" fmla="*/ 102600 h 801258"/>
                    <a:gd name="connsiteX1080" fmla="*/ 397479 w 927926"/>
                    <a:gd name="connsiteY1080" fmla="*/ 109649 h 801258"/>
                    <a:gd name="connsiteX1081" fmla="*/ 393288 w 927926"/>
                    <a:gd name="connsiteY1081" fmla="*/ 113649 h 801258"/>
                    <a:gd name="connsiteX1082" fmla="*/ 391193 w 927926"/>
                    <a:gd name="connsiteY1082" fmla="*/ 109458 h 801258"/>
                    <a:gd name="connsiteX1083" fmla="*/ 389669 w 927926"/>
                    <a:gd name="connsiteY1083" fmla="*/ 111173 h 801258"/>
                    <a:gd name="connsiteX1084" fmla="*/ 385287 w 927926"/>
                    <a:gd name="connsiteY1084" fmla="*/ 117840 h 801258"/>
                    <a:gd name="connsiteX1085" fmla="*/ 387859 w 927926"/>
                    <a:gd name="connsiteY1085" fmla="*/ 114125 h 801258"/>
                    <a:gd name="connsiteX1086" fmla="*/ 383668 w 927926"/>
                    <a:gd name="connsiteY1086" fmla="*/ 113935 h 801258"/>
                    <a:gd name="connsiteX1087" fmla="*/ 381287 w 927926"/>
                    <a:gd name="connsiteY1087" fmla="*/ 123269 h 801258"/>
                    <a:gd name="connsiteX1088" fmla="*/ 386430 w 927926"/>
                    <a:gd name="connsiteY1088" fmla="*/ 119936 h 801258"/>
                    <a:gd name="connsiteX1089" fmla="*/ 381668 w 927926"/>
                    <a:gd name="connsiteY1089" fmla="*/ 126222 h 801258"/>
                    <a:gd name="connsiteX1090" fmla="*/ 387573 w 927926"/>
                    <a:gd name="connsiteY1090" fmla="*/ 122031 h 801258"/>
                    <a:gd name="connsiteX1091" fmla="*/ 384716 w 927926"/>
                    <a:gd name="connsiteY1091" fmla="*/ 126889 h 801258"/>
                    <a:gd name="connsiteX1092" fmla="*/ 385478 w 927926"/>
                    <a:gd name="connsiteY1092" fmla="*/ 130127 h 801258"/>
                    <a:gd name="connsiteX1093" fmla="*/ 383096 w 927926"/>
                    <a:gd name="connsiteY1093" fmla="*/ 131270 h 801258"/>
                    <a:gd name="connsiteX1094" fmla="*/ 374524 w 927926"/>
                    <a:gd name="connsiteY1094" fmla="*/ 121269 h 801258"/>
                    <a:gd name="connsiteX1095" fmla="*/ 373952 w 927926"/>
                    <a:gd name="connsiteY1095" fmla="*/ 123650 h 801258"/>
                    <a:gd name="connsiteX1096" fmla="*/ 373476 w 927926"/>
                    <a:gd name="connsiteY1096" fmla="*/ 119174 h 801258"/>
                    <a:gd name="connsiteX1097" fmla="*/ 370619 w 927926"/>
                    <a:gd name="connsiteY1097" fmla="*/ 119936 h 801258"/>
                    <a:gd name="connsiteX1098" fmla="*/ 368047 w 927926"/>
                    <a:gd name="connsiteY1098" fmla="*/ 123650 h 801258"/>
                    <a:gd name="connsiteX1099" fmla="*/ 362522 w 927926"/>
                    <a:gd name="connsiteY1099" fmla="*/ 118507 h 801258"/>
                    <a:gd name="connsiteX1100" fmla="*/ 367571 w 927926"/>
                    <a:gd name="connsiteY1100" fmla="*/ 110982 h 801258"/>
                    <a:gd name="connsiteX1101" fmla="*/ 376334 w 927926"/>
                    <a:gd name="connsiteY1101" fmla="*/ 118316 h 801258"/>
                    <a:gd name="connsiteX1102" fmla="*/ 376429 w 927926"/>
                    <a:gd name="connsiteY1102" fmla="*/ 111554 h 801258"/>
                    <a:gd name="connsiteX1103" fmla="*/ 378238 w 927926"/>
                    <a:gd name="connsiteY1103" fmla="*/ 121079 h 801258"/>
                    <a:gd name="connsiteX1104" fmla="*/ 381382 w 927926"/>
                    <a:gd name="connsiteY1104" fmla="*/ 110887 h 801258"/>
                    <a:gd name="connsiteX1105" fmla="*/ 391573 w 927926"/>
                    <a:gd name="connsiteY1105" fmla="*/ 108315 h 801258"/>
                    <a:gd name="connsiteX1106" fmla="*/ 380334 w 927926"/>
                    <a:gd name="connsiteY1106" fmla="*/ 108791 h 801258"/>
                    <a:gd name="connsiteX1107" fmla="*/ 378905 w 927926"/>
                    <a:gd name="connsiteY1107" fmla="*/ 99552 h 801258"/>
                    <a:gd name="connsiteX1108" fmla="*/ 374905 w 927926"/>
                    <a:gd name="connsiteY1108" fmla="*/ 105077 h 801258"/>
                    <a:gd name="connsiteX1109" fmla="*/ 376714 w 927926"/>
                    <a:gd name="connsiteY1109" fmla="*/ 106315 h 801258"/>
                    <a:gd name="connsiteX1110" fmla="*/ 371000 w 927926"/>
                    <a:gd name="connsiteY1110" fmla="*/ 107934 h 801258"/>
                    <a:gd name="connsiteX1111" fmla="*/ 368999 w 927926"/>
                    <a:gd name="connsiteY1111" fmla="*/ 105172 h 801258"/>
                    <a:gd name="connsiteX1112" fmla="*/ 364713 w 927926"/>
                    <a:gd name="connsiteY1112" fmla="*/ 111839 h 801258"/>
                    <a:gd name="connsiteX1113" fmla="*/ 361284 w 927926"/>
                    <a:gd name="connsiteY1113" fmla="*/ 110887 h 801258"/>
                    <a:gd name="connsiteX1114" fmla="*/ 362427 w 927926"/>
                    <a:gd name="connsiteY1114" fmla="*/ 106220 h 801258"/>
                    <a:gd name="connsiteX1115" fmla="*/ 356998 w 927926"/>
                    <a:gd name="connsiteY1115" fmla="*/ 106601 h 801258"/>
                    <a:gd name="connsiteX1116" fmla="*/ 359665 w 927926"/>
                    <a:gd name="connsiteY1116" fmla="*/ 104315 h 801258"/>
                    <a:gd name="connsiteX1117" fmla="*/ 352807 w 927926"/>
                    <a:gd name="connsiteY1117" fmla="*/ 106505 h 801258"/>
                    <a:gd name="connsiteX1118" fmla="*/ 349378 w 927926"/>
                    <a:gd name="connsiteY1118" fmla="*/ 101362 h 801258"/>
                    <a:gd name="connsiteX1119" fmla="*/ 345949 w 927926"/>
                    <a:gd name="connsiteY1119" fmla="*/ 104505 h 801258"/>
                    <a:gd name="connsiteX1120" fmla="*/ 342329 w 927926"/>
                    <a:gd name="connsiteY1120" fmla="*/ 102029 h 801258"/>
                    <a:gd name="connsiteX1121" fmla="*/ 344425 w 927926"/>
                    <a:gd name="connsiteY1121" fmla="*/ 102124 h 801258"/>
                    <a:gd name="connsiteX1122" fmla="*/ 345568 w 927926"/>
                    <a:gd name="connsiteY1122" fmla="*/ 97457 h 801258"/>
                    <a:gd name="connsiteX1123" fmla="*/ 341948 w 927926"/>
                    <a:gd name="connsiteY1123" fmla="*/ 90884 h 801258"/>
                    <a:gd name="connsiteX1124" fmla="*/ 344806 w 927926"/>
                    <a:gd name="connsiteY1124" fmla="*/ 90122 h 801258"/>
                    <a:gd name="connsiteX1125" fmla="*/ 342234 w 927926"/>
                    <a:gd name="connsiteY1125" fmla="*/ 89741 h 801258"/>
                    <a:gd name="connsiteX1126" fmla="*/ 334900 w 927926"/>
                    <a:gd name="connsiteY1126" fmla="*/ 91646 h 801258"/>
                    <a:gd name="connsiteX1127" fmla="*/ 339758 w 927926"/>
                    <a:gd name="connsiteY1127" fmla="*/ 86693 h 801258"/>
                    <a:gd name="connsiteX1128" fmla="*/ 337757 w 927926"/>
                    <a:gd name="connsiteY1128" fmla="*/ 84026 h 801258"/>
                    <a:gd name="connsiteX1129" fmla="*/ 331947 w 927926"/>
                    <a:gd name="connsiteY1129" fmla="*/ 88313 h 801258"/>
                    <a:gd name="connsiteX1130" fmla="*/ 329661 w 927926"/>
                    <a:gd name="connsiteY1130" fmla="*/ 93551 h 801258"/>
                    <a:gd name="connsiteX1131" fmla="*/ 327375 w 927926"/>
                    <a:gd name="connsiteY1131" fmla="*/ 92027 h 801258"/>
                    <a:gd name="connsiteX1132" fmla="*/ 330328 w 927926"/>
                    <a:gd name="connsiteY1132" fmla="*/ 88503 h 801258"/>
                    <a:gd name="connsiteX1133" fmla="*/ 320708 w 927926"/>
                    <a:gd name="connsiteY1133" fmla="*/ 82217 h 801258"/>
                    <a:gd name="connsiteX1134" fmla="*/ 316897 w 927926"/>
                    <a:gd name="connsiteY1134" fmla="*/ 82502 h 801258"/>
                    <a:gd name="connsiteX1135" fmla="*/ 315659 w 927926"/>
                    <a:gd name="connsiteY1135" fmla="*/ 85741 h 801258"/>
                    <a:gd name="connsiteX1136" fmla="*/ 312992 w 927926"/>
                    <a:gd name="connsiteY1136" fmla="*/ 81359 h 801258"/>
                    <a:gd name="connsiteX1137" fmla="*/ 314993 w 927926"/>
                    <a:gd name="connsiteY1137" fmla="*/ 77264 h 801258"/>
                    <a:gd name="connsiteX1138" fmla="*/ 310421 w 927926"/>
                    <a:gd name="connsiteY1138" fmla="*/ 81074 h 801258"/>
                    <a:gd name="connsiteX1139" fmla="*/ 306896 w 927926"/>
                    <a:gd name="connsiteY1139" fmla="*/ 80216 h 801258"/>
                    <a:gd name="connsiteX1140" fmla="*/ 310802 w 927926"/>
                    <a:gd name="connsiteY1140" fmla="*/ 74692 h 801258"/>
                    <a:gd name="connsiteX1141" fmla="*/ 301181 w 927926"/>
                    <a:gd name="connsiteY1141" fmla="*/ 75263 h 801258"/>
                    <a:gd name="connsiteX1142" fmla="*/ 304420 w 927926"/>
                    <a:gd name="connsiteY1142" fmla="*/ 70596 h 801258"/>
                    <a:gd name="connsiteX1143" fmla="*/ 292990 w 927926"/>
                    <a:gd name="connsiteY1143" fmla="*/ 69929 h 801258"/>
                    <a:gd name="connsiteX1144" fmla="*/ 306039 w 927926"/>
                    <a:gd name="connsiteY1144" fmla="*/ 77073 h 801258"/>
                    <a:gd name="connsiteX1145" fmla="*/ 323089 w 927926"/>
                    <a:gd name="connsiteY1145" fmla="*/ 98885 h 801258"/>
                    <a:gd name="connsiteX1146" fmla="*/ 325280 w 927926"/>
                    <a:gd name="connsiteY1146" fmla="*/ 96314 h 801258"/>
                    <a:gd name="connsiteX1147" fmla="*/ 328804 w 927926"/>
                    <a:gd name="connsiteY1147" fmla="*/ 101362 h 801258"/>
                    <a:gd name="connsiteX1148" fmla="*/ 328899 w 927926"/>
                    <a:gd name="connsiteY1148" fmla="*/ 98695 h 801258"/>
                    <a:gd name="connsiteX1149" fmla="*/ 334995 w 927926"/>
                    <a:gd name="connsiteY1149" fmla="*/ 101552 h 801258"/>
                    <a:gd name="connsiteX1150" fmla="*/ 334709 w 927926"/>
                    <a:gd name="connsiteY1150" fmla="*/ 106886 h 801258"/>
                    <a:gd name="connsiteX1151" fmla="*/ 337376 w 927926"/>
                    <a:gd name="connsiteY1151" fmla="*/ 104600 h 801258"/>
                    <a:gd name="connsiteX1152" fmla="*/ 338996 w 927926"/>
                    <a:gd name="connsiteY1152" fmla="*/ 108506 h 801258"/>
                    <a:gd name="connsiteX1153" fmla="*/ 333662 w 927926"/>
                    <a:gd name="connsiteY1153" fmla="*/ 108982 h 801258"/>
                    <a:gd name="connsiteX1154" fmla="*/ 337567 w 927926"/>
                    <a:gd name="connsiteY1154" fmla="*/ 114411 h 801258"/>
                    <a:gd name="connsiteX1155" fmla="*/ 341091 w 927926"/>
                    <a:gd name="connsiteY1155" fmla="*/ 112697 h 801258"/>
                    <a:gd name="connsiteX1156" fmla="*/ 348902 w 927926"/>
                    <a:gd name="connsiteY1156" fmla="*/ 115268 h 801258"/>
                    <a:gd name="connsiteX1157" fmla="*/ 347092 w 927926"/>
                    <a:gd name="connsiteY1157" fmla="*/ 122317 h 801258"/>
                    <a:gd name="connsiteX1158" fmla="*/ 349283 w 927926"/>
                    <a:gd name="connsiteY1158" fmla="*/ 119745 h 801258"/>
                    <a:gd name="connsiteX1159" fmla="*/ 348997 w 927926"/>
                    <a:gd name="connsiteY1159" fmla="*/ 125079 h 801258"/>
                    <a:gd name="connsiteX1160" fmla="*/ 355569 w 927926"/>
                    <a:gd name="connsiteY1160" fmla="*/ 124127 h 801258"/>
                    <a:gd name="connsiteX1161" fmla="*/ 352426 w 927926"/>
                    <a:gd name="connsiteY1161" fmla="*/ 126127 h 801258"/>
                    <a:gd name="connsiteX1162" fmla="*/ 356617 w 927926"/>
                    <a:gd name="connsiteY1162" fmla="*/ 130413 h 801258"/>
                    <a:gd name="connsiteX1163" fmla="*/ 353473 w 927926"/>
                    <a:gd name="connsiteY1163" fmla="*/ 132413 h 801258"/>
                    <a:gd name="connsiteX1164" fmla="*/ 352521 w 927926"/>
                    <a:gd name="connsiteY1164" fmla="*/ 135938 h 801258"/>
                    <a:gd name="connsiteX1165" fmla="*/ 356712 w 927926"/>
                    <a:gd name="connsiteY1165" fmla="*/ 136033 h 801258"/>
                    <a:gd name="connsiteX1166" fmla="*/ 358522 w 927926"/>
                    <a:gd name="connsiteY1166" fmla="*/ 128984 h 801258"/>
                    <a:gd name="connsiteX1167" fmla="*/ 361094 w 927926"/>
                    <a:gd name="connsiteY1167" fmla="*/ 129365 h 801258"/>
                    <a:gd name="connsiteX1168" fmla="*/ 357093 w 927926"/>
                    <a:gd name="connsiteY1168" fmla="*/ 134795 h 801258"/>
                    <a:gd name="connsiteX1169" fmla="*/ 358236 w 927926"/>
                    <a:gd name="connsiteY1169" fmla="*/ 138319 h 801258"/>
                    <a:gd name="connsiteX1170" fmla="*/ 353569 w 927926"/>
                    <a:gd name="connsiteY1170" fmla="*/ 137843 h 801258"/>
                    <a:gd name="connsiteX1171" fmla="*/ 347759 w 927926"/>
                    <a:gd name="connsiteY1171" fmla="*/ 142129 h 801258"/>
                    <a:gd name="connsiteX1172" fmla="*/ 353093 w 927926"/>
                    <a:gd name="connsiteY1172" fmla="*/ 141653 h 801258"/>
                    <a:gd name="connsiteX1173" fmla="*/ 354902 w 927926"/>
                    <a:gd name="connsiteY1173" fmla="*/ 138795 h 801258"/>
                    <a:gd name="connsiteX1174" fmla="*/ 355664 w 927926"/>
                    <a:gd name="connsiteY1174" fmla="*/ 142034 h 801258"/>
                    <a:gd name="connsiteX1175" fmla="*/ 359093 w 927926"/>
                    <a:gd name="connsiteY1175" fmla="*/ 138890 h 801258"/>
                    <a:gd name="connsiteX1176" fmla="*/ 358903 w 927926"/>
                    <a:gd name="connsiteY1176" fmla="*/ 141557 h 801258"/>
                    <a:gd name="connsiteX1177" fmla="*/ 346616 w 927926"/>
                    <a:gd name="connsiteY1177" fmla="*/ 144129 h 801258"/>
                    <a:gd name="connsiteX1178" fmla="*/ 342425 w 927926"/>
                    <a:gd name="connsiteY1178" fmla="*/ 148130 h 801258"/>
                    <a:gd name="connsiteX1179" fmla="*/ 342996 w 927926"/>
                    <a:gd name="connsiteY1179" fmla="*/ 145748 h 801258"/>
                    <a:gd name="connsiteX1180" fmla="*/ 346996 w 927926"/>
                    <a:gd name="connsiteY1180" fmla="*/ 140319 h 801258"/>
                    <a:gd name="connsiteX1181" fmla="*/ 335471 w 927926"/>
                    <a:gd name="connsiteY1181" fmla="*/ 137938 h 801258"/>
                    <a:gd name="connsiteX1182" fmla="*/ 332804 w 927926"/>
                    <a:gd name="connsiteY1182" fmla="*/ 140224 h 801258"/>
                    <a:gd name="connsiteX1183" fmla="*/ 328899 w 927926"/>
                    <a:gd name="connsiteY1183" fmla="*/ 134795 h 801258"/>
                    <a:gd name="connsiteX1184" fmla="*/ 330709 w 927926"/>
                    <a:gd name="connsiteY1184" fmla="*/ 131937 h 801258"/>
                    <a:gd name="connsiteX1185" fmla="*/ 320612 w 927926"/>
                    <a:gd name="connsiteY1185" fmla="*/ 126413 h 801258"/>
                    <a:gd name="connsiteX1186" fmla="*/ 320327 w 927926"/>
                    <a:gd name="connsiteY1186" fmla="*/ 127556 h 801258"/>
                    <a:gd name="connsiteX1187" fmla="*/ 321755 w 927926"/>
                    <a:gd name="connsiteY1187" fmla="*/ 121745 h 801258"/>
                    <a:gd name="connsiteX1188" fmla="*/ 318517 w 927926"/>
                    <a:gd name="connsiteY1188" fmla="*/ 126413 h 801258"/>
                    <a:gd name="connsiteX1189" fmla="*/ 315945 w 927926"/>
                    <a:gd name="connsiteY1189" fmla="*/ 126032 h 801258"/>
                    <a:gd name="connsiteX1190" fmla="*/ 316707 w 927926"/>
                    <a:gd name="connsiteY1190" fmla="*/ 121079 h 801258"/>
                    <a:gd name="connsiteX1191" fmla="*/ 307563 w 927926"/>
                    <a:gd name="connsiteY1191" fmla="*/ 113554 h 801258"/>
                    <a:gd name="connsiteX1192" fmla="*/ 308039 w 927926"/>
                    <a:gd name="connsiteY1192" fmla="*/ 107172 h 801258"/>
                    <a:gd name="connsiteX1193" fmla="*/ 306611 w 927926"/>
                    <a:gd name="connsiteY1193" fmla="*/ 112982 h 801258"/>
                    <a:gd name="connsiteX1194" fmla="*/ 288799 w 927926"/>
                    <a:gd name="connsiteY1194" fmla="*/ 108220 h 801258"/>
                    <a:gd name="connsiteX1195" fmla="*/ 292609 w 927926"/>
                    <a:gd name="connsiteY1195" fmla="*/ 105267 h 801258"/>
                    <a:gd name="connsiteX1196" fmla="*/ 287370 w 927926"/>
                    <a:gd name="connsiteY1196" fmla="*/ 107267 h 801258"/>
                    <a:gd name="connsiteX1197" fmla="*/ 282988 w 927926"/>
                    <a:gd name="connsiteY1197" fmla="*/ 99076 h 801258"/>
                    <a:gd name="connsiteX1198" fmla="*/ 284036 w 927926"/>
                    <a:gd name="connsiteY1198" fmla="*/ 101076 h 801258"/>
                    <a:gd name="connsiteX1199" fmla="*/ 277655 w 927926"/>
                    <a:gd name="connsiteY1199" fmla="*/ 96980 h 801258"/>
                    <a:gd name="connsiteX1200" fmla="*/ 281941 w 927926"/>
                    <a:gd name="connsiteY1200" fmla="*/ 94313 h 801258"/>
                    <a:gd name="connsiteX1201" fmla="*/ 282322 w 927926"/>
                    <a:gd name="connsiteY1201" fmla="*/ 97266 h 801258"/>
                    <a:gd name="connsiteX1202" fmla="*/ 287370 w 927926"/>
                    <a:gd name="connsiteY1202" fmla="*/ 93742 h 801258"/>
                    <a:gd name="connsiteX1203" fmla="*/ 283655 w 927926"/>
                    <a:gd name="connsiteY1203" fmla="*/ 94028 h 801258"/>
                    <a:gd name="connsiteX1204" fmla="*/ 286608 w 927926"/>
                    <a:gd name="connsiteY1204" fmla="*/ 90503 h 801258"/>
                    <a:gd name="connsiteX1205" fmla="*/ 280226 w 927926"/>
                    <a:gd name="connsiteY1205" fmla="*/ 93170 h 801258"/>
                    <a:gd name="connsiteX1206" fmla="*/ 276035 w 927926"/>
                    <a:gd name="connsiteY1206" fmla="*/ 86408 h 801258"/>
                    <a:gd name="connsiteX1207" fmla="*/ 279750 w 927926"/>
                    <a:gd name="connsiteY1207" fmla="*/ 86122 h 801258"/>
                    <a:gd name="connsiteX1208" fmla="*/ 276130 w 927926"/>
                    <a:gd name="connsiteY1208" fmla="*/ 83741 h 801258"/>
                    <a:gd name="connsiteX1209" fmla="*/ 275559 w 927926"/>
                    <a:gd name="connsiteY1209" fmla="*/ 86122 h 801258"/>
                    <a:gd name="connsiteX1210" fmla="*/ 268034 w 927926"/>
                    <a:gd name="connsiteY1210" fmla="*/ 89360 h 801258"/>
                    <a:gd name="connsiteX1211" fmla="*/ 276988 w 927926"/>
                    <a:gd name="connsiteY1211" fmla="*/ 91075 h 801258"/>
                    <a:gd name="connsiteX1212" fmla="*/ 275559 w 927926"/>
                    <a:gd name="connsiteY1212" fmla="*/ 99552 h 801258"/>
                    <a:gd name="connsiteX1213" fmla="*/ 270796 w 927926"/>
                    <a:gd name="connsiteY1213" fmla="*/ 97838 h 801258"/>
                    <a:gd name="connsiteX1214" fmla="*/ 268606 w 927926"/>
                    <a:gd name="connsiteY1214" fmla="*/ 93742 h 801258"/>
                    <a:gd name="connsiteX1215" fmla="*/ 268701 w 927926"/>
                    <a:gd name="connsiteY1215" fmla="*/ 97838 h 801258"/>
                    <a:gd name="connsiteX1216" fmla="*/ 265081 w 927926"/>
                    <a:gd name="connsiteY1216" fmla="*/ 95456 h 801258"/>
                    <a:gd name="connsiteX1217" fmla="*/ 269654 w 927926"/>
                    <a:gd name="connsiteY1217" fmla="*/ 98409 h 801258"/>
                    <a:gd name="connsiteX1218" fmla="*/ 266987 w 927926"/>
                    <a:gd name="connsiteY1218" fmla="*/ 100790 h 801258"/>
                    <a:gd name="connsiteX1219" fmla="*/ 276607 w 927926"/>
                    <a:gd name="connsiteY1219" fmla="*/ 115078 h 801258"/>
                    <a:gd name="connsiteX1220" fmla="*/ 279274 w 927926"/>
                    <a:gd name="connsiteY1220" fmla="*/ 106029 h 801258"/>
                    <a:gd name="connsiteX1221" fmla="*/ 280893 w 927926"/>
                    <a:gd name="connsiteY1221" fmla="*/ 105743 h 801258"/>
                    <a:gd name="connsiteX1222" fmla="*/ 281846 w 927926"/>
                    <a:gd name="connsiteY1222" fmla="*/ 110411 h 801258"/>
                    <a:gd name="connsiteX1223" fmla="*/ 278797 w 927926"/>
                    <a:gd name="connsiteY1223" fmla="*/ 116507 h 801258"/>
                    <a:gd name="connsiteX1224" fmla="*/ 287370 w 927926"/>
                    <a:gd name="connsiteY1224" fmla="*/ 122031 h 801258"/>
                    <a:gd name="connsiteX1225" fmla="*/ 284989 w 927926"/>
                    <a:gd name="connsiteY1225" fmla="*/ 123174 h 801258"/>
                    <a:gd name="connsiteX1226" fmla="*/ 291466 w 927926"/>
                    <a:gd name="connsiteY1226" fmla="*/ 124603 h 801258"/>
                    <a:gd name="connsiteX1227" fmla="*/ 293942 w 927926"/>
                    <a:gd name="connsiteY1227" fmla="*/ 127556 h 801258"/>
                    <a:gd name="connsiteX1228" fmla="*/ 290513 w 927926"/>
                    <a:gd name="connsiteY1228" fmla="*/ 130699 h 801258"/>
                    <a:gd name="connsiteX1229" fmla="*/ 297657 w 927926"/>
                    <a:gd name="connsiteY1229" fmla="*/ 131366 h 801258"/>
                    <a:gd name="connsiteX1230" fmla="*/ 295276 w 927926"/>
                    <a:gd name="connsiteY1230" fmla="*/ 136604 h 801258"/>
                    <a:gd name="connsiteX1231" fmla="*/ 300134 w 927926"/>
                    <a:gd name="connsiteY1231" fmla="*/ 131651 h 801258"/>
                    <a:gd name="connsiteX1232" fmla="*/ 300991 w 927926"/>
                    <a:gd name="connsiteY1232" fmla="*/ 140510 h 801258"/>
                    <a:gd name="connsiteX1233" fmla="*/ 304515 w 927926"/>
                    <a:gd name="connsiteY1233" fmla="*/ 138795 h 801258"/>
                    <a:gd name="connsiteX1234" fmla="*/ 301562 w 927926"/>
                    <a:gd name="connsiteY1234" fmla="*/ 142224 h 801258"/>
                    <a:gd name="connsiteX1235" fmla="*/ 304705 w 927926"/>
                    <a:gd name="connsiteY1235" fmla="*/ 144320 h 801258"/>
                    <a:gd name="connsiteX1236" fmla="*/ 295085 w 927926"/>
                    <a:gd name="connsiteY1236" fmla="*/ 147368 h 801258"/>
                    <a:gd name="connsiteX1237" fmla="*/ 296133 w 927926"/>
                    <a:gd name="connsiteY1237" fmla="*/ 145367 h 801258"/>
                    <a:gd name="connsiteX1238" fmla="*/ 299943 w 927926"/>
                    <a:gd name="connsiteY1238" fmla="*/ 142510 h 801258"/>
                    <a:gd name="connsiteX1239" fmla="*/ 296419 w 927926"/>
                    <a:gd name="connsiteY1239" fmla="*/ 140129 h 801258"/>
                    <a:gd name="connsiteX1240" fmla="*/ 299276 w 927926"/>
                    <a:gd name="connsiteY1240" fmla="*/ 135176 h 801258"/>
                    <a:gd name="connsiteX1241" fmla="*/ 293371 w 927926"/>
                    <a:gd name="connsiteY1241" fmla="*/ 138033 h 801258"/>
                    <a:gd name="connsiteX1242" fmla="*/ 291466 w 927926"/>
                    <a:gd name="connsiteY1242" fmla="*/ 135366 h 801258"/>
                    <a:gd name="connsiteX1243" fmla="*/ 293656 w 927926"/>
                    <a:gd name="connsiteY1243" fmla="*/ 132794 h 801258"/>
                    <a:gd name="connsiteX1244" fmla="*/ 288322 w 927926"/>
                    <a:gd name="connsiteY1244" fmla="*/ 133366 h 801258"/>
                    <a:gd name="connsiteX1245" fmla="*/ 291180 w 927926"/>
                    <a:gd name="connsiteY1245" fmla="*/ 125841 h 801258"/>
                    <a:gd name="connsiteX1246" fmla="*/ 285846 w 927926"/>
                    <a:gd name="connsiteY1246" fmla="*/ 130508 h 801258"/>
                    <a:gd name="connsiteX1247" fmla="*/ 281179 w 927926"/>
                    <a:gd name="connsiteY1247" fmla="*/ 126127 h 801258"/>
                    <a:gd name="connsiteX1248" fmla="*/ 284036 w 927926"/>
                    <a:gd name="connsiteY1248" fmla="*/ 125270 h 801258"/>
                    <a:gd name="connsiteX1249" fmla="*/ 282227 w 927926"/>
                    <a:gd name="connsiteY1249" fmla="*/ 124127 h 801258"/>
                    <a:gd name="connsiteX1250" fmla="*/ 278512 w 927926"/>
                    <a:gd name="connsiteY1250" fmla="*/ 128508 h 801258"/>
                    <a:gd name="connsiteX1251" fmla="*/ 291561 w 927926"/>
                    <a:gd name="connsiteY1251" fmla="*/ 136985 h 801258"/>
                    <a:gd name="connsiteX1252" fmla="*/ 288322 w 927926"/>
                    <a:gd name="connsiteY1252" fmla="*/ 141653 h 801258"/>
                    <a:gd name="connsiteX1253" fmla="*/ 291847 w 927926"/>
                    <a:gd name="connsiteY1253" fmla="*/ 139938 h 801258"/>
                    <a:gd name="connsiteX1254" fmla="*/ 295085 w 927926"/>
                    <a:gd name="connsiteY1254" fmla="*/ 139367 h 801258"/>
                    <a:gd name="connsiteX1255" fmla="*/ 295847 w 927926"/>
                    <a:gd name="connsiteY1255" fmla="*/ 142605 h 801258"/>
                    <a:gd name="connsiteX1256" fmla="*/ 296419 w 927926"/>
                    <a:gd name="connsiteY1256" fmla="*/ 144415 h 801258"/>
                    <a:gd name="connsiteX1257" fmla="*/ 289942 w 927926"/>
                    <a:gd name="connsiteY1257" fmla="*/ 145463 h 801258"/>
                    <a:gd name="connsiteX1258" fmla="*/ 297276 w 927926"/>
                    <a:gd name="connsiteY1258" fmla="*/ 149082 h 801258"/>
                    <a:gd name="connsiteX1259" fmla="*/ 298610 w 927926"/>
                    <a:gd name="connsiteY1259" fmla="*/ 154130 h 801258"/>
                    <a:gd name="connsiteX1260" fmla="*/ 294323 w 927926"/>
                    <a:gd name="connsiteY1260" fmla="*/ 156702 h 801258"/>
                    <a:gd name="connsiteX1261" fmla="*/ 304039 w 927926"/>
                    <a:gd name="connsiteY1261" fmla="*/ 155083 h 801258"/>
                    <a:gd name="connsiteX1262" fmla="*/ 312897 w 927926"/>
                    <a:gd name="connsiteY1262" fmla="*/ 165179 h 801258"/>
                    <a:gd name="connsiteX1263" fmla="*/ 316897 w 927926"/>
                    <a:gd name="connsiteY1263" fmla="*/ 167942 h 801258"/>
                    <a:gd name="connsiteX1264" fmla="*/ 312135 w 927926"/>
                    <a:gd name="connsiteY1264" fmla="*/ 170132 h 801258"/>
                    <a:gd name="connsiteX1265" fmla="*/ 318231 w 927926"/>
                    <a:gd name="connsiteY1265" fmla="*/ 168799 h 801258"/>
                    <a:gd name="connsiteX1266" fmla="*/ 317755 w 927926"/>
                    <a:gd name="connsiteY1266" fmla="*/ 172609 h 801258"/>
                    <a:gd name="connsiteX1267" fmla="*/ 321470 w 927926"/>
                    <a:gd name="connsiteY1267" fmla="*/ 172418 h 801258"/>
                    <a:gd name="connsiteX1268" fmla="*/ 319374 w 927926"/>
                    <a:gd name="connsiteY1268" fmla="*/ 172418 h 801258"/>
                    <a:gd name="connsiteX1269" fmla="*/ 317660 w 927926"/>
                    <a:gd name="connsiteY1269" fmla="*/ 176800 h 801258"/>
                    <a:gd name="connsiteX1270" fmla="*/ 321088 w 927926"/>
                    <a:gd name="connsiteY1270" fmla="*/ 173657 h 801258"/>
                    <a:gd name="connsiteX1271" fmla="*/ 319374 w 927926"/>
                    <a:gd name="connsiteY1271" fmla="*/ 186134 h 801258"/>
                    <a:gd name="connsiteX1272" fmla="*/ 324613 w 927926"/>
                    <a:gd name="connsiteY1272" fmla="*/ 184229 h 801258"/>
                    <a:gd name="connsiteX1273" fmla="*/ 323184 w 927926"/>
                    <a:gd name="connsiteY1273" fmla="*/ 181848 h 801258"/>
                    <a:gd name="connsiteX1274" fmla="*/ 320422 w 927926"/>
                    <a:gd name="connsiteY1274" fmla="*/ 178610 h 801258"/>
                    <a:gd name="connsiteX1275" fmla="*/ 321946 w 927926"/>
                    <a:gd name="connsiteY1275" fmla="*/ 176895 h 801258"/>
                    <a:gd name="connsiteX1276" fmla="*/ 326613 w 927926"/>
                    <a:gd name="connsiteY1276" fmla="*/ 182801 h 801258"/>
                    <a:gd name="connsiteX1277" fmla="*/ 326042 w 927926"/>
                    <a:gd name="connsiteY1277" fmla="*/ 180991 h 801258"/>
                    <a:gd name="connsiteX1278" fmla="*/ 327661 w 927926"/>
                    <a:gd name="connsiteY1278" fmla="*/ 180705 h 801258"/>
                    <a:gd name="connsiteX1279" fmla="*/ 327185 w 927926"/>
                    <a:gd name="connsiteY1279" fmla="*/ 184515 h 801258"/>
                    <a:gd name="connsiteX1280" fmla="*/ 336900 w 927926"/>
                    <a:gd name="connsiteY1280" fmla="*/ 181562 h 801258"/>
                    <a:gd name="connsiteX1281" fmla="*/ 339567 w 927926"/>
                    <a:gd name="connsiteY1281" fmla="*/ 183372 h 801258"/>
                    <a:gd name="connsiteX1282" fmla="*/ 338519 w 927926"/>
                    <a:gd name="connsiteY1282" fmla="*/ 185372 h 801258"/>
                    <a:gd name="connsiteX1283" fmla="*/ 333852 w 927926"/>
                    <a:gd name="connsiteY1283" fmla="*/ 189087 h 801258"/>
                    <a:gd name="connsiteX1284" fmla="*/ 338805 w 927926"/>
                    <a:gd name="connsiteY1284" fmla="*/ 188325 h 801258"/>
                    <a:gd name="connsiteX1285" fmla="*/ 339472 w 927926"/>
                    <a:gd name="connsiteY1285" fmla="*/ 186039 h 801258"/>
                    <a:gd name="connsiteX1286" fmla="*/ 341472 w 927926"/>
                    <a:gd name="connsiteY1286" fmla="*/ 190135 h 801258"/>
                    <a:gd name="connsiteX1287" fmla="*/ 342520 w 927926"/>
                    <a:gd name="connsiteY1287" fmla="*/ 188135 h 801258"/>
                    <a:gd name="connsiteX1288" fmla="*/ 346806 w 927926"/>
                    <a:gd name="connsiteY1288" fmla="*/ 193754 h 801258"/>
                    <a:gd name="connsiteX1289" fmla="*/ 340234 w 927926"/>
                    <a:gd name="connsiteY1289" fmla="*/ 194707 h 801258"/>
                    <a:gd name="connsiteX1290" fmla="*/ 341472 w 927926"/>
                    <a:gd name="connsiteY1290" fmla="*/ 199660 h 801258"/>
                    <a:gd name="connsiteX1291" fmla="*/ 346425 w 927926"/>
                    <a:gd name="connsiteY1291" fmla="*/ 194897 h 801258"/>
                    <a:gd name="connsiteX1292" fmla="*/ 346044 w 927926"/>
                    <a:gd name="connsiteY1292" fmla="*/ 200136 h 801258"/>
                    <a:gd name="connsiteX1293" fmla="*/ 350997 w 927926"/>
                    <a:gd name="connsiteY1293" fmla="*/ 195374 h 801258"/>
                    <a:gd name="connsiteX1294" fmla="*/ 351664 w 927926"/>
                    <a:gd name="connsiteY1294" fmla="*/ 193088 h 801258"/>
                    <a:gd name="connsiteX1295" fmla="*/ 349473 w 927926"/>
                    <a:gd name="connsiteY1295" fmla="*/ 191564 h 801258"/>
                    <a:gd name="connsiteX1296" fmla="*/ 353950 w 927926"/>
                    <a:gd name="connsiteY1296" fmla="*/ 190516 h 801258"/>
                    <a:gd name="connsiteX1297" fmla="*/ 353378 w 927926"/>
                    <a:gd name="connsiteY1297" fmla="*/ 188706 h 801258"/>
                    <a:gd name="connsiteX1298" fmla="*/ 356045 w 927926"/>
                    <a:gd name="connsiteY1298" fmla="*/ 190516 h 801258"/>
                    <a:gd name="connsiteX1299" fmla="*/ 359093 w 927926"/>
                    <a:gd name="connsiteY1299" fmla="*/ 187087 h 801258"/>
                    <a:gd name="connsiteX1300" fmla="*/ 365475 w 927926"/>
                    <a:gd name="connsiteY1300" fmla="*/ 194326 h 801258"/>
                    <a:gd name="connsiteX1301" fmla="*/ 361760 w 927926"/>
                    <a:gd name="connsiteY1301" fmla="*/ 200041 h 801258"/>
                    <a:gd name="connsiteX1302" fmla="*/ 356617 w 927926"/>
                    <a:gd name="connsiteY1302" fmla="*/ 197755 h 801258"/>
                    <a:gd name="connsiteX1303" fmla="*/ 362522 w 927926"/>
                    <a:gd name="connsiteY1303" fmla="*/ 204803 h 801258"/>
                    <a:gd name="connsiteX1304" fmla="*/ 358808 w 927926"/>
                    <a:gd name="connsiteY1304" fmla="*/ 199374 h 801258"/>
                    <a:gd name="connsiteX1305" fmla="*/ 348330 w 927926"/>
                    <a:gd name="connsiteY1305" fmla="*/ 208613 h 801258"/>
                    <a:gd name="connsiteX1306" fmla="*/ 353188 w 927926"/>
                    <a:gd name="connsiteY1306" fmla="*/ 207947 h 801258"/>
                    <a:gd name="connsiteX1307" fmla="*/ 350711 w 927926"/>
                    <a:gd name="connsiteY1307" fmla="*/ 207566 h 801258"/>
                    <a:gd name="connsiteX1308" fmla="*/ 356712 w 927926"/>
                    <a:gd name="connsiteY1308" fmla="*/ 204899 h 801258"/>
                    <a:gd name="connsiteX1309" fmla="*/ 358617 w 927926"/>
                    <a:gd name="connsiteY1309" fmla="*/ 209090 h 801258"/>
                    <a:gd name="connsiteX1310" fmla="*/ 356903 w 927926"/>
                    <a:gd name="connsiteY1310" fmla="*/ 213376 h 801258"/>
                    <a:gd name="connsiteX1311" fmla="*/ 354712 w 927926"/>
                    <a:gd name="connsiteY1311" fmla="*/ 211852 h 801258"/>
                    <a:gd name="connsiteX1312" fmla="*/ 357760 w 927926"/>
                    <a:gd name="connsiteY1312" fmla="*/ 214043 h 801258"/>
                    <a:gd name="connsiteX1313" fmla="*/ 354236 w 927926"/>
                    <a:gd name="connsiteY1313" fmla="*/ 217091 h 801258"/>
                    <a:gd name="connsiteX1314" fmla="*/ 357474 w 927926"/>
                    <a:gd name="connsiteY1314" fmla="*/ 216614 h 801258"/>
                    <a:gd name="connsiteX1315" fmla="*/ 365475 w 927926"/>
                    <a:gd name="connsiteY1315" fmla="*/ 212519 h 801258"/>
                    <a:gd name="connsiteX1316" fmla="*/ 362046 w 927926"/>
                    <a:gd name="connsiteY1316" fmla="*/ 217091 h 801258"/>
                    <a:gd name="connsiteX1317" fmla="*/ 364522 w 927926"/>
                    <a:gd name="connsiteY1317" fmla="*/ 217472 h 801258"/>
                    <a:gd name="connsiteX1318" fmla="*/ 361665 w 927926"/>
                    <a:gd name="connsiteY1318" fmla="*/ 223758 h 801258"/>
                    <a:gd name="connsiteX1319" fmla="*/ 366523 w 927926"/>
                    <a:gd name="connsiteY1319" fmla="*/ 223091 h 801258"/>
                    <a:gd name="connsiteX1320" fmla="*/ 366332 w 927926"/>
                    <a:gd name="connsiteY1320" fmla="*/ 220139 h 801258"/>
                    <a:gd name="connsiteX1321" fmla="*/ 369666 w 927926"/>
                    <a:gd name="connsiteY1321" fmla="*/ 221186 h 801258"/>
                    <a:gd name="connsiteX1322" fmla="*/ 365951 w 927926"/>
                    <a:gd name="connsiteY1322" fmla="*/ 226901 h 801258"/>
                    <a:gd name="connsiteX1323" fmla="*/ 369571 w 927926"/>
                    <a:gd name="connsiteY1323" fmla="*/ 225282 h 801258"/>
                    <a:gd name="connsiteX1324" fmla="*/ 373667 w 927926"/>
                    <a:gd name="connsiteY1324" fmla="*/ 218424 h 801258"/>
                    <a:gd name="connsiteX1325" fmla="*/ 376905 w 927926"/>
                    <a:gd name="connsiteY1325" fmla="*/ 223568 h 801258"/>
                    <a:gd name="connsiteX1326" fmla="*/ 371095 w 927926"/>
                    <a:gd name="connsiteY1326" fmla="*/ 223568 h 801258"/>
                    <a:gd name="connsiteX1327" fmla="*/ 375286 w 927926"/>
                    <a:gd name="connsiteY1327" fmla="*/ 230807 h 801258"/>
                    <a:gd name="connsiteX1328" fmla="*/ 369190 w 927926"/>
                    <a:gd name="connsiteY1328" fmla="*/ 231950 h 801258"/>
                    <a:gd name="connsiteX1329" fmla="*/ 369761 w 927926"/>
                    <a:gd name="connsiteY1329" fmla="*/ 228140 h 801258"/>
                    <a:gd name="connsiteX1330" fmla="*/ 367285 w 927926"/>
                    <a:gd name="connsiteY1330" fmla="*/ 227759 h 801258"/>
                    <a:gd name="connsiteX1331" fmla="*/ 363665 w 927926"/>
                    <a:gd name="connsiteY1331" fmla="*/ 229378 h 801258"/>
                    <a:gd name="connsiteX1332" fmla="*/ 363761 w 927926"/>
                    <a:gd name="connsiteY1332" fmla="*/ 225282 h 801258"/>
                    <a:gd name="connsiteX1333" fmla="*/ 360998 w 927926"/>
                    <a:gd name="connsiteY1333" fmla="*/ 233093 h 801258"/>
                    <a:gd name="connsiteX1334" fmla="*/ 366142 w 927926"/>
                    <a:gd name="connsiteY1334" fmla="*/ 229854 h 801258"/>
                    <a:gd name="connsiteX1335" fmla="*/ 364808 w 927926"/>
                    <a:gd name="connsiteY1335" fmla="*/ 234426 h 801258"/>
                    <a:gd name="connsiteX1336" fmla="*/ 369190 w 927926"/>
                    <a:gd name="connsiteY1336" fmla="*/ 231950 h 801258"/>
                    <a:gd name="connsiteX1337" fmla="*/ 366523 w 927926"/>
                    <a:gd name="connsiteY1337" fmla="*/ 235664 h 801258"/>
                    <a:gd name="connsiteX1338" fmla="*/ 370904 w 927926"/>
                    <a:gd name="connsiteY1338" fmla="*/ 233188 h 801258"/>
                    <a:gd name="connsiteX1339" fmla="*/ 367285 w 927926"/>
                    <a:gd name="connsiteY1339" fmla="*/ 240332 h 801258"/>
                    <a:gd name="connsiteX1340" fmla="*/ 373476 w 927926"/>
                    <a:gd name="connsiteY1340" fmla="*/ 246142 h 801258"/>
                    <a:gd name="connsiteX1341" fmla="*/ 371762 w 927926"/>
                    <a:gd name="connsiteY1341" fmla="*/ 244904 h 801258"/>
                    <a:gd name="connsiteX1342" fmla="*/ 371000 w 927926"/>
                    <a:gd name="connsiteY1342" fmla="*/ 245761 h 801258"/>
                    <a:gd name="connsiteX1343" fmla="*/ 372047 w 927926"/>
                    <a:gd name="connsiteY1343" fmla="*/ 242332 h 801258"/>
                    <a:gd name="connsiteX1344" fmla="*/ 361760 w 927926"/>
                    <a:gd name="connsiteY1344" fmla="*/ 243380 h 801258"/>
                    <a:gd name="connsiteX1345" fmla="*/ 362808 w 927926"/>
                    <a:gd name="connsiteY1345" fmla="*/ 239951 h 801258"/>
                    <a:gd name="connsiteX1346" fmla="*/ 359284 w 927926"/>
                    <a:gd name="connsiteY1346" fmla="*/ 242999 h 801258"/>
                    <a:gd name="connsiteX1347" fmla="*/ 360713 w 927926"/>
                    <a:gd name="connsiteY1347" fmla="*/ 245380 h 801258"/>
                    <a:gd name="connsiteX1348" fmla="*/ 366999 w 927926"/>
                    <a:gd name="connsiteY1348" fmla="*/ 247094 h 801258"/>
                    <a:gd name="connsiteX1349" fmla="*/ 363475 w 927926"/>
                    <a:gd name="connsiteY1349" fmla="*/ 250142 h 801258"/>
                    <a:gd name="connsiteX1350" fmla="*/ 361760 w 927926"/>
                    <a:gd name="connsiteY1350" fmla="*/ 248904 h 801258"/>
                    <a:gd name="connsiteX1351" fmla="*/ 364046 w 927926"/>
                    <a:gd name="connsiteY1351" fmla="*/ 251952 h 801258"/>
                    <a:gd name="connsiteX1352" fmla="*/ 366904 w 927926"/>
                    <a:gd name="connsiteY1352" fmla="*/ 251190 h 801258"/>
                    <a:gd name="connsiteX1353" fmla="*/ 371571 w 927926"/>
                    <a:gd name="connsiteY1353" fmla="*/ 247571 h 801258"/>
                    <a:gd name="connsiteX1354" fmla="*/ 368142 w 927926"/>
                    <a:gd name="connsiteY1354" fmla="*/ 252047 h 801258"/>
                    <a:gd name="connsiteX1355" fmla="*/ 378905 w 927926"/>
                    <a:gd name="connsiteY1355" fmla="*/ 245856 h 801258"/>
                    <a:gd name="connsiteX1356" fmla="*/ 376714 w 927926"/>
                    <a:gd name="connsiteY1356" fmla="*/ 249857 h 801258"/>
                    <a:gd name="connsiteX1357" fmla="*/ 375095 w 927926"/>
                    <a:gd name="connsiteY1357" fmla="*/ 250047 h 801258"/>
                    <a:gd name="connsiteX1358" fmla="*/ 372905 w 927926"/>
                    <a:gd name="connsiteY1358" fmla="*/ 254048 h 801258"/>
                    <a:gd name="connsiteX1359" fmla="*/ 380620 w 927926"/>
                    <a:gd name="connsiteY1359" fmla="*/ 251190 h 801258"/>
                    <a:gd name="connsiteX1360" fmla="*/ 377953 w 927926"/>
                    <a:gd name="connsiteY1360" fmla="*/ 254905 h 801258"/>
                    <a:gd name="connsiteX1361" fmla="*/ 375191 w 927926"/>
                    <a:gd name="connsiteY1361" fmla="*/ 257096 h 801258"/>
                    <a:gd name="connsiteX1362" fmla="*/ 373571 w 927926"/>
                    <a:gd name="connsiteY1362" fmla="*/ 257286 h 801258"/>
                    <a:gd name="connsiteX1363" fmla="*/ 372619 w 927926"/>
                    <a:gd name="connsiteY1363" fmla="*/ 255191 h 801258"/>
                    <a:gd name="connsiteX1364" fmla="*/ 367952 w 927926"/>
                    <a:gd name="connsiteY1364" fmla="*/ 260239 h 801258"/>
                    <a:gd name="connsiteX1365" fmla="*/ 375762 w 927926"/>
                    <a:gd name="connsiteY1365" fmla="*/ 258810 h 801258"/>
                    <a:gd name="connsiteX1366" fmla="*/ 374143 w 927926"/>
                    <a:gd name="connsiteY1366" fmla="*/ 266049 h 801258"/>
                    <a:gd name="connsiteX1367" fmla="*/ 374714 w 927926"/>
                    <a:gd name="connsiteY1367" fmla="*/ 262239 h 801258"/>
                    <a:gd name="connsiteX1368" fmla="*/ 366046 w 927926"/>
                    <a:gd name="connsiteY1368" fmla="*/ 263001 h 801258"/>
                    <a:gd name="connsiteX1369" fmla="*/ 363380 w 927926"/>
                    <a:gd name="connsiteY1369" fmla="*/ 266621 h 801258"/>
                    <a:gd name="connsiteX1370" fmla="*/ 361189 w 927926"/>
                    <a:gd name="connsiteY1370" fmla="*/ 263573 h 801258"/>
                    <a:gd name="connsiteX1371" fmla="*/ 363475 w 927926"/>
                    <a:gd name="connsiteY1371" fmla="*/ 254048 h 801258"/>
                    <a:gd name="connsiteX1372" fmla="*/ 358236 w 927926"/>
                    <a:gd name="connsiteY1372" fmla="*/ 255857 h 801258"/>
                    <a:gd name="connsiteX1373" fmla="*/ 358427 w 927926"/>
                    <a:gd name="connsiteY1373" fmla="*/ 251762 h 801258"/>
                    <a:gd name="connsiteX1374" fmla="*/ 361379 w 927926"/>
                    <a:gd name="connsiteY1374" fmla="*/ 246904 h 801258"/>
                    <a:gd name="connsiteX1375" fmla="*/ 358903 w 927926"/>
                    <a:gd name="connsiteY1375" fmla="*/ 246523 h 801258"/>
                    <a:gd name="connsiteX1376" fmla="*/ 358617 w 927926"/>
                    <a:gd name="connsiteY1376" fmla="*/ 249095 h 801258"/>
                    <a:gd name="connsiteX1377" fmla="*/ 354521 w 927926"/>
                    <a:gd name="connsiteY1377" fmla="*/ 248904 h 801258"/>
                    <a:gd name="connsiteX1378" fmla="*/ 351188 w 927926"/>
                    <a:gd name="connsiteY1378" fmla="*/ 254905 h 801258"/>
                    <a:gd name="connsiteX1379" fmla="*/ 350616 w 927926"/>
                    <a:gd name="connsiteY1379" fmla="*/ 251666 h 801258"/>
                    <a:gd name="connsiteX1380" fmla="*/ 352807 w 927926"/>
                    <a:gd name="connsiteY1380" fmla="*/ 247666 h 801258"/>
                    <a:gd name="connsiteX1381" fmla="*/ 348521 w 927926"/>
                    <a:gd name="connsiteY1381" fmla="*/ 244618 h 801258"/>
                    <a:gd name="connsiteX1382" fmla="*/ 350902 w 927926"/>
                    <a:gd name="connsiteY1382" fmla="*/ 249095 h 801258"/>
                    <a:gd name="connsiteX1383" fmla="*/ 345187 w 927926"/>
                    <a:gd name="connsiteY1383" fmla="*/ 263096 h 801258"/>
                    <a:gd name="connsiteX1384" fmla="*/ 348521 w 927926"/>
                    <a:gd name="connsiteY1384" fmla="*/ 264144 h 801258"/>
                    <a:gd name="connsiteX1385" fmla="*/ 352330 w 927926"/>
                    <a:gd name="connsiteY1385" fmla="*/ 259953 h 801258"/>
                    <a:gd name="connsiteX1386" fmla="*/ 348235 w 927926"/>
                    <a:gd name="connsiteY1386" fmla="*/ 259763 h 801258"/>
                    <a:gd name="connsiteX1387" fmla="*/ 348806 w 927926"/>
                    <a:gd name="connsiteY1387" fmla="*/ 256048 h 801258"/>
                    <a:gd name="connsiteX1388" fmla="*/ 353759 w 927926"/>
                    <a:gd name="connsiteY1388" fmla="*/ 256810 h 801258"/>
                    <a:gd name="connsiteX1389" fmla="*/ 352807 w 927926"/>
                    <a:gd name="connsiteY1389" fmla="*/ 261763 h 801258"/>
                    <a:gd name="connsiteX1390" fmla="*/ 355379 w 927926"/>
                    <a:gd name="connsiteY1390" fmla="*/ 249666 h 801258"/>
                    <a:gd name="connsiteX1391" fmla="*/ 354997 w 927926"/>
                    <a:gd name="connsiteY1391" fmla="*/ 263287 h 801258"/>
                    <a:gd name="connsiteX1392" fmla="*/ 356998 w 927926"/>
                    <a:gd name="connsiteY1392" fmla="*/ 261953 h 801258"/>
                    <a:gd name="connsiteX1393" fmla="*/ 357855 w 927926"/>
                    <a:gd name="connsiteY1393" fmla="*/ 262525 h 801258"/>
                    <a:gd name="connsiteX1394" fmla="*/ 358903 w 927926"/>
                    <a:gd name="connsiteY1394" fmla="*/ 259096 h 801258"/>
                    <a:gd name="connsiteX1395" fmla="*/ 359284 w 927926"/>
                    <a:gd name="connsiteY1395" fmla="*/ 264906 h 801258"/>
                    <a:gd name="connsiteX1396" fmla="*/ 355283 w 927926"/>
                    <a:gd name="connsiteY1396" fmla="*/ 266144 h 801258"/>
                    <a:gd name="connsiteX1397" fmla="*/ 355474 w 927926"/>
                    <a:gd name="connsiteY1397" fmla="*/ 269097 h 801258"/>
                    <a:gd name="connsiteX1398" fmla="*/ 359951 w 927926"/>
                    <a:gd name="connsiteY1398" fmla="*/ 268145 h 801258"/>
                    <a:gd name="connsiteX1399" fmla="*/ 357093 w 927926"/>
                    <a:gd name="connsiteY1399" fmla="*/ 275860 h 801258"/>
                    <a:gd name="connsiteX1400" fmla="*/ 361665 w 927926"/>
                    <a:gd name="connsiteY1400" fmla="*/ 276336 h 801258"/>
                    <a:gd name="connsiteX1401" fmla="*/ 359855 w 927926"/>
                    <a:gd name="connsiteY1401" fmla="*/ 280622 h 801258"/>
                    <a:gd name="connsiteX1402" fmla="*/ 350045 w 927926"/>
                    <a:gd name="connsiteY1402" fmla="*/ 268049 h 801258"/>
                    <a:gd name="connsiteX1403" fmla="*/ 343663 w 927926"/>
                    <a:gd name="connsiteY1403" fmla="*/ 264906 h 801258"/>
                    <a:gd name="connsiteX1404" fmla="*/ 340901 w 927926"/>
                    <a:gd name="connsiteY1404" fmla="*/ 267097 h 801258"/>
                    <a:gd name="connsiteX1405" fmla="*/ 339186 w 927926"/>
                    <a:gd name="connsiteY1405" fmla="*/ 272812 h 801258"/>
                    <a:gd name="connsiteX1406" fmla="*/ 343758 w 927926"/>
                    <a:gd name="connsiteY1406" fmla="*/ 267764 h 801258"/>
                    <a:gd name="connsiteX1407" fmla="*/ 346806 w 927926"/>
                    <a:gd name="connsiteY1407" fmla="*/ 269954 h 801258"/>
                    <a:gd name="connsiteX1408" fmla="*/ 343472 w 927926"/>
                    <a:gd name="connsiteY1408" fmla="*/ 268907 h 801258"/>
                    <a:gd name="connsiteX1409" fmla="*/ 343568 w 927926"/>
                    <a:gd name="connsiteY1409" fmla="*/ 277289 h 801258"/>
                    <a:gd name="connsiteX1410" fmla="*/ 343758 w 927926"/>
                    <a:gd name="connsiteY1410" fmla="*/ 273193 h 801258"/>
                    <a:gd name="connsiteX1411" fmla="*/ 349663 w 927926"/>
                    <a:gd name="connsiteY1411" fmla="*/ 289957 h 801258"/>
                    <a:gd name="connsiteX1412" fmla="*/ 351854 w 927926"/>
                    <a:gd name="connsiteY1412" fmla="*/ 292910 h 801258"/>
                    <a:gd name="connsiteX1413" fmla="*/ 352902 w 927926"/>
                    <a:gd name="connsiteY1413" fmla="*/ 289481 h 801258"/>
                    <a:gd name="connsiteX1414" fmla="*/ 355188 w 927926"/>
                    <a:gd name="connsiteY1414" fmla="*/ 287004 h 801258"/>
                    <a:gd name="connsiteX1415" fmla="*/ 357760 w 927926"/>
                    <a:gd name="connsiteY1415" fmla="*/ 288814 h 801258"/>
                    <a:gd name="connsiteX1416" fmla="*/ 361094 w 927926"/>
                    <a:gd name="connsiteY1416" fmla="*/ 281384 h 801258"/>
                    <a:gd name="connsiteX1417" fmla="*/ 365761 w 927926"/>
                    <a:gd name="connsiteY1417" fmla="*/ 291671 h 801258"/>
                    <a:gd name="connsiteX1418" fmla="*/ 366618 w 927926"/>
                    <a:gd name="connsiteY1418" fmla="*/ 292338 h 801258"/>
                    <a:gd name="connsiteX1419" fmla="*/ 362713 w 927926"/>
                    <a:gd name="connsiteY1419" fmla="*/ 296529 h 801258"/>
                    <a:gd name="connsiteX1420" fmla="*/ 366809 w 927926"/>
                    <a:gd name="connsiteY1420" fmla="*/ 295291 h 801258"/>
                    <a:gd name="connsiteX1421" fmla="*/ 368237 w 927926"/>
                    <a:gd name="connsiteY1421" fmla="*/ 299101 h 801258"/>
                    <a:gd name="connsiteX1422" fmla="*/ 357760 w 927926"/>
                    <a:gd name="connsiteY1422" fmla="*/ 295767 h 801258"/>
                    <a:gd name="connsiteX1423" fmla="*/ 355379 w 927926"/>
                    <a:gd name="connsiteY1423" fmla="*/ 296815 h 801258"/>
                    <a:gd name="connsiteX1424" fmla="*/ 350330 w 927926"/>
                    <a:gd name="connsiteY1424" fmla="*/ 302911 h 801258"/>
                    <a:gd name="connsiteX1425" fmla="*/ 349092 w 927926"/>
                    <a:gd name="connsiteY1425" fmla="*/ 301958 h 801258"/>
                    <a:gd name="connsiteX1426" fmla="*/ 348806 w 927926"/>
                    <a:gd name="connsiteY1426" fmla="*/ 296148 h 801258"/>
                    <a:gd name="connsiteX1427" fmla="*/ 348616 w 927926"/>
                    <a:gd name="connsiteY1427" fmla="*/ 300149 h 801258"/>
                    <a:gd name="connsiteX1428" fmla="*/ 338329 w 927926"/>
                    <a:gd name="connsiteY1428" fmla="*/ 292814 h 801258"/>
                    <a:gd name="connsiteX1429" fmla="*/ 330804 w 927926"/>
                    <a:gd name="connsiteY1429" fmla="*/ 297196 h 801258"/>
                    <a:gd name="connsiteX1430" fmla="*/ 336995 w 927926"/>
                    <a:gd name="connsiteY1430" fmla="*/ 290528 h 801258"/>
                    <a:gd name="connsiteX1431" fmla="*/ 331756 w 927926"/>
                    <a:gd name="connsiteY1431" fmla="*/ 292338 h 801258"/>
                    <a:gd name="connsiteX1432" fmla="*/ 330709 w 927926"/>
                    <a:gd name="connsiteY1432" fmla="*/ 295767 h 801258"/>
                    <a:gd name="connsiteX1433" fmla="*/ 325851 w 927926"/>
                    <a:gd name="connsiteY1433" fmla="*/ 296434 h 801258"/>
                    <a:gd name="connsiteX1434" fmla="*/ 329661 w 927926"/>
                    <a:gd name="connsiteY1434" fmla="*/ 292243 h 801258"/>
                    <a:gd name="connsiteX1435" fmla="*/ 326708 w 927926"/>
                    <a:gd name="connsiteY1435" fmla="*/ 290147 h 801258"/>
                    <a:gd name="connsiteX1436" fmla="*/ 322422 w 927926"/>
                    <a:gd name="connsiteY1436" fmla="*/ 294053 h 801258"/>
                    <a:gd name="connsiteX1437" fmla="*/ 323279 w 927926"/>
                    <a:gd name="connsiteY1437" fmla="*/ 287766 h 801258"/>
                    <a:gd name="connsiteX1438" fmla="*/ 313278 w 927926"/>
                    <a:gd name="connsiteY1438" fmla="*/ 283385 h 801258"/>
                    <a:gd name="connsiteX1439" fmla="*/ 315088 w 927926"/>
                    <a:gd name="connsiteY1439" fmla="*/ 279098 h 801258"/>
                    <a:gd name="connsiteX1440" fmla="*/ 311754 w 927926"/>
                    <a:gd name="connsiteY1440" fmla="*/ 285099 h 801258"/>
                    <a:gd name="connsiteX1441" fmla="*/ 309087 w 927926"/>
                    <a:gd name="connsiteY1441" fmla="*/ 281861 h 801258"/>
                    <a:gd name="connsiteX1442" fmla="*/ 309182 w 927926"/>
                    <a:gd name="connsiteY1442" fmla="*/ 276336 h 801258"/>
                    <a:gd name="connsiteX1443" fmla="*/ 304896 w 927926"/>
                    <a:gd name="connsiteY1443" fmla="*/ 280241 h 801258"/>
                    <a:gd name="connsiteX1444" fmla="*/ 304039 w 927926"/>
                    <a:gd name="connsiteY1444" fmla="*/ 279670 h 801258"/>
                    <a:gd name="connsiteX1445" fmla="*/ 310992 w 927926"/>
                    <a:gd name="connsiteY1445" fmla="*/ 273479 h 801258"/>
                    <a:gd name="connsiteX1446" fmla="*/ 306992 w 927926"/>
                    <a:gd name="connsiteY1446" fmla="*/ 274812 h 801258"/>
                    <a:gd name="connsiteX1447" fmla="*/ 303563 w 927926"/>
                    <a:gd name="connsiteY1447" fmla="*/ 279384 h 801258"/>
                    <a:gd name="connsiteX1448" fmla="*/ 299181 w 927926"/>
                    <a:gd name="connsiteY1448" fmla="*/ 273479 h 801258"/>
                    <a:gd name="connsiteX1449" fmla="*/ 294323 w 927926"/>
                    <a:gd name="connsiteY1449" fmla="*/ 274241 h 801258"/>
                    <a:gd name="connsiteX1450" fmla="*/ 296133 w 927926"/>
                    <a:gd name="connsiteY1450" fmla="*/ 269954 h 801258"/>
                    <a:gd name="connsiteX1451" fmla="*/ 292704 w 927926"/>
                    <a:gd name="connsiteY1451" fmla="*/ 273002 h 801258"/>
                    <a:gd name="connsiteX1452" fmla="*/ 292037 w 927926"/>
                    <a:gd name="connsiteY1452" fmla="*/ 275288 h 801258"/>
                    <a:gd name="connsiteX1453" fmla="*/ 283655 w 927926"/>
                    <a:gd name="connsiteY1453" fmla="*/ 270716 h 801258"/>
                    <a:gd name="connsiteX1454" fmla="*/ 282608 w 927926"/>
                    <a:gd name="connsiteY1454" fmla="*/ 267287 h 801258"/>
                    <a:gd name="connsiteX1455" fmla="*/ 282322 w 927926"/>
                    <a:gd name="connsiteY1455" fmla="*/ 263001 h 801258"/>
                    <a:gd name="connsiteX1456" fmla="*/ 283370 w 927926"/>
                    <a:gd name="connsiteY1456" fmla="*/ 266430 h 801258"/>
                    <a:gd name="connsiteX1457" fmla="*/ 289180 w 927926"/>
                    <a:gd name="connsiteY1457" fmla="*/ 262239 h 801258"/>
                    <a:gd name="connsiteX1458" fmla="*/ 289370 w 927926"/>
                    <a:gd name="connsiteY1458" fmla="*/ 259667 h 801258"/>
                    <a:gd name="connsiteX1459" fmla="*/ 284417 w 927926"/>
                    <a:gd name="connsiteY1459" fmla="*/ 264525 h 801258"/>
                    <a:gd name="connsiteX1460" fmla="*/ 284989 w 927926"/>
                    <a:gd name="connsiteY1460" fmla="*/ 260810 h 801258"/>
                    <a:gd name="connsiteX1461" fmla="*/ 288132 w 927926"/>
                    <a:gd name="connsiteY1461" fmla="*/ 258810 h 801258"/>
                    <a:gd name="connsiteX1462" fmla="*/ 285465 w 927926"/>
                    <a:gd name="connsiteY1462" fmla="*/ 255572 h 801258"/>
                    <a:gd name="connsiteX1463" fmla="*/ 286132 w 927926"/>
                    <a:gd name="connsiteY1463" fmla="*/ 258715 h 801258"/>
                    <a:gd name="connsiteX1464" fmla="*/ 284227 w 927926"/>
                    <a:gd name="connsiteY1464" fmla="*/ 260144 h 801258"/>
                    <a:gd name="connsiteX1465" fmla="*/ 278607 w 927926"/>
                    <a:gd name="connsiteY1465" fmla="*/ 261763 h 801258"/>
                    <a:gd name="connsiteX1466" fmla="*/ 280893 w 927926"/>
                    <a:gd name="connsiteY1466" fmla="*/ 259191 h 801258"/>
                    <a:gd name="connsiteX1467" fmla="*/ 276512 w 927926"/>
                    <a:gd name="connsiteY1467" fmla="*/ 261763 h 801258"/>
                    <a:gd name="connsiteX1468" fmla="*/ 278226 w 927926"/>
                    <a:gd name="connsiteY1468" fmla="*/ 257477 h 801258"/>
                    <a:gd name="connsiteX1469" fmla="*/ 272130 w 927926"/>
                    <a:gd name="connsiteY1469" fmla="*/ 258810 h 801258"/>
                    <a:gd name="connsiteX1470" fmla="*/ 271463 w 927926"/>
                    <a:gd name="connsiteY1470" fmla="*/ 255667 h 801258"/>
                    <a:gd name="connsiteX1471" fmla="*/ 274892 w 927926"/>
                    <a:gd name="connsiteY1471" fmla="*/ 252524 h 801258"/>
                    <a:gd name="connsiteX1472" fmla="*/ 270796 w 927926"/>
                    <a:gd name="connsiteY1472" fmla="*/ 246999 h 801258"/>
                    <a:gd name="connsiteX1473" fmla="*/ 267748 w 927926"/>
                    <a:gd name="connsiteY1473" fmla="*/ 250428 h 801258"/>
                    <a:gd name="connsiteX1474" fmla="*/ 266034 w 927926"/>
                    <a:gd name="connsiteY1474" fmla="*/ 249285 h 801258"/>
                    <a:gd name="connsiteX1475" fmla="*/ 268606 w 927926"/>
                    <a:gd name="connsiteY1475" fmla="*/ 245570 h 801258"/>
                    <a:gd name="connsiteX1476" fmla="*/ 265748 w 927926"/>
                    <a:gd name="connsiteY1476" fmla="*/ 240903 h 801258"/>
                    <a:gd name="connsiteX1477" fmla="*/ 268701 w 927926"/>
                    <a:gd name="connsiteY1477" fmla="*/ 241475 h 801258"/>
                    <a:gd name="connsiteX1478" fmla="*/ 264320 w 927926"/>
                    <a:gd name="connsiteY1478" fmla="*/ 238522 h 801258"/>
                    <a:gd name="connsiteX1479" fmla="*/ 261367 w 927926"/>
                    <a:gd name="connsiteY1479" fmla="*/ 241951 h 801258"/>
                    <a:gd name="connsiteX1480" fmla="*/ 260129 w 927926"/>
                    <a:gd name="connsiteY1480" fmla="*/ 237093 h 801258"/>
                    <a:gd name="connsiteX1481" fmla="*/ 268034 w 927926"/>
                    <a:gd name="connsiteY1481" fmla="*/ 232807 h 801258"/>
                    <a:gd name="connsiteX1482" fmla="*/ 265272 w 927926"/>
                    <a:gd name="connsiteY1482" fmla="*/ 229568 h 801258"/>
                    <a:gd name="connsiteX1483" fmla="*/ 261843 w 927926"/>
                    <a:gd name="connsiteY1483" fmla="*/ 232712 h 801258"/>
                    <a:gd name="connsiteX1484" fmla="*/ 253747 w 927926"/>
                    <a:gd name="connsiteY1484" fmla="*/ 228616 h 801258"/>
                    <a:gd name="connsiteX1485" fmla="*/ 252889 w 927926"/>
                    <a:gd name="connsiteY1485" fmla="*/ 233474 h 801258"/>
                    <a:gd name="connsiteX1486" fmla="*/ 245746 w 927926"/>
                    <a:gd name="connsiteY1486" fmla="*/ 225949 h 801258"/>
                    <a:gd name="connsiteX1487" fmla="*/ 245651 w 927926"/>
                    <a:gd name="connsiteY1487" fmla="*/ 229949 h 801258"/>
                    <a:gd name="connsiteX1488" fmla="*/ 240221 w 927926"/>
                    <a:gd name="connsiteY1488" fmla="*/ 223568 h 801258"/>
                    <a:gd name="connsiteX1489" fmla="*/ 244793 w 927926"/>
                    <a:gd name="connsiteY1489" fmla="*/ 219853 h 801258"/>
                    <a:gd name="connsiteX1490" fmla="*/ 238793 w 927926"/>
                    <a:gd name="connsiteY1490" fmla="*/ 221282 h 801258"/>
                    <a:gd name="connsiteX1491" fmla="*/ 240221 w 927926"/>
                    <a:gd name="connsiteY1491" fmla="*/ 223663 h 801258"/>
                    <a:gd name="connsiteX1492" fmla="*/ 237840 w 927926"/>
                    <a:gd name="connsiteY1492" fmla="*/ 224806 h 801258"/>
                    <a:gd name="connsiteX1493" fmla="*/ 239745 w 927926"/>
                    <a:gd name="connsiteY1493" fmla="*/ 213852 h 801258"/>
                    <a:gd name="connsiteX1494" fmla="*/ 236126 w 927926"/>
                    <a:gd name="connsiteY1494" fmla="*/ 223663 h 801258"/>
                    <a:gd name="connsiteX1495" fmla="*/ 231363 w 927926"/>
                    <a:gd name="connsiteY1495" fmla="*/ 220424 h 801258"/>
                    <a:gd name="connsiteX1496" fmla="*/ 230887 w 927926"/>
                    <a:gd name="connsiteY1496" fmla="*/ 224234 h 801258"/>
                    <a:gd name="connsiteX1497" fmla="*/ 239364 w 927926"/>
                    <a:gd name="connsiteY1497" fmla="*/ 232616 h 801258"/>
                    <a:gd name="connsiteX1498" fmla="*/ 234506 w 927926"/>
                    <a:gd name="connsiteY1498" fmla="*/ 233474 h 801258"/>
                    <a:gd name="connsiteX1499" fmla="*/ 232887 w 927926"/>
                    <a:gd name="connsiteY1499" fmla="*/ 228235 h 801258"/>
                    <a:gd name="connsiteX1500" fmla="*/ 231839 w 927926"/>
                    <a:gd name="connsiteY1500" fmla="*/ 230235 h 801258"/>
                    <a:gd name="connsiteX1501" fmla="*/ 228410 w 927926"/>
                    <a:gd name="connsiteY1501" fmla="*/ 227949 h 801258"/>
                    <a:gd name="connsiteX1502" fmla="*/ 228220 w 927926"/>
                    <a:gd name="connsiteY1502" fmla="*/ 230521 h 801258"/>
                    <a:gd name="connsiteX1503" fmla="*/ 218600 w 927926"/>
                    <a:gd name="connsiteY1503" fmla="*/ 226711 h 801258"/>
                    <a:gd name="connsiteX1504" fmla="*/ 216123 w 927926"/>
                    <a:gd name="connsiteY1504" fmla="*/ 216900 h 801258"/>
                    <a:gd name="connsiteX1505" fmla="*/ 225648 w 927926"/>
                    <a:gd name="connsiteY1505" fmla="*/ 223282 h 801258"/>
                    <a:gd name="connsiteX1506" fmla="*/ 230030 w 927926"/>
                    <a:gd name="connsiteY1506" fmla="*/ 222139 h 801258"/>
                    <a:gd name="connsiteX1507" fmla="*/ 220790 w 927926"/>
                    <a:gd name="connsiteY1507" fmla="*/ 218615 h 801258"/>
                    <a:gd name="connsiteX1508" fmla="*/ 222600 w 927926"/>
                    <a:gd name="connsiteY1508" fmla="*/ 215757 h 801258"/>
                    <a:gd name="connsiteX1509" fmla="*/ 226791 w 927926"/>
                    <a:gd name="connsiteY1509" fmla="*/ 217186 h 801258"/>
                    <a:gd name="connsiteX1510" fmla="*/ 229172 w 927926"/>
                    <a:gd name="connsiteY1510" fmla="*/ 211947 h 801258"/>
                    <a:gd name="connsiteX1511" fmla="*/ 226601 w 927926"/>
                    <a:gd name="connsiteY1511" fmla="*/ 215662 h 801258"/>
                    <a:gd name="connsiteX1512" fmla="*/ 223171 w 927926"/>
                    <a:gd name="connsiteY1512" fmla="*/ 213376 h 801258"/>
                    <a:gd name="connsiteX1513" fmla="*/ 233173 w 927926"/>
                    <a:gd name="connsiteY1513" fmla="*/ 202422 h 801258"/>
                    <a:gd name="connsiteX1514" fmla="*/ 233744 w 927926"/>
                    <a:gd name="connsiteY1514" fmla="*/ 204137 h 801258"/>
                    <a:gd name="connsiteX1515" fmla="*/ 245746 w 927926"/>
                    <a:gd name="connsiteY1515" fmla="*/ 197183 h 801258"/>
                    <a:gd name="connsiteX1516" fmla="*/ 240317 w 927926"/>
                    <a:gd name="connsiteY1516" fmla="*/ 196326 h 801258"/>
                    <a:gd name="connsiteX1517" fmla="*/ 242507 w 927926"/>
                    <a:gd name="connsiteY1517" fmla="*/ 193754 h 801258"/>
                    <a:gd name="connsiteX1518" fmla="*/ 237840 w 927926"/>
                    <a:gd name="connsiteY1518" fmla="*/ 196040 h 801258"/>
                    <a:gd name="connsiteX1519" fmla="*/ 238507 w 927926"/>
                    <a:gd name="connsiteY1519" fmla="*/ 199279 h 801258"/>
                    <a:gd name="connsiteX1520" fmla="*/ 236126 w 927926"/>
                    <a:gd name="connsiteY1520" fmla="*/ 200422 h 801258"/>
                    <a:gd name="connsiteX1521" fmla="*/ 235459 w 927926"/>
                    <a:gd name="connsiteY1521" fmla="*/ 197183 h 801258"/>
                    <a:gd name="connsiteX1522" fmla="*/ 233554 w 927926"/>
                    <a:gd name="connsiteY1522" fmla="*/ 198612 h 801258"/>
                    <a:gd name="connsiteX1523" fmla="*/ 231935 w 927926"/>
                    <a:gd name="connsiteY1523" fmla="*/ 202994 h 801258"/>
                    <a:gd name="connsiteX1524" fmla="*/ 219457 w 927926"/>
                    <a:gd name="connsiteY1524" fmla="*/ 209756 h 801258"/>
                    <a:gd name="connsiteX1525" fmla="*/ 215647 w 927926"/>
                    <a:gd name="connsiteY1525" fmla="*/ 204613 h 801258"/>
                    <a:gd name="connsiteX1526" fmla="*/ 218314 w 927926"/>
                    <a:gd name="connsiteY1526" fmla="*/ 202327 h 801258"/>
                    <a:gd name="connsiteX1527" fmla="*/ 212694 w 927926"/>
                    <a:gd name="connsiteY1527" fmla="*/ 200136 h 801258"/>
                    <a:gd name="connsiteX1528" fmla="*/ 214885 w 927926"/>
                    <a:gd name="connsiteY1528" fmla="*/ 201565 h 801258"/>
                    <a:gd name="connsiteX1529" fmla="*/ 213266 w 927926"/>
                    <a:gd name="connsiteY1529" fmla="*/ 205851 h 801258"/>
                    <a:gd name="connsiteX1530" fmla="*/ 212789 w 927926"/>
                    <a:gd name="connsiteY1530" fmla="*/ 197564 h 801258"/>
                    <a:gd name="connsiteX1531" fmla="*/ 203836 w 927926"/>
                    <a:gd name="connsiteY1531" fmla="*/ 186515 h 801258"/>
                    <a:gd name="connsiteX1532" fmla="*/ 200883 w 927926"/>
                    <a:gd name="connsiteY1532" fmla="*/ 190040 h 801258"/>
                    <a:gd name="connsiteX1533" fmla="*/ 196978 w 927926"/>
                    <a:gd name="connsiteY1533" fmla="*/ 187468 h 801258"/>
                    <a:gd name="connsiteX1534" fmla="*/ 198692 w 927926"/>
                    <a:gd name="connsiteY1534" fmla="*/ 184515 h 801258"/>
                    <a:gd name="connsiteX1535" fmla="*/ 194596 w 927926"/>
                    <a:gd name="connsiteY1535" fmla="*/ 184610 h 801258"/>
                    <a:gd name="connsiteX1536" fmla="*/ 196502 w 927926"/>
                    <a:gd name="connsiteY1536" fmla="*/ 179086 h 801258"/>
                    <a:gd name="connsiteX1537" fmla="*/ 191930 w 927926"/>
                    <a:gd name="connsiteY1537" fmla="*/ 182896 h 801258"/>
                    <a:gd name="connsiteX1538" fmla="*/ 191072 w 927926"/>
                    <a:gd name="connsiteY1538" fmla="*/ 190421 h 801258"/>
                    <a:gd name="connsiteX1539" fmla="*/ 196216 w 927926"/>
                    <a:gd name="connsiteY1539" fmla="*/ 192326 h 801258"/>
                    <a:gd name="connsiteX1540" fmla="*/ 191930 w 927926"/>
                    <a:gd name="connsiteY1540" fmla="*/ 182896 h 801258"/>
                    <a:gd name="connsiteX1541" fmla="*/ 190501 w 927926"/>
                    <a:gd name="connsiteY1541" fmla="*/ 180610 h 801258"/>
                    <a:gd name="connsiteX1542" fmla="*/ 186024 w 927926"/>
                    <a:gd name="connsiteY1542" fmla="*/ 184420 h 801258"/>
                    <a:gd name="connsiteX1543" fmla="*/ 185262 w 927926"/>
                    <a:gd name="connsiteY1543" fmla="*/ 189373 h 801258"/>
                    <a:gd name="connsiteX1544" fmla="*/ 188596 w 927926"/>
                    <a:gd name="connsiteY1544" fmla="*/ 190135 h 801258"/>
                    <a:gd name="connsiteX1545" fmla="*/ 185643 w 927926"/>
                    <a:gd name="connsiteY1545" fmla="*/ 193659 h 801258"/>
                    <a:gd name="connsiteX1546" fmla="*/ 182690 w 927926"/>
                    <a:gd name="connsiteY1546" fmla="*/ 193183 h 801258"/>
                    <a:gd name="connsiteX1547" fmla="*/ 190310 w 927926"/>
                    <a:gd name="connsiteY1547" fmla="*/ 195374 h 801258"/>
                    <a:gd name="connsiteX1548" fmla="*/ 186119 w 927926"/>
                    <a:gd name="connsiteY1548" fmla="*/ 198041 h 801258"/>
                    <a:gd name="connsiteX1549" fmla="*/ 181928 w 927926"/>
                    <a:gd name="connsiteY1549" fmla="*/ 208709 h 801258"/>
                    <a:gd name="connsiteX1550" fmla="*/ 180785 w 927926"/>
                    <a:gd name="connsiteY1550" fmla="*/ 213376 h 801258"/>
                    <a:gd name="connsiteX1551" fmla="*/ 184310 w 927926"/>
                    <a:gd name="connsiteY1551" fmla="*/ 211566 h 801258"/>
                    <a:gd name="connsiteX1552" fmla="*/ 189167 w 927926"/>
                    <a:gd name="connsiteY1552" fmla="*/ 206613 h 801258"/>
                    <a:gd name="connsiteX1553" fmla="*/ 193358 w 927926"/>
                    <a:gd name="connsiteY1553" fmla="*/ 207947 h 801258"/>
                    <a:gd name="connsiteX1554" fmla="*/ 213266 w 927926"/>
                    <a:gd name="connsiteY1554" fmla="*/ 227378 h 801258"/>
                    <a:gd name="connsiteX1555" fmla="*/ 209837 w 927926"/>
                    <a:gd name="connsiteY1555" fmla="*/ 225092 h 801258"/>
                    <a:gd name="connsiteX1556" fmla="*/ 204979 w 927926"/>
                    <a:gd name="connsiteY1556" fmla="*/ 226044 h 801258"/>
                    <a:gd name="connsiteX1557" fmla="*/ 202788 w 927926"/>
                    <a:gd name="connsiteY1557" fmla="*/ 228616 h 801258"/>
                    <a:gd name="connsiteX1558" fmla="*/ 192311 w 927926"/>
                    <a:gd name="connsiteY1558" fmla="*/ 225949 h 801258"/>
                    <a:gd name="connsiteX1559" fmla="*/ 188786 w 927926"/>
                    <a:gd name="connsiteY1559" fmla="*/ 231759 h 801258"/>
                    <a:gd name="connsiteX1560" fmla="*/ 196502 w 927926"/>
                    <a:gd name="connsiteY1560" fmla="*/ 235283 h 801258"/>
                    <a:gd name="connsiteX1561" fmla="*/ 199169 w 927926"/>
                    <a:gd name="connsiteY1561" fmla="*/ 232997 h 801258"/>
                    <a:gd name="connsiteX1562" fmla="*/ 192882 w 927926"/>
                    <a:gd name="connsiteY1562" fmla="*/ 235664 h 801258"/>
                    <a:gd name="connsiteX1563" fmla="*/ 194692 w 927926"/>
                    <a:gd name="connsiteY1563" fmla="*/ 242237 h 801258"/>
                    <a:gd name="connsiteX1564" fmla="*/ 190691 w 927926"/>
                    <a:gd name="connsiteY1564" fmla="*/ 243761 h 801258"/>
                    <a:gd name="connsiteX1565" fmla="*/ 188405 w 927926"/>
                    <a:gd name="connsiteY1565" fmla="*/ 240998 h 801258"/>
                    <a:gd name="connsiteX1566" fmla="*/ 191072 w 927926"/>
                    <a:gd name="connsiteY1566" fmla="*/ 238712 h 801258"/>
                    <a:gd name="connsiteX1567" fmla="*/ 186977 w 927926"/>
                    <a:gd name="connsiteY1567" fmla="*/ 238808 h 801258"/>
                    <a:gd name="connsiteX1568" fmla="*/ 190691 w 927926"/>
                    <a:gd name="connsiteY1568" fmla="*/ 234426 h 801258"/>
                    <a:gd name="connsiteX1569" fmla="*/ 180309 w 927926"/>
                    <a:gd name="connsiteY1569" fmla="*/ 237188 h 801258"/>
                    <a:gd name="connsiteX1570" fmla="*/ 183357 w 927926"/>
                    <a:gd name="connsiteY1570" fmla="*/ 248523 h 801258"/>
                    <a:gd name="connsiteX1571" fmla="*/ 178595 w 927926"/>
                    <a:gd name="connsiteY1571" fmla="*/ 254905 h 801258"/>
                    <a:gd name="connsiteX1572" fmla="*/ 175451 w 927926"/>
                    <a:gd name="connsiteY1572" fmla="*/ 251571 h 801258"/>
                    <a:gd name="connsiteX1573" fmla="*/ 178118 w 927926"/>
                    <a:gd name="connsiteY1573" fmla="*/ 249190 h 801258"/>
                    <a:gd name="connsiteX1574" fmla="*/ 178023 w 927926"/>
                    <a:gd name="connsiteY1574" fmla="*/ 239760 h 801258"/>
                    <a:gd name="connsiteX1575" fmla="*/ 172213 w 927926"/>
                    <a:gd name="connsiteY1575" fmla="*/ 242713 h 801258"/>
                    <a:gd name="connsiteX1576" fmla="*/ 168117 w 927926"/>
                    <a:gd name="connsiteY1576" fmla="*/ 246809 h 801258"/>
                    <a:gd name="connsiteX1577" fmla="*/ 166498 w 927926"/>
                    <a:gd name="connsiteY1577" fmla="*/ 247094 h 801258"/>
                    <a:gd name="connsiteX1578" fmla="*/ 164117 w 927926"/>
                    <a:gd name="connsiteY1578" fmla="*/ 238903 h 801258"/>
                    <a:gd name="connsiteX1579" fmla="*/ 168974 w 927926"/>
                    <a:gd name="connsiteY1579" fmla="*/ 233950 h 801258"/>
                    <a:gd name="connsiteX1580" fmla="*/ 178785 w 927926"/>
                    <a:gd name="connsiteY1580" fmla="*/ 238808 h 801258"/>
                    <a:gd name="connsiteX1581" fmla="*/ 180880 w 927926"/>
                    <a:gd name="connsiteY1581" fmla="*/ 234807 h 801258"/>
                    <a:gd name="connsiteX1582" fmla="*/ 177356 w 927926"/>
                    <a:gd name="connsiteY1582" fmla="*/ 236617 h 801258"/>
                    <a:gd name="connsiteX1583" fmla="*/ 181071 w 927926"/>
                    <a:gd name="connsiteY1583" fmla="*/ 232235 h 801258"/>
                    <a:gd name="connsiteX1584" fmla="*/ 180404 w 927926"/>
                    <a:gd name="connsiteY1584" fmla="*/ 229092 h 801258"/>
                    <a:gd name="connsiteX1585" fmla="*/ 182119 w 927926"/>
                    <a:gd name="connsiteY1585" fmla="*/ 230235 h 801258"/>
                    <a:gd name="connsiteX1586" fmla="*/ 182119 w 927926"/>
                    <a:gd name="connsiteY1586" fmla="*/ 222234 h 801258"/>
                    <a:gd name="connsiteX1587" fmla="*/ 181262 w 927926"/>
                    <a:gd name="connsiteY1587" fmla="*/ 225663 h 801258"/>
                    <a:gd name="connsiteX1588" fmla="*/ 178499 w 927926"/>
                    <a:gd name="connsiteY1588" fmla="*/ 226616 h 801258"/>
                    <a:gd name="connsiteX1589" fmla="*/ 180880 w 927926"/>
                    <a:gd name="connsiteY1589" fmla="*/ 221472 h 801258"/>
                    <a:gd name="connsiteX1590" fmla="*/ 181452 w 927926"/>
                    <a:gd name="connsiteY1590" fmla="*/ 219186 h 801258"/>
                    <a:gd name="connsiteX1591" fmla="*/ 177547 w 927926"/>
                    <a:gd name="connsiteY1591" fmla="*/ 220710 h 801258"/>
                    <a:gd name="connsiteX1592" fmla="*/ 180023 w 927926"/>
                    <a:gd name="connsiteY1592" fmla="*/ 216900 h 801258"/>
                    <a:gd name="connsiteX1593" fmla="*/ 167546 w 927926"/>
                    <a:gd name="connsiteY1593" fmla="*/ 210328 h 801258"/>
                    <a:gd name="connsiteX1594" fmla="*/ 168308 w 927926"/>
                    <a:gd name="connsiteY1594" fmla="*/ 205470 h 801258"/>
                    <a:gd name="connsiteX1595" fmla="*/ 163069 w 927926"/>
                    <a:gd name="connsiteY1595" fmla="*/ 214233 h 801258"/>
                    <a:gd name="connsiteX1596" fmla="*/ 167069 w 927926"/>
                    <a:gd name="connsiteY1596" fmla="*/ 222139 h 801258"/>
                    <a:gd name="connsiteX1597" fmla="*/ 164307 w 927926"/>
                    <a:gd name="connsiteY1597" fmla="*/ 219091 h 801258"/>
                    <a:gd name="connsiteX1598" fmla="*/ 160973 w 927926"/>
                    <a:gd name="connsiteY1598" fmla="*/ 222329 h 801258"/>
                    <a:gd name="connsiteX1599" fmla="*/ 147257 w 927926"/>
                    <a:gd name="connsiteY1599" fmla="*/ 210899 h 801258"/>
                    <a:gd name="connsiteX1600" fmla="*/ 144495 w 927926"/>
                    <a:gd name="connsiteY1600" fmla="*/ 215852 h 801258"/>
                    <a:gd name="connsiteX1601" fmla="*/ 148972 w 927926"/>
                    <a:gd name="connsiteY1601" fmla="*/ 220043 h 801258"/>
                    <a:gd name="connsiteX1602" fmla="*/ 160783 w 927926"/>
                    <a:gd name="connsiteY1602" fmla="*/ 224901 h 801258"/>
                    <a:gd name="connsiteX1603" fmla="*/ 156211 w 927926"/>
                    <a:gd name="connsiteY1603" fmla="*/ 236712 h 801258"/>
                    <a:gd name="connsiteX1604" fmla="*/ 159354 w 927926"/>
                    <a:gd name="connsiteY1604" fmla="*/ 240046 h 801258"/>
                    <a:gd name="connsiteX1605" fmla="*/ 154306 w 927926"/>
                    <a:gd name="connsiteY1605" fmla="*/ 242141 h 801258"/>
                    <a:gd name="connsiteX1606" fmla="*/ 156306 w 927926"/>
                    <a:gd name="connsiteY1606" fmla="*/ 246047 h 801258"/>
                    <a:gd name="connsiteX1607" fmla="*/ 153830 w 927926"/>
                    <a:gd name="connsiteY1607" fmla="*/ 249857 h 801258"/>
                    <a:gd name="connsiteX1608" fmla="*/ 161354 w 927926"/>
                    <a:gd name="connsiteY1608" fmla="*/ 261287 h 801258"/>
                    <a:gd name="connsiteX1609" fmla="*/ 153258 w 927926"/>
                    <a:gd name="connsiteY1609" fmla="*/ 261477 h 801258"/>
                    <a:gd name="connsiteX1610" fmla="*/ 150020 w 927926"/>
                    <a:gd name="connsiteY1610" fmla="*/ 262144 h 801258"/>
                    <a:gd name="connsiteX1611" fmla="*/ 144876 w 927926"/>
                    <a:gd name="connsiteY1611" fmla="*/ 268240 h 801258"/>
                    <a:gd name="connsiteX1612" fmla="*/ 148019 w 927926"/>
                    <a:gd name="connsiteY1612" fmla="*/ 262144 h 801258"/>
                    <a:gd name="connsiteX1613" fmla="*/ 143638 w 927926"/>
                    <a:gd name="connsiteY1613" fmla="*/ 263382 h 801258"/>
                    <a:gd name="connsiteX1614" fmla="*/ 141256 w 927926"/>
                    <a:gd name="connsiteY1614" fmla="*/ 268526 h 801258"/>
                    <a:gd name="connsiteX1615" fmla="*/ 144781 w 927926"/>
                    <a:gd name="connsiteY1615" fmla="*/ 266716 h 801258"/>
                    <a:gd name="connsiteX1616" fmla="*/ 148496 w 927926"/>
                    <a:gd name="connsiteY1616" fmla="*/ 267764 h 801258"/>
                    <a:gd name="connsiteX1617" fmla="*/ 154401 w 927926"/>
                    <a:gd name="connsiteY1617" fmla="*/ 275574 h 801258"/>
                    <a:gd name="connsiteX1618" fmla="*/ 150210 w 927926"/>
                    <a:gd name="connsiteY1618" fmla="*/ 274241 h 801258"/>
                    <a:gd name="connsiteX1619" fmla="*/ 141638 w 927926"/>
                    <a:gd name="connsiteY1619" fmla="*/ 278146 h 801258"/>
                    <a:gd name="connsiteX1620" fmla="*/ 144971 w 927926"/>
                    <a:gd name="connsiteY1620" fmla="*/ 274907 h 801258"/>
                    <a:gd name="connsiteX1621" fmla="*/ 140399 w 927926"/>
                    <a:gd name="connsiteY1621" fmla="*/ 273383 h 801258"/>
                    <a:gd name="connsiteX1622" fmla="*/ 144305 w 927926"/>
                    <a:gd name="connsiteY1622" fmla="*/ 271859 h 801258"/>
                    <a:gd name="connsiteX1623" fmla="*/ 130874 w 927926"/>
                    <a:gd name="connsiteY1623" fmla="*/ 275384 h 801258"/>
                    <a:gd name="connsiteX1624" fmla="*/ 128398 w 927926"/>
                    <a:gd name="connsiteY1624" fmla="*/ 279098 h 801258"/>
                    <a:gd name="connsiteX1625" fmla="*/ 117825 w 927926"/>
                    <a:gd name="connsiteY1625" fmla="*/ 273764 h 801258"/>
                    <a:gd name="connsiteX1626" fmla="*/ 112396 w 927926"/>
                    <a:gd name="connsiteY1626" fmla="*/ 271669 h 801258"/>
                    <a:gd name="connsiteX1627" fmla="*/ 111348 w 927926"/>
                    <a:gd name="connsiteY1627" fmla="*/ 277670 h 801258"/>
                    <a:gd name="connsiteX1628" fmla="*/ 103538 w 927926"/>
                    <a:gd name="connsiteY1628" fmla="*/ 280813 h 801258"/>
                    <a:gd name="connsiteX1629" fmla="*/ 101918 w 927926"/>
                    <a:gd name="connsiteY1629" fmla="*/ 275765 h 801258"/>
                    <a:gd name="connsiteX1630" fmla="*/ 105062 w 927926"/>
                    <a:gd name="connsiteY1630" fmla="*/ 275098 h 801258"/>
                    <a:gd name="connsiteX1631" fmla="*/ 94298 w 927926"/>
                    <a:gd name="connsiteY1631" fmla="*/ 257667 h 801258"/>
                    <a:gd name="connsiteX1632" fmla="*/ 100013 w 927926"/>
                    <a:gd name="connsiteY1632" fmla="*/ 258524 h 801258"/>
                    <a:gd name="connsiteX1633" fmla="*/ 96965 w 927926"/>
                    <a:gd name="connsiteY1633" fmla="*/ 251285 h 801258"/>
                    <a:gd name="connsiteX1634" fmla="*/ 102013 w 927926"/>
                    <a:gd name="connsiteY1634" fmla="*/ 249095 h 801258"/>
                    <a:gd name="connsiteX1635" fmla="*/ 98585 w 927926"/>
                    <a:gd name="connsiteY1635" fmla="*/ 260334 h 801258"/>
                    <a:gd name="connsiteX1636" fmla="*/ 103823 w 927926"/>
                    <a:gd name="connsiteY1636" fmla="*/ 265001 h 801258"/>
                    <a:gd name="connsiteX1637" fmla="*/ 107729 w 927926"/>
                    <a:gd name="connsiteY1637" fmla="*/ 263382 h 801258"/>
                    <a:gd name="connsiteX1638" fmla="*/ 104680 w 927926"/>
                    <a:gd name="connsiteY1638" fmla="*/ 265478 h 801258"/>
                    <a:gd name="connsiteX1639" fmla="*/ 121540 w 927926"/>
                    <a:gd name="connsiteY1639" fmla="*/ 269383 h 801258"/>
                    <a:gd name="connsiteX1640" fmla="*/ 119444 w 927926"/>
                    <a:gd name="connsiteY1640" fmla="*/ 273383 h 801258"/>
                    <a:gd name="connsiteX1641" fmla="*/ 124778 w 927926"/>
                    <a:gd name="connsiteY1641" fmla="*/ 270050 h 801258"/>
                    <a:gd name="connsiteX1642" fmla="*/ 124873 w 927926"/>
                    <a:gd name="connsiteY1642" fmla="*/ 266049 h 801258"/>
                    <a:gd name="connsiteX1643" fmla="*/ 121540 w 927926"/>
                    <a:gd name="connsiteY1643" fmla="*/ 265287 h 801258"/>
                    <a:gd name="connsiteX1644" fmla="*/ 124969 w 927926"/>
                    <a:gd name="connsiteY1644" fmla="*/ 263477 h 801258"/>
                    <a:gd name="connsiteX1645" fmla="*/ 124873 w 927926"/>
                    <a:gd name="connsiteY1645" fmla="*/ 262049 h 801258"/>
                    <a:gd name="connsiteX1646" fmla="*/ 126493 w 927926"/>
                    <a:gd name="connsiteY1646" fmla="*/ 261668 h 801258"/>
                    <a:gd name="connsiteX1647" fmla="*/ 120206 w 927926"/>
                    <a:gd name="connsiteY1647" fmla="*/ 259096 h 801258"/>
                    <a:gd name="connsiteX1648" fmla="*/ 124873 w 927926"/>
                    <a:gd name="connsiteY1648" fmla="*/ 256619 h 801258"/>
                    <a:gd name="connsiteX1649" fmla="*/ 132303 w 927926"/>
                    <a:gd name="connsiteY1649" fmla="*/ 258620 h 801258"/>
                    <a:gd name="connsiteX1650" fmla="*/ 133541 w 927926"/>
                    <a:gd name="connsiteY1650" fmla="*/ 250047 h 801258"/>
                    <a:gd name="connsiteX1651" fmla="*/ 134208 w 927926"/>
                    <a:gd name="connsiteY1651" fmla="*/ 253190 h 801258"/>
                    <a:gd name="connsiteX1652" fmla="*/ 139352 w 927926"/>
                    <a:gd name="connsiteY1652" fmla="*/ 243094 h 801258"/>
                    <a:gd name="connsiteX1653" fmla="*/ 142876 w 927926"/>
                    <a:gd name="connsiteY1653" fmla="*/ 241284 h 801258"/>
                    <a:gd name="connsiteX1654" fmla="*/ 144400 w 927926"/>
                    <a:gd name="connsiteY1654" fmla="*/ 235569 h 801258"/>
                    <a:gd name="connsiteX1655" fmla="*/ 142400 w 927926"/>
                    <a:gd name="connsiteY1655" fmla="*/ 231664 h 801258"/>
                    <a:gd name="connsiteX1656" fmla="*/ 148781 w 927926"/>
                    <a:gd name="connsiteY1656" fmla="*/ 230330 h 801258"/>
                    <a:gd name="connsiteX1657" fmla="*/ 136113 w 927926"/>
                    <a:gd name="connsiteY1657" fmla="*/ 212995 h 801258"/>
                    <a:gd name="connsiteX1658" fmla="*/ 138685 w 927926"/>
                    <a:gd name="connsiteY1658" fmla="*/ 206613 h 801258"/>
                    <a:gd name="connsiteX1659" fmla="*/ 148210 w 927926"/>
                    <a:gd name="connsiteY1659" fmla="*/ 200612 h 801258"/>
                    <a:gd name="connsiteX1660" fmla="*/ 150401 w 927926"/>
                    <a:gd name="connsiteY1660" fmla="*/ 201946 h 801258"/>
                    <a:gd name="connsiteX1661" fmla="*/ 148781 w 927926"/>
                    <a:gd name="connsiteY1661" fmla="*/ 206327 h 801258"/>
                    <a:gd name="connsiteX1662" fmla="*/ 151258 w 927926"/>
                    <a:gd name="connsiteY1662" fmla="*/ 202517 h 801258"/>
                    <a:gd name="connsiteX1663" fmla="*/ 155449 w 927926"/>
                    <a:gd name="connsiteY1663" fmla="*/ 207851 h 801258"/>
                    <a:gd name="connsiteX1664" fmla="*/ 161830 w 927926"/>
                    <a:gd name="connsiteY1664" fmla="*/ 202517 h 801258"/>
                    <a:gd name="connsiteX1665" fmla="*/ 153448 w 927926"/>
                    <a:gd name="connsiteY1665" fmla="*/ 199850 h 801258"/>
                    <a:gd name="connsiteX1666" fmla="*/ 154877 w 927926"/>
                    <a:gd name="connsiteY1666" fmla="*/ 194040 h 801258"/>
                    <a:gd name="connsiteX1667" fmla="*/ 155925 w 927926"/>
                    <a:gd name="connsiteY1667" fmla="*/ 196040 h 801258"/>
                    <a:gd name="connsiteX1668" fmla="*/ 152591 w 927926"/>
                    <a:gd name="connsiteY1668" fmla="*/ 199279 h 801258"/>
                    <a:gd name="connsiteX1669" fmla="*/ 150972 w 927926"/>
                    <a:gd name="connsiteY1669" fmla="*/ 195564 h 801258"/>
                    <a:gd name="connsiteX1670" fmla="*/ 153448 w 927926"/>
                    <a:gd name="connsiteY1670" fmla="*/ 195755 h 801258"/>
                    <a:gd name="connsiteX1671" fmla="*/ 154306 w 927926"/>
                    <a:gd name="connsiteY1671" fmla="*/ 192230 h 801258"/>
                    <a:gd name="connsiteX1672" fmla="*/ 148686 w 927926"/>
                    <a:gd name="connsiteY1672" fmla="*/ 188611 h 801258"/>
                    <a:gd name="connsiteX1673" fmla="*/ 150877 w 927926"/>
                    <a:gd name="connsiteY1673" fmla="*/ 185944 h 801258"/>
                    <a:gd name="connsiteX1674" fmla="*/ 154496 w 927926"/>
                    <a:gd name="connsiteY1674" fmla="*/ 185563 h 801258"/>
                    <a:gd name="connsiteX1675" fmla="*/ 142780 w 927926"/>
                    <a:gd name="connsiteY1675" fmla="*/ 190230 h 801258"/>
                    <a:gd name="connsiteX1676" fmla="*/ 144400 w 927926"/>
                    <a:gd name="connsiteY1676" fmla="*/ 185849 h 801258"/>
                    <a:gd name="connsiteX1677" fmla="*/ 135922 w 927926"/>
                    <a:gd name="connsiteY1677" fmla="*/ 189849 h 801258"/>
                    <a:gd name="connsiteX1678" fmla="*/ 133446 w 927926"/>
                    <a:gd name="connsiteY1678" fmla="*/ 193659 h 801258"/>
                    <a:gd name="connsiteX1679" fmla="*/ 126302 w 927926"/>
                    <a:gd name="connsiteY1679" fmla="*/ 183848 h 801258"/>
                    <a:gd name="connsiteX1680" fmla="*/ 129160 w 927926"/>
                    <a:gd name="connsiteY1680" fmla="*/ 180324 h 801258"/>
                    <a:gd name="connsiteX1681" fmla="*/ 123540 w 927926"/>
                    <a:gd name="connsiteY1681" fmla="*/ 178324 h 801258"/>
                    <a:gd name="connsiteX1682" fmla="*/ 121349 w 927926"/>
                    <a:gd name="connsiteY1682" fmla="*/ 183563 h 801258"/>
                    <a:gd name="connsiteX1683" fmla="*/ 114682 w 927926"/>
                    <a:gd name="connsiteY1683" fmla="*/ 186134 h 801258"/>
                    <a:gd name="connsiteX1684" fmla="*/ 106109 w 927926"/>
                    <a:gd name="connsiteY1684" fmla="*/ 179753 h 801258"/>
                    <a:gd name="connsiteX1685" fmla="*/ 107062 w 927926"/>
                    <a:gd name="connsiteY1685" fmla="*/ 184229 h 801258"/>
                    <a:gd name="connsiteX1686" fmla="*/ 100013 w 927926"/>
                    <a:gd name="connsiteY1686" fmla="*/ 190611 h 801258"/>
                    <a:gd name="connsiteX1687" fmla="*/ 94679 w 927926"/>
                    <a:gd name="connsiteY1687" fmla="*/ 190040 h 801258"/>
                    <a:gd name="connsiteX1688" fmla="*/ 92298 w 927926"/>
                    <a:gd name="connsiteY1688" fmla="*/ 193850 h 801258"/>
                    <a:gd name="connsiteX1689" fmla="*/ 101918 w 927926"/>
                    <a:gd name="connsiteY1689" fmla="*/ 199565 h 801258"/>
                    <a:gd name="connsiteX1690" fmla="*/ 105633 w 927926"/>
                    <a:gd name="connsiteY1690" fmla="*/ 196517 h 801258"/>
                    <a:gd name="connsiteX1691" fmla="*/ 106395 w 927926"/>
                    <a:gd name="connsiteY1691" fmla="*/ 199660 h 801258"/>
                    <a:gd name="connsiteX1692" fmla="*/ 100204 w 927926"/>
                    <a:gd name="connsiteY1692" fmla="*/ 202517 h 801258"/>
                    <a:gd name="connsiteX1693" fmla="*/ 103633 w 927926"/>
                    <a:gd name="connsiteY1693" fmla="*/ 207185 h 801258"/>
                    <a:gd name="connsiteX1694" fmla="*/ 105823 w 927926"/>
                    <a:gd name="connsiteY1694" fmla="*/ 208518 h 801258"/>
                    <a:gd name="connsiteX1695" fmla="*/ 108300 w 927926"/>
                    <a:gd name="connsiteY1695" fmla="*/ 212614 h 801258"/>
                    <a:gd name="connsiteX1696" fmla="*/ 109919 w 927926"/>
                    <a:gd name="connsiteY1696" fmla="*/ 220329 h 801258"/>
                    <a:gd name="connsiteX1697" fmla="*/ 102299 w 927926"/>
                    <a:gd name="connsiteY1697" fmla="*/ 216900 h 801258"/>
                    <a:gd name="connsiteX1698" fmla="*/ 103061 w 927926"/>
                    <a:gd name="connsiteY1698" fmla="*/ 219948 h 801258"/>
                    <a:gd name="connsiteX1699" fmla="*/ 106490 w 927926"/>
                    <a:gd name="connsiteY1699" fmla="*/ 218138 h 801258"/>
                    <a:gd name="connsiteX1700" fmla="*/ 106490 w 927926"/>
                    <a:gd name="connsiteY1700" fmla="*/ 222139 h 801258"/>
                    <a:gd name="connsiteX1701" fmla="*/ 103728 w 927926"/>
                    <a:gd name="connsiteY1701" fmla="*/ 227092 h 801258"/>
                    <a:gd name="connsiteX1702" fmla="*/ 99156 w 927926"/>
                    <a:gd name="connsiteY1702" fmla="*/ 221567 h 801258"/>
                    <a:gd name="connsiteX1703" fmla="*/ 98870 w 927926"/>
                    <a:gd name="connsiteY1703" fmla="*/ 226711 h 801258"/>
                    <a:gd name="connsiteX1704" fmla="*/ 96108 w 927926"/>
                    <a:gd name="connsiteY1704" fmla="*/ 227663 h 801258"/>
                    <a:gd name="connsiteX1705" fmla="*/ 98108 w 927926"/>
                    <a:gd name="connsiteY1705" fmla="*/ 231569 h 801258"/>
                    <a:gd name="connsiteX1706" fmla="*/ 92203 w 927926"/>
                    <a:gd name="connsiteY1706" fmla="*/ 233188 h 801258"/>
                    <a:gd name="connsiteX1707" fmla="*/ 91917 w 927926"/>
                    <a:gd name="connsiteY1707" fmla="*/ 226425 h 801258"/>
                    <a:gd name="connsiteX1708" fmla="*/ 82202 w 927926"/>
                    <a:gd name="connsiteY1708" fmla="*/ 233759 h 801258"/>
                    <a:gd name="connsiteX1709" fmla="*/ 89821 w 927926"/>
                    <a:gd name="connsiteY1709" fmla="*/ 237093 h 801258"/>
                    <a:gd name="connsiteX1710" fmla="*/ 95251 w 927926"/>
                    <a:gd name="connsiteY1710" fmla="*/ 243189 h 801258"/>
                    <a:gd name="connsiteX1711" fmla="*/ 89060 w 927926"/>
                    <a:gd name="connsiteY1711" fmla="*/ 246047 h 801258"/>
                    <a:gd name="connsiteX1712" fmla="*/ 93727 w 927926"/>
                    <a:gd name="connsiteY1712" fmla="*/ 248999 h 801258"/>
                    <a:gd name="connsiteX1713" fmla="*/ 91441 w 927926"/>
                    <a:gd name="connsiteY1713" fmla="*/ 250238 h 801258"/>
                    <a:gd name="connsiteX1714" fmla="*/ 95727 w 927926"/>
                    <a:gd name="connsiteY1714" fmla="*/ 248904 h 801258"/>
                    <a:gd name="connsiteX1715" fmla="*/ 91536 w 927926"/>
                    <a:gd name="connsiteY1715" fmla="*/ 255667 h 801258"/>
                    <a:gd name="connsiteX1716" fmla="*/ 81249 w 927926"/>
                    <a:gd name="connsiteY1716" fmla="*/ 239855 h 801258"/>
                    <a:gd name="connsiteX1717" fmla="*/ 90488 w 927926"/>
                    <a:gd name="connsiteY1717" fmla="*/ 244237 h 801258"/>
                    <a:gd name="connsiteX1718" fmla="*/ 85916 w 927926"/>
                    <a:gd name="connsiteY1718" fmla="*/ 242713 h 801258"/>
                    <a:gd name="connsiteX1719" fmla="*/ 84964 w 927926"/>
                    <a:gd name="connsiteY1719" fmla="*/ 236807 h 801258"/>
                    <a:gd name="connsiteX1720" fmla="*/ 82773 w 927926"/>
                    <a:gd name="connsiteY1720" fmla="*/ 239474 h 801258"/>
                    <a:gd name="connsiteX1721" fmla="*/ 81154 w 927926"/>
                    <a:gd name="connsiteY1721" fmla="*/ 235855 h 801258"/>
                    <a:gd name="connsiteX1722" fmla="*/ 71057 w 927926"/>
                    <a:gd name="connsiteY1722" fmla="*/ 240427 h 801258"/>
                    <a:gd name="connsiteX1723" fmla="*/ 78772 w 927926"/>
                    <a:gd name="connsiteY1723" fmla="*/ 253000 h 801258"/>
                    <a:gd name="connsiteX1724" fmla="*/ 82773 w 927926"/>
                    <a:gd name="connsiteY1724" fmla="*/ 248809 h 801258"/>
                    <a:gd name="connsiteX1725" fmla="*/ 81916 w 927926"/>
                    <a:gd name="connsiteY1725" fmla="*/ 252238 h 801258"/>
                    <a:gd name="connsiteX1726" fmla="*/ 76677 w 927926"/>
                    <a:gd name="connsiteY1726" fmla="*/ 261001 h 801258"/>
                    <a:gd name="connsiteX1727" fmla="*/ 77344 w 927926"/>
                    <a:gd name="connsiteY1727" fmla="*/ 254714 h 801258"/>
                    <a:gd name="connsiteX1728" fmla="*/ 71819 w 927926"/>
                    <a:gd name="connsiteY1728" fmla="*/ 255286 h 801258"/>
                    <a:gd name="connsiteX1729" fmla="*/ 74105 w 927926"/>
                    <a:gd name="connsiteY1729" fmla="*/ 254048 h 801258"/>
                    <a:gd name="connsiteX1730" fmla="*/ 73820 w 927926"/>
                    <a:gd name="connsiteY1730" fmla="*/ 251190 h 801258"/>
                    <a:gd name="connsiteX1731" fmla="*/ 70105 w 927926"/>
                    <a:gd name="connsiteY1731" fmla="*/ 254238 h 801258"/>
                    <a:gd name="connsiteX1732" fmla="*/ 73058 w 927926"/>
                    <a:gd name="connsiteY1732" fmla="*/ 244237 h 801258"/>
                    <a:gd name="connsiteX1733" fmla="*/ 70867 w 927926"/>
                    <a:gd name="connsiteY1733" fmla="*/ 246904 h 801258"/>
                    <a:gd name="connsiteX1734" fmla="*/ 69247 w 927926"/>
                    <a:gd name="connsiteY1734" fmla="*/ 239379 h 801258"/>
                    <a:gd name="connsiteX1735" fmla="*/ 64390 w 927926"/>
                    <a:gd name="connsiteY1735" fmla="*/ 239093 h 801258"/>
                    <a:gd name="connsiteX1736" fmla="*/ 63342 w 927926"/>
                    <a:gd name="connsiteY1736" fmla="*/ 233188 h 801258"/>
                    <a:gd name="connsiteX1737" fmla="*/ 61723 w 927926"/>
                    <a:gd name="connsiteY1737" fmla="*/ 233569 h 801258"/>
                    <a:gd name="connsiteX1738" fmla="*/ 62199 w 927926"/>
                    <a:gd name="connsiteY1738" fmla="*/ 245666 h 801258"/>
                    <a:gd name="connsiteX1739" fmla="*/ 59627 w 927926"/>
                    <a:gd name="connsiteY1739" fmla="*/ 248047 h 801258"/>
                    <a:gd name="connsiteX1740" fmla="*/ 53722 w 927926"/>
                    <a:gd name="connsiteY1740" fmla="*/ 241951 h 801258"/>
                    <a:gd name="connsiteX1741" fmla="*/ 52388 w 927926"/>
                    <a:gd name="connsiteY1741" fmla="*/ 237188 h 801258"/>
                    <a:gd name="connsiteX1742" fmla="*/ 49245 w 927926"/>
                    <a:gd name="connsiteY1742" fmla="*/ 241951 h 801258"/>
                    <a:gd name="connsiteX1743" fmla="*/ 52007 w 927926"/>
                    <a:gd name="connsiteY1743" fmla="*/ 244904 h 801258"/>
                    <a:gd name="connsiteX1744" fmla="*/ 48864 w 927926"/>
                    <a:gd name="connsiteY1744" fmla="*/ 245666 h 801258"/>
                    <a:gd name="connsiteX1745" fmla="*/ 53246 w 927926"/>
                    <a:gd name="connsiteY1745" fmla="*/ 245666 h 801258"/>
                    <a:gd name="connsiteX1746" fmla="*/ 50960 w 927926"/>
                    <a:gd name="connsiteY1746" fmla="*/ 250904 h 801258"/>
                    <a:gd name="connsiteX1747" fmla="*/ 55055 w 927926"/>
                    <a:gd name="connsiteY1747" fmla="*/ 248142 h 801258"/>
                    <a:gd name="connsiteX1748" fmla="*/ 56484 w 927926"/>
                    <a:gd name="connsiteY1748" fmla="*/ 262144 h 801258"/>
                    <a:gd name="connsiteX1749" fmla="*/ 40577 w 927926"/>
                    <a:gd name="connsiteY1749" fmla="*/ 252714 h 801258"/>
                    <a:gd name="connsiteX1750" fmla="*/ 39148 w 927926"/>
                    <a:gd name="connsiteY1750" fmla="*/ 254524 h 801258"/>
                    <a:gd name="connsiteX1751" fmla="*/ 37910 w 927926"/>
                    <a:gd name="connsiteY1751" fmla="*/ 253762 h 801258"/>
                    <a:gd name="connsiteX1752" fmla="*/ 41054 w 927926"/>
                    <a:gd name="connsiteY1752" fmla="*/ 249095 h 801258"/>
                    <a:gd name="connsiteX1753" fmla="*/ 39720 w 927926"/>
                    <a:gd name="connsiteY1753" fmla="*/ 244332 h 801258"/>
                    <a:gd name="connsiteX1754" fmla="*/ 27623 w 927926"/>
                    <a:gd name="connsiteY1754" fmla="*/ 233283 h 801258"/>
                    <a:gd name="connsiteX1755" fmla="*/ 20194 w 927926"/>
                    <a:gd name="connsiteY1755" fmla="*/ 220996 h 801258"/>
                    <a:gd name="connsiteX1756" fmla="*/ 16955 w 927926"/>
                    <a:gd name="connsiteY1756" fmla="*/ 224330 h 801258"/>
                    <a:gd name="connsiteX1757" fmla="*/ 11907 w 927926"/>
                    <a:gd name="connsiteY1757" fmla="*/ 214709 h 801258"/>
                    <a:gd name="connsiteX1758" fmla="*/ 8669 w 927926"/>
                    <a:gd name="connsiteY1758" fmla="*/ 218043 h 801258"/>
                    <a:gd name="connsiteX1759" fmla="*/ 10478 w 927926"/>
                    <a:gd name="connsiteY1759" fmla="*/ 212519 h 801258"/>
                    <a:gd name="connsiteX1760" fmla="*/ 2763 w 927926"/>
                    <a:gd name="connsiteY1760" fmla="*/ 207947 h 801258"/>
                    <a:gd name="connsiteX1761" fmla="*/ 4763 w 927926"/>
                    <a:gd name="connsiteY1761" fmla="*/ 209566 h 801258"/>
                    <a:gd name="connsiteX1762" fmla="*/ 103252 w 927926"/>
                    <a:gd name="connsiteY1762" fmla="*/ 271574 h 801258"/>
                    <a:gd name="connsiteX1763" fmla="*/ 97537 w 927926"/>
                    <a:gd name="connsiteY1763" fmla="*/ 274622 h 801258"/>
                    <a:gd name="connsiteX1764" fmla="*/ 97727 w 927926"/>
                    <a:gd name="connsiteY1764" fmla="*/ 272050 h 801258"/>
                    <a:gd name="connsiteX1765" fmla="*/ 103252 w 927926"/>
                    <a:gd name="connsiteY1765" fmla="*/ 271574 h 801258"/>
                    <a:gd name="connsiteX1766" fmla="*/ 201645 w 927926"/>
                    <a:gd name="connsiteY1766" fmla="*/ 241570 h 801258"/>
                    <a:gd name="connsiteX1767" fmla="*/ 204598 w 927926"/>
                    <a:gd name="connsiteY1767" fmla="*/ 243570 h 801258"/>
                    <a:gd name="connsiteX1768" fmla="*/ 198216 w 927926"/>
                    <a:gd name="connsiteY1768" fmla="*/ 244713 h 801258"/>
                    <a:gd name="connsiteX1769" fmla="*/ 206979 w 927926"/>
                    <a:gd name="connsiteY1769" fmla="*/ 247856 h 801258"/>
                    <a:gd name="connsiteX1770" fmla="*/ 203645 w 927926"/>
                    <a:gd name="connsiteY1770" fmla="*/ 252428 h 801258"/>
                    <a:gd name="connsiteX1771" fmla="*/ 204979 w 927926"/>
                    <a:gd name="connsiteY1771" fmla="*/ 249285 h 801258"/>
                    <a:gd name="connsiteX1772" fmla="*/ 193930 w 927926"/>
                    <a:gd name="connsiteY1772" fmla="*/ 252809 h 801258"/>
                    <a:gd name="connsiteX1773" fmla="*/ 192311 w 927926"/>
                    <a:gd name="connsiteY1773" fmla="*/ 247666 h 801258"/>
                    <a:gd name="connsiteX1774" fmla="*/ 186214 w 927926"/>
                    <a:gd name="connsiteY1774" fmla="*/ 247761 h 801258"/>
                    <a:gd name="connsiteX1775" fmla="*/ 201645 w 927926"/>
                    <a:gd name="connsiteY1775" fmla="*/ 241570 h 801258"/>
                    <a:gd name="connsiteX1776" fmla="*/ 193835 w 927926"/>
                    <a:gd name="connsiteY1776" fmla="*/ 194993 h 801258"/>
                    <a:gd name="connsiteX1777" fmla="*/ 197454 w 927926"/>
                    <a:gd name="connsiteY1777" fmla="*/ 198612 h 801258"/>
                    <a:gd name="connsiteX1778" fmla="*/ 193835 w 927926"/>
                    <a:gd name="connsiteY1778" fmla="*/ 202994 h 801258"/>
                    <a:gd name="connsiteX1779" fmla="*/ 190215 w 927926"/>
                    <a:gd name="connsiteY1779" fmla="*/ 203375 h 801258"/>
                    <a:gd name="connsiteX1780" fmla="*/ 190501 w 927926"/>
                    <a:gd name="connsiteY1780" fmla="*/ 198231 h 801258"/>
                    <a:gd name="connsiteX1781" fmla="*/ 193835 w 927926"/>
                    <a:gd name="connsiteY1781" fmla="*/ 194993 h 801258"/>
                    <a:gd name="connsiteX1782" fmla="*/ 231554 w 927926"/>
                    <a:gd name="connsiteY1782" fmla="*/ 235855 h 801258"/>
                    <a:gd name="connsiteX1783" fmla="*/ 226791 w 927926"/>
                    <a:gd name="connsiteY1783" fmla="*/ 232712 h 801258"/>
                    <a:gd name="connsiteX1784" fmla="*/ 231554 w 927926"/>
                    <a:gd name="connsiteY1784" fmla="*/ 235855 h 801258"/>
                    <a:gd name="connsiteX1785" fmla="*/ 342996 w 927926"/>
                    <a:gd name="connsiteY1785" fmla="*/ 299196 h 801258"/>
                    <a:gd name="connsiteX1786" fmla="*/ 337376 w 927926"/>
                    <a:gd name="connsiteY1786" fmla="*/ 300720 h 801258"/>
                    <a:gd name="connsiteX1787" fmla="*/ 340520 w 927926"/>
                    <a:gd name="connsiteY1787" fmla="*/ 297386 h 801258"/>
                    <a:gd name="connsiteX1788" fmla="*/ 342996 w 927926"/>
                    <a:gd name="connsiteY1788" fmla="*/ 299196 h 801258"/>
                    <a:gd name="connsiteX1789" fmla="*/ 369190 w 927926"/>
                    <a:gd name="connsiteY1789" fmla="*/ 290147 h 801258"/>
                    <a:gd name="connsiteX1790" fmla="*/ 371666 w 927926"/>
                    <a:gd name="connsiteY1790" fmla="*/ 290528 h 801258"/>
                    <a:gd name="connsiteX1791" fmla="*/ 374429 w 927926"/>
                    <a:gd name="connsiteY1791" fmla="*/ 295291 h 801258"/>
                    <a:gd name="connsiteX1792" fmla="*/ 366142 w 927926"/>
                    <a:gd name="connsiteY1792" fmla="*/ 294910 h 801258"/>
                    <a:gd name="connsiteX1793" fmla="*/ 369190 w 927926"/>
                    <a:gd name="connsiteY1793" fmla="*/ 290147 h 801258"/>
                    <a:gd name="connsiteX1794" fmla="*/ 362522 w 927926"/>
                    <a:gd name="connsiteY1794" fmla="*/ 267287 h 801258"/>
                    <a:gd name="connsiteX1795" fmla="*/ 362427 w 927926"/>
                    <a:gd name="connsiteY1795" fmla="*/ 272812 h 801258"/>
                    <a:gd name="connsiteX1796" fmla="*/ 362522 w 927926"/>
                    <a:gd name="connsiteY1796" fmla="*/ 267287 h 801258"/>
                    <a:gd name="connsiteX1797" fmla="*/ 344139 w 927926"/>
                    <a:gd name="connsiteY1797" fmla="*/ 188992 h 801258"/>
                    <a:gd name="connsiteX1798" fmla="*/ 350140 w 927926"/>
                    <a:gd name="connsiteY1798" fmla="*/ 186230 h 801258"/>
                    <a:gd name="connsiteX1799" fmla="*/ 346806 w 927926"/>
                    <a:gd name="connsiteY1799" fmla="*/ 190802 h 801258"/>
                    <a:gd name="connsiteX1800" fmla="*/ 344139 w 927926"/>
                    <a:gd name="connsiteY1800" fmla="*/ 188992 h 801258"/>
                    <a:gd name="connsiteX1801" fmla="*/ 378429 w 927926"/>
                    <a:gd name="connsiteY1801" fmla="*/ 131556 h 801258"/>
                    <a:gd name="connsiteX1802" fmla="*/ 378620 w 927926"/>
                    <a:gd name="connsiteY1802" fmla="*/ 132985 h 801258"/>
                    <a:gd name="connsiteX1803" fmla="*/ 380525 w 927926"/>
                    <a:gd name="connsiteY1803" fmla="*/ 135747 h 801258"/>
                    <a:gd name="connsiteX1804" fmla="*/ 383192 w 927926"/>
                    <a:gd name="connsiteY1804" fmla="*/ 133461 h 801258"/>
                    <a:gd name="connsiteX1805" fmla="*/ 385859 w 927926"/>
                    <a:gd name="connsiteY1805" fmla="*/ 135271 h 801258"/>
                    <a:gd name="connsiteX1806" fmla="*/ 378810 w 927926"/>
                    <a:gd name="connsiteY1806" fmla="*/ 140033 h 801258"/>
                    <a:gd name="connsiteX1807" fmla="*/ 380334 w 927926"/>
                    <a:gd name="connsiteY1807" fmla="*/ 146510 h 801258"/>
                    <a:gd name="connsiteX1808" fmla="*/ 383763 w 927926"/>
                    <a:gd name="connsiteY1808" fmla="*/ 143367 h 801258"/>
                    <a:gd name="connsiteX1809" fmla="*/ 384239 w 927926"/>
                    <a:gd name="connsiteY1809" fmla="*/ 147749 h 801258"/>
                    <a:gd name="connsiteX1810" fmla="*/ 379001 w 927926"/>
                    <a:gd name="connsiteY1810" fmla="*/ 145558 h 801258"/>
                    <a:gd name="connsiteX1811" fmla="*/ 376714 w 927926"/>
                    <a:gd name="connsiteY1811" fmla="*/ 144034 h 801258"/>
                    <a:gd name="connsiteX1812" fmla="*/ 368333 w 927926"/>
                    <a:gd name="connsiteY1812" fmla="*/ 147844 h 801258"/>
                    <a:gd name="connsiteX1813" fmla="*/ 370714 w 927926"/>
                    <a:gd name="connsiteY1813" fmla="*/ 146796 h 801258"/>
                    <a:gd name="connsiteX1814" fmla="*/ 367856 w 927926"/>
                    <a:gd name="connsiteY1814" fmla="*/ 151654 h 801258"/>
                    <a:gd name="connsiteX1815" fmla="*/ 373190 w 927926"/>
                    <a:gd name="connsiteY1815" fmla="*/ 159464 h 801258"/>
                    <a:gd name="connsiteX1816" fmla="*/ 375953 w 927926"/>
                    <a:gd name="connsiteY1816" fmla="*/ 157178 h 801258"/>
                    <a:gd name="connsiteX1817" fmla="*/ 382144 w 927926"/>
                    <a:gd name="connsiteY1817" fmla="*/ 169656 h 801258"/>
                    <a:gd name="connsiteX1818" fmla="*/ 375381 w 927926"/>
                    <a:gd name="connsiteY1818" fmla="*/ 173276 h 801258"/>
                    <a:gd name="connsiteX1819" fmla="*/ 380239 w 927926"/>
                    <a:gd name="connsiteY1819" fmla="*/ 171085 h 801258"/>
                    <a:gd name="connsiteX1820" fmla="*/ 379667 w 927926"/>
                    <a:gd name="connsiteY1820" fmla="*/ 165275 h 801258"/>
                    <a:gd name="connsiteX1821" fmla="*/ 376714 w 927926"/>
                    <a:gd name="connsiteY1821" fmla="*/ 164608 h 801258"/>
                    <a:gd name="connsiteX1822" fmla="*/ 373667 w 927926"/>
                    <a:gd name="connsiteY1822" fmla="*/ 168037 h 801258"/>
                    <a:gd name="connsiteX1823" fmla="*/ 371000 w 927926"/>
                    <a:gd name="connsiteY1823" fmla="*/ 162131 h 801258"/>
                    <a:gd name="connsiteX1824" fmla="*/ 369476 w 927926"/>
                    <a:gd name="connsiteY1824" fmla="*/ 167942 h 801258"/>
                    <a:gd name="connsiteX1825" fmla="*/ 365856 w 927926"/>
                    <a:gd name="connsiteY1825" fmla="*/ 165465 h 801258"/>
                    <a:gd name="connsiteX1826" fmla="*/ 362427 w 927926"/>
                    <a:gd name="connsiteY1826" fmla="*/ 168513 h 801258"/>
                    <a:gd name="connsiteX1827" fmla="*/ 361284 w 927926"/>
                    <a:gd name="connsiteY1827" fmla="*/ 160893 h 801258"/>
                    <a:gd name="connsiteX1828" fmla="*/ 358427 w 927926"/>
                    <a:gd name="connsiteY1828" fmla="*/ 165751 h 801258"/>
                    <a:gd name="connsiteX1829" fmla="*/ 358046 w 927926"/>
                    <a:gd name="connsiteY1829" fmla="*/ 161369 h 801258"/>
                    <a:gd name="connsiteX1830" fmla="*/ 361189 w 927926"/>
                    <a:gd name="connsiteY1830" fmla="*/ 159369 h 801258"/>
                    <a:gd name="connsiteX1831" fmla="*/ 357760 w 927926"/>
                    <a:gd name="connsiteY1831" fmla="*/ 158417 h 801258"/>
                    <a:gd name="connsiteX1832" fmla="*/ 366332 w 927926"/>
                    <a:gd name="connsiteY1832" fmla="*/ 156035 h 801258"/>
                    <a:gd name="connsiteX1833" fmla="*/ 362618 w 927926"/>
                    <a:gd name="connsiteY1833" fmla="*/ 152130 h 801258"/>
                    <a:gd name="connsiteX1834" fmla="*/ 359951 w 927926"/>
                    <a:gd name="connsiteY1834" fmla="*/ 154416 h 801258"/>
                    <a:gd name="connsiteX1835" fmla="*/ 357093 w 927926"/>
                    <a:gd name="connsiteY1835" fmla="*/ 159274 h 801258"/>
                    <a:gd name="connsiteX1836" fmla="*/ 350806 w 927926"/>
                    <a:gd name="connsiteY1836" fmla="*/ 154988 h 801258"/>
                    <a:gd name="connsiteX1837" fmla="*/ 357569 w 927926"/>
                    <a:gd name="connsiteY1837" fmla="*/ 155464 h 801258"/>
                    <a:gd name="connsiteX1838" fmla="*/ 354617 w 927926"/>
                    <a:gd name="connsiteY1838" fmla="*/ 154797 h 801258"/>
                    <a:gd name="connsiteX1839" fmla="*/ 354902 w 927926"/>
                    <a:gd name="connsiteY1839" fmla="*/ 153654 h 801258"/>
                    <a:gd name="connsiteX1840" fmla="*/ 355188 w 927926"/>
                    <a:gd name="connsiteY1840" fmla="*/ 152511 h 801258"/>
                    <a:gd name="connsiteX1841" fmla="*/ 359855 w 927926"/>
                    <a:gd name="connsiteY1841" fmla="*/ 152892 h 801258"/>
                    <a:gd name="connsiteX1842" fmla="*/ 362713 w 927926"/>
                    <a:gd name="connsiteY1842" fmla="*/ 148034 h 801258"/>
                    <a:gd name="connsiteX1843" fmla="*/ 353283 w 927926"/>
                    <a:gd name="connsiteY1843" fmla="*/ 149844 h 801258"/>
                    <a:gd name="connsiteX1844" fmla="*/ 352807 w 927926"/>
                    <a:gd name="connsiteY1844" fmla="*/ 153654 h 801258"/>
                    <a:gd name="connsiteX1845" fmla="*/ 351378 w 927926"/>
                    <a:gd name="connsiteY1845" fmla="*/ 151273 h 801258"/>
                    <a:gd name="connsiteX1846" fmla="*/ 349663 w 927926"/>
                    <a:gd name="connsiteY1846" fmla="*/ 155654 h 801258"/>
                    <a:gd name="connsiteX1847" fmla="*/ 348235 w 927926"/>
                    <a:gd name="connsiteY1847" fmla="*/ 153273 h 801258"/>
                    <a:gd name="connsiteX1848" fmla="*/ 353188 w 927926"/>
                    <a:gd name="connsiteY1848" fmla="*/ 148415 h 801258"/>
                    <a:gd name="connsiteX1849" fmla="*/ 347759 w 927926"/>
                    <a:gd name="connsiteY1849" fmla="*/ 152987 h 801258"/>
                    <a:gd name="connsiteX1850" fmla="*/ 344330 w 927926"/>
                    <a:gd name="connsiteY1850" fmla="*/ 152035 h 801258"/>
                    <a:gd name="connsiteX1851" fmla="*/ 346616 w 927926"/>
                    <a:gd name="connsiteY1851" fmla="*/ 149463 h 801258"/>
                    <a:gd name="connsiteX1852" fmla="*/ 348425 w 927926"/>
                    <a:gd name="connsiteY1852" fmla="*/ 150701 h 801258"/>
                    <a:gd name="connsiteX1853" fmla="*/ 352521 w 927926"/>
                    <a:gd name="connsiteY1853" fmla="*/ 145272 h 801258"/>
                    <a:gd name="connsiteX1854" fmla="*/ 361379 w 927926"/>
                    <a:gd name="connsiteY1854" fmla="*/ 141748 h 801258"/>
                    <a:gd name="connsiteX1855" fmla="*/ 358236 w 927926"/>
                    <a:gd name="connsiteY1855" fmla="*/ 147844 h 801258"/>
                    <a:gd name="connsiteX1856" fmla="*/ 364999 w 927926"/>
                    <a:gd name="connsiteY1856" fmla="*/ 148320 h 801258"/>
                    <a:gd name="connsiteX1857" fmla="*/ 366237 w 927926"/>
                    <a:gd name="connsiteY1857" fmla="*/ 143653 h 801258"/>
                    <a:gd name="connsiteX1858" fmla="*/ 367666 w 927926"/>
                    <a:gd name="connsiteY1858" fmla="*/ 150130 h 801258"/>
                    <a:gd name="connsiteX1859" fmla="*/ 363475 w 927926"/>
                    <a:gd name="connsiteY1859" fmla="*/ 141843 h 801258"/>
                    <a:gd name="connsiteX1860" fmla="*/ 366046 w 927926"/>
                    <a:gd name="connsiteY1860" fmla="*/ 133937 h 801258"/>
                    <a:gd name="connsiteX1861" fmla="*/ 377762 w 927926"/>
                    <a:gd name="connsiteY1861" fmla="*/ 133747 h 801258"/>
                    <a:gd name="connsiteX1862" fmla="*/ 377286 w 927926"/>
                    <a:gd name="connsiteY1862" fmla="*/ 141653 h 801258"/>
                    <a:gd name="connsiteX1863" fmla="*/ 378429 w 927926"/>
                    <a:gd name="connsiteY1863" fmla="*/ 131556 h 801258"/>
                    <a:gd name="connsiteX1864" fmla="*/ 374429 w 927926"/>
                    <a:gd name="connsiteY1864" fmla="*/ 172704 h 801258"/>
                    <a:gd name="connsiteX1865" fmla="*/ 372619 w 927926"/>
                    <a:gd name="connsiteY1865" fmla="*/ 171466 h 801258"/>
                    <a:gd name="connsiteX1866" fmla="*/ 376429 w 927926"/>
                    <a:gd name="connsiteY1866" fmla="*/ 167180 h 801258"/>
                    <a:gd name="connsiteX1867" fmla="*/ 374429 w 927926"/>
                    <a:gd name="connsiteY1867" fmla="*/ 172704 h 801258"/>
                    <a:gd name="connsiteX1868" fmla="*/ 330804 w 927926"/>
                    <a:gd name="connsiteY1868" fmla="*/ 92123 h 801258"/>
                    <a:gd name="connsiteX1869" fmla="*/ 331852 w 927926"/>
                    <a:gd name="connsiteY1869" fmla="*/ 90122 h 801258"/>
                    <a:gd name="connsiteX1870" fmla="*/ 334233 w 927926"/>
                    <a:gd name="connsiteY1870" fmla="*/ 88979 h 801258"/>
                    <a:gd name="connsiteX1871" fmla="*/ 330804 w 927926"/>
                    <a:gd name="connsiteY1871" fmla="*/ 92123 h 801258"/>
                    <a:gd name="connsiteX1872" fmla="*/ 919068 w 927926"/>
                    <a:gd name="connsiteY1872" fmla="*/ 327295 h 801258"/>
                    <a:gd name="connsiteX1873" fmla="*/ 913925 w 927926"/>
                    <a:gd name="connsiteY1873" fmla="*/ 327104 h 801258"/>
                    <a:gd name="connsiteX1874" fmla="*/ 919068 w 927926"/>
                    <a:gd name="connsiteY1874" fmla="*/ 324152 h 801258"/>
                    <a:gd name="connsiteX1875" fmla="*/ 919068 w 927926"/>
                    <a:gd name="connsiteY1875" fmla="*/ 327295 h 801258"/>
                    <a:gd name="connsiteX1876" fmla="*/ 850964 w 927926"/>
                    <a:gd name="connsiteY1876" fmla="*/ 450739 h 801258"/>
                    <a:gd name="connsiteX1877" fmla="*/ 846392 w 927926"/>
                    <a:gd name="connsiteY1877" fmla="*/ 449501 h 801258"/>
                    <a:gd name="connsiteX1878" fmla="*/ 847345 w 927926"/>
                    <a:gd name="connsiteY1878" fmla="*/ 445691 h 801258"/>
                    <a:gd name="connsiteX1879" fmla="*/ 847630 w 927926"/>
                    <a:gd name="connsiteY1879" fmla="*/ 449120 h 801258"/>
                    <a:gd name="connsiteX1880" fmla="*/ 850679 w 927926"/>
                    <a:gd name="connsiteY1880" fmla="*/ 447310 h 801258"/>
                    <a:gd name="connsiteX1881" fmla="*/ 850964 w 927926"/>
                    <a:gd name="connsiteY1881" fmla="*/ 450739 h 801258"/>
                    <a:gd name="connsiteX1882" fmla="*/ 824389 w 927926"/>
                    <a:gd name="connsiteY1882" fmla="*/ 469217 h 801258"/>
                    <a:gd name="connsiteX1883" fmla="*/ 824104 w 927926"/>
                    <a:gd name="connsiteY1883" fmla="*/ 465788 h 801258"/>
                    <a:gd name="connsiteX1884" fmla="*/ 824389 w 927926"/>
                    <a:gd name="connsiteY1884" fmla="*/ 469217 h 801258"/>
                    <a:gd name="connsiteX1885" fmla="*/ 783908 w 927926"/>
                    <a:gd name="connsiteY1885" fmla="*/ 546465 h 801258"/>
                    <a:gd name="connsiteX1886" fmla="*/ 781908 w 927926"/>
                    <a:gd name="connsiteY1886" fmla="*/ 544560 h 801258"/>
                    <a:gd name="connsiteX1887" fmla="*/ 784861 w 927926"/>
                    <a:gd name="connsiteY1887" fmla="*/ 544274 h 801258"/>
                    <a:gd name="connsiteX1888" fmla="*/ 785337 w 927926"/>
                    <a:gd name="connsiteY1888" fmla="*/ 543131 h 801258"/>
                    <a:gd name="connsiteX1889" fmla="*/ 786575 w 927926"/>
                    <a:gd name="connsiteY1889" fmla="*/ 542750 h 801258"/>
                    <a:gd name="connsiteX1890" fmla="*/ 787337 w 927926"/>
                    <a:gd name="connsiteY1890" fmla="*/ 543512 h 801258"/>
                    <a:gd name="connsiteX1891" fmla="*/ 783908 w 927926"/>
                    <a:gd name="connsiteY1891" fmla="*/ 546465 h 801258"/>
                    <a:gd name="connsiteX1892" fmla="*/ 498063 w 927926"/>
                    <a:gd name="connsiteY1892" fmla="*/ 734203 h 801258"/>
                    <a:gd name="connsiteX1893" fmla="*/ 496634 w 927926"/>
                    <a:gd name="connsiteY1893" fmla="*/ 728297 h 801258"/>
                    <a:gd name="connsiteX1894" fmla="*/ 502730 w 927926"/>
                    <a:gd name="connsiteY1894" fmla="*/ 723249 h 801258"/>
                    <a:gd name="connsiteX1895" fmla="*/ 498920 w 927926"/>
                    <a:gd name="connsiteY1895" fmla="*/ 728964 h 801258"/>
                    <a:gd name="connsiteX1896" fmla="*/ 501111 w 927926"/>
                    <a:gd name="connsiteY1896" fmla="*/ 730964 h 801258"/>
                    <a:gd name="connsiteX1897" fmla="*/ 498063 w 927926"/>
                    <a:gd name="connsiteY1897" fmla="*/ 734203 h 801258"/>
                    <a:gd name="connsiteX1898" fmla="*/ 287465 w 927926"/>
                    <a:gd name="connsiteY1898" fmla="*/ 744109 h 801258"/>
                    <a:gd name="connsiteX1899" fmla="*/ 286037 w 927926"/>
                    <a:gd name="connsiteY1899" fmla="*/ 742871 h 801258"/>
                    <a:gd name="connsiteX1900" fmla="*/ 287180 w 927926"/>
                    <a:gd name="connsiteY1900" fmla="*/ 739346 h 801258"/>
                    <a:gd name="connsiteX1901" fmla="*/ 292228 w 927926"/>
                    <a:gd name="connsiteY1901" fmla="*/ 739251 h 801258"/>
                    <a:gd name="connsiteX1902" fmla="*/ 287465 w 927926"/>
                    <a:gd name="connsiteY1902" fmla="*/ 744109 h 801258"/>
                    <a:gd name="connsiteX1903" fmla="*/ 112777 w 927926"/>
                    <a:gd name="connsiteY1903" fmla="*/ 341678 h 801258"/>
                    <a:gd name="connsiteX1904" fmla="*/ 112967 w 927926"/>
                    <a:gd name="connsiteY1904" fmla="*/ 337677 h 801258"/>
                    <a:gd name="connsiteX1905" fmla="*/ 112777 w 927926"/>
                    <a:gd name="connsiteY1905" fmla="*/ 341678 h 801258"/>
                    <a:gd name="connsiteX1906" fmla="*/ 19146 w 927926"/>
                    <a:gd name="connsiteY1906" fmla="*/ 237760 h 801258"/>
                    <a:gd name="connsiteX1907" fmla="*/ 23813 w 927926"/>
                    <a:gd name="connsiteY1907" fmla="*/ 236617 h 801258"/>
                    <a:gd name="connsiteX1908" fmla="*/ 19146 w 927926"/>
                    <a:gd name="connsiteY1908" fmla="*/ 237760 h 801258"/>
                    <a:gd name="connsiteX1909" fmla="*/ 31910 w 927926"/>
                    <a:gd name="connsiteY1909" fmla="*/ 251857 h 801258"/>
                    <a:gd name="connsiteX1910" fmla="*/ 35338 w 927926"/>
                    <a:gd name="connsiteY1910" fmla="*/ 253857 h 801258"/>
                    <a:gd name="connsiteX1911" fmla="*/ 32481 w 927926"/>
                    <a:gd name="connsiteY1911" fmla="*/ 257381 h 801258"/>
                    <a:gd name="connsiteX1912" fmla="*/ 31910 w 927926"/>
                    <a:gd name="connsiteY1912" fmla="*/ 251857 h 801258"/>
                    <a:gd name="connsiteX1913" fmla="*/ 66771 w 927926"/>
                    <a:gd name="connsiteY1913" fmla="*/ 242332 h 801258"/>
                    <a:gd name="connsiteX1914" fmla="*/ 69533 w 927926"/>
                    <a:gd name="connsiteY1914" fmla="*/ 245285 h 801258"/>
                    <a:gd name="connsiteX1915" fmla="*/ 66104 w 927926"/>
                    <a:gd name="connsiteY1915" fmla="*/ 247190 h 801258"/>
                    <a:gd name="connsiteX1916" fmla="*/ 66104 w 927926"/>
                    <a:gd name="connsiteY1916" fmla="*/ 251190 h 801258"/>
                    <a:gd name="connsiteX1917" fmla="*/ 61818 w 927926"/>
                    <a:gd name="connsiteY1917" fmla="*/ 248618 h 801258"/>
                    <a:gd name="connsiteX1918" fmla="*/ 66771 w 927926"/>
                    <a:gd name="connsiteY1918" fmla="*/ 242332 h 801258"/>
                    <a:gd name="connsiteX1919" fmla="*/ 69533 w 927926"/>
                    <a:gd name="connsiteY1919" fmla="*/ 249190 h 801258"/>
                    <a:gd name="connsiteX1920" fmla="*/ 71438 w 927926"/>
                    <a:gd name="connsiteY1920" fmla="*/ 251666 h 801258"/>
                    <a:gd name="connsiteX1921" fmla="*/ 69533 w 927926"/>
                    <a:gd name="connsiteY1921" fmla="*/ 249190 h 801258"/>
                    <a:gd name="connsiteX1922" fmla="*/ 58198 w 927926"/>
                    <a:gd name="connsiteY1922" fmla="*/ 268716 h 801258"/>
                    <a:gd name="connsiteX1923" fmla="*/ 62199 w 927926"/>
                    <a:gd name="connsiteY1923" fmla="*/ 268526 h 801258"/>
                    <a:gd name="connsiteX1924" fmla="*/ 58198 w 927926"/>
                    <a:gd name="connsiteY1924" fmla="*/ 268716 h 801258"/>
                    <a:gd name="connsiteX1925" fmla="*/ 58484 w 927926"/>
                    <a:gd name="connsiteY1925" fmla="*/ 280908 h 801258"/>
                    <a:gd name="connsiteX1926" fmla="*/ 61532 w 927926"/>
                    <a:gd name="connsiteY1926" fmla="*/ 284147 h 801258"/>
                    <a:gd name="connsiteX1927" fmla="*/ 58484 w 927926"/>
                    <a:gd name="connsiteY1927" fmla="*/ 280908 h 801258"/>
                    <a:gd name="connsiteX1928" fmla="*/ 97918 w 927926"/>
                    <a:gd name="connsiteY1928" fmla="*/ 234807 h 801258"/>
                    <a:gd name="connsiteX1929" fmla="*/ 98489 w 927926"/>
                    <a:gd name="connsiteY1929" fmla="*/ 240522 h 801258"/>
                    <a:gd name="connsiteX1930" fmla="*/ 97918 w 927926"/>
                    <a:gd name="connsiteY1930" fmla="*/ 234807 h 801258"/>
                    <a:gd name="connsiteX1931" fmla="*/ 134018 w 927926"/>
                    <a:gd name="connsiteY1931" fmla="*/ 199946 h 801258"/>
                    <a:gd name="connsiteX1932" fmla="*/ 139447 w 927926"/>
                    <a:gd name="connsiteY1932" fmla="*/ 194040 h 801258"/>
                    <a:gd name="connsiteX1933" fmla="*/ 144114 w 927926"/>
                    <a:gd name="connsiteY1933" fmla="*/ 195659 h 801258"/>
                    <a:gd name="connsiteX1934" fmla="*/ 135922 w 927926"/>
                    <a:gd name="connsiteY1934" fmla="*/ 206518 h 801258"/>
                    <a:gd name="connsiteX1935" fmla="*/ 134018 w 927926"/>
                    <a:gd name="connsiteY1935" fmla="*/ 199946 h 801258"/>
                    <a:gd name="connsiteX1936" fmla="*/ 102966 w 927926"/>
                    <a:gd name="connsiteY1936" fmla="*/ 242046 h 801258"/>
                    <a:gd name="connsiteX1937" fmla="*/ 106681 w 927926"/>
                    <a:gd name="connsiteY1937" fmla="*/ 242999 h 801258"/>
                    <a:gd name="connsiteX1938" fmla="*/ 102966 w 927926"/>
                    <a:gd name="connsiteY1938" fmla="*/ 242046 h 801258"/>
                    <a:gd name="connsiteX1939" fmla="*/ 128969 w 927926"/>
                    <a:gd name="connsiteY1939" fmla="*/ 210137 h 801258"/>
                    <a:gd name="connsiteX1940" fmla="*/ 132398 w 927926"/>
                    <a:gd name="connsiteY1940" fmla="*/ 208328 h 801258"/>
                    <a:gd name="connsiteX1941" fmla="*/ 133827 w 927926"/>
                    <a:gd name="connsiteY1941" fmla="*/ 210614 h 801258"/>
                    <a:gd name="connsiteX1942" fmla="*/ 128969 w 927926"/>
                    <a:gd name="connsiteY1942" fmla="*/ 210137 h 801258"/>
                    <a:gd name="connsiteX1943" fmla="*/ 87917 w 927926"/>
                    <a:gd name="connsiteY1943" fmla="*/ 265954 h 801258"/>
                    <a:gd name="connsiteX1944" fmla="*/ 91631 w 927926"/>
                    <a:gd name="connsiteY1944" fmla="*/ 262906 h 801258"/>
                    <a:gd name="connsiteX1945" fmla="*/ 93631 w 927926"/>
                    <a:gd name="connsiteY1945" fmla="*/ 266811 h 801258"/>
                    <a:gd name="connsiteX1946" fmla="*/ 91441 w 927926"/>
                    <a:gd name="connsiteY1946" fmla="*/ 269478 h 801258"/>
                    <a:gd name="connsiteX1947" fmla="*/ 95251 w 927926"/>
                    <a:gd name="connsiteY1947" fmla="*/ 271859 h 801258"/>
                    <a:gd name="connsiteX1948" fmla="*/ 97156 w 927926"/>
                    <a:gd name="connsiteY1948" fmla="*/ 270335 h 801258"/>
                    <a:gd name="connsiteX1949" fmla="*/ 94298 w 927926"/>
                    <a:gd name="connsiteY1949" fmla="*/ 273860 h 801258"/>
                    <a:gd name="connsiteX1950" fmla="*/ 88393 w 927926"/>
                    <a:gd name="connsiteY1950" fmla="*/ 270145 h 801258"/>
                    <a:gd name="connsiteX1951" fmla="*/ 87917 w 927926"/>
                    <a:gd name="connsiteY1951" fmla="*/ 265954 h 801258"/>
                    <a:gd name="connsiteX1952" fmla="*/ 108014 w 927926"/>
                    <a:gd name="connsiteY1952" fmla="*/ 243856 h 801258"/>
                    <a:gd name="connsiteX1953" fmla="*/ 109443 w 927926"/>
                    <a:gd name="connsiteY1953" fmla="*/ 246047 h 801258"/>
                    <a:gd name="connsiteX1954" fmla="*/ 104871 w 927926"/>
                    <a:gd name="connsiteY1954" fmla="*/ 248523 h 801258"/>
                    <a:gd name="connsiteX1955" fmla="*/ 108014 w 927926"/>
                    <a:gd name="connsiteY1955" fmla="*/ 243856 h 801258"/>
                    <a:gd name="connsiteX1956" fmla="*/ 110681 w 927926"/>
                    <a:gd name="connsiteY1956" fmla="*/ 246904 h 801258"/>
                    <a:gd name="connsiteX1957" fmla="*/ 120683 w 927926"/>
                    <a:gd name="connsiteY1957" fmla="*/ 250523 h 801258"/>
                    <a:gd name="connsiteX1958" fmla="*/ 120492 w 927926"/>
                    <a:gd name="connsiteY1958" fmla="*/ 257096 h 801258"/>
                    <a:gd name="connsiteX1959" fmla="*/ 119063 w 927926"/>
                    <a:gd name="connsiteY1959" fmla="*/ 254905 h 801258"/>
                    <a:gd name="connsiteX1960" fmla="*/ 110300 w 927926"/>
                    <a:gd name="connsiteY1960" fmla="*/ 252047 h 801258"/>
                    <a:gd name="connsiteX1961" fmla="*/ 110681 w 927926"/>
                    <a:gd name="connsiteY1961" fmla="*/ 246904 h 801258"/>
                    <a:gd name="connsiteX1962" fmla="*/ 120016 w 927926"/>
                    <a:gd name="connsiteY1962" fmla="*/ 247380 h 801258"/>
                    <a:gd name="connsiteX1963" fmla="*/ 124207 w 927926"/>
                    <a:gd name="connsiteY1963" fmla="*/ 248618 h 801258"/>
                    <a:gd name="connsiteX1964" fmla="*/ 120016 w 927926"/>
                    <a:gd name="connsiteY1964" fmla="*/ 247380 h 801258"/>
                    <a:gd name="connsiteX1965" fmla="*/ 137923 w 927926"/>
                    <a:gd name="connsiteY1965" fmla="*/ 235950 h 801258"/>
                    <a:gd name="connsiteX1966" fmla="*/ 136018 w 927926"/>
                    <a:gd name="connsiteY1966" fmla="*/ 241475 h 801258"/>
                    <a:gd name="connsiteX1967" fmla="*/ 134875 w 927926"/>
                    <a:gd name="connsiteY1967" fmla="*/ 238046 h 801258"/>
                    <a:gd name="connsiteX1968" fmla="*/ 135732 w 927926"/>
                    <a:gd name="connsiteY1968" fmla="*/ 238617 h 801258"/>
                    <a:gd name="connsiteX1969" fmla="*/ 137923 w 927926"/>
                    <a:gd name="connsiteY1969" fmla="*/ 235950 h 801258"/>
                    <a:gd name="connsiteX1970" fmla="*/ 133160 w 927926"/>
                    <a:gd name="connsiteY1970" fmla="*/ 244904 h 801258"/>
                    <a:gd name="connsiteX1971" fmla="*/ 136018 w 927926"/>
                    <a:gd name="connsiteY1971" fmla="*/ 245380 h 801258"/>
                    <a:gd name="connsiteX1972" fmla="*/ 137066 w 927926"/>
                    <a:gd name="connsiteY1972" fmla="*/ 243380 h 801258"/>
                    <a:gd name="connsiteX1973" fmla="*/ 133160 w 927926"/>
                    <a:gd name="connsiteY1973" fmla="*/ 244904 h 801258"/>
                    <a:gd name="connsiteX1974" fmla="*/ 130398 w 927926"/>
                    <a:gd name="connsiteY1974" fmla="*/ 255286 h 801258"/>
                    <a:gd name="connsiteX1975" fmla="*/ 129255 w 927926"/>
                    <a:gd name="connsiteY1975" fmla="*/ 255857 h 801258"/>
                    <a:gd name="connsiteX1976" fmla="*/ 126969 w 927926"/>
                    <a:gd name="connsiteY1976" fmla="*/ 253095 h 801258"/>
                    <a:gd name="connsiteX1977" fmla="*/ 128969 w 927926"/>
                    <a:gd name="connsiteY1977" fmla="*/ 253000 h 801258"/>
                    <a:gd name="connsiteX1978" fmla="*/ 131255 w 927926"/>
                    <a:gd name="connsiteY1978" fmla="*/ 251762 h 801258"/>
                    <a:gd name="connsiteX1979" fmla="*/ 130398 w 927926"/>
                    <a:gd name="connsiteY1979" fmla="*/ 255286 h 801258"/>
                    <a:gd name="connsiteX1980" fmla="*/ 104776 w 927926"/>
                    <a:gd name="connsiteY1980" fmla="*/ 284528 h 801258"/>
                    <a:gd name="connsiteX1981" fmla="*/ 110014 w 927926"/>
                    <a:gd name="connsiteY1981" fmla="*/ 279765 h 801258"/>
                    <a:gd name="connsiteX1982" fmla="*/ 107729 w 927926"/>
                    <a:gd name="connsiteY1982" fmla="*/ 286337 h 801258"/>
                    <a:gd name="connsiteX1983" fmla="*/ 104776 w 927926"/>
                    <a:gd name="connsiteY1983" fmla="*/ 284528 h 801258"/>
                    <a:gd name="connsiteX1984" fmla="*/ 113634 w 927926"/>
                    <a:gd name="connsiteY1984" fmla="*/ 279479 h 801258"/>
                    <a:gd name="connsiteX1985" fmla="*/ 116682 w 927926"/>
                    <a:gd name="connsiteY1985" fmla="*/ 292052 h 801258"/>
                    <a:gd name="connsiteX1986" fmla="*/ 108586 w 927926"/>
                    <a:gd name="connsiteY1986" fmla="*/ 287004 h 801258"/>
                    <a:gd name="connsiteX1987" fmla="*/ 113634 w 927926"/>
                    <a:gd name="connsiteY1987" fmla="*/ 279479 h 801258"/>
                    <a:gd name="connsiteX1988" fmla="*/ 195454 w 927926"/>
                    <a:gd name="connsiteY1988" fmla="*/ 194707 h 801258"/>
                    <a:gd name="connsiteX1989" fmla="*/ 198121 w 927926"/>
                    <a:gd name="connsiteY1989" fmla="*/ 192326 h 801258"/>
                    <a:gd name="connsiteX1990" fmla="*/ 197359 w 927926"/>
                    <a:gd name="connsiteY1990" fmla="*/ 197183 h 801258"/>
                    <a:gd name="connsiteX1991" fmla="*/ 195454 w 927926"/>
                    <a:gd name="connsiteY1991" fmla="*/ 194707 h 801258"/>
                    <a:gd name="connsiteX1992" fmla="*/ 119730 w 927926"/>
                    <a:gd name="connsiteY1992" fmla="*/ 289957 h 801258"/>
                    <a:gd name="connsiteX1993" fmla="*/ 121540 w 927926"/>
                    <a:gd name="connsiteY1993" fmla="*/ 292433 h 801258"/>
                    <a:gd name="connsiteX1994" fmla="*/ 119730 w 927926"/>
                    <a:gd name="connsiteY1994" fmla="*/ 289957 h 801258"/>
                    <a:gd name="connsiteX1995" fmla="*/ 128207 w 927926"/>
                    <a:gd name="connsiteY1995" fmla="*/ 280622 h 801258"/>
                    <a:gd name="connsiteX1996" fmla="*/ 132208 w 927926"/>
                    <a:gd name="connsiteY1996" fmla="*/ 280527 h 801258"/>
                    <a:gd name="connsiteX1997" fmla="*/ 128207 w 927926"/>
                    <a:gd name="connsiteY1997" fmla="*/ 280622 h 801258"/>
                    <a:gd name="connsiteX1998" fmla="*/ 200026 w 927926"/>
                    <a:gd name="connsiteY1998" fmla="*/ 194897 h 801258"/>
                    <a:gd name="connsiteX1999" fmla="*/ 202026 w 927926"/>
                    <a:gd name="connsiteY1999" fmla="*/ 198898 h 801258"/>
                    <a:gd name="connsiteX2000" fmla="*/ 199645 w 927926"/>
                    <a:gd name="connsiteY2000" fmla="*/ 200041 h 801258"/>
                    <a:gd name="connsiteX2001" fmla="*/ 198311 w 927926"/>
                    <a:gd name="connsiteY2001" fmla="*/ 207280 h 801258"/>
                    <a:gd name="connsiteX2002" fmla="*/ 199930 w 927926"/>
                    <a:gd name="connsiteY2002" fmla="*/ 202898 h 801258"/>
                    <a:gd name="connsiteX2003" fmla="*/ 195644 w 927926"/>
                    <a:gd name="connsiteY2003" fmla="*/ 201565 h 801258"/>
                    <a:gd name="connsiteX2004" fmla="*/ 198406 w 927926"/>
                    <a:gd name="connsiteY2004" fmla="*/ 200612 h 801258"/>
                    <a:gd name="connsiteX2005" fmla="*/ 200026 w 927926"/>
                    <a:gd name="connsiteY2005" fmla="*/ 194897 h 801258"/>
                    <a:gd name="connsiteX2006" fmla="*/ 203169 w 927926"/>
                    <a:gd name="connsiteY2006" fmla="*/ 194326 h 801258"/>
                    <a:gd name="connsiteX2007" fmla="*/ 205550 w 927926"/>
                    <a:gd name="connsiteY2007" fmla="*/ 193088 h 801258"/>
                    <a:gd name="connsiteX2008" fmla="*/ 205074 w 927926"/>
                    <a:gd name="connsiteY2008" fmla="*/ 200803 h 801258"/>
                    <a:gd name="connsiteX2009" fmla="*/ 202312 w 927926"/>
                    <a:gd name="connsiteY2009" fmla="*/ 201755 h 801258"/>
                    <a:gd name="connsiteX2010" fmla="*/ 203169 w 927926"/>
                    <a:gd name="connsiteY2010" fmla="*/ 194326 h 801258"/>
                    <a:gd name="connsiteX2011" fmla="*/ 282227 w 927926"/>
                    <a:gd name="connsiteY2011" fmla="*/ 103838 h 801258"/>
                    <a:gd name="connsiteX2012" fmla="*/ 286322 w 927926"/>
                    <a:gd name="connsiteY2012" fmla="*/ 99743 h 801258"/>
                    <a:gd name="connsiteX2013" fmla="*/ 287180 w 927926"/>
                    <a:gd name="connsiteY2013" fmla="*/ 100314 h 801258"/>
                    <a:gd name="connsiteX2014" fmla="*/ 286894 w 927926"/>
                    <a:gd name="connsiteY2014" fmla="*/ 101457 h 801258"/>
                    <a:gd name="connsiteX2015" fmla="*/ 282227 w 927926"/>
                    <a:gd name="connsiteY2015" fmla="*/ 103838 h 801258"/>
                    <a:gd name="connsiteX2016" fmla="*/ 201550 w 927926"/>
                    <a:gd name="connsiteY2016" fmla="*/ 206708 h 801258"/>
                    <a:gd name="connsiteX2017" fmla="*/ 208598 w 927926"/>
                    <a:gd name="connsiteY2017" fmla="*/ 211185 h 801258"/>
                    <a:gd name="connsiteX2018" fmla="*/ 201550 w 927926"/>
                    <a:gd name="connsiteY2018" fmla="*/ 206708 h 801258"/>
                    <a:gd name="connsiteX2019" fmla="*/ 142019 w 927926"/>
                    <a:gd name="connsiteY2019" fmla="*/ 281289 h 801258"/>
                    <a:gd name="connsiteX2020" fmla="*/ 153448 w 927926"/>
                    <a:gd name="connsiteY2020" fmla="*/ 281765 h 801258"/>
                    <a:gd name="connsiteX2021" fmla="*/ 146114 w 927926"/>
                    <a:gd name="connsiteY2021" fmla="*/ 286528 h 801258"/>
                    <a:gd name="connsiteX2022" fmla="*/ 142019 w 927926"/>
                    <a:gd name="connsiteY2022" fmla="*/ 281289 h 801258"/>
                    <a:gd name="connsiteX2023" fmla="*/ 286037 w 927926"/>
                    <a:gd name="connsiteY2023" fmla="*/ 111744 h 801258"/>
                    <a:gd name="connsiteX2024" fmla="*/ 293180 w 927926"/>
                    <a:gd name="connsiteY2024" fmla="*/ 114983 h 801258"/>
                    <a:gd name="connsiteX2025" fmla="*/ 286037 w 927926"/>
                    <a:gd name="connsiteY2025" fmla="*/ 111744 h 801258"/>
                    <a:gd name="connsiteX2026" fmla="*/ 208884 w 927926"/>
                    <a:gd name="connsiteY2026" fmla="*/ 214043 h 801258"/>
                    <a:gd name="connsiteX2027" fmla="*/ 208313 w 927926"/>
                    <a:gd name="connsiteY2027" fmla="*/ 212328 h 801258"/>
                    <a:gd name="connsiteX2028" fmla="*/ 213551 w 927926"/>
                    <a:gd name="connsiteY2028" fmla="*/ 211661 h 801258"/>
                    <a:gd name="connsiteX2029" fmla="*/ 208884 w 927926"/>
                    <a:gd name="connsiteY2029" fmla="*/ 214043 h 801258"/>
                    <a:gd name="connsiteX2030" fmla="*/ 150877 w 927926"/>
                    <a:gd name="connsiteY2030" fmla="*/ 285575 h 801258"/>
                    <a:gd name="connsiteX2031" fmla="*/ 153830 w 927926"/>
                    <a:gd name="connsiteY2031" fmla="*/ 282146 h 801258"/>
                    <a:gd name="connsiteX2032" fmla="*/ 151829 w 927926"/>
                    <a:gd name="connsiteY2032" fmla="*/ 287576 h 801258"/>
                    <a:gd name="connsiteX2033" fmla="*/ 150877 w 927926"/>
                    <a:gd name="connsiteY2033" fmla="*/ 285575 h 801258"/>
                    <a:gd name="connsiteX2034" fmla="*/ 211075 w 927926"/>
                    <a:gd name="connsiteY2034" fmla="*/ 215376 h 801258"/>
                    <a:gd name="connsiteX2035" fmla="*/ 217266 w 927926"/>
                    <a:gd name="connsiteY2035" fmla="*/ 215281 h 801258"/>
                    <a:gd name="connsiteX2036" fmla="*/ 211075 w 927926"/>
                    <a:gd name="connsiteY2036" fmla="*/ 215376 h 801258"/>
                    <a:gd name="connsiteX2037" fmla="*/ 292513 w 927926"/>
                    <a:gd name="connsiteY2037" fmla="*/ 119840 h 801258"/>
                    <a:gd name="connsiteX2038" fmla="*/ 296705 w 927926"/>
                    <a:gd name="connsiteY2038" fmla="*/ 119840 h 801258"/>
                    <a:gd name="connsiteX2039" fmla="*/ 292513 w 927926"/>
                    <a:gd name="connsiteY2039" fmla="*/ 119840 h 801258"/>
                    <a:gd name="connsiteX2040" fmla="*/ 180785 w 927926"/>
                    <a:gd name="connsiteY2040" fmla="*/ 255000 h 801258"/>
                    <a:gd name="connsiteX2041" fmla="*/ 185357 w 927926"/>
                    <a:gd name="connsiteY2041" fmla="*/ 251190 h 801258"/>
                    <a:gd name="connsiteX2042" fmla="*/ 180785 w 927926"/>
                    <a:gd name="connsiteY2042" fmla="*/ 255000 h 801258"/>
                    <a:gd name="connsiteX2043" fmla="*/ 204693 w 927926"/>
                    <a:gd name="connsiteY2043" fmla="*/ 239570 h 801258"/>
                    <a:gd name="connsiteX2044" fmla="*/ 197168 w 927926"/>
                    <a:gd name="connsiteY2044" fmla="*/ 241284 h 801258"/>
                    <a:gd name="connsiteX2045" fmla="*/ 199454 w 927926"/>
                    <a:gd name="connsiteY2045" fmla="*/ 234712 h 801258"/>
                    <a:gd name="connsiteX2046" fmla="*/ 208503 w 927926"/>
                    <a:gd name="connsiteY2046" fmla="*/ 231188 h 801258"/>
                    <a:gd name="connsiteX2047" fmla="*/ 200788 w 927926"/>
                    <a:gd name="connsiteY2047" fmla="*/ 231569 h 801258"/>
                    <a:gd name="connsiteX2048" fmla="*/ 204598 w 927926"/>
                    <a:gd name="connsiteY2048" fmla="*/ 228616 h 801258"/>
                    <a:gd name="connsiteX2049" fmla="*/ 206027 w 927926"/>
                    <a:gd name="connsiteY2049" fmla="*/ 230902 h 801258"/>
                    <a:gd name="connsiteX2050" fmla="*/ 212313 w 927926"/>
                    <a:gd name="connsiteY2050" fmla="*/ 233759 h 801258"/>
                    <a:gd name="connsiteX2051" fmla="*/ 208979 w 927926"/>
                    <a:gd name="connsiteY2051" fmla="*/ 232902 h 801258"/>
                    <a:gd name="connsiteX2052" fmla="*/ 205931 w 927926"/>
                    <a:gd name="connsiteY2052" fmla="*/ 234902 h 801258"/>
                    <a:gd name="connsiteX2053" fmla="*/ 207741 w 927926"/>
                    <a:gd name="connsiteY2053" fmla="*/ 237474 h 801258"/>
                    <a:gd name="connsiteX2054" fmla="*/ 206027 w 927926"/>
                    <a:gd name="connsiteY2054" fmla="*/ 241760 h 801258"/>
                    <a:gd name="connsiteX2055" fmla="*/ 204693 w 927926"/>
                    <a:gd name="connsiteY2055" fmla="*/ 239570 h 801258"/>
                    <a:gd name="connsiteX2056" fmla="*/ 390526 w 927926"/>
                    <a:gd name="connsiteY2056" fmla="*/ 18875 h 801258"/>
                    <a:gd name="connsiteX2057" fmla="*/ 392431 w 927926"/>
                    <a:gd name="connsiteY2057" fmla="*/ 17447 h 801258"/>
                    <a:gd name="connsiteX2058" fmla="*/ 396717 w 927926"/>
                    <a:gd name="connsiteY2058" fmla="*/ 17542 h 801258"/>
                    <a:gd name="connsiteX2059" fmla="*/ 392336 w 927926"/>
                    <a:gd name="connsiteY2059" fmla="*/ 20114 h 801258"/>
                    <a:gd name="connsiteX2060" fmla="*/ 390526 w 927926"/>
                    <a:gd name="connsiteY2060" fmla="*/ 18875 h 801258"/>
                    <a:gd name="connsiteX2061" fmla="*/ 216695 w 927926"/>
                    <a:gd name="connsiteY2061" fmla="*/ 232616 h 801258"/>
                    <a:gd name="connsiteX2062" fmla="*/ 215075 w 927926"/>
                    <a:gd name="connsiteY2062" fmla="*/ 232902 h 801258"/>
                    <a:gd name="connsiteX2063" fmla="*/ 212980 w 927926"/>
                    <a:gd name="connsiteY2063" fmla="*/ 236903 h 801258"/>
                    <a:gd name="connsiteX2064" fmla="*/ 212789 w 927926"/>
                    <a:gd name="connsiteY2064" fmla="*/ 229949 h 801258"/>
                    <a:gd name="connsiteX2065" fmla="*/ 227267 w 927926"/>
                    <a:gd name="connsiteY2065" fmla="*/ 238331 h 801258"/>
                    <a:gd name="connsiteX2066" fmla="*/ 227363 w 927926"/>
                    <a:gd name="connsiteY2066" fmla="*/ 239760 h 801258"/>
                    <a:gd name="connsiteX2067" fmla="*/ 221171 w 927926"/>
                    <a:gd name="connsiteY2067" fmla="*/ 243761 h 801258"/>
                    <a:gd name="connsiteX2068" fmla="*/ 222505 w 927926"/>
                    <a:gd name="connsiteY2068" fmla="*/ 240617 h 801258"/>
                    <a:gd name="connsiteX2069" fmla="*/ 217266 w 927926"/>
                    <a:gd name="connsiteY2069" fmla="*/ 241189 h 801258"/>
                    <a:gd name="connsiteX2070" fmla="*/ 216695 w 927926"/>
                    <a:gd name="connsiteY2070" fmla="*/ 232616 h 801258"/>
                    <a:gd name="connsiteX2071" fmla="*/ 205931 w 927926"/>
                    <a:gd name="connsiteY2071" fmla="*/ 244523 h 801258"/>
                    <a:gd name="connsiteX2072" fmla="*/ 208884 w 927926"/>
                    <a:gd name="connsiteY2072" fmla="*/ 241094 h 801258"/>
                    <a:gd name="connsiteX2073" fmla="*/ 215837 w 927926"/>
                    <a:gd name="connsiteY2073" fmla="*/ 247094 h 801258"/>
                    <a:gd name="connsiteX2074" fmla="*/ 205931 w 927926"/>
                    <a:gd name="connsiteY2074" fmla="*/ 244523 h 801258"/>
                    <a:gd name="connsiteX2075" fmla="*/ 190405 w 927926"/>
                    <a:gd name="connsiteY2075" fmla="*/ 269573 h 801258"/>
                    <a:gd name="connsiteX2076" fmla="*/ 194120 w 927926"/>
                    <a:gd name="connsiteY2076" fmla="*/ 270716 h 801258"/>
                    <a:gd name="connsiteX2077" fmla="*/ 190405 w 927926"/>
                    <a:gd name="connsiteY2077" fmla="*/ 269573 h 801258"/>
                    <a:gd name="connsiteX2078" fmla="*/ 204884 w 927926"/>
                    <a:gd name="connsiteY2078" fmla="*/ 251952 h 801258"/>
                    <a:gd name="connsiteX2079" fmla="*/ 207074 w 927926"/>
                    <a:gd name="connsiteY2079" fmla="*/ 249380 h 801258"/>
                    <a:gd name="connsiteX2080" fmla="*/ 204884 w 927926"/>
                    <a:gd name="connsiteY2080" fmla="*/ 251952 h 801258"/>
                    <a:gd name="connsiteX2081" fmla="*/ 394812 w 927926"/>
                    <a:gd name="connsiteY2081" fmla="*/ 32687 h 801258"/>
                    <a:gd name="connsiteX2082" fmla="*/ 402051 w 927926"/>
                    <a:gd name="connsiteY2082" fmla="*/ 29353 h 801258"/>
                    <a:gd name="connsiteX2083" fmla="*/ 397574 w 927926"/>
                    <a:gd name="connsiteY2083" fmla="*/ 34592 h 801258"/>
                    <a:gd name="connsiteX2084" fmla="*/ 394812 w 927926"/>
                    <a:gd name="connsiteY2084" fmla="*/ 32687 h 801258"/>
                    <a:gd name="connsiteX2085" fmla="*/ 212122 w 927926"/>
                    <a:gd name="connsiteY2085" fmla="*/ 251381 h 801258"/>
                    <a:gd name="connsiteX2086" fmla="*/ 207265 w 927926"/>
                    <a:gd name="connsiteY2086" fmla="*/ 256334 h 801258"/>
                    <a:gd name="connsiteX2087" fmla="*/ 212122 w 927926"/>
                    <a:gd name="connsiteY2087" fmla="*/ 251381 h 801258"/>
                    <a:gd name="connsiteX2088" fmla="*/ 190787 w 927926"/>
                    <a:gd name="connsiteY2088" fmla="*/ 275288 h 801258"/>
                    <a:gd name="connsiteX2089" fmla="*/ 192596 w 927926"/>
                    <a:gd name="connsiteY2089" fmla="*/ 277860 h 801258"/>
                    <a:gd name="connsiteX2090" fmla="*/ 190787 w 927926"/>
                    <a:gd name="connsiteY2090" fmla="*/ 275288 h 801258"/>
                    <a:gd name="connsiteX2091" fmla="*/ 399860 w 927926"/>
                    <a:gd name="connsiteY2091" fmla="*/ 36211 h 801258"/>
                    <a:gd name="connsiteX2092" fmla="*/ 401575 w 927926"/>
                    <a:gd name="connsiteY2092" fmla="*/ 33258 h 801258"/>
                    <a:gd name="connsiteX2093" fmla="*/ 405385 w 927926"/>
                    <a:gd name="connsiteY2093" fmla="*/ 33068 h 801258"/>
                    <a:gd name="connsiteX2094" fmla="*/ 405766 w 927926"/>
                    <a:gd name="connsiteY2094" fmla="*/ 36116 h 801258"/>
                    <a:gd name="connsiteX2095" fmla="*/ 408433 w 927926"/>
                    <a:gd name="connsiteY2095" fmla="*/ 33830 h 801258"/>
                    <a:gd name="connsiteX2096" fmla="*/ 409100 w 927926"/>
                    <a:gd name="connsiteY2096" fmla="*/ 35639 h 801258"/>
                    <a:gd name="connsiteX2097" fmla="*/ 405671 w 927926"/>
                    <a:gd name="connsiteY2097" fmla="*/ 38783 h 801258"/>
                    <a:gd name="connsiteX2098" fmla="*/ 409671 w 927926"/>
                    <a:gd name="connsiteY2098" fmla="*/ 40116 h 801258"/>
                    <a:gd name="connsiteX2099" fmla="*/ 405385 w 927926"/>
                    <a:gd name="connsiteY2099" fmla="*/ 39926 h 801258"/>
                    <a:gd name="connsiteX2100" fmla="*/ 405289 w 927926"/>
                    <a:gd name="connsiteY2100" fmla="*/ 42593 h 801258"/>
                    <a:gd name="connsiteX2101" fmla="*/ 401861 w 927926"/>
                    <a:gd name="connsiteY2101" fmla="*/ 38878 h 801258"/>
                    <a:gd name="connsiteX2102" fmla="*/ 399860 w 927926"/>
                    <a:gd name="connsiteY2102" fmla="*/ 36211 h 801258"/>
                    <a:gd name="connsiteX2103" fmla="*/ 308801 w 927926"/>
                    <a:gd name="connsiteY2103" fmla="*/ 144415 h 801258"/>
                    <a:gd name="connsiteX2104" fmla="*/ 312992 w 927926"/>
                    <a:gd name="connsiteY2104" fmla="*/ 144510 h 801258"/>
                    <a:gd name="connsiteX2105" fmla="*/ 308801 w 927926"/>
                    <a:gd name="connsiteY2105" fmla="*/ 144415 h 801258"/>
                    <a:gd name="connsiteX2106" fmla="*/ 220695 w 927926"/>
                    <a:gd name="connsiteY2106" fmla="*/ 247666 h 801258"/>
                    <a:gd name="connsiteX2107" fmla="*/ 224314 w 927926"/>
                    <a:gd name="connsiteY2107" fmla="*/ 247380 h 801258"/>
                    <a:gd name="connsiteX2108" fmla="*/ 220695 w 927926"/>
                    <a:gd name="connsiteY2108" fmla="*/ 247666 h 801258"/>
                    <a:gd name="connsiteX2109" fmla="*/ 233935 w 927926"/>
                    <a:gd name="connsiteY2109" fmla="*/ 234712 h 801258"/>
                    <a:gd name="connsiteX2110" fmla="*/ 234697 w 927926"/>
                    <a:gd name="connsiteY2110" fmla="*/ 239379 h 801258"/>
                    <a:gd name="connsiteX2111" fmla="*/ 233935 w 927926"/>
                    <a:gd name="connsiteY2111" fmla="*/ 234712 h 801258"/>
                    <a:gd name="connsiteX2112" fmla="*/ 341758 w 927926"/>
                    <a:gd name="connsiteY2112" fmla="*/ 109268 h 801258"/>
                    <a:gd name="connsiteX2113" fmla="*/ 343377 w 927926"/>
                    <a:gd name="connsiteY2113" fmla="*/ 108982 h 801258"/>
                    <a:gd name="connsiteX2114" fmla="*/ 344425 w 927926"/>
                    <a:gd name="connsiteY2114" fmla="*/ 106982 h 801258"/>
                    <a:gd name="connsiteX2115" fmla="*/ 345472 w 927926"/>
                    <a:gd name="connsiteY2115" fmla="*/ 109077 h 801258"/>
                    <a:gd name="connsiteX2116" fmla="*/ 341758 w 927926"/>
                    <a:gd name="connsiteY2116" fmla="*/ 109268 h 801258"/>
                    <a:gd name="connsiteX2117" fmla="*/ 207455 w 927926"/>
                    <a:gd name="connsiteY2117" fmla="*/ 293195 h 801258"/>
                    <a:gd name="connsiteX2118" fmla="*/ 203455 w 927926"/>
                    <a:gd name="connsiteY2118" fmla="*/ 300053 h 801258"/>
                    <a:gd name="connsiteX2119" fmla="*/ 205931 w 927926"/>
                    <a:gd name="connsiteY2119" fmla="*/ 300339 h 801258"/>
                    <a:gd name="connsiteX2120" fmla="*/ 207741 w 927926"/>
                    <a:gd name="connsiteY2120" fmla="*/ 297482 h 801258"/>
                    <a:gd name="connsiteX2121" fmla="*/ 212599 w 927926"/>
                    <a:gd name="connsiteY2121" fmla="*/ 298053 h 801258"/>
                    <a:gd name="connsiteX2122" fmla="*/ 214789 w 927926"/>
                    <a:gd name="connsiteY2122" fmla="*/ 300911 h 801258"/>
                    <a:gd name="connsiteX2123" fmla="*/ 210027 w 927926"/>
                    <a:gd name="connsiteY2123" fmla="*/ 301768 h 801258"/>
                    <a:gd name="connsiteX2124" fmla="*/ 211170 w 927926"/>
                    <a:gd name="connsiteY2124" fmla="*/ 306626 h 801258"/>
                    <a:gd name="connsiteX2125" fmla="*/ 213361 w 927926"/>
                    <a:gd name="connsiteY2125" fmla="*/ 302625 h 801258"/>
                    <a:gd name="connsiteX2126" fmla="*/ 214504 w 927926"/>
                    <a:gd name="connsiteY2126" fmla="*/ 307483 h 801258"/>
                    <a:gd name="connsiteX2127" fmla="*/ 210980 w 927926"/>
                    <a:gd name="connsiteY2127" fmla="*/ 309197 h 801258"/>
                    <a:gd name="connsiteX2128" fmla="*/ 212313 w 927926"/>
                    <a:gd name="connsiteY2128" fmla="*/ 311483 h 801258"/>
                    <a:gd name="connsiteX2129" fmla="*/ 216123 w 927926"/>
                    <a:gd name="connsiteY2129" fmla="*/ 307197 h 801258"/>
                    <a:gd name="connsiteX2130" fmla="*/ 217266 w 927926"/>
                    <a:gd name="connsiteY2130" fmla="*/ 312055 h 801258"/>
                    <a:gd name="connsiteX2131" fmla="*/ 213837 w 927926"/>
                    <a:gd name="connsiteY2131" fmla="*/ 315198 h 801258"/>
                    <a:gd name="connsiteX2132" fmla="*/ 218600 w 927926"/>
                    <a:gd name="connsiteY2132" fmla="*/ 312912 h 801258"/>
                    <a:gd name="connsiteX2133" fmla="*/ 226315 w 927926"/>
                    <a:gd name="connsiteY2133" fmla="*/ 326247 h 801258"/>
                    <a:gd name="connsiteX2134" fmla="*/ 228220 w 927926"/>
                    <a:gd name="connsiteY2134" fmla="*/ 330248 h 801258"/>
                    <a:gd name="connsiteX2135" fmla="*/ 233459 w 927926"/>
                    <a:gd name="connsiteY2135" fmla="*/ 329676 h 801258"/>
                    <a:gd name="connsiteX2136" fmla="*/ 241650 w 927926"/>
                    <a:gd name="connsiteY2136" fmla="*/ 342440 h 801258"/>
                    <a:gd name="connsiteX2137" fmla="*/ 238888 w 927926"/>
                    <a:gd name="connsiteY2137" fmla="*/ 343202 h 801258"/>
                    <a:gd name="connsiteX2138" fmla="*/ 237745 w 927926"/>
                    <a:gd name="connsiteY2138" fmla="*/ 345202 h 801258"/>
                    <a:gd name="connsiteX2139" fmla="*/ 245555 w 927926"/>
                    <a:gd name="connsiteY2139" fmla="*/ 349298 h 801258"/>
                    <a:gd name="connsiteX2140" fmla="*/ 252223 w 927926"/>
                    <a:gd name="connsiteY2140" fmla="*/ 353965 h 801258"/>
                    <a:gd name="connsiteX2141" fmla="*/ 247937 w 927926"/>
                    <a:gd name="connsiteY2141" fmla="*/ 356441 h 801258"/>
                    <a:gd name="connsiteX2142" fmla="*/ 246222 w 927926"/>
                    <a:gd name="connsiteY2142" fmla="*/ 353870 h 801258"/>
                    <a:gd name="connsiteX2143" fmla="*/ 246317 w 927926"/>
                    <a:gd name="connsiteY2143" fmla="*/ 356727 h 801258"/>
                    <a:gd name="connsiteX2144" fmla="*/ 238888 w 927926"/>
                    <a:gd name="connsiteY2144" fmla="*/ 352917 h 801258"/>
                    <a:gd name="connsiteX2145" fmla="*/ 241174 w 927926"/>
                    <a:gd name="connsiteY2145" fmla="*/ 350345 h 801258"/>
                    <a:gd name="connsiteX2146" fmla="*/ 239840 w 927926"/>
                    <a:gd name="connsiteY2146" fmla="*/ 348059 h 801258"/>
                    <a:gd name="connsiteX2147" fmla="*/ 223838 w 927926"/>
                    <a:gd name="connsiteY2147" fmla="*/ 349298 h 801258"/>
                    <a:gd name="connsiteX2148" fmla="*/ 214123 w 927926"/>
                    <a:gd name="connsiteY2148" fmla="*/ 346631 h 801258"/>
                    <a:gd name="connsiteX2149" fmla="*/ 215075 w 927926"/>
                    <a:gd name="connsiteY2149" fmla="*/ 341868 h 801258"/>
                    <a:gd name="connsiteX2150" fmla="*/ 207455 w 927926"/>
                    <a:gd name="connsiteY2150" fmla="*/ 336820 h 801258"/>
                    <a:gd name="connsiteX2151" fmla="*/ 203455 w 927926"/>
                    <a:gd name="connsiteY2151" fmla="*/ 338249 h 801258"/>
                    <a:gd name="connsiteX2152" fmla="*/ 194311 w 927926"/>
                    <a:gd name="connsiteY2152" fmla="*/ 326723 h 801258"/>
                    <a:gd name="connsiteX2153" fmla="*/ 192692 w 927926"/>
                    <a:gd name="connsiteY2153" fmla="*/ 320246 h 801258"/>
                    <a:gd name="connsiteX2154" fmla="*/ 184214 w 927926"/>
                    <a:gd name="connsiteY2154" fmla="*/ 313198 h 801258"/>
                    <a:gd name="connsiteX2155" fmla="*/ 186786 w 927926"/>
                    <a:gd name="connsiteY2155" fmla="*/ 309483 h 801258"/>
                    <a:gd name="connsiteX2156" fmla="*/ 180500 w 927926"/>
                    <a:gd name="connsiteY2156" fmla="*/ 305292 h 801258"/>
                    <a:gd name="connsiteX2157" fmla="*/ 182690 w 927926"/>
                    <a:gd name="connsiteY2157" fmla="*/ 295862 h 801258"/>
                    <a:gd name="connsiteX2158" fmla="*/ 185548 w 927926"/>
                    <a:gd name="connsiteY2158" fmla="*/ 301863 h 801258"/>
                    <a:gd name="connsiteX2159" fmla="*/ 189929 w 927926"/>
                    <a:gd name="connsiteY2159" fmla="*/ 300720 h 801258"/>
                    <a:gd name="connsiteX2160" fmla="*/ 188024 w 927926"/>
                    <a:gd name="connsiteY2160" fmla="*/ 302149 h 801258"/>
                    <a:gd name="connsiteX2161" fmla="*/ 203741 w 927926"/>
                    <a:gd name="connsiteY2161" fmla="*/ 314055 h 801258"/>
                    <a:gd name="connsiteX2162" fmla="*/ 210218 w 927926"/>
                    <a:gd name="connsiteY2162" fmla="*/ 314341 h 801258"/>
                    <a:gd name="connsiteX2163" fmla="*/ 198692 w 927926"/>
                    <a:gd name="connsiteY2163" fmla="*/ 305292 h 801258"/>
                    <a:gd name="connsiteX2164" fmla="*/ 201359 w 927926"/>
                    <a:gd name="connsiteY2164" fmla="*/ 303006 h 801258"/>
                    <a:gd name="connsiteX2165" fmla="*/ 200978 w 927926"/>
                    <a:gd name="connsiteY2165" fmla="*/ 297291 h 801258"/>
                    <a:gd name="connsiteX2166" fmla="*/ 192692 w 927926"/>
                    <a:gd name="connsiteY2166" fmla="*/ 299863 h 801258"/>
                    <a:gd name="connsiteX2167" fmla="*/ 191930 w 927926"/>
                    <a:gd name="connsiteY2167" fmla="*/ 293862 h 801258"/>
                    <a:gd name="connsiteX2168" fmla="*/ 194501 w 927926"/>
                    <a:gd name="connsiteY2168" fmla="*/ 295577 h 801258"/>
                    <a:gd name="connsiteX2169" fmla="*/ 195263 w 927926"/>
                    <a:gd name="connsiteY2169" fmla="*/ 289290 h 801258"/>
                    <a:gd name="connsiteX2170" fmla="*/ 189929 w 927926"/>
                    <a:gd name="connsiteY2170" fmla="*/ 293862 h 801258"/>
                    <a:gd name="connsiteX2171" fmla="*/ 190596 w 927926"/>
                    <a:gd name="connsiteY2171" fmla="*/ 286147 h 801258"/>
                    <a:gd name="connsiteX2172" fmla="*/ 197740 w 927926"/>
                    <a:gd name="connsiteY2172" fmla="*/ 284147 h 801258"/>
                    <a:gd name="connsiteX2173" fmla="*/ 196311 w 927926"/>
                    <a:gd name="connsiteY2173" fmla="*/ 287290 h 801258"/>
                    <a:gd name="connsiteX2174" fmla="*/ 202979 w 927926"/>
                    <a:gd name="connsiteY2174" fmla="*/ 290433 h 801258"/>
                    <a:gd name="connsiteX2175" fmla="*/ 208979 w 927926"/>
                    <a:gd name="connsiteY2175" fmla="*/ 283575 h 801258"/>
                    <a:gd name="connsiteX2176" fmla="*/ 205931 w 927926"/>
                    <a:gd name="connsiteY2176" fmla="*/ 292433 h 801258"/>
                    <a:gd name="connsiteX2177" fmla="*/ 205264 w 927926"/>
                    <a:gd name="connsiteY2177" fmla="*/ 289290 h 801258"/>
                    <a:gd name="connsiteX2178" fmla="*/ 203360 w 927926"/>
                    <a:gd name="connsiteY2178" fmla="*/ 290719 h 801258"/>
                    <a:gd name="connsiteX2179" fmla="*/ 209265 w 927926"/>
                    <a:gd name="connsiteY2179" fmla="*/ 294719 h 801258"/>
                    <a:gd name="connsiteX2180" fmla="*/ 207455 w 927926"/>
                    <a:gd name="connsiteY2180" fmla="*/ 293195 h 801258"/>
                    <a:gd name="connsiteX2181" fmla="*/ 201455 w 927926"/>
                    <a:gd name="connsiteY2181" fmla="*/ 277003 h 801258"/>
                    <a:gd name="connsiteX2182" fmla="*/ 205931 w 927926"/>
                    <a:gd name="connsiteY2182" fmla="*/ 277289 h 801258"/>
                    <a:gd name="connsiteX2183" fmla="*/ 201455 w 927926"/>
                    <a:gd name="connsiteY2183" fmla="*/ 277003 h 801258"/>
                    <a:gd name="connsiteX2184" fmla="*/ 240412 w 927926"/>
                    <a:gd name="connsiteY2184" fmla="*/ 233569 h 801258"/>
                    <a:gd name="connsiteX2185" fmla="*/ 236792 w 927926"/>
                    <a:gd name="connsiteY2185" fmla="*/ 239379 h 801258"/>
                    <a:gd name="connsiteX2186" fmla="*/ 237650 w 927926"/>
                    <a:gd name="connsiteY2186" fmla="*/ 239951 h 801258"/>
                    <a:gd name="connsiteX2187" fmla="*/ 239840 w 927926"/>
                    <a:gd name="connsiteY2187" fmla="*/ 237379 h 801258"/>
                    <a:gd name="connsiteX2188" fmla="*/ 240507 w 927926"/>
                    <a:gd name="connsiteY2188" fmla="*/ 240522 h 801258"/>
                    <a:gd name="connsiteX2189" fmla="*/ 238126 w 927926"/>
                    <a:gd name="connsiteY2189" fmla="*/ 241665 h 801258"/>
                    <a:gd name="connsiteX2190" fmla="*/ 241841 w 927926"/>
                    <a:gd name="connsiteY2190" fmla="*/ 242808 h 801258"/>
                    <a:gd name="connsiteX2191" fmla="*/ 234316 w 927926"/>
                    <a:gd name="connsiteY2191" fmla="*/ 240427 h 801258"/>
                    <a:gd name="connsiteX2192" fmla="*/ 240412 w 927926"/>
                    <a:gd name="connsiteY2192" fmla="*/ 233569 h 801258"/>
                    <a:gd name="connsiteX2193" fmla="*/ 229648 w 927926"/>
                    <a:gd name="connsiteY2193" fmla="*/ 246809 h 801258"/>
                    <a:gd name="connsiteX2194" fmla="*/ 233649 w 927926"/>
                    <a:gd name="connsiteY2194" fmla="*/ 250809 h 801258"/>
                    <a:gd name="connsiteX2195" fmla="*/ 229648 w 927926"/>
                    <a:gd name="connsiteY2195" fmla="*/ 246809 h 801258"/>
                    <a:gd name="connsiteX2196" fmla="*/ 201359 w 927926"/>
                    <a:gd name="connsiteY2196" fmla="*/ 281003 h 801258"/>
                    <a:gd name="connsiteX2197" fmla="*/ 202026 w 927926"/>
                    <a:gd name="connsiteY2197" fmla="*/ 284147 h 801258"/>
                    <a:gd name="connsiteX2198" fmla="*/ 201359 w 927926"/>
                    <a:gd name="connsiteY2198" fmla="*/ 281003 h 801258"/>
                    <a:gd name="connsiteX2199" fmla="*/ 406528 w 927926"/>
                    <a:gd name="connsiteY2199" fmla="*/ 46307 h 801258"/>
                    <a:gd name="connsiteX2200" fmla="*/ 405385 w 927926"/>
                    <a:gd name="connsiteY2200" fmla="*/ 44212 h 801258"/>
                    <a:gd name="connsiteX2201" fmla="*/ 407480 w 927926"/>
                    <a:gd name="connsiteY2201" fmla="*/ 44307 h 801258"/>
                    <a:gd name="connsiteX2202" fmla="*/ 411576 w 927926"/>
                    <a:gd name="connsiteY2202" fmla="*/ 42974 h 801258"/>
                    <a:gd name="connsiteX2203" fmla="*/ 409385 w 927926"/>
                    <a:gd name="connsiteY2203" fmla="*/ 45545 h 801258"/>
                    <a:gd name="connsiteX2204" fmla="*/ 406528 w 927926"/>
                    <a:gd name="connsiteY2204" fmla="*/ 46307 h 801258"/>
                    <a:gd name="connsiteX2205" fmla="*/ 205550 w 927926"/>
                    <a:gd name="connsiteY2205" fmla="*/ 278432 h 801258"/>
                    <a:gd name="connsiteX2206" fmla="*/ 208122 w 927926"/>
                    <a:gd name="connsiteY2206" fmla="*/ 280146 h 801258"/>
                    <a:gd name="connsiteX2207" fmla="*/ 203169 w 927926"/>
                    <a:gd name="connsiteY2207" fmla="*/ 285004 h 801258"/>
                    <a:gd name="connsiteX2208" fmla="*/ 205550 w 927926"/>
                    <a:gd name="connsiteY2208" fmla="*/ 278432 h 801258"/>
                    <a:gd name="connsiteX2209" fmla="*/ 320041 w 927926"/>
                    <a:gd name="connsiteY2209" fmla="*/ 157559 h 801258"/>
                    <a:gd name="connsiteX2210" fmla="*/ 321374 w 927926"/>
                    <a:gd name="connsiteY2210" fmla="*/ 150225 h 801258"/>
                    <a:gd name="connsiteX2211" fmla="*/ 324803 w 927926"/>
                    <a:gd name="connsiteY2211" fmla="*/ 151178 h 801258"/>
                    <a:gd name="connsiteX2212" fmla="*/ 321184 w 927926"/>
                    <a:gd name="connsiteY2212" fmla="*/ 156988 h 801258"/>
                    <a:gd name="connsiteX2213" fmla="*/ 328042 w 927926"/>
                    <a:gd name="connsiteY2213" fmla="*/ 154797 h 801258"/>
                    <a:gd name="connsiteX2214" fmla="*/ 320898 w 927926"/>
                    <a:gd name="connsiteY2214" fmla="*/ 162227 h 801258"/>
                    <a:gd name="connsiteX2215" fmla="*/ 317945 w 927926"/>
                    <a:gd name="connsiteY2215" fmla="*/ 161560 h 801258"/>
                    <a:gd name="connsiteX2216" fmla="*/ 321374 w 927926"/>
                    <a:gd name="connsiteY2216" fmla="*/ 158417 h 801258"/>
                    <a:gd name="connsiteX2217" fmla="*/ 315564 w 927926"/>
                    <a:gd name="connsiteY2217" fmla="*/ 158607 h 801258"/>
                    <a:gd name="connsiteX2218" fmla="*/ 320041 w 927926"/>
                    <a:gd name="connsiteY2218" fmla="*/ 157559 h 801258"/>
                    <a:gd name="connsiteX2219" fmla="*/ 208694 w 927926"/>
                    <a:gd name="connsiteY2219" fmla="*/ 287290 h 801258"/>
                    <a:gd name="connsiteX2220" fmla="*/ 213170 w 927926"/>
                    <a:gd name="connsiteY2220" fmla="*/ 287576 h 801258"/>
                    <a:gd name="connsiteX2221" fmla="*/ 208694 w 927926"/>
                    <a:gd name="connsiteY2221" fmla="*/ 287290 h 801258"/>
                    <a:gd name="connsiteX2222" fmla="*/ 322803 w 927926"/>
                    <a:gd name="connsiteY2222" fmla="*/ 160798 h 801258"/>
                    <a:gd name="connsiteX2223" fmla="*/ 328899 w 927926"/>
                    <a:gd name="connsiteY2223" fmla="*/ 155369 h 801258"/>
                    <a:gd name="connsiteX2224" fmla="*/ 328899 w 927926"/>
                    <a:gd name="connsiteY2224" fmla="*/ 159464 h 801258"/>
                    <a:gd name="connsiteX2225" fmla="*/ 325280 w 927926"/>
                    <a:gd name="connsiteY2225" fmla="*/ 161179 h 801258"/>
                    <a:gd name="connsiteX2226" fmla="*/ 322803 w 927926"/>
                    <a:gd name="connsiteY2226" fmla="*/ 160798 h 801258"/>
                    <a:gd name="connsiteX2227" fmla="*/ 328328 w 927926"/>
                    <a:gd name="connsiteY2227" fmla="*/ 161750 h 801258"/>
                    <a:gd name="connsiteX2228" fmla="*/ 332614 w 927926"/>
                    <a:gd name="connsiteY2228" fmla="*/ 159179 h 801258"/>
                    <a:gd name="connsiteX2229" fmla="*/ 332138 w 927926"/>
                    <a:gd name="connsiteY2229" fmla="*/ 162989 h 801258"/>
                    <a:gd name="connsiteX2230" fmla="*/ 332995 w 927926"/>
                    <a:gd name="connsiteY2230" fmla="*/ 163560 h 801258"/>
                    <a:gd name="connsiteX2231" fmla="*/ 328328 w 927926"/>
                    <a:gd name="connsiteY2231" fmla="*/ 161750 h 801258"/>
                    <a:gd name="connsiteX2232" fmla="*/ 328899 w 927926"/>
                    <a:gd name="connsiteY2232" fmla="*/ 167656 h 801258"/>
                    <a:gd name="connsiteX2233" fmla="*/ 325184 w 927926"/>
                    <a:gd name="connsiteY2233" fmla="*/ 167846 h 801258"/>
                    <a:gd name="connsiteX2234" fmla="*/ 327470 w 927926"/>
                    <a:gd name="connsiteY2234" fmla="*/ 165275 h 801258"/>
                    <a:gd name="connsiteX2235" fmla="*/ 328804 w 927926"/>
                    <a:gd name="connsiteY2235" fmla="*/ 166227 h 801258"/>
                    <a:gd name="connsiteX2236" fmla="*/ 328899 w 927926"/>
                    <a:gd name="connsiteY2236" fmla="*/ 167656 h 801258"/>
                    <a:gd name="connsiteX2237" fmla="*/ 214885 w 927926"/>
                    <a:gd name="connsiteY2237" fmla="*/ 295481 h 801258"/>
                    <a:gd name="connsiteX2238" fmla="*/ 218980 w 927926"/>
                    <a:gd name="connsiteY2238" fmla="*/ 295481 h 801258"/>
                    <a:gd name="connsiteX2239" fmla="*/ 214885 w 927926"/>
                    <a:gd name="connsiteY2239" fmla="*/ 295481 h 801258"/>
                    <a:gd name="connsiteX2240" fmla="*/ 428816 w 927926"/>
                    <a:gd name="connsiteY2240" fmla="*/ 52022 h 801258"/>
                    <a:gd name="connsiteX2241" fmla="*/ 434531 w 927926"/>
                    <a:gd name="connsiteY2241" fmla="*/ 46307 h 801258"/>
                    <a:gd name="connsiteX2242" fmla="*/ 436436 w 927926"/>
                    <a:gd name="connsiteY2242" fmla="*/ 51737 h 801258"/>
                    <a:gd name="connsiteX2243" fmla="*/ 428816 w 927926"/>
                    <a:gd name="connsiteY2243" fmla="*/ 52022 h 801258"/>
                    <a:gd name="connsiteX2244" fmla="*/ 358998 w 927926"/>
                    <a:gd name="connsiteY2244" fmla="*/ 134699 h 801258"/>
                    <a:gd name="connsiteX2245" fmla="*/ 361284 w 927926"/>
                    <a:gd name="connsiteY2245" fmla="*/ 132128 h 801258"/>
                    <a:gd name="connsiteX2246" fmla="*/ 360522 w 927926"/>
                    <a:gd name="connsiteY2246" fmla="*/ 137081 h 801258"/>
                    <a:gd name="connsiteX2247" fmla="*/ 358998 w 927926"/>
                    <a:gd name="connsiteY2247" fmla="*/ 134699 h 801258"/>
                    <a:gd name="connsiteX2248" fmla="*/ 333185 w 927926"/>
                    <a:gd name="connsiteY2248" fmla="*/ 169180 h 801258"/>
                    <a:gd name="connsiteX2249" fmla="*/ 338424 w 927926"/>
                    <a:gd name="connsiteY2249" fmla="*/ 167275 h 801258"/>
                    <a:gd name="connsiteX2250" fmla="*/ 336329 w 927926"/>
                    <a:gd name="connsiteY2250" fmla="*/ 171371 h 801258"/>
                    <a:gd name="connsiteX2251" fmla="*/ 341091 w 927926"/>
                    <a:gd name="connsiteY2251" fmla="*/ 173276 h 801258"/>
                    <a:gd name="connsiteX2252" fmla="*/ 333185 w 927926"/>
                    <a:gd name="connsiteY2252" fmla="*/ 169180 h 801258"/>
                    <a:gd name="connsiteX2253" fmla="*/ 339472 w 927926"/>
                    <a:gd name="connsiteY2253" fmla="*/ 165275 h 801258"/>
                    <a:gd name="connsiteX2254" fmla="*/ 345663 w 927926"/>
                    <a:gd name="connsiteY2254" fmla="*/ 169466 h 801258"/>
                    <a:gd name="connsiteX2255" fmla="*/ 339472 w 927926"/>
                    <a:gd name="connsiteY2255" fmla="*/ 165275 h 801258"/>
                    <a:gd name="connsiteX2256" fmla="*/ 440913 w 927926"/>
                    <a:gd name="connsiteY2256" fmla="*/ 50784 h 801258"/>
                    <a:gd name="connsiteX2257" fmla="*/ 439770 w 927926"/>
                    <a:gd name="connsiteY2257" fmla="*/ 55547 h 801258"/>
                    <a:gd name="connsiteX2258" fmla="*/ 440913 w 927926"/>
                    <a:gd name="connsiteY2258" fmla="*/ 50784 h 801258"/>
                    <a:gd name="connsiteX2259" fmla="*/ 392717 w 927926"/>
                    <a:gd name="connsiteY2259" fmla="*/ 115268 h 801258"/>
                    <a:gd name="connsiteX2260" fmla="*/ 391573 w 927926"/>
                    <a:gd name="connsiteY2260" fmla="*/ 124031 h 801258"/>
                    <a:gd name="connsiteX2261" fmla="*/ 392717 w 927926"/>
                    <a:gd name="connsiteY2261" fmla="*/ 115268 h 801258"/>
                    <a:gd name="connsiteX2262" fmla="*/ 340234 w 927926"/>
                    <a:gd name="connsiteY2262" fmla="*/ 178133 h 801258"/>
                    <a:gd name="connsiteX2263" fmla="*/ 348425 w 927926"/>
                    <a:gd name="connsiteY2263" fmla="*/ 176895 h 801258"/>
                    <a:gd name="connsiteX2264" fmla="*/ 350330 w 927926"/>
                    <a:gd name="connsiteY2264" fmla="*/ 183658 h 801258"/>
                    <a:gd name="connsiteX2265" fmla="*/ 347568 w 927926"/>
                    <a:gd name="connsiteY2265" fmla="*/ 185944 h 801258"/>
                    <a:gd name="connsiteX2266" fmla="*/ 346901 w 927926"/>
                    <a:gd name="connsiteY2266" fmla="*/ 182705 h 801258"/>
                    <a:gd name="connsiteX2267" fmla="*/ 341186 w 927926"/>
                    <a:gd name="connsiteY2267" fmla="*/ 184325 h 801258"/>
                    <a:gd name="connsiteX2268" fmla="*/ 340520 w 927926"/>
                    <a:gd name="connsiteY2268" fmla="*/ 181086 h 801258"/>
                    <a:gd name="connsiteX2269" fmla="*/ 340234 w 927926"/>
                    <a:gd name="connsiteY2269" fmla="*/ 178133 h 801258"/>
                    <a:gd name="connsiteX2270" fmla="*/ 371190 w 927926"/>
                    <a:gd name="connsiteY2270" fmla="*/ 147177 h 801258"/>
                    <a:gd name="connsiteX2271" fmla="*/ 373000 w 927926"/>
                    <a:gd name="connsiteY2271" fmla="*/ 148415 h 801258"/>
                    <a:gd name="connsiteX2272" fmla="*/ 371190 w 927926"/>
                    <a:gd name="connsiteY2272" fmla="*/ 147177 h 801258"/>
                    <a:gd name="connsiteX2273" fmla="*/ 382620 w 927926"/>
                    <a:gd name="connsiteY2273" fmla="*/ 139843 h 801258"/>
                    <a:gd name="connsiteX2274" fmla="*/ 389097 w 927926"/>
                    <a:gd name="connsiteY2274" fmla="*/ 141557 h 801258"/>
                    <a:gd name="connsiteX2275" fmla="*/ 382620 w 927926"/>
                    <a:gd name="connsiteY2275" fmla="*/ 139843 h 801258"/>
                    <a:gd name="connsiteX2276" fmla="*/ 373952 w 927926"/>
                    <a:gd name="connsiteY2276" fmla="*/ 150416 h 801258"/>
                    <a:gd name="connsiteX2277" fmla="*/ 378143 w 927926"/>
                    <a:gd name="connsiteY2277" fmla="*/ 150511 h 801258"/>
                    <a:gd name="connsiteX2278" fmla="*/ 373952 w 927926"/>
                    <a:gd name="connsiteY2278" fmla="*/ 150416 h 801258"/>
                    <a:gd name="connsiteX2279" fmla="*/ 352616 w 927926"/>
                    <a:gd name="connsiteY2279" fmla="*/ 185182 h 801258"/>
                    <a:gd name="connsiteX2280" fmla="*/ 354712 w 927926"/>
                    <a:gd name="connsiteY2280" fmla="*/ 185277 h 801258"/>
                    <a:gd name="connsiteX2281" fmla="*/ 352616 w 927926"/>
                    <a:gd name="connsiteY2281" fmla="*/ 185182 h 801258"/>
                    <a:gd name="connsiteX2282" fmla="*/ 371666 w 927926"/>
                    <a:gd name="connsiteY2282" fmla="*/ 165275 h 801258"/>
                    <a:gd name="connsiteX2283" fmla="*/ 370904 w 927926"/>
                    <a:gd name="connsiteY2283" fmla="*/ 170228 h 801258"/>
                    <a:gd name="connsiteX2284" fmla="*/ 371666 w 927926"/>
                    <a:gd name="connsiteY2284" fmla="*/ 165275 h 801258"/>
                    <a:gd name="connsiteX2285" fmla="*/ 400051 w 927926"/>
                    <a:gd name="connsiteY2285" fmla="*/ 134033 h 801258"/>
                    <a:gd name="connsiteX2286" fmla="*/ 408623 w 927926"/>
                    <a:gd name="connsiteY2286" fmla="*/ 135842 h 801258"/>
                    <a:gd name="connsiteX2287" fmla="*/ 402146 w 927926"/>
                    <a:gd name="connsiteY2287" fmla="*/ 138224 h 801258"/>
                    <a:gd name="connsiteX2288" fmla="*/ 400051 w 927926"/>
                    <a:gd name="connsiteY2288" fmla="*/ 134033 h 801258"/>
                    <a:gd name="connsiteX2289" fmla="*/ 403099 w 927926"/>
                    <a:gd name="connsiteY2289" fmla="*/ 138890 h 801258"/>
                    <a:gd name="connsiteX2290" fmla="*/ 407195 w 927926"/>
                    <a:gd name="connsiteY2290" fmla="*/ 141653 h 801258"/>
                    <a:gd name="connsiteX2291" fmla="*/ 403099 w 927926"/>
                    <a:gd name="connsiteY2291" fmla="*/ 138890 h 801258"/>
                    <a:gd name="connsiteX2292" fmla="*/ 385001 w 927926"/>
                    <a:gd name="connsiteY2292" fmla="*/ 168989 h 801258"/>
                    <a:gd name="connsiteX2293" fmla="*/ 387287 w 927926"/>
                    <a:gd name="connsiteY2293" fmla="*/ 172037 h 801258"/>
                    <a:gd name="connsiteX2294" fmla="*/ 381858 w 927926"/>
                    <a:gd name="connsiteY2294" fmla="*/ 176514 h 801258"/>
                    <a:gd name="connsiteX2295" fmla="*/ 379667 w 927926"/>
                    <a:gd name="connsiteY2295" fmla="*/ 174895 h 801258"/>
                    <a:gd name="connsiteX2296" fmla="*/ 385001 w 927926"/>
                    <a:gd name="connsiteY2296" fmla="*/ 168989 h 801258"/>
                    <a:gd name="connsiteX2297" fmla="*/ 283655 w 927926"/>
                    <a:gd name="connsiteY2297" fmla="*/ 281956 h 801258"/>
                    <a:gd name="connsiteX2298" fmla="*/ 288322 w 927926"/>
                    <a:gd name="connsiteY2298" fmla="*/ 278336 h 801258"/>
                    <a:gd name="connsiteX2299" fmla="*/ 283655 w 927926"/>
                    <a:gd name="connsiteY2299" fmla="*/ 281956 h 801258"/>
                    <a:gd name="connsiteX2300" fmla="*/ 288037 w 927926"/>
                    <a:gd name="connsiteY2300" fmla="*/ 280908 h 801258"/>
                    <a:gd name="connsiteX2301" fmla="*/ 294609 w 927926"/>
                    <a:gd name="connsiteY2301" fmla="*/ 282813 h 801258"/>
                    <a:gd name="connsiteX2302" fmla="*/ 291942 w 927926"/>
                    <a:gd name="connsiteY2302" fmla="*/ 286528 h 801258"/>
                    <a:gd name="connsiteX2303" fmla="*/ 285275 w 927926"/>
                    <a:gd name="connsiteY2303" fmla="*/ 283194 h 801258"/>
                    <a:gd name="connsiteX2304" fmla="*/ 291561 w 927926"/>
                    <a:gd name="connsiteY2304" fmla="*/ 279289 h 801258"/>
                    <a:gd name="connsiteX2305" fmla="*/ 288037 w 927926"/>
                    <a:gd name="connsiteY2305" fmla="*/ 280908 h 801258"/>
                    <a:gd name="connsiteX2306" fmla="*/ 387954 w 927926"/>
                    <a:gd name="connsiteY2306" fmla="*/ 175276 h 801258"/>
                    <a:gd name="connsiteX2307" fmla="*/ 389764 w 927926"/>
                    <a:gd name="connsiteY2307" fmla="*/ 172418 h 801258"/>
                    <a:gd name="connsiteX2308" fmla="*/ 391193 w 927926"/>
                    <a:gd name="connsiteY2308" fmla="*/ 174895 h 801258"/>
                    <a:gd name="connsiteX2309" fmla="*/ 387954 w 927926"/>
                    <a:gd name="connsiteY2309" fmla="*/ 175276 h 801258"/>
                    <a:gd name="connsiteX2310" fmla="*/ 364332 w 927926"/>
                    <a:gd name="connsiteY2310" fmla="*/ 201660 h 801258"/>
                    <a:gd name="connsiteX2311" fmla="*/ 366428 w 927926"/>
                    <a:gd name="connsiteY2311" fmla="*/ 201755 h 801258"/>
                    <a:gd name="connsiteX2312" fmla="*/ 369952 w 927926"/>
                    <a:gd name="connsiteY2312" fmla="*/ 198707 h 801258"/>
                    <a:gd name="connsiteX2313" fmla="*/ 367475 w 927926"/>
                    <a:gd name="connsiteY2313" fmla="*/ 203851 h 801258"/>
                    <a:gd name="connsiteX2314" fmla="*/ 364332 w 927926"/>
                    <a:gd name="connsiteY2314" fmla="*/ 201660 h 801258"/>
                    <a:gd name="connsiteX2315" fmla="*/ 371285 w 927926"/>
                    <a:gd name="connsiteY2315" fmla="*/ 201089 h 801258"/>
                    <a:gd name="connsiteX2316" fmla="*/ 373381 w 927926"/>
                    <a:gd name="connsiteY2316" fmla="*/ 201184 h 801258"/>
                    <a:gd name="connsiteX2317" fmla="*/ 369476 w 927926"/>
                    <a:gd name="connsiteY2317" fmla="*/ 203946 h 801258"/>
                    <a:gd name="connsiteX2318" fmla="*/ 370428 w 927926"/>
                    <a:gd name="connsiteY2318" fmla="*/ 206042 h 801258"/>
                    <a:gd name="connsiteX2319" fmla="*/ 372333 w 927926"/>
                    <a:gd name="connsiteY2319" fmla="*/ 203184 h 801258"/>
                    <a:gd name="connsiteX2320" fmla="*/ 372523 w 927926"/>
                    <a:gd name="connsiteY2320" fmla="*/ 206137 h 801258"/>
                    <a:gd name="connsiteX2321" fmla="*/ 376524 w 927926"/>
                    <a:gd name="connsiteY2321" fmla="*/ 204803 h 801258"/>
                    <a:gd name="connsiteX2322" fmla="*/ 377096 w 927926"/>
                    <a:gd name="connsiteY2322" fmla="*/ 206613 h 801258"/>
                    <a:gd name="connsiteX2323" fmla="*/ 370142 w 927926"/>
                    <a:gd name="connsiteY2323" fmla="*/ 212709 h 801258"/>
                    <a:gd name="connsiteX2324" fmla="*/ 367094 w 927926"/>
                    <a:gd name="connsiteY2324" fmla="*/ 204899 h 801258"/>
                    <a:gd name="connsiteX2325" fmla="*/ 371285 w 927926"/>
                    <a:gd name="connsiteY2325" fmla="*/ 201089 h 801258"/>
                    <a:gd name="connsiteX2326" fmla="*/ 235554 w 927926"/>
                    <a:gd name="connsiteY2326" fmla="*/ 353393 h 801258"/>
                    <a:gd name="connsiteX2327" fmla="*/ 232506 w 927926"/>
                    <a:gd name="connsiteY2327" fmla="*/ 356727 h 801258"/>
                    <a:gd name="connsiteX2328" fmla="*/ 235554 w 927926"/>
                    <a:gd name="connsiteY2328" fmla="*/ 353393 h 801258"/>
                    <a:gd name="connsiteX2329" fmla="*/ 232887 w 927926"/>
                    <a:gd name="connsiteY2329" fmla="*/ 357108 h 801258"/>
                    <a:gd name="connsiteX2330" fmla="*/ 235745 w 927926"/>
                    <a:gd name="connsiteY2330" fmla="*/ 359108 h 801258"/>
                    <a:gd name="connsiteX2331" fmla="*/ 232696 w 927926"/>
                    <a:gd name="connsiteY2331" fmla="*/ 362537 h 801258"/>
                    <a:gd name="connsiteX2332" fmla="*/ 232887 w 927926"/>
                    <a:gd name="connsiteY2332" fmla="*/ 357108 h 801258"/>
                    <a:gd name="connsiteX2333" fmla="*/ 364999 w 927926"/>
                    <a:gd name="connsiteY2333" fmla="*/ 216043 h 801258"/>
                    <a:gd name="connsiteX2334" fmla="*/ 367761 w 927926"/>
                    <a:gd name="connsiteY2334" fmla="*/ 213852 h 801258"/>
                    <a:gd name="connsiteX2335" fmla="*/ 367952 w 927926"/>
                    <a:gd name="connsiteY2335" fmla="*/ 216805 h 801258"/>
                    <a:gd name="connsiteX2336" fmla="*/ 364999 w 927926"/>
                    <a:gd name="connsiteY2336" fmla="*/ 216043 h 801258"/>
                    <a:gd name="connsiteX2337" fmla="*/ 380048 w 927926"/>
                    <a:gd name="connsiteY2337" fmla="*/ 218519 h 801258"/>
                    <a:gd name="connsiteX2338" fmla="*/ 379953 w 927926"/>
                    <a:gd name="connsiteY2338" fmla="*/ 222615 h 801258"/>
                    <a:gd name="connsiteX2339" fmla="*/ 380048 w 927926"/>
                    <a:gd name="connsiteY2339" fmla="*/ 218519 h 801258"/>
                    <a:gd name="connsiteX2340" fmla="*/ 373476 w 927926"/>
                    <a:gd name="connsiteY2340" fmla="*/ 231950 h 801258"/>
                    <a:gd name="connsiteX2341" fmla="*/ 372619 w 927926"/>
                    <a:gd name="connsiteY2341" fmla="*/ 238331 h 801258"/>
                    <a:gd name="connsiteX2342" fmla="*/ 373476 w 927926"/>
                    <a:gd name="connsiteY2342" fmla="*/ 231950 h 801258"/>
                    <a:gd name="connsiteX2343" fmla="*/ 376619 w 927926"/>
                    <a:gd name="connsiteY2343" fmla="*/ 235569 h 801258"/>
                    <a:gd name="connsiteX2344" fmla="*/ 377286 w 927926"/>
                    <a:gd name="connsiteY2344" fmla="*/ 238808 h 801258"/>
                    <a:gd name="connsiteX2345" fmla="*/ 372809 w 927926"/>
                    <a:gd name="connsiteY2345" fmla="*/ 239760 h 801258"/>
                    <a:gd name="connsiteX2346" fmla="*/ 376619 w 927926"/>
                    <a:gd name="connsiteY2346" fmla="*/ 235569 h 801258"/>
                    <a:gd name="connsiteX2347" fmla="*/ 197549 w 927926"/>
                    <a:gd name="connsiteY2347" fmla="*/ 434546 h 801258"/>
                    <a:gd name="connsiteX2348" fmla="*/ 196787 w 927926"/>
                    <a:gd name="connsiteY2348" fmla="*/ 436832 h 801258"/>
                    <a:gd name="connsiteX2349" fmla="*/ 199550 w 927926"/>
                    <a:gd name="connsiteY2349" fmla="*/ 437404 h 801258"/>
                    <a:gd name="connsiteX2350" fmla="*/ 197549 w 927926"/>
                    <a:gd name="connsiteY2350" fmla="*/ 434546 h 801258"/>
                    <a:gd name="connsiteX2351" fmla="*/ 395288 w 927926"/>
                    <a:gd name="connsiteY2351" fmla="*/ 229473 h 801258"/>
                    <a:gd name="connsiteX2352" fmla="*/ 393193 w 927926"/>
                    <a:gd name="connsiteY2352" fmla="*/ 234902 h 801258"/>
                    <a:gd name="connsiteX2353" fmla="*/ 395288 w 927926"/>
                    <a:gd name="connsiteY2353" fmla="*/ 229473 h 801258"/>
                    <a:gd name="connsiteX2354" fmla="*/ 383287 w 927926"/>
                    <a:gd name="connsiteY2354" fmla="*/ 243189 h 801258"/>
                    <a:gd name="connsiteX2355" fmla="*/ 385192 w 927926"/>
                    <a:gd name="connsiteY2355" fmla="*/ 247380 h 801258"/>
                    <a:gd name="connsiteX2356" fmla="*/ 381572 w 927926"/>
                    <a:gd name="connsiteY2356" fmla="*/ 248999 h 801258"/>
                    <a:gd name="connsiteX2357" fmla="*/ 383287 w 927926"/>
                    <a:gd name="connsiteY2357" fmla="*/ 243189 h 801258"/>
                    <a:gd name="connsiteX2358" fmla="*/ 197454 w 927926"/>
                    <a:gd name="connsiteY2358" fmla="*/ 449596 h 801258"/>
                    <a:gd name="connsiteX2359" fmla="*/ 198692 w 927926"/>
                    <a:gd name="connsiteY2359" fmla="*/ 451882 h 801258"/>
                    <a:gd name="connsiteX2360" fmla="*/ 197454 w 927926"/>
                    <a:gd name="connsiteY2360" fmla="*/ 449596 h 801258"/>
                    <a:gd name="connsiteX2361" fmla="*/ 376714 w 927926"/>
                    <a:gd name="connsiteY2361" fmla="*/ 256619 h 801258"/>
                    <a:gd name="connsiteX2362" fmla="*/ 381001 w 927926"/>
                    <a:gd name="connsiteY2362" fmla="*/ 252714 h 801258"/>
                    <a:gd name="connsiteX2363" fmla="*/ 376714 w 927926"/>
                    <a:gd name="connsiteY2363" fmla="*/ 256619 h 801258"/>
                    <a:gd name="connsiteX2364" fmla="*/ 369856 w 927926"/>
                    <a:gd name="connsiteY2364" fmla="*/ 265573 h 801258"/>
                    <a:gd name="connsiteX2365" fmla="*/ 372047 w 927926"/>
                    <a:gd name="connsiteY2365" fmla="*/ 267097 h 801258"/>
                    <a:gd name="connsiteX2366" fmla="*/ 369856 w 927926"/>
                    <a:gd name="connsiteY2366" fmla="*/ 265573 h 801258"/>
                    <a:gd name="connsiteX2367" fmla="*/ 342615 w 927926"/>
                    <a:gd name="connsiteY2367" fmla="*/ 300339 h 801258"/>
                    <a:gd name="connsiteX2368" fmla="*/ 340138 w 927926"/>
                    <a:gd name="connsiteY2368" fmla="*/ 308340 h 801258"/>
                    <a:gd name="connsiteX2369" fmla="*/ 342615 w 927926"/>
                    <a:gd name="connsiteY2369" fmla="*/ 300339 h 801258"/>
                    <a:gd name="connsiteX2370" fmla="*/ 209265 w 927926"/>
                    <a:gd name="connsiteY2370" fmla="*/ 444167 h 801258"/>
                    <a:gd name="connsiteX2371" fmla="*/ 207836 w 927926"/>
                    <a:gd name="connsiteY2371" fmla="*/ 449977 h 801258"/>
                    <a:gd name="connsiteX2372" fmla="*/ 209265 w 927926"/>
                    <a:gd name="connsiteY2372" fmla="*/ 444167 h 801258"/>
                    <a:gd name="connsiteX2373" fmla="*/ 382334 w 927926"/>
                    <a:gd name="connsiteY2373" fmla="*/ 260620 h 801258"/>
                    <a:gd name="connsiteX2374" fmla="*/ 382144 w 927926"/>
                    <a:gd name="connsiteY2374" fmla="*/ 264716 h 801258"/>
                    <a:gd name="connsiteX2375" fmla="*/ 378429 w 927926"/>
                    <a:gd name="connsiteY2375" fmla="*/ 264811 h 801258"/>
                    <a:gd name="connsiteX2376" fmla="*/ 382334 w 927926"/>
                    <a:gd name="connsiteY2376" fmla="*/ 260620 h 801258"/>
                    <a:gd name="connsiteX2377" fmla="*/ 383477 w 927926"/>
                    <a:gd name="connsiteY2377" fmla="*/ 265573 h 801258"/>
                    <a:gd name="connsiteX2378" fmla="*/ 388526 w 927926"/>
                    <a:gd name="connsiteY2378" fmla="*/ 266430 h 801258"/>
                    <a:gd name="connsiteX2379" fmla="*/ 383477 w 927926"/>
                    <a:gd name="connsiteY2379" fmla="*/ 265573 h 801258"/>
                    <a:gd name="connsiteX2380" fmla="*/ 345187 w 927926"/>
                    <a:gd name="connsiteY2380" fmla="*/ 309102 h 801258"/>
                    <a:gd name="connsiteX2381" fmla="*/ 349568 w 927926"/>
                    <a:gd name="connsiteY2381" fmla="*/ 306721 h 801258"/>
                    <a:gd name="connsiteX2382" fmla="*/ 345187 w 927926"/>
                    <a:gd name="connsiteY2382" fmla="*/ 309102 h 801258"/>
                    <a:gd name="connsiteX2383" fmla="*/ 364618 w 927926"/>
                    <a:gd name="connsiteY2383" fmla="*/ 288242 h 801258"/>
                    <a:gd name="connsiteX2384" fmla="*/ 367189 w 927926"/>
                    <a:gd name="connsiteY2384" fmla="*/ 290052 h 801258"/>
                    <a:gd name="connsiteX2385" fmla="*/ 363094 w 927926"/>
                    <a:gd name="connsiteY2385" fmla="*/ 291290 h 801258"/>
                    <a:gd name="connsiteX2386" fmla="*/ 364618 w 927926"/>
                    <a:gd name="connsiteY2386" fmla="*/ 288242 h 801258"/>
                    <a:gd name="connsiteX2387" fmla="*/ 365856 w 927926"/>
                    <a:gd name="connsiteY2387" fmla="*/ 304435 h 801258"/>
                    <a:gd name="connsiteX2388" fmla="*/ 364142 w 927926"/>
                    <a:gd name="connsiteY2388" fmla="*/ 303197 h 801258"/>
                    <a:gd name="connsiteX2389" fmla="*/ 369761 w 927926"/>
                    <a:gd name="connsiteY2389" fmla="*/ 300244 h 801258"/>
                    <a:gd name="connsiteX2390" fmla="*/ 365856 w 927926"/>
                    <a:gd name="connsiteY2390" fmla="*/ 304435 h 801258"/>
                    <a:gd name="connsiteX2391" fmla="*/ 224029 w 927926"/>
                    <a:gd name="connsiteY2391" fmla="*/ 465598 h 801258"/>
                    <a:gd name="connsiteX2392" fmla="*/ 227553 w 927926"/>
                    <a:gd name="connsiteY2392" fmla="*/ 465407 h 801258"/>
                    <a:gd name="connsiteX2393" fmla="*/ 224029 w 927926"/>
                    <a:gd name="connsiteY2393" fmla="*/ 465598 h 801258"/>
                    <a:gd name="connsiteX2394" fmla="*/ 382334 w 927926"/>
                    <a:gd name="connsiteY2394" fmla="*/ 315198 h 801258"/>
                    <a:gd name="connsiteX2395" fmla="*/ 383287 w 927926"/>
                    <a:gd name="connsiteY2395" fmla="*/ 318722 h 801258"/>
                    <a:gd name="connsiteX2396" fmla="*/ 382334 w 927926"/>
                    <a:gd name="connsiteY2396" fmla="*/ 315198 h 801258"/>
                    <a:gd name="connsiteX2397" fmla="*/ 294228 w 927926"/>
                    <a:gd name="connsiteY2397" fmla="*/ 409210 h 801258"/>
                    <a:gd name="connsiteX2398" fmla="*/ 298229 w 927926"/>
                    <a:gd name="connsiteY2398" fmla="*/ 406543 h 801258"/>
                    <a:gd name="connsiteX2399" fmla="*/ 297562 w 927926"/>
                    <a:gd name="connsiteY2399" fmla="*/ 411686 h 801258"/>
                    <a:gd name="connsiteX2400" fmla="*/ 294228 w 927926"/>
                    <a:gd name="connsiteY2400" fmla="*/ 409210 h 801258"/>
                    <a:gd name="connsiteX2401" fmla="*/ 308135 w 927926"/>
                    <a:gd name="connsiteY2401" fmla="*/ 428069 h 801258"/>
                    <a:gd name="connsiteX2402" fmla="*/ 312992 w 927926"/>
                    <a:gd name="connsiteY2402" fmla="*/ 425974 h 801258"/>
                    <a:gd name="connsiteX2403" fmla="*/ 309754 w 927926"/>
                    <a:gd name="connsiteY2403" fmla="*/ 429308 h 801258"/>
                    <a:gd name="connsiteX2404" fmla="*/ 308135 w 927926"/>
                    <a:gd name="connsiteY2404" fmla="*/ 428069 h 801258"/>
                    <a:gd name="connsiteX2405" fmla="*/ 224219 w 927926"/>
                    <a:gd name="connsiteY2405" fmla="*/ 524843 h 801258"/>
                    <a:gd name="connsiteX2406" fmla="*/ 227363 w 927926"/>
                    <a:gd name="connsiteY2406" fmla="*/ 531320 h 801258"/>
                    <a:gd name="connsiteX2407" fmla="*/ 224219 w 927926"/>
                    <a:gd name="connsiteY2407" fmla="*/ 530368 h 801258"/>
                    <a:gd name="connsiteX2408" fmla="*/ 223838 w 927926"/>
                    <a:gd name="connsiteY2408" fmla="*/ 532844 h 801258"/>
                    <a:gd name="connsiteX2409" fmla="*/ 224219 w 927926"/>
                    <a:gd name="connsiteY2409" fmla="*/ 524843 h 801258"/>
                    <a:gd name="connsiteX2410" fmla="*/ 221933 w 927926"/>
                    <a:gd name="connsiteY2410" fmla="*/ 574945 h 801258"/>
                    <a:gd name="connsiteX2411" fmla="*/ 225838 w 927926"/>
                    <a:gd name="connsiteY2411" fmla="*/ 573707 h 801258"/>
                    <a:gd name="connsiteX2412" fmla="*/ 221933 w 927926"/>
                    <a:gd name="connsiteY2412" fmla="*/ 574945 h 801258"/>
                    <a:gd name="connsiteX2413" fmla="*/ 454534 w 927926"/>
                    <a:gd name="connsiteY2413" fmla="*/ 442547 h 801258"/>
                    <a:gd name="connsiteX2414" fmla="*/ 450057 w 927926"/>
                    <a:gd name="connsiteY2414" fmla="*/ 446167 h 801258"/>
                    <a:gd name="connsiteX2415" fmla="*/ 454534 w 927926"/>
                    <a:gd name="connsiteY2415" fmla="*/ 442547 h 801258"/>
                    <a:gd name="connsiteX2416" fmla="*/ 244984 w 927926"/>
                    <a:gd name="connsiteY2416" fmla="*/ 651240 h 801258"/>
                    <a:gd name="connsiteX2417" fmla="*/ 248127 w 927926"/>
                    <a:gd name="connsiteY2417" fmla="*/ 652193 h 801258"/>
                    <a:gd name="connsiteX2418" fmla="*/ 244984 w 927926"/>
                    <a:gd name="connsiteY2418" fmla="*/ 651240 h 801258"/>
                    <a:gd name="connsiteX2419" fmla="*/ 206312 w 927926"/>
                    <a:gd name="connsiteY2419" fmla="*/ 696865 h 801258"/>
                    <a:gd name="connsiteX2420" fmla="*/ 212694 w 927926"/>
                    <a:gd name="connsiteY2420" fmla="*/ 693341 h 801258"/>
                    <a:gd name="connsiteX2421" fmla="*/ 206312 w 927926"/>
                    <a:gd name="connsiteY2421" fmla="*/ 696865 h 801258"/>
                    <a:gd name="connsiteX2422" fmla="*/ 259843 w 927926"/>
                    <a:gd name="connsiteY2422" fmla="*/ 711152 h 801258"/>
                    <a:gd name="connsiteX2423" fmla="*/ 265367 w 927926"/>
                    <a:gd name="connsiteY2423" fmla="*/ 709819 h 801258"/>
                    <a:gd name="connsiteX2424" fmla="*/ 259843 w 927926"/>
                    <a:gd name="connsiteY2424" fmla="*/ 711152 h 801258"/>
                    <a:gd name="connsiteX2425" fmla="*/ 828200 w 927926"/>
                    <a:gd name="connsiteY2425" fmla="*/ 234140 h 801258"/>
                    <a:gd name="connsiteX2426" fmla="*/ 822961 w 927926"/>
                    <a:gd name="connsiteY2426" fmla="*/ 231092 h 801258"/>
                    <a:gd name="connsiteX2427" fmla="*/ 831533 w 927926"/>
                    <a:gd name="connsiteY2427" fmla="*/ 229473 h 801258"/>
                    <a:gd name="connsiteX2428" fmla="*/ 831152 w 927926"/>
                    <a:gd name="connsiteY2428" fmla="*/ 230616 h 801258"/>
                    <a:gd name="connsiteX2429" fmla="*/ 828200 w 927926"/>
                    <a:gd name="connsiteY2429" fmla="*/ 234140 h 801258"/>
                    <a:gd name="connsiteX2430" fmla="*/ 334519 w 927926"/>
                    <a:gd name="connsiteY2430" fmla="*/ 680196 h 801258"/>
                    <a:gd name="connsiteX2431" fmla="*/ 339758 w 927926"/>
                    <a:gd name="connsiteY2431" fmla="*/ 678672 h 801258"/>
                    <a:gd name="connsiteX2432" fmla="*/ 334519 w 927926"/>
                    <a:gd name="connsiteY2432" fmla="*/ 680196 h 801258"/>
                    <a:gd name="connsiteX2433" fmla="*/ 339567 w 927926"/>
                    <a:gd name="connsiteY2433" fmla="*/ 681530 h 801258"/>
                    <a:gd name="connsiteX2434" fmla="*/ 342234 w 927926"/>
                    <a:gd name="connsiteY2434" fmla="*/ 677815 h 801258"/>
                    <a:gd name="connsiteX2435" fmla="*/ 352997 w 927926"/>
                    <a:gd name="connsiteY2435" fmla="*/ 685530 h 801258"/>
                    <a:gd name="connsiteX2436" fmla="*/ 360617 w 927926"/>
                    <a:gd name="connsiteY2436" fmla="*/ 678672 h 801258"/>
                    <a:gd name="connsiteX2437" fmla="*/ 355855 w 927926"/>
                    <a:gd name="connsiteY2437" fmla="*/ 679053 h 801258"/>
                    <a:gd name="connsiteX2438" fmla="*/ 357379 w 927926"/>
                    <a:gd name="connsiteY2438" fmla="*/ 674386 h 801258"/>
                    <a:gd name="connsiteX2439" fmla="*/ 364427 w 927926"/>
                    <a:gd name="connsiteY2439" fmla="*/ 670004 h 801258"/>
                    <a:gd name="connsiteX2440" fmla="*/ 362998 w 927926"/>
                    <a:gd name="connsiteY2440" fmla="*/ 673243 h 801258"/>
                    <a:gd name="connsiteX2441" fmla="*/ 358331 w 927926"/>
                    <a:gd name="connsiteY2441" fmla="*/ 676767 h 801258"/>
                    <a:gd name="connsiteX2442" fmla="*/ 365856 w 927926"/>
                    <a:gd name="connsiteY2442" fmla="*/ 675815 h 801258"/>
                    <a:gd name="connsiteX2443" fmla="*/ 359379 w 927926"/>
                    <a:gd name="connsiteY2443" fmla="*/ 682196 h 801258"/>
                    <a:gd name="connsiteX2444" fmla="*/ 360331 w 927926"/>
                    <a:gd name="connsiteY2444" fmla="*/ 684578 h 801258"/>
                    <a:gd name="connsiteX2445" fmla="*/ 356521 w 927926"/>
                    <a:gd name="connsiteY2445" fmla="*/ 687340 h 801258"/>
                    <a:gd name="connsiteX2446" fmla="*/ 354331 w 927926"/>
                    <a:gd name="connsiteY2446" fmla="*/ 685435 h 801258"/>
                    <a:gd name="connsiteX2447" fmla="*/ 353569 w 927926"/>
                    <a:gd name="connsiteY2447" fmla="*/ 689340 h 801258"/>
                    <a:gd name="connsiteX2448" fmla="*/ 350235 w 927926"/>
                    <a:gd name="connsiteY2448" fmla="*/ 686483 h 801258"/>
                    <a:gd name="connsiteX2449" fmla="*/ 348044 w 927926"/>
                    <a:gd name="connsiteY2449" fmla="*/ 693626 h 801258"/>
                    <a:gd name="connsiteX2450" fmla="*/ 344901 w 927926"/>
                    <a:gd name="connsiteY2450" fmla="*/ 693912 h 801258"/>
                    <a:gd name="connsiteX2451" fmla="*/ 340615 w 927926"/>
                    <a:gd name="connsiteY2451" fmla="*/ 697722 h 801258"/>
                    <a:gd name="connsiteX2452" fmla="*/ 343568 w 927926"/>
                    <a:gd name="connsiteY2452" fmla="*/ 700199 h 801258"/>
                    <a:gd name="connsiteX2453" fmla="*/ 338234 w 927926"/>
                    <a:gd name="connsiteY2453" fmla="*/ 703056 h 801258"/>
                    <a:gd name="connsiteX2454" fmla="*/ 339377 w 927926"/>
                    <a:gd name="connsiteY2454" fmla="*/ 699532 h 801258"/>
                    <a:gd name="connsiteX2455" fmla="*/ 336424 w 927926"/>
                    <a:gd name="connsiteY2455" fmla="*/ 701532 h 801258"/>
                    <a:gd name="connsiteX2456" fmla="*/ 338614 w 927926"/>
                    <a:gd name="connsiteY2456" fmla="*/ 698960 h 801258"/>
                    <a:gd name="connsiteX2457" fmla="*/ 335947 w 927926"/>
                    <a:gd name="connsiteY2457" fmla="*/ 698103 h 801258"/>
                    <a:gd name="connsiteX2458" fmla="*/ 338900 w 927926"/>
                    <a:gd name="connsiteY2458" fmla="*/ 696103 h 801258"/>
                    <a:gd name="connsiteX2459" fmla="*/ 331947 w 927926"/>
                    <a:gd name="connsiteY2459" fmla="*/ 690102 h 801258"/>
                    <a:gd name="connsiteX2460" fmla="*/ 328423 w 927926"/>
                    <a:gd name="connsiteY2460" fmla="*/ 694579 h 801258"/>
                    <a:gd name="connsiteX2461" fmla="*/ 328804 w 927926"/>
                    <a:gd name="connsiteY2461" fmla="*/ 690388 h 801258"/>
                    <a:gd name="connsiteX2462" fmla="*/ 330804 w 927926"/>
                    <a:gd name="connsiteY2462" fmla="*/ 684768 h 801258"/>
                    <a:gd name="connsiteX2463" fmla="*/ 339567 w 927926"/>
                    <a:gd name="connsiteY2463" fmla="*/ 681530 h 801258"/>
                    <a:gd name="connsiteX2464" fmla="*/ 355188 w 927926"/>
                    <a:gd name="connsiteY2464" fmla="*/ 672576 h 801258"/>
                    <a:gd name="connsiteX2465" fmla="*/ 360141 w 927926"/>
                    <a:gd name="connsiteY2465" fmla="*/ 669338 h 801258"/>
                    <a:gd name="connsiteX2466" fmla="*/ 361951 w 927926"/>
                    <a:gd name="connsiteY2466" fmla="*/ 670957 h 801258"/>
                    <a:gd name="connsiteX2467" fmla="*/ 355188 w 927926"/>
                    <a:gd name="connsiteY2467" fmla="*/ 672576 h 801258"/>
                    <a:gd name="connsiteX2468" fmla="*/ 354712 w 927926"/>
                    <a:gd name="connsiteY2468" fmla="*/ 669147 h 801258"/>
                    <a:gd name="connsiteX2469" fmla="*/ 358236 w 927926"/>
                    <a:gd name="connsiteY2469" fmla="*/ 669242 h 801258"/>
                    <a:gd name="connsiteX2470" fmla="*/ 355664 w 927926"/>
                    <a:gd name="connsiteY2470" fmla="*/ 671528 h 801258"/>
                    <a:gd name="connsiteX2471" fmla="*/ 354712 w 927926"/>
                    <a:gd name="connsiteY2471" fmla="*/ 669147 h 801258"/>
                    <a:gd name="connsiteX2472" fmla="*/ 280131 w 927926"/>
                    <a:gd name="connsiteY2472" fmla="*/ 739346 h 801258"/>
                    <a:gd name="connsiteX2473" fmla="*/ 285370 w 927926"/>
                    <a:gd name="connsiteY2473" fmla="*/ 737822 h 801258"/>
                    <a:gd name="connsiteX2474" fmla="*/ 280131 w 927926"/>
                    <a:gd name="connsiteY2474" fmla="*/ 739346 h 801258"/>
                    <a:gd name="connsiteX2475" fmla="*/ 833914 w 927926"/>
                    <a:gd name="connsiteY2475" fmla="*/ 237569 h 801258"/>
                    <a:gd name="connsiteX2476" fmla="*/ 844011 w 927926"/>
                    <a:gd name="connsiteY2476" fmla="*/ 243380 h 801258"/>
                    <a:gd name="connsiteX2477" fmla="*/ 833914 w 927926"/>
                    <a:gd name="connsiteY2477" fmla="*/ 237569 h 801258"/>
                    <a:gd name="connsiteX2478" fmla="*/ 329471 w 927926"/>
                    <a:gd name="connsiteY2478" fmla="*/ 698198 h 801258"/>
                    <a:gd name="connsiteX2479" fmla="*/ 333757 w 927926"/>
                    <a:gd name="connsiteY2479" fmla="*/ 698865 h 801258"/>
                    <a:gd name="connsiteX2480" fmla="*/ 328328 w 927926"/>
                    <a:gd name="connsiteY2480" fmla="*/ 703151 h 801258"/>
                    <a:gd name="connsiteX2481" fmla="*/ 329471 w 927926"/>
                    <a:gd name="connsiteY2481" fmla="*/ 698198 h 801258"/>
                    <a:gd name="connsiteX2482" fmla="*/ 326804 w 927926"/>
                    <a:gd name="connsiteY2482" fmla="*/ 706390 h 801258"/>
                    <a:gd name="connsiteX2483" fmla="*/ 329756 w 927926"/>
                    <a:gd name="connsiteY2483" fmla="*/ 704390 h 801258"/>
                    <a:gd name="connsiteX2484" fmla="*/ 330613 w 927926"/>
                    <a:gd name="connsiteY2484" fmla="*/ 708104 h 801258"/>
                    <a:gd name="connsiteX2485" fmla="*/ 326804 w 927926"/>
                    <a:gd name="connsiteY2485" fmla="*/ 706390 h 801258"/>
                    <a:gd name="connsiteX2486" fmla="*/ 361475 w 927926"/>
                    <a:gd name="connsiteY2486" fmla="*/ 682482 h 801258"/>
                    <a:gd name="connsiteX2487" fmla="*/ 365570 w 927926"/>
                    <a:gd name="connsiteY2487" fmla="*/ 680101 h 801258"/>
                    <a:gd name="connsiteX2488" fmla="*/ 361665 w 927926"/>
                    <a:gd name="connsiteY2488" fmla="*/ 684197 h 801258"/>
                    <a:gd name="connsiteX2489" fmla="*/ 361475 w 927926"/>
                    <a:gd name="connsiteY2489" fmla="*/ 682482 h 801258"/>
                    <a:gd name="connsiteX2490" fmla="*/ 849726 w 927926"/>
                    <a:gd name="connsiteY2490" fmla="*/ 245285 h 801258"/>
                    <a:gd name="connsiteX2491" fmla="*/ 852774 w 927926"/>
                    <a:gd name="connsiteY2491" fmla="*/ 246523 h 801258"/>
                    <a:gd name="connsiteX2492" fmla="*/ 849726 w 927926"/>
                    <a:gd name="connsiteY2492" fmla="*/ 245285 h 801258"/>
                    <a:gd name="connsiteX2493" fmla="*/ 851441 w 927926"/>
                    <a:gd name="connsiteY2493" fmla="*/ 286814 h 801258"/>
                    <a:gd name="connsiteX2494" fmla="*/ 862204 w 927926"/>
                    <a:gd name="connsiteY2494" fmla="*/ 291957 h 801258"/>
                    <a:gd name="connsiteX2495" fmla="*/ 851441 w 927926"/>
                    <a:gd name="connsiteY2495" fmla="*/ 286814 h 801258"/>
                    <a:gd name="connsiteX2496" fmla="*/ 387668 w 927926"/>
                    <a:gd name="connsiteY2496" fmla="*/ 714010 h 801258"/>
                    <a:gd name="connsiteX2497" fmla="*/ 388621 w 927926"/>
                    <a:gd name="connsiteY2497" fmla="*/ 720773 h 801258"/>
                    <a:gd name="connsiteX2498" fmla="*/ 384144 w 927926"/>
                    <a:gd name="connsiteY2498" fmla="*/ 721439 h 801258"/>
                    <a:gd name="connsiteX2499" fmla="*/ 382811 w 927926"/>
                    <a:gd name="connsiteY2499" fmla="*/ 718772 h 801258"/>
                    <a:gd name="connsiteX2500" fmla="*/ 387668 w 927926"/>
                    <a:gd name="connsiteY2500" fmla="*/ 714010 h 801258"/>
                    <a:gd name="connsiteX2501" fmla="*/ 872872 w 927926"/>
                    <a:gd name="connsiteY2501" fmla="*/ 287957 h 801258"/>
                    <a:gd name="connsiteX2502" fmla="*/ 876777 w 927926"/>
                    <a:gd name="connsiteY2502" fmla="*/ 289957 h 801258"/>
                    <a:gd name="connsiteX2503" fmla="*/ 872872 w 927926"/>
                    <a:gd name="connsiteY2503" fmla="*/ 287957 h 801258"/>
                    <a:gd name="connsiteX2504" fmla="*/ 396050 w 927926"/>
                    <a:gd name="connsiteY2504" fmla="*/ 709247 h 801258"/>
                    <a:gd name="connsiteX2505" fmla="*/ 399098 w 927926"/>
                    <a:gd name="connsiteY2505" fmla="*/ 710390 h 801258"/>
                    <a:gd name="connsiteX2506" fmla="*/ 396050 w 927926"/>
                    <a:gd name="connsiteY2506" fmla="*/ 709247 h 801258"/>
                    <a:gd name="connsiteX2507" fmla="*/ 876777 w 927926"/>
                    <a:gd name="connsiteY2507" fmla="*/ 291481 h 801258"/>
                    <a:gd name="connsiteX2508" fmla="*/ 878492 w 927926"/>
                    <a:gd name="connsiteY2508" fmla="*/ 293100 h 801258"/>
                    <a:gd name="connsiteX2509" fmla="*/ 876777 w 927926"/>
                    <a:gd name="connsiteY2509" fmla="*/ 291481 h 801258"/>
                    <a:gd name="connsiteX2510" fmla="*/ 894875 w 927926"/>
                    <a:gd name="connsiteY2510" fmla="*/ 303482 h 801258"/>
                    <a:gd name="connsiteX2511" fmla="*/ 896208 w 927926"/>
                    <a:gd name="connsiteY2511" fmla="*/ 306245 h 801258"/>
                    <a:gd name="connsiteX2512" fmla="*/ 894875 w 927926"/>
                    <a:gd name="connsiteY2512" fmla="*/ 303482 h 801258"/>
                    <a:gd name="connsiteX2513" fmla="*/ 876491 w 927926"/>
                    <a:gd name="connsiteY2513" fmla="*/ 325009 h 801258"/>
                    <a:gd name="connsiteX2514" fmla="*/ 894970 w 927926"/>
                    <a:gd name="connsiteY2514" fmla="*/ 329676 h 801258"/>
                    <a:gd name="connsiteX2515" fmla="*/ 894970 w 927926"/>
                    <a:gd name="connsiteY2515" fmla="*/ 332724 h 801258"/>
                    <a:gd name="connsiteX2516" fmla="*/ 882492 w 927926"/>
                    <a:gd name="connsiteY2516" fmla="*/ 339773 h 801258"/>
                    <a:gd name="connsiteX2517" fmla="*/ 873920 w 927926"/>
                    <a:gd name="connsiteY2517" fmla="*/ 336534 h 801258"/>
                    <a:gd name="connsiteX2518" fmla="*/ 872205 w 927926"/>
                    <a:gd name="connsiteY2518" fmla="*/ 331867 h 801258"/>
                    <a:gd name="connsiteX2519" fmla="*/ 877348 w 927926"/>
                    <a:gd name="connsiteY2519" fmla="*/ 331962 h 801258"/>
                    <a:gd name="connsiteX2520" fmla="*/ 876491 w 927926"/>
                    <a:gd name="connsiteY2520" fmla="*/ 325009 h 801258"/>
                    <a:gd name="connsiteX2521" fmla="*/ 903542 w 927926"/>
                    <a:gd name="connsiteY2521" fmla="*/ 308245 h 801258"/>
                    <a:gd name="connsiteX2522" fmla="*/ 900113 w 927926"/>
                    <a:gd name="connsiteY2522" fmla="*/ 311293 h 801258"/>
                    <a:gd name="connsiteX2523" fmla="*/ 900971 w 927926"/>
                    <a:gd name="connsiteY2523" fmla="*/ 312055 h 801258"/>
                    <a:gd name="connsiteX2524" fmla="*/ 903542 w 927926"/>
                    <a:gd name="connsiteY2524" fmla="*/ 308245 h 801258"/>
                    <a:gd name="connsiteX2525" fmla="*/ 893731 w 927926"/>
                    <a:gd name="connsiteY2525" fmla="*/ 317675 h 801258"/>
                    <a:gd name="connsiteX2526" fmla="*/ 898018 w 927926"/>
                    <a:gd name="connsiteY2526" fmla="*/ 318532 h 801258"/>
                    <a:gd name="connsiteX2527" fmla="*/ 893731 w 927926"/>
                    <a:gd name="connsiteY2527" fmla="*/ 317675 h 801258"/>
                    <a:gd name="connsiteX2528" fmla="*/ 811150 w 927926"/>
                    <a:gd name="connsiteY2528" fmla="*/ 392732 h 801258"/>
                    <a:gd name="connsiteX2529" fmla="*/ 815055 w 927926"/>
                    <a:gd name="connsiteY2529" fmla="*/ 390160 h 801258"/>
                    <a:gd name="connsiteX2530" fmla="*/ 812483 w 927926"/>
                    <a:gd name="connsiteY2530" fmla="*/ 395399 h 801258"/>
                    <a:gd name="connsiteX2531" fmla="*/ 811150 w 927926"/>
                    <a:gd name="connsiteY2531" fmla="*/ 392732 h 801258"/>
                    <a:gd name="connsiteX2532" fmla="*/ 802482 w 927926"/>
                    <a:gd name="connsiteY2532" fmla="*/ 404733 h 801258"/>
                    <a:gd name="connsiteX2533" fmla="*/ 805054 w 927926"/>
                    <a:gd name="connsiteY2533" fmla="*/ 402447 h 801258"/>
                    <a:gd name="connsiteX2534" fmla="*/ 803625 w 927926"/>
                    <a:gd name="connsiteY2534" fmla="*/ 408829 h 801258"/>
                    <a:gd name="connsiteX2535" fmla="*/ 802387 w 927926"/>
                    <a:gd name="connsiteY2535" fmla="*/ 409210 h 801258"/>
                    <a:gd name="connsiteX2536" fmla="*/ 800672 w 927926"/>
                    <a:gd name="connsiteY2536" fmla="*/ 410734 h 801258"/>
                    <a:gd name="connsiteX2537" fmla="*/ 802482 w 927926"/>
                    <a:gd name="connsiteY2537" fmla="*/ 404733 h 801258"/>
                    <a:gd name="connsiteX2538" fmla="*/ 897161 w 927926"/>
                    <a:gd name="connsiteY2538" fmla="*/ 323961 h 801258"/>
                    <a:gd name="connsiteX2539" fmla="*/ 903638 w 927926"/>
                    <a:gd name="connsiteY2539" fmla="*/ 323771 h 801258"/>
                    <a:gd name="connsiteX2540" fmla="*/ 897161 w 927926"/>
                    <a:gd name="connsiteY2540" fmla="*/ 323961 h 801258"/>
                    <a:gd name="connsiteX2541" fmla="*/ 829152 w 927926"/>
                    <a:gd name="connsiteY2541" fmla="*/ 384540 h 801258"/>
                    <a:gd name="connsiteX2542" fmla="*/ 830867 w 927926"/>
                    <a:gd name="connsiteY2542" fmla="*/ 387588 h 801258"/>
                    <a:gd name="connsiteX2543" fmla="*/ 829152 w 927926"/>
                    <a:gd name="connsiteY2543" fmla="*/ 384540 h 801258"/>
                    <a:gd name="connsiteX2544" fmla="*/ 899256 w 927926"/>
                    <a:gd name="connsiteY2544" fmla="*/ 335201 h 801258"/>
                    <a:gd name="connsiteX2545" fmla="*/ 890207 w 927926"/>
                    <a:gd name="connsiteY2545" fmla="*/ 339201 h 801258"/>
                    <a:gd name="connsiteX2546" fmla="*/ 899256 w 927926"/>
                    <a:gd name="connsiteY2546" fmla="*/ 335201 h 801258"/>
                    <a:gd name="connsiteX2547" fmla="*/ 915639 w 927926"/>
                    <a:gd name="connsiteY2547" fmla="*/ 317865 h 801258"/>
                    <a:gd name="connsiteX2548" fmla="*/ 922021 w 927926"/>
                    <a:gd name="connsiteY2548" fmla="*/ 319294 h 801258"/>
                    <a:gd name="connsiteX2549" fmla="*/ 911258 w 927926"/>
                    <a:gd name="connsiteY2549" fmla="*/ 320056 h 801258"/>
                    <a:gd name="connsiteX2550" fmla="*/ 915639 w 927926"/>
                    <a:gd name="connsiteY2550" fmla="*/ 317865 h 801258"/>
                    <a:gd name="connsiteX2551" fmla="*/ 880778 w 927926"/>
                    <a:gd name="connsiteY2551" fmla="*/ 350441 h 801258"/>
                    <a:gd name="connsiteX2552" fmla="*/ 884206 w 927926"/>
                    <a:gd name="connsiteY2552" fmla="*/ 350536 h 801258"/>
                    <a:gd name="connsiteX2553" fmla="*/ 880778 w 927926"/>
                    <a:gd name="connsiteY2553" fmla="*/ 353584 h 801258"/>
                    <a:gd name="connsiteX2554" fmla="*/ 880778 w 927926"/>
                    <a:gd name="connsiteY2554" fmla="*/ 350441 h 801258"/>
                    <a:gd name="connsiteX2555" fmla="*/ 901256 w 927926"/>
                    <a:gd name="connsiteY2555" fmla="*/ 343392 h 801258"/>
                    <a:gd name="connsiteX2556" fmla="*/ 902114 w 927926"/>
                    <a:gd name="connsiteY2556" fmla="*/ 345773 h 801258"/>
                    <a:gd name="connsiteX2557" fmla="*/ 888779 w 927926"/>
                    <a:gd name="connsiteY2557" fmla="*/ 353393 h 801258"/>
                    <a:gd name="connsiteX2558" fmla="*/ 894494 w 927926"/>
                    <a:gd name="connsiteY2558" fmla="*/ 341582 h 801258"/>
                    <a:gd name="connsiteX2559" fmla="*/ 899161 w 927926"/>
                    <a:gd name="connsiteY2559" fmla="*/ 344440 h 801258"/>
                    <a:gd name="connsiteX2560" fmla="*/ 901256 w 927926"/>
                    <a:gd name="connsiteY2560" fmla="*/ 343392 h 801258"/>
                    <a:gd name="connsiteX2561" fmla="*/ 903447 w 927926"/>
                    <a:gd name="connsiteY2561" fmla="*/ 339201 h 801258"/>
                    <a:gd name="connsiteX2562" fmla="*/ 909924 w 927926"/>
                    <a:gd name="connsiteY2562" fmla="*/ 334343 h 801258"/>
                    <a:gd name="connsiteX2563" fmla="*/ 911639 w 927926"/>
                    <a:gd name="connsiteY2563" fmla="*/ 337487 h 801258"/>
                    <a:gd name="connsiteX2564" fmla="*/ 903447 w 927926"/>
                    <a:gd name="connsiteY2564" fmla="*/ 339201 h 801258"/>
                    <a:gd name="connsiteX2565" fmla="*/ 853727 w 927926"/>
                    <a:gd name="connsiteY2565" fmla="*/ 382826 h 801258"/>
                    <a:gd name="connsiteX2566" fmla="*/ 859822 w 927926"/>
                    <a:gd name="connsiteY2566" fmla="*/ 377587 h 801258"/>
                    <a:gd name="connsiteX2567" fmla="*/ 858394 w 927926"/>
                    <a:gd name="connsiteY2567" fmla="*/ 382540 h 801258"/>
                    <a:gd name="connsiteX2568" fmla="*/ 853727 w 927926"/>
                    <a:gd name="connsiteY2568" fmla="*/ 382826 h 801258"/>
                    <a:gd name="connsiteX2569" fmla="*/ 913353 w 927926"/>
                    <a:gd name="connsiteY2569" fmla="*/ 336058 h 801258"/>
                    <a:gd name="connsiteX2570" fmla="*/ 917639 w 927926"/>
                    <a:gd name="connsiteY2570" fmla="*/ 332343 h 801258"/>
                    <a:gd name="connsiteX2571" fmla="*/ 918878 w 927926"/>
                    <a:gd name="connsiteY2571" fmla="*/ 333581 h 801258"/>
                    <a:gd name="connsiteX2572" fmla="*/ 915830 w 927926"/>
                    <a:gd name="connsiteY2572" fmla="*/ 337010 h 801258"/>
                    <a:gd name="connsiteX2573" fmla="*/ 913353 w 927926"/>
                    <a:gd name="connsiteY2573" fmla="*/ 336058 h 801258"/>
                    <a:gd name="connsiteX2574" fmla="*/ 461296 w 927926"/>
                    <a:gd name="connsiteY2574" fmla="*/ 722011 h 801258"/>
                    <a:gd name="connsiteX2575" fmla="*/ 466345 w 927926"/>
                    <a:gd name="connsiteY2575" fmla="*/ 723535 h 801258"/>
                    <a:gd name="connsiteX2576" fmla="*/ 461296 w 927926"/>
                    <a:gd name="connsiteY2576" fmla="*/ 722011 h 801258"/>
                    <a:gd name="connsiteX2577" fmla="*/ 430245 w 927926"/>
                    <a:gd name="connsiteY2577" fmla="*/ 762492 h 801258"/>
                    <a:gd name="connsiteX2578" fmla="*/ 437579 w 927926"/>
                    <a:gd name="connsiteY2578" fmla="*/ 756968 h 801258"/>
                    <a:gd name="connsiteX2579" fmla="*/ 437008 w 927926"/>
                    <a:gd name="connsiteY2579" fmla="*/ 762492 h 801258"/>
                    <a:gd name="connsiteX2580" fmla="*/ 430245 w 927926"/>
                    <a:gd name="connsiteY2580" fmla="*/ 762492 h 801258"/>
                    <a:gd name="connsiteX2581" fmla="*/ 413862 w 927926"/>
                    <a:gd name="connsiteY2581" fmla="*/ 781161 h 801258"/>
                    <a:gd name="connsiteX2582" fmla="*/ 418148 w 927926"/>
                    <a:gd name="connsiteY2582" fmla="*/ 782018 h 801258"/>
                    <a:gd name="connsiteX2583" fmla="*/ 413862 w 927926"/>
                    <a:gd name="connsiteY2583" fmla="*/ 781161 h 801258"/>
                    <a:gd name="connsiteX2584" fmla="*/ 478537 w 927926"/>
                    <a:gd name="connsiteY2584" fmla="*/ 728583 h 801258"/>
                    <a:gd name="connsiteX2585" fmla="*/ 479966 w 927926"/>
                    <a:gd name="connsiteY2585" fmla="*/ 729917 h 801258"/>
                    <a:gd name="connsiteX2586" fmla="*/ 471964 w 927926"/>
                    <a:gd name="connsiteY2586" fmla="*/ 737918 h 801258"/>
                    <a:gd name="connsiteX2587" fmla="*/ 470536 w 927926"/>
                    <a:gd name="connsiteY2587" fmla="*/ 736584 h 801258"/>
                    <a:gd name="connsiteX2588" fmla="*/ 478537 w 927926"/>
                    <a:gd name="connsiteY2588" fmla="*/ 728583 h 801258"/>
                    <a:gd name="connsiteX2589" fmla="*/ 761905 w 927926"/>
                    <a:gd name="connsiteY2589" fmla="*/ 494268 h 801258"/>
                    <a:gd name="connsiteX2590" fmla="*/ 759524 w 927926"/>
                    <a:gd name="connsiteY2590" fmla="*/ 501317 h 801258"/>
                    <a:gd name="connsiteX2591" fmla="*/ 762001 w 927926"/>
                    <a:gd name="connsiteY2591" fmla="*/ 502079 h 801258"/>
                    <a:gd name="connsiteX2592" fmla="*/ 765525 w 927926"/>
                    <a:gd name="connsiteY2592" fmla="*/ 497602 h 801258"/>
                    <a:gd name="connsiteX2593" fmla="*/ 762858 w 927926"/>
                    <a:gd name="connsiteY2593" fmla="*/ 499793 h 801258"/>
                    <a:gd name="connsiteX2594" fmla="*/ 762096 w 927926"/>
                    <a:gd name="connsiteY2594" fmla="*/ 497507 h 801258"/>
                    <a:gd name="connsiteX2595" fmla="*/ 767239 w 927926"/>
                    <a:gd name="connsiteY2595" fmla="*/ 494649 h 801258"/>
                    <a:gd name="connsiteX2596" fmla="*/ 766097 w 927926"/>
                    <a:gd name="connsiteY2596" fmla="*/ 491982 h 801258"/>
                    <a:gd name="connsiteX2597" fmla="*/ 772859 w 927926"/>
                    <a:gd name="connsiteY2597" fmla="*/ 490553 h 801258"/>
                    <a:gd name="connsiteX2598" fmla="*/ 774383 w 927926"/>
                    <a:gd name="connsiteY2598" fmla="*/ 493601 h 801258"/>
                    <a:gd name="connsiteX2599" fmla="*/ 774479 w 927926"/>
                    <a:gd name="connsiteY2599" fmla="*/ 490649 h 801258"/>
                    <a:gd name="connsiteX2600" fmla="*/ 778003 w 927926"/>
                    <a:gd name="connsiteY2600" fmla="*/ 487696 h 801258"/>
                    <a:gd name="connsiteX2601" fmla="*/ 780384 w 927926"/>
                    <a:gd name="connsiteY2601" fmla="*/ 491506 h 801258"/>
                    <a:gd name="connsiteX2602" fmla="*/ 782956 w 927926"/>
                    <a:gd name="connsiteY2602" fmla="*/ 489315 h 801258"/>
                    <a:gd name="connsiteX2603" fmla="*/ 785528 w 927926"/>
                    <a:gd name="connsiteY2603" fmla="*/ 497983 h 801258"/>
                    <a:gd name="connsiteX2604" fmla="*/ 789433 w 927926"/>
                    <a:gd name="connsiteY2604" fmla="*/ 495411 h 801258"/>
                    <a:gd name="connsiteX2605" fmla="*/ 782765 w 927926"/>
                    <a:gd name="connsiteY2605" fmla="*/ 503126 h 801258"/>
                    <a:gd name="connsiteX2606" fmla="*/ 781622 w 927926"/>
                    <a:gd name="connsiteY2606" fmla="*/ 492649 h 801258"/>
                    <a:gd name="connsiteX2607" fmla="*/ 781337 w 927926"/>
                    <a:gd name="connsiteY2607" fmla="*/ 498650 h 801258"/>
                    <a:gd name="connsiteX2608" fmla="*/ 779051 w 927926"/>
                    <a:gd name="connsiteY2608" fmla="*/ 502745 h 801258"/>
                    <a:gd name="connsiteX2609" fmla="*/ 771621 w 927926"/>
                    <a:gd name="connsiteY2609" fmla="*/ 500364 h 801258"/>
                    <a:gd name="connsiteX2610" fmla="*/ 776764 w 927926"/>
                    <a:gd name="connsiteY2610" fmla="*/ 506841 h 801258"/>
                    <a:gd name="connsiteX2611" fmla="*/ 770669 w 927926"/>
                    <a:gd name="connsiteY2611" fmla="*/ 510461 h 801258"/>
                    <a:gd name="connsiteX2612" fmla="*/ 773050 w 927926"/>
                    <a:gd name="connsiteY2612" fmla="*/ 512747 h 801258"/>
                    <a:gd name="connsiteX2613" fmla="*/ 766859 w 927926"/>
                    <a:gd name="connsiteY2613" fmla="*/ 511508 h 801258"/>
                    <a:gd name="connsiteX2614" fmla="*/ 771240 w 927926"/>
                    <a:gd name="connsiteY2614" fmla="*/ 507889 h 801258"/>
                    <a:gd name="connsiteX2615" fmla="*/ 759905 w 927926"/>
                    <a:gd name="connsiteY2615" fmla="*/ 508079 h 801258"/>
                    <a:gd name="connsiteX2616" fmla="*/ 766478 w 927926"/>
                    <a:gd name="connsiteY2616" fmla="*/ 511127 h 801258"/>
                    <a:gd name="connsiteX2617" fmla="*/ 765049 w 927926"/>
                    <a:gd name="connsiteY2617" fmla="*/ 514461 h 801258"/>
                    <a:gd name="connsiteX2618" fmla="*/ 758191 w 927926"/>
                    <a:gd name="connsiteY2618" fmla="*/ 517319 h 801258"/>
                    <a:gd name="connsiteX2619" fmla="*/ 760763 w 927926"/>
                    <a:gd name="connsiteY2619" fmla="*/ 516557 h 801258"/>
                    <a:gd name="connsiteX2620" fmla="*/ 754476 w 927926"/>
                    <a:gd name="connsiteY2620" fmla="*/ 507508 h 801258"/>
                    <a:gd name="connsiteX2621" fmla="*/ 759715 w 927926"/>
                    <a:gd name="connsiteY2621" fmla="*/ 503126 h 801258"/>
                    <a:gd name="connsiteX2622" fmla="*/ 757334 w 927926"/>
                    <a:gd name="connsiteY2622" fmla="*/ 499412 h 801258"/>
                    <a:gd name="connsiteX2623" fmla="*/ 761905 w 927926"/>
                    <a:gd name="connsiteY2623" fmla="*/ 494268 h 801258"/>
                    <a:gd name="connsiteX2624" fmla="*/ 782956 w 927926"/>
                    <a:gd name="connsiteY2624" fmla="*/ 481505 h 801258"/>
                    <a:gd name="connsiteX2625" fmla="*/ 787147 w 927926"/>
                    <a:gd name="connsiteY2625" fmla="*/ 480838 h 801258"/>
                    <a:gd name="connsiteX2626" fmla="*/ 788671 w 927926"/>
                    <a:gd name="connsiteY2626" fmla="*/ 483886 h 801258"/>
                    <a:gd name="connsiteX2627" fmla="*/ 787242 w 927926"/>
                    <a:gd name="connsiteY2627" fmla="*/ 488744 h 801258"/>
                    <a:gd name="connsiteX2628" fmla="*/ 781432 w 927926"/>
                    <a:gd name="connsiteY2628" fmla="*/ 487886 h 801258"/>
                    <a:gd name="connsiteX2629" fmla="*/ 782956 w 927926"/>
                    <a:gd name="connsiteY2629" fmla="*/ 481505 h 801258"/>
                    <a:gd name="connsiteX2630" fmla="*/ 744856 w 927926"/>
                    <a:gd name="connsiteY2630" fmla="*/ 509413 h 801258"/>
                    <a:gd name="connsiteX2631" fmla="*/ 749047 w 927926"/>
                    <a:gd name="connsiteY2631" fmla="*/ 510175 h 801258"/>
                    <a:gd name="connsiteX2632" fmla="*/ 744856 w 927926"/>
                    <a:gd name="connsiteY2632" fmla="*/ 509413 h 801258"/>
                    <a:gd name="connsiteX2633" fmla="*/ 792195 w 927926"/>
                    <a:gd name="connsiteY2633" fmla="*/ 482457 h 801258"/>
                    <a:gd name="connsiteX2634" fmla="*/ 798101 w 927926"/>
                    <a:gd name="connsiteY2634" fmla="*/ 483314 h 801258"/>
                    <a:gd name="connsiteX2635" fmla="*/ 796291 w 927926"/>
                    <a:gd name="connsiteY2635" fmla="*/ 486267 h 801258"/>
                    <a:gd name="connsiteX2636" fmla="*/ 801625 w 927926"/>
                    <a:gd name="connsiteY2636" fmla="*/ 489791 h 801258"/>
                    <a:gd name="connsiteX2637" fmla="*/ 798291 w 927926"/>
                    <a:gd name="connsiteY2637" fmla="*/ 489696 h 801258"/>
                    <a:gd name="connsiteX2638" fmla="*/ 798863 w 927926"/>
                    <a:gd name="connsiteY2638" fmla="*/ 496459 h 801258"/>
                    <a:gd name="connsiteX2639" fmla="*/ 792386 w 927926"/>
                    <a:gd name="connsiteY2639" fmla="*/ 499697 h 801258"/>
                    <a:gd name="connsiteX2640" fmla="*/ 790862 w 927926"/>
                    <a:gd name="connsiteY2640" fmla="*/ 496649 h 801258"/>
                    <a:gd name="connsiteX2641" fmla="*/ 795529 w 927926"/>
                    <a:gd name="connsiteY2641" fmla="*/ 494840 h 801258"/>
                    <a:gd name="connsiteX2642" fmla="*/ 787337 w 927926"/>
                    <a:gd name="connsiteY2642" fmla="*/ 490172 h 801258"/>
                    <a:gd name="connsiteX2643" fmla="*/ 796577 w 927926"/>
                    <a:gd name="connsiteY2643" fmla="*/ 491125 h 801258"/>
                    <a:gd name="connsiteX2644" fmla="*/ 792195 w 927926"/>
                    <a:gd name="connsiteY2644" fmla="*/ 482457 h 801258"/>
                    <a:gd name="connsiteX2645" fmla="*/ 858394 w 927926"/>
                    <a:gd name="connsiteY2645" fmla="*/ 431117 h 801258"/>
                    <a:gd name="connsiteX2646" fmla="*/ 859061 w 927926"/>
                    <a:gd name="connsiteY2646" fmla="*/ 434927 h 801258"/>
                    <a:gd name="connsiteX2647" fmla="*/ 858394 w 927926"/>
                    <a:gd name="connsiteY2647" fmla="*/ 431117 h 801258"/>
                    <a:gd name="connsiteX2648" fmla="*/ 515303 w 927926"/>
                    <a:gd name="connsiteY2648" fmla="*/ 719344 h 801258"/>
                    <a:gd name="connsiteX2649" fmla="*/ 516446 w 927926"/>
                    <a:gd name="connsiteY2649" fmla="*/ 720392 h 801258"/>
                    <a:gd name="connsiteX2650" fmla="*/ 511208 w 927926"/>
                    <a:gd name="connsiteY2650" fmla="*/ 724773 h 801258"/>
                    <a:gd name="connsiteX2651" fmla="*/ 515303 w 927926"/>
                    <a:gd name="connsiteY2651" fmla="*/ 719344 h 801258"/>
                    <a:gd name="connsiteX2652" fmla="*/ 852964 w 927926"/>
                    <a:gd name="connsiteY2652" fmla="*/ 441690 h 801258"/>
                    <a:gd name="connsiteX2653" fmla="*/ 852488 w 927926"/>
                    <a:gd name="connsiteY2653" fmla="*/ 444357 h 801258"/>
                    <a:gd name="connsiteX2654" fmla="*/ 849536 w 927926"/>
                    <a:gd name="connsiteY2654" fmla="*/ 443119 h 801258"/>
                    <a:gd name="connsiteX2655" fmla="*/ 855536 w 927926"/>
                    <a:gd name="connsiteY2655" fmla="*/ 441023 h 801258"/>
                    <a:gd name="connsiteX2656" fmla="*/ 852964 w 927926"/>
                    <a:gd name="connsiteY2656" fmla="*/ 441690 h 801258"/>
                    <a:gd name="connsiteX2657" fmla="*/ 789433 w 927926"/>
                    <a:gd name="connsiteY2657" fmla="*/ 498459 h 801258"/>
                    <a:gd name="connsiteX2658" fmla="*/ 791052 w 927926"/>
                    <a:gd name="connsiteY2658" fmla="*/ 499983 h 801258"/>
                    <a:gd name="connsiteX2659" fmla="*/ 787528 w 927926"/>
                    <a:gd name="connsiteY2659" fmla="*/ 502936 h 801258"/>
                    <a:gd name="connsiteX2660" fmla="*/ 789433 w 927926"/>
                    <a:gd name="connsiteY2660" fmla="*/ 498459 h 801258"/>
                    <a:gd name="connsiteX2661" fmla="*/ 857632 w 927926"/>
                    <a:gd name="connsiteY2661" fmla="*/ 441404 h 801258"/>
                    <a:gd name="connsiteX2662" fmla="*/ 856584 w 927926"/>
                    <a:gd name="connsiteY2662" fmla="*/ 446643 h 801258"/>
                    <a:gd name="connsiteX2663" fmla="*/ 857632 w 927926"/>
                    <a:gd name="connsiteY2663" fmla="*/ 441404 h 801258"/>
                    <a:gd name="connsiteX2664" fmla="*/ 762287 w 927926"/>
                    <a:gd name="connsiteY2664" fmla="*/ 527415 h 801258"/>
                    <a:gd name="connsiteX2665" fmla="*/ 765811 w 927926"/>
                    <a:gd name="connsiteY2665" fmla="*/ 524462 h 801258"/>
                    <a:gd name="connsiteX2666" fmla="*/ 767525 w 927926"/>
                    <a:gd name="connsiteY2666" fmla="*/ 524462 h 801258"/>
                    <a:gd name="connsiteX2667" fmla="*/ 762287 w 927926"/>
                    <a:gd name="connsiteY2667" fmla="*/ 527415 h 801258"/>
                    <a:gd name="connsiteX2668" fmla="*/ 820008 w 927926"/>
                    <a:gd name="connsiteY2668" fmla="*/ 483791 h 801258"/>
                    <a:gd name="connsiteX2669" fmla="*/ 820294 w 927926"/>
                    <a:gd name="connsiteY2669" fmla="*/ 487220 h 801258"/>
                    <a:gd name="connsiteX2670" fmla="*/ 820008 w 927926"/>
                    <a:gd name="connsiteY2670" fmla="*/ 483791 h 801258"/>
                    <a:gd name="connsiteX2671" fmla="*/ 827152 w 927926"/>
                    <a:gd name="connsiteY2671" fmla="*/ 484362 h 801258"/>
                    <a:gd name="connsiteX2672" fmla="*/ 828295 w 927926"/>
                    <a:gd name="connsiteY2672" fmla="*/ 487029 h 801258"/>
                    <a:gd name="connsiteX2673" fmla="*/ 824485 w 927926"/>
                    <a:gd name="connsiteY2673" fmla="*/ 488077 h 801258"/>
                    <a:gd name="connsiteX2674" fmla="*/ 827152 w 927926"/>
                    <a:gd name="connsiteY2674" fmla="*/ 484362 h 801258"/>
                    <a:gd name="connsiteX2675" fmla="*/ 640843 w 927926"/>
                    <a:gd name="connsiteY2675" fmla="*/ 672957 h 801258"/>
                    <a:gd name="connsiteX2676" fmla="*/ 645986 w 927926"/>
                    <a:gd name="connsiteY2676" fmla="*/ 666861 h 801258"/>
                    <a:gd name="connsiteX2677" fmla="*/ 651892 w 927926"/>
                    <a:gd name="connsiteY2677" fmla="*/ 677434 h 801258"/>
                    <a:gd name="connsiteX2678" fmla="*/ 648082 w 927926"/>
                    <a:gd name="connsiteY2678" fmla="*/ 683149 h 801258"/>
                    <a:gd name="connsiteX2679" fmla="*/ 640081 w 927926"/>
                    <a:gd name="connsiteY2679" fmla="*/ 689531 h 801258"/>
                    <a:gd name="connsiteX2680" fmla="*/ 642272 w 927926"/>
                    <a:gd name="connsiteY2680" fmla="*/ 683816 h 801258"/>
                    <a:gd name="connsiteX2681" fmla="*/ 635509 w 927926"/>
                    <a:gd name="connsiteY2681" fmla="*/ 682006 h 801258"/>
                    <a:gd name="connsiteX2682" fmla="*/ 640271 w 927926"/>
                    <a:gd name="connsiteY2682" fmla="*/ 675529 h 801258"/>
                    <a:gd name="connsiteX2683" fmla="*/ 640367 w 927926"/>
                    <a:gd name="connsiteY2683" fmla="*/ 670862 h 801258"/>
                    <a:gd name="connsiteX2684" fmla="*/ 640843 w 927926"/>
                    <a:gd name="connsiteY2684" fmla="*/ 672957 h 801258"/>
                    <a:gd name="connsiteX2685" fmla="*/ 637985 w 927926"/>
                    <a:gd name="connsiteY2685" fmla="*/ 673338 h 801258"/>
                    <a:gd name="connsiteX2686" fmla="*/ 630175 w 927926"/>
                    <a:gd name="connsiteY2686" fmla="*/ 681625 h 801258"/>
                    <a:gd name="connsiteX2687" fmla="*/ 624269 w 927926"/>
                    <a:gd name="connsiteY2687" fmla="*/ 663242 h 801258"/>
                    <a:gd name="connsiteX2688" fmla="*/ 622460 w 927926"/>
                    <a:gd name="connsiteY2688" fmla="*/ 660003 h 801258"/>
                    <a:gd name="connsiteX2689" fmla="*/ 618935 w 927926"/>
                    <a:gd name="connsiteY2689" fmla="*/ 662861 h 801258"/>
                    <a:gd name="connsiteX2690" fmla="*/ 622079 w 927926"/>
                    <a:gd name="connsiteY2690" fmla="*/ 654955 h 801258"/>
                    <a:gd name="connsiteX2691" fmla="*/ 629222 w 927926"/>
                    <a:gd name="connsiteY2691" fmla="*/ 663146 h 801258"/>
                    <a:gd name="connsiteX2692" fmla="*/ 629032 w 927926"/>
                    <a:gd name="connsiteY2692" fmla="*/ 661337 h 801258"/>
                    <a:gd name="connsiteX2693" fmla="*/ 641510 w 927926"/>
                    <a:gd name="connsiteY2693" fmla="*/ 667147 h 801258"/>
                    <a:gd name="connsiteX2694" fmla="*/ 635128 w 927926"/>
                    <a:gd name="connsiteY2694" fmla="*/ 673624 h 801258"/>
                    <a:gd name="connsiteX2695" fmla="*/ 637985 w 927926"/>
                    <a:gd name="connsiteY2695" fmla="*/ 673338 h 801258"/>
                    <a:gd name="connsiteX2696" fmla="*/ 565500 w 927926"/>
                    <a:gd name="connsiteY2696" fmla="*/ 718201 h 801258"/>
                    <a:gd name="connsiteX2697" fmla="*/ 566929 w 927926"/>
                    <a:gd name="connsiteY2697" fmla="*/ 719630 h 801258"/>
                    <a:gd name="connsiteX2698" fmla="*/ 565500 w 927926"/>
                    <a:gd name="connsiteY2698" fmla="*/ 718201 h 801258"/>
                    <a:gd name="connsiteX2699" fmla="*/ 780384 w 927926"/>
                    <a:gd name="connsiteY2699" fmla="*/ 543036 h 801258"/>
                    <a:gd name="connsiteX2700" fmla="*/ 780384 w 927926"/>
                    <a:gd name="connsiteY2700" fmla="*/ 543036 h 801258"/>
                    <a:gd name="connsiteX2701" fmla="*/ 780384 w 927926"/>
                    <a:gd name="connsiteY2701" fmla="*/ 543036 h 801258"/>
                    <a:gd name="connsiteX2702" fmla="*/ 777241 w 927926"/>
                    <a:gd name="connsiteY2702" fmla="*/ 546275 h 801258"/>
                    <a:gd name="connsiteX2703" fmla="*/ 778289 w 927926"/>
                    <a:gd name="connsiteY2703" fmla="*/ 548942 h 801258"/>
                    <a:gd name="connsiteX2704" fmla="*/ 777241 w 927926"/>
                    <a:gd name="connsiteY2704" fmla="*/ 546275 h 801258"/>
                    <a:gd name="connsiteX2705" fmla="*/ 560738 w 927926"/>
                    <a:gd name="connsiteY2705" fmla="*/ 724678 h 801258"/>
                    <a:gd name="connsiteX2706" fmla="*/ 561500 w 927926"/>
                    <a:gd name="connsiteY2706" fmla="*/ 728583 h 801258"/>
                    <a:gd name="connsiteX2707" fmla="*/ 556642 w 927926"/>
                    <a:gd name="connsiteY2707" fmla="*/ 728583 h 801258"/>
                    <a:gd name="connsiteX2708" fmla="*/ 560738 w 927926"/>
                    <a:gd name="connsiteY2708" fmla="*/ 724678 h 801258"/>
                    <a:gd name="connsiteX2709" fmla="*/ 571787 w 927926"/>
                    <a:gd name="connsiteY2709" fmla="*/ 730583 h 801258"/>
                    <a:gd name="connsiteX2710" fmla="*/ 579311 w 927926"/>
                    <a:gd name="connsiteY2710" fmla="*/ 728393 h 801258"/>
                    <a:gd name="connsiteX2711" fmla="*/ 578740 w 927926"/>
                    <a:gd name="connsiteY2711" fmla="*/ 726297 h 801258"/>
                    <a:gd name="connsiteX2712" fmla="*/ 583026 w 927926"/>
                    <a:gd name="connsiteY2712" fmla="*/ 727345 h 801258"/>
                    <a:gd name="connsiteX2713" fmla="*/ 578645 w 927926"/>
                    <a:gd name="connsiteY2713" fmla="*/ 734108 h 801258"/>
                    <a:gd name="connsiteX2714" fmla="*/ 573025 w 927926"/>
                    <a:gd name="connsiteY2714" fmla="*/ 733441 h 801258"/>
                    <a:gd name="connsiteX2715" fmla="*/ 571787 w 927926"/>
                    <a:gd name="connsiteY2715" fmla="*/ 730583 h 801258"/>
                    <a:gd name="connsiteX2716" fmla="*/ 784956 w 927926"/>
                    <a:gd name="connsiteY2716" fmla="*/ 566658 h 801258"/>
                    <a:gd name="connsiteX2717" fmla="*/ 786004 w 927926"/>
                    <a:gd name="connsiteY2717" fmla="*/ 569325 h 801258"/>
                    <a:gd name="connsiteX2718" fmla="*/ 784956 w 927926"/>
                    <a:gd name="connsiteY2718" fmla="*/ 566658 h 801258"/>
                    <a:gd name="connsiteX2719" fmla="*/ 772764 w 927926"/>
                    <a:gd name="connsiteY2719" fmla="*/ 584946 h 801258"/>
                    <a:gd name="connsiteX2720" fmla="*/ 773526 w 927926"/>
                    <a:gd name="connsiteY2720" fmla="*/ 580850 h 801258"/>
                    <a:gd name="connsiteX2721" fmla="*/ 772764 w 927926"/>
                    <a:gd name="connsiteY2721" fmla="*/ 584946 h 801258"/>
                    <a:gd name="connsiteX2722" fmla="*/ 781718 w 927926"/>
                    <a:gd name="connsiteY2722" fmla="*/ 582565 h 801258"/>
                    <a:gd name="connsiteX2723" fmla="*/ 776764 w 927926"/>
                    <a:gd name="connsiteY2723" fmla="*/ 587232 h 801258"/>
                    <a:gd name="connsiteX2724" fmla="*/ 776574 w 927926"/>
                    <a:gd name="connsiteY2724" fmla="*/ 595043 h 801258"/>
                    <a:gd name="connsiteX2725" fmla="*/ 772764 w 927926"/>
                    <a:gd name="connsiteY2725" fmla="*/ 584851 h 801258"/>
                    <a:gd name="connsiteX2726" fmla="*/ 777717 w 927926"/>
                    <a:gd name="connsiteY2726" fmla="*/ 585041 h 801258"/>
                    <a:gd name="connsiteX2727" fmla="*/ 773240 w 927926"/>
                    <a:gd name="connsiteY2727" fmla="*/ 578945 h 801258"/>
                    <a:gd name="connsiteX2728" fmla="*/ 780003 w 927926"/>
                    <a:gd name="connsiteY2728" fmla="*/ 582565 h 801258"/>
                    <a:gd name="connsiteX2729" fmla="*/ 783051 w 927926"/>
                    <a:gd name="connsiteY2729" fmla="*/ 580755 h 801258"/>
                    <a:gd name="connsiteX2730" fmla="*/ 784766 w 927926"/>
                    <a:gd name="connsiteY2730" fmla="*/ 585613 h 801258"/>
                    <a:gd name="connsiteX2731" fmla="*/ 781718 w 927926"/>
                    <a:gd name="connsiteY2731" fmla="*/ 582565 h 801258"/>
                    <a:gd name="connsiteX2732" fmla="*/ 633794 w 927926"/>
                    <a:gd name="connsiteY2732" fmla="*/ 694579 h 801258"/>
                    <a:gd name="connsiteX2733" fmla="*/ 639033 w 927926"/>
                    <a:gd name="connsiteY2733" fmla="*/ 694960 h 801258"/>
                    <a:gd name="connsiteX2734" fmla="*/ 639890 w 927926"/>
                    <a:gd name="connsiteY2734" fmla="*/ 690959 h 801258"/>
                    <a:gd name="connsiteX2735" fmla="*/ 647415 w 927926"/>
                    <a:gd name="connsiteY2735" fmla="*/ 688864 h 801258"/>
                    <a:gd name="connsiteX2736" fmla="*/ 634461 w 927926"/>
                    <a:gd name="connsiteY2736" fmla="*/ 703151 h 801258"/>
                    <a:gd name="connsiteX2737" fmla="*/ 629222 w 927926"/>
                    <a:gd name="connsiteY2737" fmla="*/ 702770 h 801258"/>
                    <a:gd name="connsiteX2738" fmla="*/ 636366 w 927926"/>
                    <a:gd name="connsiteY2738" fmla="*/ 697055 h 801258"/>
                    <a:gd name="connsiteX2739" fmla="*/ 633794 w 927926"/>
                    <a:gd name="connsiteY2739" fmla="*/ 694579 h 801258"/>
                    <a:gd name="connsiteX2740" fmla="*/ 785813 w 927926"/>
                    <a:gd name="connsiteY2740" fmla="*/ 588280 h 801258"/>
                    <a:gd name="connsiteX2741" fmla="*/ 789814 w 927926"/>
                    <a:gd name="connsiteY2741" fmla="*/ 590661 h 801258"/>
                    <a:gd name="connsiteX2742" fmla="*/ 785813 w 927926"/>
                    <a:gd name="connsiteY2742" fmla="*/ 588280 h 801258"/>
                    <a:gd name="connsiteX2743" fmla="*/ 369095 w 927926"/>
                    <a:gd name="connsiteY2743" fmla="*/ 64691 h 801258"/>
                    <a:gd name="connsiteX2744" fmla="*/ 374143 w 927926"/>
                    <a:gd name="connsiteY2744" fmla="*/ 68120 h 801258"/>
                    <a:gd name="connsiteX2745" fmla="*/ 369571 w 927926"/>
                    <a:gd name="connsiteY2745" fmla="*/ 71834 h 801258"/>
                    <a:gd name="connsiteX2746" fmla="*/ 369095 w 927926"/>
                    <a:gd name="connsiteY2746" fmla="*/ 64691 h 801258"/>
                    <a:gd name="connsiteX2747" fmla="*/ 371857 w 927926"/>
                    <a:gd name="connsiteY2747" fmla="*/ 85836 h 801258"/>
                    <a:gd name="connsiteX2748" fmla="*/ 367094 w 927926"/>
                    <a:gd name="connsiteY2748" fmla="*/ 88027 h 801258"/>
                    <a:gd name="connsiteX2749" fmla="*/ 363475 w 927926"/>
                    <a:gd name="connsiteY2749" fmla="*/ 85550 h 801258"/>
                    <a:gd name="connsiteX2750" fmla="*/ 371857 w 927926"/>
                    <a:gd name="connsiteY2750" fmla="*/ 85836 h 801258"/>
                    <a:gd name="connsiteX2751" fmla="*/ 370904 w 927926"/>
                    <a:gd name="connsiteY2751" fmla="*/ 81074 h 801258"/>
                    <a:gd name="connsiteX2752" fmla="*/ 374238 w 927926"/>
                    <a:gd name="connsiteY2752" fmla="*/ 80597 h 801258"/>
                    <a:gd name="connsiteX2753" fmla="*/ 369476 w 927926"/>
                    <a:gd name="connsiteY2753" fmla="*/ 82788 h 801258"/>
                    <a:gd name="connsiteX2754" fmla="*/ 367761 w 927926"/>
                    <a:gd name="connsiteY2754" fmla="*/ 78883 h 801258"/>
                    <a:gd name="connsiteX2755" fmla="*/ 370904 w 927926"/>
                    <a:gd name="connsiteY2755" fmla="*/ 81074 h 801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  <a:cxn ang="0">
                      <a:pos x="connsiteX2541" y="connsiteY2541"/>
                    </a:cxn>
                    <a:cxn ang="0">
                      <a:pos x="connsiteX2542" y="connsiteY2542"/>
                    </a:cxn>
                    <a:cxn ang="0">
                      <a:pos x="connsiteX2543" y="connsiteY2543"/>
                    </a:cxn>
                    <a:cxn ang="0">
                      <a:pos x="connsiteX2544" y="connsiteY2544"/>
                    </a:cxn>
                    <a:cxn ang="0">
                      <a:pos x="connsiteX2545" y="connsiteY2545"/>
                    </a:cxn>
                    <a:cxn ang="0">
                      <a:pos x="connsiteX2546" y="connsiteY2546"/>
                    </a:cxn>
                    <a:cxn ang="0">
                      <a:pos x="connsiteX2547" y="connsiteY2547"/>
                    </a:cxn>
                    <a:cxn ang="0">
                      <a:pos x="connsiteX2548" y="connsiteY2548"/>
                    </a:cxn>
                    <a:cxn ang="0">
                      <a:pos x="connsiteX2549" y="connsiteY2549"/>
                    </a:cxn>
                    <a:cxn ang="0">
                      <a:pos x="connsiteX2550" y="connsiteY2550"/>
                    </a:cxn>
                    <a:cxn ang="0">
                      <a:pos x="connsiteX2551" y="connsiteY2551"/>
                    </a:cxn>
                    <a:cxn ang="0">
                      <a:pos x="connsiteX2552" y="connsiteY2552"/>
                    </a:cxn>
                    <a:cxn ang="0">
                      <a:pos x="connsiteX2553" y="connsiteY2553"/>
                    </a:cxn>
                    <a:cxn ang="0">
                      <a:pos x="connsiteX2554" y="connsiteY2554"/>
                    </a:cxn>
                    <a:cxn ang="0">
                      <a:pos x="connsiteX2555" y="connsiteY2555"/>
                    </a:cxn>
                    <a:cxn ang="0">
                      <a:pos x="connsiteX2556" y="connsiteY2556"/>
                    </a:cxn>
                    <a:cxn ang="0">
                      <a:pos x="connsiteX2557" y="connsiteY2557"/>
                    </a:cxn>
                    <a:cxn ang="0">
                      <a:pos x="connsiteX2558" y="connsiteY2558"/>
                    </a:cxn>
                    <a:cxn ang="0">
                      <a:pos x="connsiteX2559" y="connsiteY2559"/>
                    </a:cxn>
                    <a:cxn ang="0">
                      <a:pos x="connsiteX2560" y="connsiteY2560"/>
                    </a:cxn>
                    <a:cxn ang="0">
                      <a:pos x="connsiteX2561" y="connsiteY2561"/>
                    </a:cxn>
                    <a:cxn ang="0">
                      <a:pos x="connsiteX2562" y="connsiteY2562"/>
                    </a:cxn>
                    <a:cxn ang="0">
                      <a:pos x="connsiteX2563" y="connsiteY2563"/>
                    </a:cxn>
                    <a:cxn ang="0">
                      <a:pos x="connsiteX2564" y="connsiteY2564"/>
                    </a:cxn>
                    <a:cxn ang="0">
                      <a:pos x="connsiteX2565" y="connsiteY2565"/>
                    </a:cxn>
                    <a:cxn ang="0">
                      <a:pos x="connsiteX2566" y="connsiteY2566"/>
                    </a:cxn>
                    <a:cxn ang="0">
                      <a:pos x="connsiteX2567" y="connsiteY2567"/>
                    </a:cxn>
                    <a:cxn ang="0">
                      <a:pos x="connsiteX2568" y="connsiteY2568"/>
                    </a:cxn>
                    <a:cxn ang="0">
                      <a:pos x="connsiteX2569" y="connsiteY2569"/>
                    </a:cxn>
                    <a:cxn ang="0">
                      <a:pos x="connsiteX2570" y="connsiteY2570"/>
                    </a:cxn>
                    <a:cxn ang="0">
                      <a:pos x="connsiteX2571" y="connsiteY2571"/>
                    </a:cxn>
                    <a:cxn ang="0">
                      <a:pos x="connsiteX2572" y="connsiteY2572"/>
                    </a:cxn>
                    <a:cxn ang="0">
                      <a:pos x="connsiteX2573" y="connsiteY2573"/>
                    </a:cxn>
                    <a:cxn ang="0">
                      <a:pos x="connsiteX2574" y="connsiteY2574"/>
                    </a:cxn>
                    <a:cxn ang="0">
                      <a:pos x="connsiteX2575" y="connsiteY2575"/>
                    </a:cxn>
                    <a:cxn ang="0">
                      <a:pos x="connsiteX2576" y="connsiteY2576"/>
                    </a:cxn>
                    <a:cxn ang="0">
                      <a:pos x="connsiteX2577" y="connsiteY2577"/>
                    </a:cxn>
                    <a:cxn ang="0">
                      <a:pos x="connsiteX2578" y="connsiteY2578"/>
                    </a:cxn>
                    <a:cxn ang="0">
                      <a:pos x="connsiteX2579" y="connsiteY2579"/>
                    </a:cxn>
                    <a:cxn ang="0">
                      <a:pos x="connsiteX2580" y="connsiteY2580"/>
                    </a:cxn>
                    <a:cxn ang="0">
                      <a:pos x="connsiteX2581" y="connsiteY2581"/>
                    </a:cxn>
                    <a:cxn ang="0">
                      <a:pos x="connsiteX2582" y="connsiteY2582"/>
                    </a:cxn>
                    <a:cxn ang="0">
                      <a:pos x="connsiteX2583" y="connsiteY2583"/>
                    </a:cxn>
                    <a:cxn ang="0">
                      <a:pos x="connsiteX2584" y="connsiteY2584"/>
                    </a:cxn>
                    <a:cxn ang="0">
                      <a:pos x="connsiteX2585" y="connsiteY2585"/>
                    </a:cxn>
                    <a:cxn ang="0">
                      <a:pos x="connsiteX2586" y="connsiteY2586"/>
                    </a:cxn>
                    <a:cxn ang="0">
                      <a:pos x="connsiteX2587" y="connsiteY2587"/>
                    </a:cxn>
                    <a:cxn ang="0">
                      <a:pos x="connsiteX2588" y="connsiteY2588"/>
                    </a:cxn>
                    <a:cxn ang="0">
                      <a:pos x="connsiteX2589" y="connsiteY2589"/>
                    </a:cxn>
                    <a:cxn ang="0">
                      <a:pos x="connsiteX2590" y="connsiteY2590"/>
                    </a:cxn>
                    <a:cxn ang="0">
                      <a:pos x="connsiteX2591" y="connsiteY2591"/>
                    </a:cxn>
                    <a:cxn ang="0">
                      <a:pos x="connsiteX2592" y="connsiteY2592"/>
                    </a:cxn>
                    <a:cxn ang="0">
                      <a:pos x="connsiteX2593" y="connsiteY2593"/>
                    </a:cxn>
                    <a:cxn ang="0">
                      <a:pos x="connsiteX2594" y="connsiteY2594"/>
                    </a:cxn>
                    <a:cxn ang="0">
                      <a:pos x="connsiteX2595" y="connsiteY2595"/>
                    </a:cxn>
                    <a:cxn ang="0">
                      <a:pos x="connsiteX2596" y="connsiteY2596"/>
                    </a:cxn>
                    <a:cxn ang="0">
                      <a:pos x="connsiteX2597" y="connsiteY2597"/>
                    </a:cxn>
                    <a:cxn ang="0">
                      <a:pos x="connsiteX2598" y="connsiteY2598"/>
                    </a:cxn>
                    <a:cxn ang="0">
                      <a:pos x="connsiteX2599" y="connsiteY2599"/>
                    </a:cxn>
                    <a:cxn ang="0">
                      <a:pos x="connsiteX2600" y="connsiteY2600"/>
                    </a:cxn>
                    <a:cxn ang="0">
                      <a:pos x="connsiteX2601" y="connsiteY2601"/>
                    </a:cxn>
                    <a:cxn ang="0">
                      <a:pos x="connsiteX2602" y="connsiteY2602"/>
                    </a:cxn>
                    <a:cxn ang="0">
                      <a:pos x="connsiteX2603" y="connsiteY2603"/>
                    </a:cxn>
                    <a:cxn ang="0">
                      <a:pos x="connsiteX2604" y="connsiteY2604"/>
                    </a:cxn>
                    <a:cxn ang="0">
                      <a:pos x="connsiteX2605" y="connsiteY2605"/>
                    </a:cxn>
                    <a:cxn ang="0">
                      <a:pos x="connsiteX2606" y="connsiteY2606"/>
                    </a:cxn>
                    <a:cxn ang="0">
                      <a:pos x="connsiteX2607" y="connsiteY2607"/>
                    </a:cxn>
                    <a:cxn ang="0">
                      <a:pos x="connsiteX2608" y="connsiteY2608"/>
                    </a:cxn>
                    <a:cxn ang="0">
                      <a:pos x="connsiteX2609" y="connsiteY2609"/>
                    </a:cxn>
                    <a:cxn ang="0">
                      <a:pos x="connsiteX2610" y="connsiteY2610"/>
                    </a:cxn>
                    <a:cxn ang="0">
                      <a:pos x="connsiteX2611" y="connsiteY2611"/>
                    </a:cxn>
                    <a:cxn ang="0">
                      <a:pos x="connsiteX2612" y="connsiteY2612"/>
                    </a:cxn>
                    <a:cxn ang="0">
                      <a:pos x="connsiteX2613" y="connsiteY2613"/>
                    </a:cxn>
                    <a:cxn ang="0">
                      <a:pos x="connsiteX2614" y="connsiteY2614"/>
                    </a:cxn>
                    <a:cxn ang="0">
                      <a:pos x="connsiteX2615" y="connsiteY2615"/>
                    </a:cxn>
                    <a:cxn ang="0">
                      <a:pos x="connsiteX2616" y="connsiteY2616"/>
                    </a:cxn>
                    <a:cxn ang="0">
                      <a:pos x="connsiteX2617" y="connsiteY2617"/>
                    </a:cxn>
                    <a:cxn ang="0">
                      <a:pos x="connsiteX2618" y="connsiteY2618"/>
                    </a:cxn>
                    <a:cxn ang="0">
                      <a:pos x="connsiteX2619" y="connsiteY2619"/>
                    </a:cxn>
                    <a:cxn ang="0">
                      <a:pos x="connsiteX2620" y="connsiteY2620"/>
                    </a:cxn>
                    <a:cxn ang="0">
                      <a:pos x="connsiteX2621" y="connsiteY2621"/>
                    </a:cxn>
                    <a:cxn ang="0">
                      <a:pos x="connsiteX2622" y="connsiteY2622"/>
                    </a:cxn>
                    <a:cxn ang="0">
                      <a:pos x="connsiteX2623" y="connsiteY2623"/>
                    </a:cxn>
                    <a:cxn ang="0">
                      <a:pos x="connsiteX2624" y="connsiteY2624"/>
                    </a:cxn>
                    <a:cxn ang="0">
                      <a:pos x="connsiteX2625" y="connsiteY2625"/>
                    </a:cxn>
                    <a:cxn ang="0">
                      <a:pos x="connsiteX2626" y="connsiteY2626"/>
                    </a:cxn>
                    <a:cxn ang="0">
                      <a:pos x="connsiteX2627" y="connsiteY2627"/>
                    </a:cxn>
                    <a:cxn ang="0">
                      <a:pos x="connsiteX2628" y="connsiteY2628"/>
                    </a:cxn>
                    <a:cxn ang="0">
                      <a:pos x="connsiteX2629" y="connsiteY2629"/>
                    </a:cxn>
                    <a:cxn ang="0">
                      <a:pos x="connsiteX2630" y="connsiteY2630"/>
                    </a:cxn>
                    <a:cxn ang="0">
                      <a:pos x="connsiteX2631" y="connsiteY2631"/>
                    </a:cxn>
                    <a:cxn ang="0">
                      <a:pos x="connsiteX2632" y="connsiteY2632"/>
                    </a:cxn>
                    <a:cxn ang="0">
                      <a:pos x="connsiteX2633" y="connsiteY2633"/>
                    </a:cxn>
                    <a:cxn ang="0">
                      <a:pos x="connsiteX2634" y="connsiteY2634"/>
                    </a:cxn>
                    <a:cxn ang="0">
                      <a:pos x="connsiteX2635" y="connsiteY2635"/>
                    </a:cxn>
                    <a:cxn ang="0">
                      <a:pos x="connsiteX2636" y="connsiteY2636"/>
                    </a:cxn>
                    <a:cxn ang="0">
                      <a:pos x="connsiteX2637" y="connsiteY2637"/>
                    </a:cxn>
                    <a:cxn ang="0">
                      <a:pos x="connsiteX2638" y="connsiteY2638"/>
                    </a:cxn>
                    <a:cxn ang="0">
                      <a:pos x="connsiteX2639" y="connsiteY2639"/>
                    </a:cxn>
                    <a:cxn ang="0">
                      <a:pos x="connsiteX2640" y="connsiteY2640"/>
                    </a:cxn>
                    <a:cxn ang="0">
                      <a:pos x="connsiteX2641" y="connsiteY2641"/>
                    </a:cxn>
                    <a:cxn ang="0">
                      <a:pos x="connsiteX2642" y="connsiteY2642"/>
                    </a:cxn>
                    <a:cxn ang="0">
                      <a:pos x="connsiteX2643" y="connsiteY2643"/>
                    </a:cxn>
                    <a:cxn ang="0">
                      <a:pos x="connsiteX2644" y="connsiteY2644"/>
                    </a:cxn>
                    <a:cxn ang="0">
                      <a:pos x="connsiteX2645" y="connsiteY2645"/>
                    </a:cxn>
                    <a:cxn ang="0">
                      <a:pos x="connsiteX2646" y="connsiteY2646"/>
                    </a:cxn>
                    <a:cxn ang="0">
                      <a:pos x="connsiteX2647" y="connsiteY2647"/>
                    </a:cxn>
                    <a:cxn ang="0">
                      <a:pos x="connsiteX2648" y="connsiteY2648"/>
                    </a:cxn>
                    <a:cxn ang="0">
                      <a:pos x="connsiteX2649" y="connsiteY2649"/>
                    </a:cxn>
                    <a:cxn ang="0">
                      <a:pos x="connsiteX2650" y="connsiteY2650"/>
                    </a:cxn>
                    <a:cxn ang="0">
                      <a:pos x="connsiteX2651" y="connsiteY2651"/>
                    </a:cxn>
                    <a:cxn ang="0">
                      <a:pos x="connsiteX2652" y="connsiteY2652"/>
                    </a:cxn>
                    <a:cxn ang="0">
                      <a:pos x="connsiteX2653" y="connsiteY2653"/>
                    </a:cxn>
                    <a:cxn ang="0">
                      <a:pos x="connsiteX2654" y="connsiteY2654"/>
                    </a:cxn>
                    <a:cxn ang="0">
                      <a:pos x="connsiteX2655" y="connsiteY2655"/>
                    </a:cxn>
                    <a:cxn ang="0">
                      <a:pos x="connsiteX2656" y="connsiteY2656"/>
                    </a:cxn>
                    <a:cxn ang="0">
                      <a:pos x="connsiteX2657" y="connsiteY2657"/>
                    </a:cxn>
                    <a:cxn ang="0">
                      <a:pos x="connsiteX2658" y="connsiteY2658"/>
                    </a:cxn>
                    <a:cxn ang="0">
                      <a:pos x="connsiteX2659" y="connsiteY2659"/>
                    </a:cxn>
                    <a:cxn ang="0">
                      <a:pos x="connsiteX2660" y="connsiteY2660"/>
                    </a:cxn>
                    <a:cxn ang="0">
                      <a:pos x="connsiteX2661" y="connsiteY2661"/>
                    </a:cxn>
                    <a:cxn ang="0">
                      <a:pos x="connsiteX2662" y="connsiteY2662"/>
                    </a:cxn>
                    <a:cxn ang="0">
                      <a:pos x="connsiteX2663" y="connsiteY2663"/>
                    </a:cxn>
                    <a:cxn ang="0">
                      <a:pos x="connsiteX2664" y="connsiteY2664"/>
                    </a:cxn>
                    <a:cxn ang="0">
                      <a:pos x="connsiteX2665" y="connsiteY2665"/>
                    </a:cxn>
                    <a:cxn ang="0">
                      <a:pos x="connsiteX2666" y="connsiteY2666"/>
                    </a:cxn>
                    <a:cxn ang="0">
                      <a:pos x="connsiteX2667" y="connsiteY2667"/>
                    </a:cxn>
                    <a:cxn ang="0">
                      <a:pos x="connsiteX2668" y="connsiteY2668"/>
                    </a:cxn>
                    <a:cxn ang="0">
                      <a:pos x="connsiteX2669" y="connsiteY2669"/>
                    </a:cxn>
                    <a:cxn ang="0">
                      <a:pos x="connsiteX2670" y="connsiteY2670"/>
                    </a:cxn>
                    <a:cxn ang="0">
                      <a:pos x="connsiteX2671" y="connsiteY2671"/>
                    </a:cxn>
                    <a:cxn ang="0">
                      <a:pos x="connsiteX2672" y="connsiteY2672"/>
                    </a:cxn>
                    <a:cxn ang="0">
                      <a:pos x="connsiteX2673" y="connsiteY2673"/>
                    </a:cxn>
                    <a:cxn ang="0">
                      <a:pos x="connsiteX2674" y="connsiteY2674"/>
                    </a:cxn>
                    <a:cxn ang="0">
                      <a:pos x="connsiteX2675" y="connsiteY2675"/>
                    </a:cxn>
                    <a:cxn ang="0">
                      <a:pos x="connsiteX2676" y="connsiteY2676"/>
                    </a:cxn>
                    <a:cxn ang="0">
                      <a:pos x="connsiteX2677" y="connsiteY2677"/>
                    </a:cxn>
                    <a:cxn ang="0">
                      <a:pos x="connsiteX2678" y="connsiteY2678"/>
                    </a:cxn>
                    <a:cxn ang="0">
                      <a:pos x="connsiteX2679" y="connsiteY2679"/>
                    </a:cxn>
                    <a:cxn ang="0">
                      <a:pos x="connsiteX2680" y="connsiteY2680"/>
                    </a:cxn>
                    <a:cxn ang="0">
                      <a:pos x="connsiteX2681" y="connsiteY2681"/>
                    </a:cxn>
                    <a:cxn ang="0">
                      <a:pos x="connsiteX2682" y="connsiteY2682"/>
                    </a:cxn>
                    <a:cxn ang="0">
                      <a:pos x="connsiteX2683" y="connsiteY2683"/>
                    </a:cxn>
                    <a:cxn ang="0">
                      <a:pos x="connsiteX2684" y="connsiteY2684"/>
                    </a:cxn>
                    <a:cxn ang="0">
                      <a:pos x="connsiteX2685" y="connsiteY2685"/>
                    </a:cxn>
                    <a:cxn ang="0">
                      <a:pos x="connsiteX2686" y="connsiteY2686"/>
                    </a:cxn>
                    <a:cxn ang="0">
                      <a:pos x="connsiteX2687" y="connsiteY2687"/>
                    </a:cxn>
                    <a:cxn ang="0">
                      <a:pos x="connsiteX2688" y="connsiteY2688"/>
                    </a:cxn>
                    <a:cxn ang="0">
                      <a:pos x="connsiteX2689" y="connsiteY2689"/>
                    </a:cxn>
                    <a:cxn ang="0">
                      <a:pos x="connsiteX2690" y="connsiteY2690"/>
                    </a:cxn>
                    <a:cxn ang="0">
                      <a:pos x="connsiteX2691" y="connsiteY2691"/>
                    </a:cxn>
                    <a:cxn ang="0">
                      <a:pos x="connsiteX2692" y="connsiteY2692"/>
                    </a:cxn>
                    <a:cxn ang="0">
                      <a:pos x="connsiteX2693" y="connsiteY2693"/>
                    </a:cxn>
                    <a:cxn ang="0">
                      <a:pos x="connsiteX2694" y="connsiteY2694"/>
                    </a:cxn>
                    <a:cxn ang="0">
                      <a:pos x="connsiteX2695" y="connsiteY2695"/>
                    </a:cxn>
                    <a:cxn ang="0">
                      <a:pos x="connsiteX2696" y="connsiteY2696"/>
                    </a:cxn>
                    <a:cxn ang="0">
                      <a:pos x="connsiteX2697" y="connsiteY2697"/>
                    </a:cxn>
                    <a:cxn ang="0">
                      <a:pos x="connsiteX2698" y="connsiteY2698"/>
                    </a:cxn>
                    <a:cxn ang="0">
                      <a:pos x="connsiteX2699" y="connsiteY2699"/>
                    </a:cxn>
                    <a:cxn ang="0">
                      <a:pos x="connsiteX2700" y="connsiteY2700"/>
                    </a:cxn>
                    <a:cxn ang="0">
                      <a:pos x="connsiteX2701" y="connsiteY2701"/>
                    </a:cxn>
                    <a:cxn ang="0">
                      <a:pos x="connsiteX2702" y="connsiteY2702"/>
                    </a:cxn>
                    <a:cxn ang="0">
                      <a:pos x="connsiteX2703" y="connsiteY2703"/>
                    </a:cxn>
                    <a:cxn ang="0">
                      <a:pos x="connsiteX2704" y="connsiteY2704"/>
                    </a:cxn>
                    <a:cxn ang="0">
                      <a:pos x="connsiteX2705" y="connsiteY2705"/>
                    </a:cxn>
                    <a:cxn ang="0">
                      <a:pos x="connsiteX2706" y="connsiteY2706"/>
                    </a:cxn>
                    <a:cxn ang="0">
                      <a:pos x="connsiteX2707" y="connsiteY2707"/>
                    </a:cxn>
                    <a:cxn ang="0">
                      <a:pos x="connsiteX2708" y="connsiteY2708"/>
                    </a:cxn>
                    <a:cxn ang="0">
                      <a:pos x="connsiteX2709" y="connsiteY2709"/>
                    </a:cxn>
                    <a:cxn ang="0">
                      <a:pos x="connsiteX2710" y="connsiteY2710"/>
                    </a:cxn>
                    <a:cxn ang="0">
                      <a:pos x="connsiteX2711" y="connsiteY2711"/>
                    </a:cxn>
                    <a:cxn ang="0">
                      <a:pos x="connsiteX2712" y="connsiteY2712"/>
                    </a:cxn>
                    <a:cxn ang="0">
                      <a:pos x="connsiteX2713" y="connsiteY2713"/>
                    </a:cxn>
                    <a:cxn ang="0">
                      <a:pos x="connsiteX2714" y="connsiteY2714"/>
                    </a:cxn>
                    <a:cxn ang="0">
                      <a:pos x="connsiteX2715" y="connsiteY2715"/>
                    </a:cxn>
                    <a:cxn ang="0">
                      <a:pos x="connsiteX2716" y="connsiteY2716"/>
                    </a:cxn>
                    <a:cxn ang="0">
                      <a:pos x="connsiteX2717" y="connsiteY2717"/>
                    </a:cxn>
                    <a:cxn ang="0">
                      <a:pos x="connsiteX2718" y="connsiteY2718"/>
                    </a:cxn>
                    <a:cxn ang="0">
                      <a:pos x="connsiteX2719" y="connsiteY2719"/>
                    </a:cxn>
                    <a:cxn ang="0">
                      <a:pos x="connsiteX2720" y="connsiteY2720"/>
                    </a:cxn>
                    <a:cxn ang="0">
                      <a:pos x="connsiteX2721" y="connsiteY2721"/>
                    </a:cxn>
                    <a:cxn ang="0">
                      <a:pos x="connsiteX2722" y="connsiteY2722"/>
                    </a:cxn>
                    <a:cxn ang="0">
                      <a:pos x="connsiteX2723" y="connsiteY2723"/>
                    </a:cxn>
                    <a:cxn ang="0">
                      <a:pos x="connsiteX2724" y="connsiteY2724"/>
                    </a:cxn>
                    <a:cxn ang="0">
                      <a:pos x="connsiteX2725" y="connsiteY2725"/>
                    </a:cxn>
                    <a:cxn ang="0">
                      <a:pos x="connsiteX2726" y="connsiteY2726"/>
                    </a:cxn>
                    <a:cxn ang="0">
                      <a:pos x="connsiteX2727" y="connsiteY2727"/>
                    </a:cxn>
                    <a:cxn ang="0">
                      <a:pos x="connsiteX2728" y="connsiteY2728"/>
                    </a:cxn>
                    <a:cxn ang="0">
                      <a:pos x="connsiteX2729" y="connsiteY2729"/>
                    </a:cxn>
                    <a:cxn ang="0">
                      <a:pos x="connsiteX2730" y="connsiteY2730"/>
                    </a:cxn>
                    <a:cxn ang="0">
                      <a:pos x="connsiteX2731" y="connsiteY2731"/>
                    </a:cxn>
                    <a:cxn ang="0">
                      <a:pos x="connsiteX2732" y="connsiteY2732"/>
                    </a:cxn>
                    <a:cxn ang="0">
                      <a:pos x="connsiteX2733" y="connsiteY2733"/>
                    </a:cxn>
                    <a:cxn ang="0">
                      <a:pos x="connsiteX2734" y="connsiteY2734"/>
                    </a:cxn>
                    <a:cxn ang="0">
                      <a:pos x="connsiteX2735" y="connsiteY2735"/>
                    </a:cxn>
                    <a:cxn ang="0">
                      <a:pos x="connsiteX2736" y="connsiteY2736"/>
                    </a:cxn>
                    <a:cxn ang="0">
                      <a:pos x="connsiteX2737" y="connsiteY2737"/>
                    </a:cxn>
                    <a:cxn ang="0">
                      <a:pos x="connsiteX2738" y="connsiteY2738"/>
                    </a:cxn>
                    <a:cxn ang="0">
                      <a:pos x="connsiteX2739" y="connsiteY2739"/>
                    </a:cxn>
                    <a:cxn ang="0">
                      <a:pos x="connsiteX2740" y="connsiteY2740"/>
                    </a:cxn>
                    <a:cxn ang="0">
                      <a:pos x="connsiteX2741" y="connsiteY2741"/>
                    </a:cxn>
                    <a:cxn ang="0">
                      <a:pos x="connsiteX2742" y="connsiteY2742"/>
                    </a:cxn>
                    <a:cxn ang="0">
                      <a:pos x="connsiteX2743" y="connsiteY2743"/>
                    </a:cxn>
                    <a:cxn ang="0">
                      <a:pos x="connsiteX2744" y="connsiteY2744"/>
                    </a:cxn>
                    <a:cxn ang="0">
                      <a:pos x="connsiteX2745" y="connsiteY2745"/>
                    </a:cxn>
                    <a:cxn ang="0">
                      <a:pos x="connsiteX2746" y="connsiteY2746"/>
                    </a:cxn>
                    <a:cxn ang="0">
                      <a:pos x="connsiteX2747" y="connsiteY2747"/>
                    </a:cxn>
                    <a:cxn ang="0">
                      <a:pos x="connsiteX2748" y="connsiteY2748"/>
                    </a:cxn>
                    <a:cxn ang="0">
                      <a:pos x="connsiteX2749" y="connsiteY2749"/>
                    </a:cxn>
                    <a:cxn ang="0">
                      <a:pos x="connsiteX2750" y="connsiteY2750"/>
                    </a:cxn>
                    <a:cxn ang="0">
                      <a:pos x="connsiteX2751" y="connsiteY2751"/>
                    </a:cxn>
                    <a:cxn ang="0">
                      <a:pos x="connsiteX2752" y="connsiteY2752"/>
                    </a:cxn>
                    <a:cxn ang="0">
                      <a:pos x="connsiteX2753" y="connsiteY2753"/>
                    </a:cxn>
                    <a:cxn ang="0">
                      <a:pos x="connsiteX2754" y="connsiteY2754"/>
                    </a:cxn>
                    <a:cxn ang="0">
                      <a:pos x="connsiteX2755" y="connsiteY2755"/>
                    </a:cxn>
                  </a:cxnLst>
                  <a:rect l="l" t="t" r="r" b="b"/>
                  <a:pathLst>
                    <a:path w="927926" h="801258">
                      <a:moveTo>
                        <a:pt x="4763" y="209566"/>
                      </a:moveTo>
                      <a:cubicBezTo>
                        <a:pt x="5144" y="210518"/>
                        <a:pt x="6192" y="211090"/>
                        <a:pt x="5525" y="212614"/>
                      </a:cubicBezTo>
                      <a:cubicBezTo>
                        <a:pt x="3811" y="211376"/>
                        <a:pt x="4478" y="214043"/>
                        <a:pt x="3430" y="215281"/>
                      </a:cubicBezTo>
                      <a:cubicBezTo>
                        <a:pt x="2001" y="215948"/>
                        <a:pt x="1525" y="215662"/>
                        <a:pt x="1715" y="214233"/>
                      </a:cubicBezTo>
                      <a:cubicBezTo>
                        <a:pt x="-3809" y="221377"/>
                        <a:pt x="5621" y="217757"/>
                        <a:pt x="7430" y="218900"/>
                      </a:cubicBezTo>
                      <a:cubicBezTo>
                        <a:pt x="9430" y="220234"/>
                        <a:pt x="3239" y="226330"/>
                        <a:pt x="6002" y="227282"/>
                      </a:cubicBezTo>
                      <a:cubicBezTo>
                        <a:pt x="7526" y="225568"/>
                        <a:pt x="6763" y="225187"/>
                        <a:pt x="7240" y="224044"/>
                      </a:cubicBezTo>
                      <a:cubicBezTo>
                        <a:pt x="10002" y="224044"/>
                        <a:pt x="13812" y="223758"/>
                        <a:pt x="12097" y="228235"/>
                      </a:cubicBezTo>
                      <a:cubicBezTo>
                        <a:pt x="10193" y="227949"/>
                        <a:pt x="8764" y="231759"/>
                        <a:pt x="10193" y="232331"/>
                      </a:cubicBezTo>
                      <a:cubicBezTo>
                        <a:pt x="12669" y="230711"/>
                        <a:pt x="12383" y="232331"/>
                        <a:pt x="15336" y="231378"/>
                      </a:cubicBezTo>
                      <a:cubicBezTo>
                        <a:pt x="10859" y="234902"/>
                        <a:pt x="17241" y="233759"/>
                        <a:pt x="12002" y="237284"/>
                      </a:cubicBezTo>
                      <a:cubicBezTo>
                        <a:pt x="14288" y="238617"/>
                        <a:pt x="14764" y="235188"/>
                        <a:pt x="16955" y="234902"/>
                      </a:cubicBezTo>
                      <a:cubicBezTo>
                        <a:pt x="15146" y="239284"/>
                        <a:pt x="17527" y="234236"/>
                        <a:pt x="19337" y="234998"/>
                      </a:cubicBezTo>
                      <a:cubicBezTo>
                        <a:pt x="18098" y="236998"/>
                        <a:pt x="19241" y="237474"/>
                        <a:pt x="16955" y="238808"/>
                      </a:cubicBezTo>
                      <a:cubicBezTo>
                        <a:pt x="18765" y="240903"/>
                        <a:pt x="22289" y="239093"/>
                        <a:pt x="22575" y="242141"/>
                      </a:cubicBezTo>
                      <a:cubicBezTo>
                        <a:pt x="23909" y="241189"/>
                        <a:pt x="25433" y="239855"/>
                        <a:pt x="26671" y="239284"/>
                      </a:cubicBezTo>
                      <a:cubicBezTo>
                        <a:pt x="27433" y="241475"/>
                        <a:pt x="28290" y="243665"/>
                        <a:pt x="31243" y="244618"/>
                      </a:cubicBezTo>
                      <a:cubicBezTo>
                        <a:pt x="25623" y="251285"/>
                        <a:pt x="32291" y="254810"/>
                        <a:pt x="30195" y="261001"/>
                      </a:cubicBezTo>
                      <a:cubicBezTo>
                        <a:pt x="31147" y="259953"/>
                        <a:pt x="32100" y="258429"/>
                        <a:pt x="32767" y="258524"/>
                      </a:cubicBezTo>
                      <a:cubicBezTo>
                        <a:pt x="33719" y="259477"/>
                        <a:pt x="29433" y="264335"/>
                        <a:pt x="32767" y="262525"/>
                      </a:cubicBezTo>
                      <a:cubicBezTo>
                        <a:pt x="35529" y="259667"/>
                        <a:pt x="31910" y="260334"/>
                        <a:pt x="35053" y="257286"/>
                      </a:cubicBezTo>
                      <a:cubicBezTo>
                        <a:pt x="38005" y="257762"/>
                        <a:pt x="43721" y="257762"/>
                        <a:pt x="44292" y="261477"/>
                      </a:cubicBezTo>
                      <a:cubicBezTo>
                        <a:pt x="43721" y="259572"/>
                        <a:pt x="39339" y="263192"/>
                        <a:pt x="39720" y="264049"/>
                      </a:cubicBezTo>
                      <a:cubicBezTo>
                        <a:pt x="41911" y="263287"/>
                        <a:pt x="44292" y="261572"/>
                        <a:pt x="46006" y="262525"/>
                      </a:cubicBezTo>
                      <a:cubicBezTo>
                        <a:pt x="44673" y="263382"/>
                        <a:pt x="42959" y="265573"/>
                        <a:pt x="41625" y="266430"/>
                      </a:cubicBezTo>
                      <a:cubicBezTo>
                        <a:pt x="42959" y="269002"/>
                        <a:pt x="47245" y="268145"/>
                        <a:pt x="48102" y="270240"/>
                      </a:cubicBezTo>
                      <a:cubicBezTo>
                        <a:pt x="47245" y="271193"/>
                        <a:pt x="46483" y="271383"/>
                        <a:pt x="45816" y="271478"/>
                      </a:cubicBezTo>
                      <a:cubicBezTo>
                        <a:pt x="42101" y="270526"/>
                        <a:pt x="40958" y="263287"/>
                        <a:pt x="35720" y="266811"/>
                      </a:cubicBezTo>
                      <a:cubicBezTo>
                        <a:pt x="39815" y="267287"/>
                        <a:pt x="39911" y="274241"/>
                        <a:pt x="45721" y="273955"/>
                      </a:cubicBezTo>
                      <a:cubicBezTo>
                        <a:pt x="41625" y="278813"/>
                        <a:pt x="52674" y="275860"/>
                        <a:pt x="48959" y="282432"/>
                      </a:cubicBezTo>
                      <a:cubicBezTo>
                        <a:pt x="56484" y="281289"/>
                        <a:pt x="61246" y="289671"/>
                        <a:pt x="61151" y="295386"/>
                      </a:cubicBezTo>
                      <a:cubicBezTo>
                        <a:pt x="60675" y="295386"/>
                        <a:pt x="60104" y="295862"/>
                        <a:pt x="59342" y="296910"/>
                      </a:cubicBezTo>
                      <a:cubicBezTo>
                        <a:pt x="60485" y="297482"/>
                        <a:pt x="61723" y="297672"/>
                        <a:pt x="63342" y="296720"/>
                      </a:cubicBezTo>
                      <a:cubicBezTo>
                        <a:pt x="62961" y="296339"/>
                        <a:pt x="62580" y="295862"/>
                        <a:pt x="63913" y="294434"/>
                      </a:cubicBezTo>
                      <a:cubicBezTo>
                        <a:pt x="66771" y="296243"/>
                        <a:pt x="66580" y="298053"/>
                        <a:pt x="68676" y="298720"/>
                      </a:cubicBezTo>
                      <a:cubicBezTo>
                        <a:pt x="67438" y="299863"/>
                        <a:pt x="66200" y="300530"/>
                        <a:pt x="64961" y="301768"/>
                      </a:cubicBezTo>
                      <a:cubicBezTo>
                        <a:pt x="68486" y="302149"/>
                        <a:pt x="65056" y="306245"/>
                        <a:pt x="68581" y="306626"/>
                      </a:cubicBezTo>
                      <a:cubicBezTo>
                        <a:pt x="70391" y="304054"/>
                        <a:pt x="69247" y="303292"/>
                        <a:pt x="72200" y="302244"/>
                      </a:cubicBezTo>
                      <a:cubicBezTo>
                        <a:pt x="70105" y="304721"/>
                        <a:pt x="71534" y="305197"/>
                        <a:pt x="70962" y="306816"/>
                      </a:cubicBezTo>
                      <a:cubicBezTo>
                        <a:pt x="72867" y="306054"/>
                        <a:pt x="73248" y="302625"/>
                        <a:pt x="75439" y="303006"/>
                      </a:cubicBezTo>
                      <a:cubicBezTo>
                        <a:pt x="77629" y="305387"/>
                        <a:pt x="78487" y="304340"/>
                        <a:pt x="81630" y="305578"/>
                      </a:cubicBezTo>
                      <a:cubicBezTo>
                        <a:pt x="78582" y="308816"/>
                        <a:pt x="81439" y="310436"/>
                        <a:pt x="77820" y="312531"/>
                      </a:cubicBezTo>
                      <a:cubicBezTo>
                        <a:pt x="79916" y="314722"/>
                        <a:pt x="78772" y="317198"/>
                        <a:pt x="83154" y="314531"/>
                      </a:cubicBezTo>
                      <a:cubicBezTo>
                        <a:pt x="80296" y="316817"/>
                        <a:pt x="81154" y="318532"/>
                        <a:pt x="77629" y="320437"/>
                      </a:cubicBezTo>
                      <a:cubicBezTo>
                        <a:pt x="78296" y="321104"/>
                        <a:pt x="79344" y="320056"/>
                        <a:pt x="80011" y="320627"/>
                      </a:cubicBezTo>
                      <a:cubicBezTo>
                        <a:pt x="81439" y="318532"/>
                        <a:pt x="83059" y="315293"/>
                        <a:pt x="84869" y="315674"/>
                      </a:cubicBezTo>
                      <a:cubicBezTo>
                        <a:pt x="87917" y="320437"/>
                        <a:pt x="90584" y="327485"/>
                        <a:pt x="97632" y="325009"/>
                      </a:cubicBezTo>
                      <a:cubicBezTo>
                        <a:pt x="96394" y="326533"/>
                        <a:pt x="95251" y="327676"/>
                        <a:pt x="94298" y="328247"/>
                      </a:cubicBezTo>
                      <a:lnTo>
                        <a:pt x="96394" y="329581"/>
                      </a:lnTo>
                      <a:cubicBezTo>
                        <a:pt x="98013" y="327104"/>
                        <a:pt x="99251" y="326533"/>
                        <a:pt x="99823" y="327771"/>
                      </a:cubicBezTo>
                      <a:cubicBezTo>
                        <a:pt x="95727" y="330724"/>
                        <a:pt x="99346" y="329962"/>
                        <a:pt x="96203" y="333486"/>
                      </a:cubicBezTo>
                      <a:cubicBezTo>
                        <a:pt x="92393" y="334534"/>
                        <a:pt x="93917" y="329867"/>
                        <a:pt x="92488" y="327200"/>
                      </a:cubicBezTo>
                      <a:cubicBezTo>
                        <a:pt x="87250" y="331676"/>
                        <a:pt x="83726" y="325961"/>
                        <a:pt x="85345" y="322723"/>
                      </a:cubicBezTo>
                      <a:cubicBezTo>
                        <a:pt x="82202" y="329486"/>
                        <a:pt x="88202" y="333486"/>
                        <a:pt x="91346" y="333105"/>
                      </a:cubicBezTo>
                      <a:cubicBezTo>
                        <a:pt x="91917" y="337010"/>
                        <a:pt x="91536" y="341392"/>
                        <a:pt x="94108" y="344154"/>
                      </a:cubicBezTo>
                      <a:cubicBezTo>
                        <a:pt x="95822" y="341678"/>
                        <a:pt x="96394" y="343011"/>
                        <a:pt x="97537" y="342344"/>
                      </a:cubicBezTo>
                      <a:cubicBezTo>
                        <a:pt x="100109" y="339868"/>
                        <a:pt x="98966" y="339296"/>
                        <a:pt x="101537" y="336820"/>
                      </a:cubicBezTo>
                      <a:cubicBezTo>
                        <a:pt x="101061" y="334534"/>
                        <a:pt x="98680" y="338725"/>
                        <a:pt x="97918" y="337201"/>
                      </a:cubicBezTo>
                      <a:cubicBezTo>
                        <a:pt x="102013" y="333391"/>
                        <a:pt x="98013" y="333962"/>
                        <a:pt x="101823" y="330343"/>
                      </a:cubicBezTo>
                      <a:cubicBezTo>
                        <a:pt x="103156" y="332343"/>
                        <a:pt x="102680" y="337868"/>
                        <a:pt x="107252" y="333772"/>
                      </a:cubicBezTo>
                      <a:lnTo>
                        <a:pt x="109348" y="335105"/>
                      </a:lnTo>
                      <a:cubicBezTo>
                        <a:pt x="107919" y="335963"/>
                        <a:pt x="106204" y="338058"/>
                        <a:pt x="104776" y="338915"/>
                      </a:cubicBezTo>
                      <a:cubicBezTo>
                        <a:pt x="106776" y="340916"/>
                        <a:pt x="108300" y="334058"/>
                        <a:pt x="110586" y="335867"/>
                      </a:cubicBezTo>
                      <a:cubicBezTo>
                        <a:pt x="110014" y="337868"/>
                        <a:pt x="108395" y="340058"/>
                        <a:pt x="111538" y="337772"/>
                      </a:cubicBezTo>
                      <a:cubicBezTo>
                        <a:pt x="110300" y="341582"/>
                        <a:pt x="106681" y="341868"/>
                        <a:pt x="106300" y="343868"/>
                      </a:cubicBezTo>
                      <a:cubicBezTo>
                        <a:pt x="107538" y="342440"/>
                        <a:pt x="110396" y="344345"/>
                        <a:pt x="109157" y="345773"/>
                      </a:cubicBezTo>
                      <a:cubicBezTo>
                        <a:pt x="107538" y="347869"/>
                        <a:pt x="106300" y="349012"/>
                        <a:pt x="105347" y="348726"/>
                      </a:cubicBezTo>
                      <a:cubicBezTo>
                        <a:pt x="109729" y="344821"/>
                        <a:pt x="102585" y="347488"/>
                        <a:pt x="101633" y="346250"/>
                      </a:cubicBezTo>
                      <a:cubicBezTo>
                        <a:pt x="102299" y="344630"/>
                        <a:pt x="104109" y="342344"/>
                        <a:pt x="104109" y="341106"/>
                      </a:cubicBezTo>
                      <a:cubicBezTo>
                        <a:pt x="100394" y="345202"/>
                        <a:pt x="101442" y="340058"/>
                        <a:pt x="101156" y="339296"/>
                      </a:cubicBezTo>
                      <a:cubicBezTo>
                        <a:pt x="96679" y="345107"/>
                        <a:pt x="100109" y="345488"/>
                        <a:pt x="100489" y="346821"/>
                      </a:cubicBezTo>
                      <a:cubicBezTo>
                        <a:pt x="98204" y="349488"/>
                        <a:pt x="98585" y="346440"/>
                        <a:pt x="95441" y="349012"/>
                      </a:cubicBezTo>
                      <a:cubicBezTo>
                        <a:pt x="97822" y="349393"/>
                        <a:pt x="101537" y="348155"/>
                        <a:pt x="98870" y="352536"/>
                      </a:cubicBezTo>
                      <a:cubicBezTo>
                        <a:pt x="100966" y="350441"/>
                        <a:pt x="100966" y="355298"/>
                        <a:pt x="103919" y="350441"/>
                      </a:cubicBezTo>
                      <a:cubicBezTo>
                        <a:pt x="103728" y="348440"/>
                        <a:pt x="99823" y="351393"/>
                        <a:pt x="101442" y="348821"/>
                      </a:cubicBezTo>
                      <a:cubicBezTo>
                        <a:pt x="106395" y="346059"/>
                        <a:pt x="103538" y="351107"/>
                        <a:pt x="104109" y="353298"/>
                      </a:cubicBezTo>
                      <a:cubicBezTo>
                        <a:pt x="107062" y="350822"/>
                        <a:pt x="103347" y="351774"/>
                        <a:pt x="106300" y="349298"/>
                      </a:cubicBezTo>
                      <a:cubicBezTo>
                        <a:pt x="106681" y="349583"/>
                        <a:pt x="107347" y="348917"/>
                        <a:pt x="107824" y="349012"/>
                      </a:cubicBezTo>
                      <a:cubicBezTo>
                        <a:pt x="110300" y="350250"/>
                        <a:pt x="108871" y="352441"/>
                        <a:pt x="108205" y="356060"/>
                      </a:cubicBezTo>
                      <a:cubicBezTo>
                        <a:pt x="109824" y="356346"/>
                        <a:pt x="108776" y="354251"/>
                        <a:pt x="110014" y="353203"/>
                      </a:cubicBezTo>
                      <a:cubicBezTo>
                        <a:pt x="110586" y="353584"/>
                        <a:pt x="111253" y="353393"/>
                        <a:pt x="112015" y="353108"/>
                      </a:cubicBezTo>
                      <a:cubicBezTo>
                        <a:pt x="111920" y="354251"/>
                        <a:pt x="112205" y="355298"/>
                        <a:pt x="110300" y="357394"/>
                      </a:cubicBezTo>
                      <a:cubicBezTo>
                        <a:pt x="108491" y="359775"/>
                        <a:pt x="108110" y="357013"/>
                        <a:pt x="106109" y="360061"/>
                      </a:cubicBezTo>
                      <a:cubicBezTo>
                        <a:pt x="108300" y="360442"/>
                        <a:pt x="108967" y="360537"/>
                        <a:pt x="108681" y="363109"/>
                      </a:cubicBezTo>
                      <a:cubicBezTo>
                        <a:pt x="110205" y="362918"/>
                        <a:pt x="112586" y="359870"/>
                        <a:pt x="113729" y="361013"/>
                      </a:cubicBezTo>
                      <a:cubicBezTo>
                        <a:pt x="114301" y="361775"/>
                        <a:pt x="112491" y="363871"/>
                        <a:pt x="113158" y="364633"/>
                      </a:cubicBezTo>
                      <a:cubicBezTo>
                        <a:pt x="114872" y="363776"/>
                        <a:pt x="118111" y="364442"/>
                        <a:pt x="118111" y="367871"/>
                      </a:cubicBezTo>
                      <a:cubicBezTo>
                        <a:pt x="120016" y="366538"/>
                        <a:pt x="121445" y="366538"/>
                        <a:pt x="123159" y="365776"/>
                      </a:cubicBezTo>
                      <a:cubicBezTo>
                        <a:pt x="121921" y="363585"/>
                        <a:pt x="119349" y="364919"/>
                        <a:pt x="120968" y="361585"/>
                      </a:cubicBezTo>
                      <a:cubicBezTo>
                        <a:pt x="121826" y="361490"/>
                        <a:pt x="122683" y="361299"/>
                        <a:pt x="123730" y="360632"/>
                      </a:cubicBezTo>
                      <a:cubicBezTo>
                        <a:pt x="122778" y="359870"/>
                        <a:pt x="121254" y="361109"/>
                        <a:pt x="120206" y="361013"/>
                      </a:cubicBezTo>
                      <a:cubicBezTo>
                        <a:pt x="125254" y="356060"/>
                        <a:pt x="118206" y="358632"/>
                        <a:pt x="119539" y="356537"/>
                      </a:cubicBezTo>
                      <a:cubicBezTo>
                        <a:pt x="120683" y="355489"/>
                        <a:pt x="121540" y="355298"/>
                        <a:pt x="122969" y="353393"/>
                      </a:cubicBezTo>
                      <a:cubicBezTo>
                        <a:pt x="118682" y="354060"/>
                        <a:pt x="114110" y="352631"/>
                        <a:pt x="117063" y="346726"/>
                      </a:cubicBezTo>
                      <a:cubicBezTo>
                        <a:pt x="113063" y="352155"/>
                        <a:pt x="111824" y="344916"/>
                        <a:pt x="116777" y="342535"/>
                      </a:cubicBezTo>
                      <a:cubicBezTo>
                        <a:pt x="114587" y="341106"/>
                        <a:pt x="113920" y="344535"/>
                        <a:pt x="111729" y="344630"/>
                      </a:cubicBezTo>
                      <a:cubicBezTo>
                        <a:pt x="112967" y="342916"/>
                        <a:pt x="112681" y="341868"/>
                        <a:pt x="114587" y="339773"/>
                      </a:cubicBezTo>
                      <a:cubicBezTo>
                        <a:pt x="122206" y="337868"/>
                        <a:pt x="121349" y="343011"/>
                        <a:pt x="121063" y="349488"/>
                      </a:cubicBezTo>
                      <a:cubicBezTo>
                        <a:pt x="125826" y="348917"/>
                        <a:pt x="125159" y="351393"/>
                        <a:pt x="127921" y="351298"/>
                      </a:cubicBezTo>
                      <a:lnTo>
                        <a:pt x="125636" y="353870"/>
                      </a:lnTo>
                      <a:cubicBezTo>
                        <a:pt x="127921" y="351679"/>
                        <a:pt x="130874" y="356156"/>
                        <a:pt x="131922" y="352631"/>
                      </a:cubicBezTo>
                      <a:cubicBezTo>
                        <a:pt x="129160" y="354155"/>
                        <a:pt x="127921" y="350822"/>
                        <a:pt x="129731" y="348440"/>
                      </a:cubicBezTo>
                      <a:cubicBezTo>
                        <a:pt x="132875" y="349583"/>
                        <a:pt x="132494" y="352536"/>
                        <a:pt x="135637" y="353679"/>
                      </a:cubicBezTo>
                      <a:cubicBezTo>
                        <a:pt x="132589" y="356060"/>
                        <a:pt x="133541" y="356251"/>
                        <a:pt x="132684" y="358537"/>
                      </a:cubicBezTo>
                      <a:cubicBezTo>
                        <a:pt x="136970" y="353393"/>
                        <a:pt x="138304" y="356918"/>
                        <a:pt x="135542" y="359013"/>
                      </a:cubicBezTo>
                      <a:cubicBezTo>
                        <a:pt x="139733" y="360728"/>
                        <a:pt x="140209" y="367490"/>
                        <a:pt x="146781" y="367776"/>
                      </a:cubicBezTo>
                      <a:cubicBezTo>
                        <a:pt x="144590" y="371681"/>
                        <a:pt x="146781" y="373586"/>
                        <a:pt x="149829" y="372539"/>
                      </a:cubicBezTo>
                      <a:cubicBezTo>
                        <a:pt x="148781" y="373777"/>
                        <a:pt x="147924" y="374253"/>
                        <a:pt x="147162" y="374825"/>
                      </a:cubicBezTo>
                      <a:cubicBezTo>
                        <a:pt x="149638" y="375015"/>
                        <a:pt x="148400" y="377111"/>
                        <a:pt x="147353" y="379016"/>
                      </a:cubicBezTo>
                      <a:cubicBezTo>
                        <a:pt x="150972" y="377777"/>
                        <a:pt x="148496" y="374825"/>
                        <a:pt x="150686" y="374444"/>
                      </a:cubicBezTo>
                      <a:cubicBezTo>
                        <a:pt x="150972" y="376063"/>
                        <a:pt x="152210" y="377206"/>
                        <a:pt x="150591" y="379778"/>
                      </a:cubicBezTo>
                      <a:cubicBezTo>
                        <a:pt x="153163" y="382064"/>
                        <a:pt x="161354" y="384159"/>
                        <a:pt x="160688" y="389112"/>
                      </a:cubicBezTo>
                      <a:cubicBezTo>
                        <a:pt x="165641" y="388064"/>
                        <a:pt x="179071" y="397970"/>
                        <a:pt x="169451" y="399113"/>
                      </a:cubicBezTo>
                      <a:cubicBezTo>
                        <a:pt x="171451" y="401971"/>
                        <a:pt x="176023" y="403209"/>
                        <a:pt x="177547" y="404733"/>
                      </a:cubicBezTo>
                      <a:cubicBezTo>
                        <a:pt x="175261" y="403590"/>
                        <a:pt x="177833" y="405781"/>
                        <a:pt x="174499" y="408067"/>
                      </a:cubicBezTo>
                      <a:cubicBezTo>
                        <a:pt x="176309" y="408162"/>
                        <a:pt x="176880" y="407972"/>
                        <a:pt x="175737" y="410353"/>
                      </a:cubicBezTo>
                      <a:cubicBezTo>
                        <a:pt x="179547" y="406543"/>
                        <a:pt x="177166" y="413687"/>
                        <a:pt x="180880" y="411210"/>
                      </a:cubicBezTo>
                      <a:cubicBezTo>
                        <a:pt x="180690" y="411020"/>
                        <a:pt x="181071" y="410162"/>
                        <a:pt x="181643" y="410353"/>
                      </a:cubicBezTo>
                      <a:cubicBezTo>
                        <a:pt x="179738" y="412829"/>
                        <a:pt x="180023" y="412639"/>
                        <a:pt x="177833" y="415973"/>
                      </a:cubicBezTo>
                      <a:cubicBezTo>
                        <a:pt x="174880" y="417401"/>
                        <a:pt x="176023" y="415496"/>
                        <a:pt x="173451" y="415687"/>
                      </a:cubicBezTo>
                      <a:cubicBezTo>
                        <a:pt x="171546" y="419211"/>
                        <a:pt x="170594" y="418259"/>
                        <a:pt x="168022" y="420164"/>
                      </a:cubicBezTo>
                      <a:cubicBezTo>
                        <a:pt x="174404" y="422640"/>
                        <a:pt x="172594" y="423116"/>
                        <a:pt x="175356" y="428069"/>
                      </a:cubicBezTo>
                      <a:cubicBezTo>
                        <a:pt x="178404" y="425212"/>
                        <a:pt x="174404" y="425688"/>
                        <a:pt x="176404" y="423307"/>
                      </a:cubicBezTo>
                      <a:lnTo>
                        <a:pt x="178404" y="424736"/>
                      </a:lnTo>
                      <a:cubicBezTo>
                        <a:pt x="179833" y="423116"/>
                        <a:pt x="180690" y="421688"/>
                        <a:pt x="180690" y="420830"/>
                      </a:cubicBezTo>
                      <a:cubicBezTo>
                        <a:pt x="177928" y="424069"/>
                        <a:pt x="179928" y="419402"/>
                        <a:pt x="176785" y="422259"/>
                      </a:cubicBezTo>
                      <a:cubicBezTo>
                        <a:pt x="176880" y="421116"/>
                        <a:pt x="175832" y="420449"/>
                        <a:pt x="178690" y="418068"/>
                      </a:cubicBezTo>
                      <a:cubicBezTo>
                        <a:pt x="179547" y="418354"/>
                        <a:pt x="179928" y="420354"/>
                        <a:pt x="181833" y="417497"/>
                      </a:cubicBezTo>
                      <a:cubicBezTo>
                        <a:pt x="180214" y="417401"/>
                        <a:pt x="178880" y="417401"/>
                        <a:pt x="180214" y="414925"/>
                      </a:cubicBezTo>
                      <a:cubicBezTo>
                        <a:pt x="185071" y="413591"/>
                        <a:pt x="186310" y="421497"/>
                        <a:pt x="192311" y="420640"/>
                      </a:cubicBezTo>
                      <a:cubicBezTo>
                        <a:pt x="190882" y="424450"/>
                        <a:pt x="196787" y="431308"/>
                        <a:pt x="200788" y="426641"/>
                      </a:cubicBezTo>
                      <a:cubicBezTo>
                        <a:pt x="199835" y="429212"/>
                        <a:pt x="200121" y="428450"/>
                        <a:pt x="198121" y="431689"/>
                      </a:cubicBezTo>
                      <a:cubicBezTo>
                        <a:pt x="196025" y="431594"/>
                        <a:pt x="195454" y="426736"/>
                        <a:pt x="192120" y="430260"/>
                      </a:cubicBezTo>
                      <a:cubicBezTo>
                        <a:pt x="194501" y="431022"/>
                        <a:pt x="198121" y="431975"/>
                        <a:pt x="192596" y="434737"/>
                      </a:cubicBezTo>
                      <a:cubicBezTo>
                        <a:pt x="193644" y="435689"/>
                        <a:pt x="195835" y="432927"/>
                        <a:pt x="196978" y="433594"/>
                      </a:cubicBezTo>
                      <a:lnTo>
                        <a:pt x="193835" y="436928"/>
                      </a:lnTo>
                      <a:cubicBezTo>
                        <a:pt x="193072" y="436166"/>
                        <a:pt x="190310" y="433689"/>
                        <a:pt x="189834" y="436928"/>
                      </a:cubicBezTo>
                      <a:cubicBezTo>
                        <a:pt x="192787" y="435118"/>
                        <a:pt x="192311" y="438928"/>
                        <a:pt x="192311" y="440071"/>
                      </a:cubicBezTo>
                      <a:cubicBezTo>
                        <a:pt x="194596" y="438928"/>
                        <a:pt x="199550" y="441500"/>
                        <a:pt x="195644" y="446548"/>
                      </a:cubicBezTo>
                      <a:cubicBezTo>
                        <a:pt x="194692" y="447405"/>
                        <a:pt x="194025" y="447500"/>
                        <a:pt x="193263" y="447691"/>
                      </a:cubicBezTo>
                      <a:cubicBezTo>
                        <a:pt x="192120" y="446453"/>
                        <a:pt x="192501" y="442738"/>
                        <a:pt x="189644" y="445119"/>
                      </a:cubicBezTo>
                      <a:cubicBezTo>
                        <a:pt x="190120" y="443690"/>
                        <a:pt x="192025" y="441690"/>
                        <a:pt x="193549" y="440928"/>
                      </a:cubicBezTo>
                      <a:cubicBezTo>
                        <a:pt x="191834" y="439214"/>
                        <a:pt x="190977" y="443309"/>
                        <a:pt x="189263" y="443405"/>
                      </a:cubicBezTo>
                      <a:cubicBezTo>
                        <a:pt x="190310" y="441309"/>
                        <a:pt x="191263" y="439023"/>
                        <a:pt x="188024" y="441119"/>
                      </a:cubicBezTo>
                      <a:cubicBezTo>
                        <a:pt x="186596" y="444548"/>
                        <a:pt x="191072" y="452168"/>
                        <a:pt x="196216" y="450929"/>
                      </a:cubicBezTo>
                      <a:cubicBezTo>
                        <a:pt x="194596" y="455501"/>
                        <a:pt x="204884" y="453596"/>
                        <a:pt x="197263" y="462645"/>
                      </a:cubicBezTo>
                      <a:cubicBezTo>
                        <a:pt x="199073" y="462645"/>
                        <a:pt x="200693" y="464550"/>
                        <a:pt x="198597" y="467693"/>
                      </a:cubicBezTo>
                      <a:cubicBezTo>
                        <a:pt x="199264" y="469217"/>
                        <a:pt x="201550" y="465979"/>
                        <a:pt x="202217" y="467408"/>
                      </a:cubicBezTo>
                      <a:cubicBezTo>
                        <a:pt x="202788" y="470932"/>
                        <a:pt x="199264" y="473694"/>
                        <a:pt x="195644" y="479314"/>
                      </a:cubicBezTo>
                      <a:cubicBezTo>
                        <a:pt x="199930" y="474647"/>
                        <a:pt x="202407" y="477885"/>
                        <a:pt x="201645" y="480743"/>
                      </a:cubicBezTo>
                      <a:cubicBezTo>
                        <a:pt x="200597" y="481790"/>
                        <a:pt x="200216" y="481028"/>
                        <a:pt x="199264" y="481790"/>
                      </a:cubicBezTo>
                      <a:cubicBezTo>
                        <a:pt x="197930" y="485600"/>
                        <a:pt x="205360" y="479028"/>
                        <a:pt x="202407" y="484076"/>
                      </a:cubicBezTo>
                      <a:cubicBezTo>
                        <a:pt x="200693" y="487315"/>
                        <a:pt x="199073" y="483600"/>
                        <a:pt x="199264" y="485981"/>
                      </a:cubicBezTo>
                      <a:cubicBezTo>
                        <a:pt x="202502" y="485029"/>
                        <a:pt x="198502" y="489982"/>
                        <a:pt x="202788" y="487124"/>
                      </a:cubicBezTo>
                      <a:cubicBezTo>
                        <a:pt x="202979" y="488172"/>
                        <a:pt x="201073" y="490077"/>
                        <a:pt x="200788" y="491315"/>
                      </a:cubicBezTo>
                      <a:cubicBezTo>
                        <a:pt x="204788" y="488744"/>
                        <a:pt x="211361" y="494840"/>
                        <a:pt x="204693" y="499793"/>
                      </a:cubicBezTo>
                      <a:cubicBezTo>
                        <a:pt x="214694" y="502555"/>
                        <a:pt x="216409" y="518843"/>
                        <a:pt x="222695" y="524272"/>
                      </a:cubicBezTo>
                      <a:cubicBezTo>
                        <a:pt x="220981" y="525701"/>
                        <a:pt x="219171" y="527701"/>
                        <a:pt x="218314" y="526653"/>
                      </a:cubicBezTo>
                      <a:cubicBezTo>
                        <a:pt x="219266" y="525510"/>
                        <a:pt x="221362" y="522462"/>
                        <a:pt x="217552" y="524653"/>
                      </a:cubicBezTo>
                      <a:cubicBezTo>
                        <a:pt x="218409" y="525034"/>
                        <a:pt x="217647" y="526177"/>
                        <a:pt x="215933" y="527701"/>
                      </a:cubicBezTo>
                      <a:cubicBezTo>
                        <a:pt x="213742" y="527701"/>
                        <a:pt x="215933" y="523415"/>
                        <a:pt x="212789" y="525415"/>
                      </a:cubicBezTo>
                      <a:cubicBezTo>
                        <a:pt x="213646" y="526558"/>
                        <a:pt x="215075" y="529701"/>
                        <a:pt x="215933" y="530463"/>
                      </a:cubicBezTo>
                      <a:cubicBezTo>
                        <a:pt x="216980" y="529796"/>
                        <a:pt x="219743" y="526748"/>
                        <a:pt x="221933" y="526463"/>
                      </a:cubicBezTo>
                      <a:cubicBezTo>
                        <a:pt x="215552" y="531892"/>
                        <a:pt x="222886" y="528272"/>
                        <a:pt x="221076" y="531416"/>
                      </a:cubicBezTo>
                      <a:cubicBezTo>
                        <a:pt x="218790" y="531701"/>
                        <a:pt x="216123" y="536083"/>
                        <a:pt x="218314" y="534940"/>
                      </a:cubicBezTo>
                      <a:cubicBezTo>
                        <a:pt x="217456" y="534178"/>
                        <a:pt x="220886" y="532178"/>
                        <a:pt x="221076" y="532749"/>
                      </a:cubicBezTo>
                      <a:cubicBezTo>
                        <a:pt x="221743" y="534845"/>
                        <a:pt x="214313" y="542846"/>
                        <a:pt x="218600" y="540750"/>
                      </a:cubicBezTo>
                      <a:cubicBezTo>
                        <a:pt x="220695" y="538940"/>
                        <a:pt x="216409" y="539893"/>
                        <a:pt x="219838" y="537416"/>
                      </a:cubicBezTo>
                      <a:cubicBezTo>
                        <a:pt x="223553" y="534464"/>
                        <a:pt x="221743" y="539702"/>
                        <a:pt x="222600" y="540845"/>
                      </a:cubicBezTo>
                      <a:cubicBezTo>
                        <a:pt x="227934" y="536464"/>
                        <a:pt x="231172" y="536559"/>
                        <a:pt x="232125" y="539417"/>
                      </a:cubicBezTo>
                      <a:cubicBezTo>
                        <a:pt x="230315" y="538274"/>
                        <a:pt x="230030" y="540274"/>
                        <a:pt x="227363" y="542941"/>
                      </a:cubicBezTo>
                      <a:cubicBezTo>
                        <a:pt x="229553" y="544941"/>
                        <a:pt x="232125" y="545417"/>
                        <a:pt x="231268" y="549989"/>
                      </a:cubicBezTo>
                      <a:cubicBezTo>
                        <a:pt x="230411" y="549608"/>
                        <a:pt x="227934" y="546560"/>
                        <a:pt x="227744" y="548751"/>
                      </a:cubicBezTo>
                      <a:cubicBezTo>
                        <a:pt x="230792" y="549418"/>
                        <a:pt x="227648" y="552752"/>
                        <a:pt x="224886" y="553704"/>
                      </a:cubicBezTo>
                      <a:cubicBezTo>
                        <a:pt x="228220" y="553514"/>
                        <a:pt x="225077" y="556752"/>
                        <a:pt x="229172" y="555514"/>
                      </a:cubicBezTo>
                      <a:cubicBezTo>
                        <a:pt x="228125" y="556562"/>
                        <a:pt x="228601" y="557038"/>
                        <a:pt x="227172" y="558181"/>
                      </a:cubicBezTo>
                      <a:cubicBezTo>
                        <a:pt x="225648" y="559514"/>
                        <a:pt x="224696" y="559514"/>
                        <a:pt x="224029" y="558657"/>
                      </a:cubicBezTo>
                      <a:cubicBezTo>
                        <a:pt x="221743" y="563134"/>
                        <a:pt x="221838" y="563896"/>
                        <a:pt x="220695" y="567420"/>
                      </a:cubicBezTo>
                      <a:cubicBezTo>
                        <a:pt x="223171" y="565801"/>
                        <a:pt x="221647" y="563801"/>
                        <a:pt x="223553" y="563896"/>
                      </a:cubicBezTo>
                      <a:cubicBezTo>
                        <a:pt x="224219" y="565991"/>
                        <a:pt x="226791" y="563324"/>
                        <a:pt x="227934" y="564277"/>
                      </a:cubicBezTo>
                      <a:cubicBezTo>
                        <a:pt x="223838" y="567896"/>
                        <a:pt x="227458" y="568182"/>
                        <a:pt x="226601" y="570373"/>
                      </a:cubicBezTo>
                      <a:cubicBezTo>
                        <a:pt x="221552" y="572468"/>
                        <a:pt x="226505" y="564563"/>
                        <a:pt x="221552" y="567992"/>
                      </a:cubicBezTo>
                      <a:cubicBezTo>
                        <a:pt x="222600" y="568754"/>
                        <a:pt x="222695" y="570944"/>
                        <a:pt x="219457" y="573421"/>
                      </a:cubicBezTo>
                      <a:cubicBezTo>
                        <a:pt x="218028" y="573230"/>
                        <a:pt x="217647" y="570278"/>
                        <a:pt x="215552" y="571897"/>
                      </a:cubicBezTo>
                      <a:cubicBezTo>
                        <a:pt x="215933" y="574850"/>
                        <a:pt x="218885" y="574564"/>
                        <a:pt x="213742" y="580469"/>
                      </a:cubicBezTo>
                      <a:cubicBezTo>
                        <a:pt x="217838" y="577421"/>
                        <a:pt x="216599" y="583041"/>
                        <a:pt x="220695" y="581612"/>
                      </a:cubicBezTo>
                      <a:cubicBezTo>
                        <a:pt x="219743" y="583803"/>
                        <a:pt x="218790" y="582946"/>
                        <a:pt x="217838" y="585137"/>
                      </a:cubicBezTo>
                      <a:cubicBezTo>
                        <a:pt x="220409" y="584756"/>
                        <a:pt x="216409" y="589328"/>
                        <a:pt x="218885" y="587423"/>
                      </a:cubicBezTo>
                      <a:cubicBezTo>
                        <a:pt x="218028" y="586565"/>
                        <a:pt x="221457" y="584660"/>
                        <a:pt x="221743" y="585327"/>
                      </a:cubicBezTo>
                      <a:cubicBezTo>
                        <a:pt x="219743" y="587423"/>
                        <a:pt x="221362" y="587899"/>
                        <a:pt x="222410" y="588661"/>
                      </a:cubicBezTo>
                      <a:cubicBezTo>
                        <a:pt x="219647" y="590947"/>
                        <a:pt x="220695" y="591518"/>
                        <a:pt x="217933" y="593804"/>
                      </a:cubicBezTo>
                      <a:cubicBezTo>
                        <a:pt x="224124" y="594471"/>
                        <a:pt x="220219" y="602663"/>
                        <a:pt x="224505" y="604568"/>
                      </a:cubicBezTo>
                      <a:cubicBezTo>
                        <a:pt x="223553" y="605901"/>
                        <a:pt x="219838" y="608378"/>
                        <a:pt x="220790" y="608854"/>
                      </a:cubicBezTo>
                      <a:cubicBezTo>
                        <a:pt x="223934" y="607139"/>
                        <a:pt x="225743" y="607330"/>
                        <a:pt x="225458" y="609616"/>
                      </a:cubicBezTo>
                      <a:cubicBezTo>
                        <a:pt x="224410" y="610664"/>
                        <a:pt x="224029" y="609806"/>
                        <a:pt x="223076" y="610664"/>
                      </a:cubicBezTo>
                      <a:cubicBezTo>
                        <a:pt x="222791" y="613712"/>
                        <a:pt x="230125" y="616569"/>
                        <a:pt x="222695" y="620284"/>
                      </a:cubicBezTo>
                      <a:cubicBezTo>
                        <a:pt x="226505" y="619046"/>
                        <a:pt x="231363" y="620189"/>
                        <a:pt x="226410" y="624570"/>
                      </a:cubicBezTo>
                      <a:cubicBezTo>
                        <a:pt x="228125" y="624951"/>
                        <a:pt x="230411" y="621141"/>
                        <a:pt x="231268" y="621141"/>
                      </a:cubicBezTo>
                      <a:cubicBezTo>
                        <a:pt x="227744" y="631333"/>
                        <a:pt x="237650" y="629523"/>
                        <a:pt x="236030" y="637619"/>
                      </a:cubicBezTo>
                      <a:cubicBezTo>
                        <a:pt x="239840" y="634190"/>
                        <a:pt x="235078" y="644668"/>
                        <a:pt x="241364" y="640286"/>
                      </a:cubicBezTo>
                      <a:cubicBezTo>
                        <a:pt x="241460" y="641144"/>
                        <a:pt x="240983" y="642191"/>
                        <a:pt x="240031" y="643525"/>
                      </a:cubicBezTo>
                      <a:cubicBezTo>
                        <a:pt x="232125" y="642191"/>
                        <a:pt x="230696" y="639334"/>
                        <a:pt x="226696" y="634762"/>
                      </a:cubicBezTo>
                      <a:cubicBezTo>
                        <a:pt x="222029" y="638858"/>
                        <a:pt x="224981" y="639620"/>
                        <a:pt x="221171" y="643334"/>
                      </a:cubicBezTo>
                      <a:cubicBezTo>
                        <a:pt x="207551" y="641715"/>
                        <a:pt x="197930" y="638286"/>
                        <a:pt x="197073" y="626189"/>
                      </a:cubicBezTo>
                      <a:cubicBezTo>
                        <a:pt x="186977" y="621046"/>
                        <a:pt x="184405" y="608092"/>
                        <a:pt x="168212" y="609997"/>
                      </a:cubicBezTo>
                      <a:cubicBezTo>
                        <a:pt x="163450" y="606092"/>
                        <a:pt x="155163" y="601996"/>
                        <a:pt x="151829" y="595328"/>
                      </a:cubicBezTo>
                      <a:cubicBezTo>
                        <a:pt x="147829" y="603520"/>
                        <a:pt x="160783" y="601424"/>
                        <a:pt x="157639" y="609330"/>
                      </a:cubicBezTo>
                      <a:cubicBezTo>
                        <a:pt x="155544" y="610949"/>
                        <a:pt x="153163" y="613235"/>
                        <a:pt x="151258" y="614474"/>
                      </a:cubicBezTo>
                      <a:cubicBezTo>
                        <a:pt x="151544" y="618093"/>
                        <a:pt x="151258" y="621903"/>
                        <a:pt x="147734" y="627237"/>
                      </a:cubicBezTo>
                      <a:cubicBezTo>
                        <a:pt x="152877" y="629428"/>
                        <a:pt x="152687" y="637334"/>
                        <a:pt x="150115" y="644382"/>
                      </a:cubicBezTo>
                      <a:cubicBezTo>
                        <a:pt x="150686" y="645811"/>
                        <a:pt x="153068" y="642763"/>
                        <a:pt x="153544" y="644192"/>
                      </a:cubicBezTo>
                      <a:cubicBezTo>
                        <a:pt x="151448" y="646001"/>
                        <a:pt x="152496" y="646478"/>
                        <a:pt x="149829" y="648478"/>
                      </a:cubicBezTo>
                      <a:cubicBezTo>
                        <a:pt x="152115" y="648192"/>
                        <a:pt x="153163" y="649621"/>
                        <a:pt x="151163" y="652383"/>
                      </a:cubicBezTo>
                      <a:cubicBezTo>
                        <a:pt x="156306" y="651240"/>
                        <a:pt x="151258" y="655907"/>
                        <a:pt x="156401" y="654955"/>
                      </a:cubicBezTo>
                      <a:lnTo>
                        <a:pt x="154020" y="657336"/>
                      </a:lnTo>
                      <a:cubicBezTo>
                        <a:pt x="158306" y="660289"/>
                        <a:pt x="154306" y="668861"/>
                        <a:pt x="160688" y="669528"/>
                      </a:cubicBezTo>
                      <a:cubicBezTo>
                        <a:pt x="159068" y="670957"/>
                        <a:pt x="159354" y="671624"/>
                        <a:pt x="157830" y="672957"/>
                      </a:cubicBezTo>
                      <a:cubicBezTo>
                        <a:pt x="159354" y="675338"/>
                        <a:pt x="162116" y="674386"/>
                        <a:pt x="159449" y="678482"/>
                      </a:cubicBezTo>
                      <a:cubicBezTo>
                        <a:pt x="167260" y="681815"/>
                        <a:pt x="163736" y="693912"/>
                        <a:pt x="175928" y="693817"/>
                      </a:cubicBezTo>
                      <a:cubicBezTo>
                        <a:pt x="174975" y="695150"/>
                        <a:pt x="174499" y="696198"/>
                        <a:pt x="174594" y="697055"/>
                      </a:cubicBezTo>
                      <a:cubicBezTo>
                        <a:pt x="179642" y="696579"/>
                        <a:pt x="183547" y="701913"/>
                        <a:pt x="187453" y="702580"/>
                      </a:cubicBezTo>
                      <a:cubicBezTo>
                        <a:pt x="189453" y="701627"/>
                        <a:pt x="191739" y="700294"/>
                        <a:pt x="193930" y="698960"/>
                      </a:cubicBezTo>
                      <a:cubicBezTo>
                        <a:pt x="194978" y="699722"/>
                        <a:pt x="190787" y="700389"/>
                        <a:pt x="192977" y="701056"/>
                      </a:cubicBezTo>
                      <a:cubicBezTo>
                        <a:pt x="195168" y="701437"/>
                        <a:pt x="194787" y="697246"/>
                        <a:pt x="196311" y="697913"/>
                      </a:cubicBezTo>
                      <a:cubicBezTo>
                        <a:pt x="195454" y="699151"/>
                        <a:pt x="195549" y="700008"/>
                        <a:pt x="196121" y="700580"/>
                      </a:cubicBezTo>
                      <a:cubicBezTo>
                        <a:pt x="199454" y="696960"/>
                        <a:pt x="200026" y="699818"/>
                        <a:pt x="201455" y="700580"/>
                      </a:cubicBezTo>
                      <a:cubicBezTo>
                        <a:pt x="209075" y="696484"/>
                        <a:pt x="213837" y="699151"/>
                        <a:pt x="221552" y="694960"/>
                      </a:cubicBezTo>
                      <a:cubicBezTo>
                        <a:pt x="225172" y="700199"/>
                        <a:pt x="234316" y="696293"/>
                        <a:pt x="244317" y="691531"/>
                      </a:cubicBezTo>
                      <a:cubicBezTo>
                        <a:pt x="242221" y="694293"/>
                        <a:pt x="246984" y="691531"/>
                        <a:pt x="245365" y="693817"/>
                      </a:cubicBezTo>
                      <a:cubicBezTo>
                        <a:pt x="247841" y="690102"/>
                        <a:pt x="246698" y="690578"/>
                        <a:pt x="251746" y="685911"/>
                      </a:cubicBezTo>
                      <a:cubicBezTo>
                        <a:pt x="252223" y="686292"/>
                        <a:pt x="253366" y="685340"/>
                        <a:pt x="253652" y="686006"/>
                      </a:cubicBezTo>
                      <a:cubicBezTo>
                        <a:pt x="252128" y="687530"/>
                        <a:pt x="251366" y="687435"/>
                        <a:pt x="249937" y="688864"/>
                      </a:cubicBezTo>
                      <a:cubicBezTo>
                        <a:pt x="254604" y="687149"/>
                        <a:pt x="254795" y="687340"/>
                        <a:pt x="257080" y="687340"/>
                      </a:cubicBezTo>
                      <a:cubicBezTo>
                        <a:pt x="256890" y="683816"/>
                        <a:pt x="263938" y="684006"/>
                        <a:pt x="263462" y="685244"/>
                      </a:cubicBezTo>
                      <a:cubicBezTo>
                        <a:pt x="265272" y="682101"/>
                        <a:pt x="262224" y="681815"/>
                        <a:pt x="259747" y="682292"/>
                      </a:cubicBezTo>
                      <a:cubicBezTo>
                        <a:pt x="261081" y="681149"/>
                        <a:pt x="262700" y="679339"/>
                        <a:pt x="263462" y="679529"/>
                      </a:cubicBezTo>
                      <a:cubicBezTo>
                        <a:pt x="265939" y="681339"/>
                        <a:pt x="265272" y="685149"/>
                        <a:pt x="268796" y="686768"/>
                      </a:cubicBezTo>
                      <a:cubicBezTo>
                        <a:pt x="271463" y="685625"/>
                        <a:pt x="272797" y="681911"/>
                        <a:pt x="274416" y="684101"/>
                      </a:cubicBezTo>
                      <a:cubicBezTo>
                        <a:pt x="270892" y="687054"/>
                        <a:pt x="271844" y="689054"/>
                        <a:pt x="268606" y="689531"/>
                      </a:cubicBezTo>
                      <a:cubicBezTo>
                        <a:pt x="269272" y="691817"/>
                        <a:pt x="272321" y="688578"/>
                        <a:pt x="273273" y="690388"/>
                      </a:cubicBezTo>
                      <a:lnTo>
                        <a:pt x="270796" y="692674"/>
                      </a:lnTo>
                      <a:cubicBezTo>
                        <a:pt x="271273" y="694198"/>
                        <a:pt x="273845" y="691150"/>
                        <a:pt x="274321" y="692674"/>
                      </a:cubicBezTo>
                      <a:cubicBezTo>
                        <a:pt x="273368" y="696293"/>
                        <a:pt x="272225" y="700008"/>
                        <a:pt x="270320" y="704009"/>
                      </a:cubicBezTo>
                      <a:cubicBezTo>
                        <a:pt x="269939" y="700961"/>
                        <a:pt x="264415" y="702580"/>
                        <a:pt x="266796" y="698294"/>
                      </a:cubicBezTo>
                      <a:cubicBezTo>
                        <a:pt x="268225" y="698389"/>
                        <a:pt x="269272" y="699437"/>
                        <a:pt x="271559" y="697722"/>
                      </a:cubicBezTo>
                      <a:cubicBezTo>
                        <a:pt x="272130" y="694103"/>
                        <a:pt x="264986" y="699627"/>
                        <a:pt x="267463" y="694484"/>
                      </a:cubicBezTo>
                      <a:cubicBezTo>
                        <a:pt x="260129" y="695912"/>
                        <a:pt x="264224" y="686387"/>
                        <a:pt x="256890" y="690197"/>
                      </a:cubicBezTo>
                      <a:cubicBezTo>
                        <a:pt x="259081" y="693436"/>
                        <a:pt x="251651" y="704580"/>
                        <a:pt x="258509" y="700199"/>
                      </a:cubicBezTo>
                      <a:cubicBezTo>
                        <a:pt x="256509" y="701818"/>
                        <a:pt x="255652" y="699341"/>
                        <a:pt x="257462" y="697913"/>
                      </a:cubicBezTo>
                      <a:cubicBezTo>
                        <a:pt x="258986" y="697055"/>
                        <a:pt x="260700" y="695912"/>
                        <a:pt x="261462" y="696770"/>
                      </a:cubicBezTo>
                      <a:cubicBezTo>
                        <a:pt x="259081" y="701151"/>
                        <a:pt x="262224" y="698484"/>
                        <a:pt x="264320" y="700484"/>
                      </a:cubicBezTo>
                      <a:cubicBezTo>
                        <a:pt x="260891" y="701723"/>
                        <a:pt x="263272" y="704771"/>
                        <a:pt x="259271" y="705152"/>
                      </a:cubicBezTo>
                      <a:cubicBezTo>
                        <a:pt x="258414" y="707342"/>
                        <a:pt x="264891" y="705628"/>
                        <a:pt x="260033" y="710105"/>
                      </a:cubicBezTo>
                      <a:cubicBezTo>
                        <a:pt x="258795" y="709914"/>
                        <a:pt x="258700" y="707247"/>
                        <a:pt x="256604" y="708771"/>
                      </a:cubicBezTo>
                      <a:cubicBezTo>
                        <a:pt x="257557" y="710009"/>
                        <a:pt x="252604" y="710009"/>
                        <a:pt x="253271" y="711819"/>
                      </a:cubicBezTo>
                      <a:cubicBezTo>
                        <a:pt x="258319" y="710295"/>
                        <a:pt x="252128" y="716772"/>
                        <a:pt x="256509" y="715820"/>
                      </a:cubicBezTo>
                      <a:cubicBezTo>
                        <a:pt x="255461" y="716772"/>
                        <a:pt x="254890" y="716486"/>
                        <a:pt x="253652" y="717820"/>
                      </a:cubicBezTo>
                      <a:cubicBezTo>
                        <a:pt x="255747" y="717915"/>
                        <a:pt x="254985" y="718201"/>
                        <a:pt x="254604" y="720106"/>
                      </a:cubicBezTo>
                      <a:cubicBezTo>
                        <a:pt x="258128" y="717534"/>
                        <a:pt x="254604" y="717725"/>
                        <a:pt x="257747" y="715343"/>
                      </a:cubicBezTo>
                      <a:cubicBezTo>
                        <a:pt x="261938" y="718391"/>
                        <a:pt x="264320" y="718106"/>
                        <a:pt x="260510" y="724868"/>
                      </a:cubicBezTo>
                      <a:cubicBezTo>
                        <a:pt x="259938" y="724678"/>
                        <a:pt x="259652" y="723916"/>
                        <a:pt x="258605" y="724773"/>
                      </a:cubicBezTo>
                      <a:cubicBezTo>
                        <a:pt x="258700" y="725440"/>
                        <a:pt x="258223" y="726392"/>
                        <a:pt x="256795" y="727631"/>
                      </a:cubicBezTo>
                      <a:cubicBezTo>
                        <a:pt x="257938" y="729631"/>
                        <a:pt x="260414" y="728488"/>
                        <a:pt x="262605" y="728012"/>
                      </a:cubicBezTo>
                      <a:cubicBezTo>
                        <a:pt x="263367" y="735060"/>
                        <a:pt x="262986" y="745347"/>
                        <a:pt x="272035" y="748967"/>
                      </a:cubicBezTo>
                      <a:cubicBezTo>
                        <a:pt x="270320" y="750491"/>
                        <a:pt x="269939" y="749062"/>
                        <a:pt x="267939" y="751443"/>
                      </a:cubicBezTo>
                      <a:cubicBezTo>
                        <a:pt x="270225" y="752396"/>
                        <a:pt x="275464" y="750300"/>
                        <a:pt x="277369" y="746109"/>
                      </a:cubicBezTo>
                      <a:cubicBezTo>
                        <a:pt x="278607" y="746490"/>
                        <a:pt x="276607" y="748205"/>
                        <a:pt x="278321" y="748395"/>
                      </a:cubicBezTo>
                      <a:lnTo>
                        <a:pt x="283465" y="743823"/>
                      </a:lnTo>
                      <a:cubicBezTo>
                        <a:pt x="284703" y="745538"/>
                        <a:pt x="287180" y="744490"/>
                        <a:pt x="290228" y="742204"/>
                      </a:cubicBezTo>
                      <a:cubicBezTo>
                        <a:pt x="291180" y="740108"/>
                        <a:pt x="297181" y="736108"/>
                        <a:pt x="296800" y="734393"/>
                      </a:cubicBezTo>
                      <a:cubicBezTo>
                        <a:pt x="293276" y="735822"/>
                        <a:pt x="292704" y="735155"/>
                        <a:pt x="293085" y="732679"/>
                      </a:cubicBezTo>
                      <a:cubicBezTo>
                        <a:pt x="290704" y="734679"/>
                        <a:pt x="287275" y="738775"/>
                        <a:pt x="286894" y="736298"/>
                      </a:cubicBezTo>
                      <a:cubicBezTo>
                        <a:pt x="292513" y="733155"/>
                        <a:pt x="290228" y="733822"/>
                        <a:pt x="290037" y="731536"/>
                      </a:cubicBezTo>
                      <a:cubicBezTo>
                        <a:pt x="294133" y="728488"/>
                        <a:pt x="298038" y="728488"/>
                        <a:pt x="296228" y="732298"/>
                      </a:cubicBezTo>
                      <a:lnTo>
                        <a:pt x="299657" y="729250"/>
                      </a:lnTo>
                      <a:cubicBezTo>
                        <a:pt x="297371" y="727631"/>
                        <a:pt x="295943" y="727154"/>
                        <a:pt x="291561" y="728297"/>
                      </a:cubicBezTo>
                      <a:cubicBezTo>
                        <a:pt x="294038" y="726678"/>
                        <a:pt x="295466" y="726964"/>
                        <a:pt x="297562" y="726011"/>
                      </a:cubicBezTo>
                      <a:cubicBezTo>
                        <a:pt x="295847" y="721630"/>
                        <a:pt x="284513" y="715534"/>
                        <a:pt x="296514" y="706009"/>
                      </a:cubicBezTo>
                      <a:cubicBezTo>
                        <a:pt x="296705" y="703247"/>
                        <a:pt x="296800" y="700294"/>
                        <a:pt x="292990" y="700294"/>
                      </a:cubicBezTo>
                      <a:cubicBezTo>
                        <a:pt x="289942" y="702485"/>
                        <a:pt x="292228" y="702675"/>
                        <a:pt x="290704" y="704294"/>
                      </a:cubicBezTo>
                      <a:cubicBezTo>
                        <a:pt x="287370" y="704390"/>
                        <a:pt x="286798" y="702485"/>
                        <a:pt x="290323" y="698198"/>
                      </a:cubicBezTo>
                      <a:cubicBezTo>
                        <a:pt x="287180" y="701151"/>
                        <a:pt x="284798" y="699246"/>
                        <a:pt x="286894" y="696865"/>
                      </a:cubicBezTo>
                      <a:cubicBezTo>
                        <a:pt x="283560" y="699437"/>
                        <a:pt x="281655" y="698103"/>
                        <a:pt x="283465" y="695531"/>
                      </a:cubicBezTo>
                      <a:cubicBezTo>
                        <a:pt x="283941" y="695627"/>
                        <a:pt x="284608" y="695246"/>
                        <a:pt x="285465" y="694293"/>
                      </a:cubicBezTo>
                      <a:cubicBezTo>
                        <a:pt x="286132" y="694579"/>
                        <a:pt x="286513" y="695627"/>
                        <a:pt x="287751" y="694674"/>
                      </a:cubicBezTo>
                      <a:cubicBezTo>
                        <a:pt x="287370" y="693055"/>
                        <a:pt x="287751" y="692388"/>
                        <a:pt x="288799" y="691150"/>
                      </a:cubicBezTo>
                      <a:cubicBezTo>
                        <a:pt x="286894" y="691626"/>
                        <a:pt x="287656" y="690102"/>
                        <a:pt x="284417" y="692007"/>
                      </a:cubicBezTo>
                      <a:cubicBezTo>
                        <a:pt x="284608" y="692960"/>
                        <a:pt x="288418" y="690959"/>
                        <a:pt x="286227" y="693531"/>
                      </a:cubicBezTo>
                      <a:cubicBezTo>
                        <a:pt x="283941" y="694579"/>
                        <a:pt x="281369" y="696293"/>
                        <a:pt x="279845" y="695627"/>
                      </a:cubicBezTo>
                      <a:cubicBezTo>
                        <a:pt x="284036" y="688292"/>
                        <a:pt x="287370" y="687530"/>
                        <a:pt x="293656" y="689340"/>
                      </a:cubicBezTo>
                      <a:cubicBezTo>
                        <a:pt x="292133" y="692198"/>
                        <a:pt x="291466" y="693722"/>
                        <a:pt x="294133" y="694103"/>
                      </a:cubicBezTo>
                      <a:cubicBezTo>
                        <a:pt x="296705" y="692579"/>
                        <a:pt x="296514" y="690007"/>
                        <a:pt x="298324" y="690293"/>
                      </a:cubicBezTo>
                      <a:cubicBezTo>
                        <a:pt x="299657" y="691055"/>
                        <a:pt x="296514" y="694198"/>
                        <a:pt x="299753" y="692864"/>
                      </a:cubicBezTo>
                      <a:cubicBezTo>
                        <a:pt x="303467" y="690388"/>
                        <a:pt x="298229" y="691340"/>
                        <a:pt x="302038" y="688864"/>
                      </a:cubicBezTo>
                      <a:cubicBezTo>
                        <a:pt x="307182" y="686578"/>
                        <a:pt x="304801" y="690959"/>
                        <a:pt x="308992" y="690197"/>
                      </a:cubicBezTo>
                      <a:cubicBezTo>
                        <a:pt x="308039" y="691150"/>
                        <a:pt x="306515" y="692293"/>
                        <a:pt x="306801" y="692769"/>
                      </a:cubicBezTo>
                      <a:cubicBezTo>
                        <a:pt x="311849" y="691721"/>
                        <a:pt x="311945" y="695341"/>
                        <a:pt x="316326" y="697627"/>
                      </a:cubicBezTo>
                      <a:cubicBezTo>
                        <a:pt x="313278" y="699818"/>
                        <a:pt x="316421" y="699627"/>
                        <a:pt x="314040" y="701627"/>
                      </a:cubicBezTo>
                      <a:cubicBezTo>
                        <a:pt x="318326" y="701246"/>
                        <a:pt x="318517" y="705056"/>
                        <a:pt x="319946" y="705247"/>
                      </a:cubicBezTo>
                      <a:cubicBezTo>
                        <a:pt x="312611" y="706485"/>
                        <a:pt x="308611" y="702008"/>
                        <a:pt x="309659" y="696674"/>
                      </a:cubicBezTo>
                      <a:cubicBezTo>
                        <a:pt x="307182" y="700103"/>
                        <a:pt x="309468" y="701818"/>
                        <a:pt x="307468" y="705056"/>
                      </a:cubicBezTo>
                      <a:cubicBezTo>
                        <a:pt x="307944" y="706580"/>
                        <a:pt x="310516" y="703532"/>
                        <a:pt x="310992" y="705056"/>
                      </a:cubicBezTo>
                      <a:cubicBezTo>
                        <a:pt x="308706" y="708104"/>
                        <a:pt x="308325" y="710200"/>
                        <a:pt x="305087" y="710390"/>
                      </a:cubicBezTo>
                      <a:cubicBezTo>
                        <a:pt x="306515" y="711533"/>
                        <a:pt x="306515" y="712200"/>
                        <a:pt x="311373" y="709819"/>
                      </a:cubicBezTo>
                      <a:cubicBezTo>
                        <a:pt x="311468" y="708485"/>
                        <a:pt x="307658" y="711057"/>
                        <a:pt x="309944" y="708581"/>
                      </a:cubicBezTo>
                      <a:cubicBezTo>
                        <a:pt x="314230" y="705818"/>
                        <a:pt x="312040" y="711152"/>
                        <a:pt x="312706" y="712486"/>
                      </a:cubicBezTo>
                      <a:cubicBezTo>
                        <a:pt x="315278" y="710105"/>
                        <a:pt x="313183" y="709343"/>
                        <a:pt x="315088" y="707152"/>
                      </a:cubicBezTo>
                      <a:cubicBezTo>
                        <a:pt x="315850" y="709057"/>
                        <a:pt x="316231" y="708771"/>
                        <a:pt x="318326" y="709914"/>
                      </a:cubicBezTo>
                      <a:cubicBezTo>
                        <a:pt x="319850" y="708581"/>
                        <a:pt x="320898" y="707438"/>
                        <a:pt x="321374" y="706580"/>
                      </a:cubicBezTo>
                      <a:cubicBezTo>
                        <a:pt x="326232" y="706199"/>
                        <a:pt x="327089" y="711152"/>
                        <a:pt x="332138" y="708390"/>
                      </a:cubicBezTo>
                      <a:cubicBezTo>
                        <a:pt x="333757" y="706295"/>
                        <a:pt x="333090" y="705056"/>
                        <a:pt x="334614" y="703056"/>
                      </a:cubicBezTo>
                      <a:cubicBezTo>
                        <a:pt x="336805" y="704294"/>
                        <a:pt x="333376" y="711057"/>
                        <a:pt x="335281" y="712581"/>
                      </a:cubicBezTo>
                      <a:cubicBezTo>
                        <a:pt x="333471" y="713343"/>
                        <a:pt x="332709" y="711629"/>
                        <a:pt x="331566" y="710867"/>
                      </a:cubicBezTo>
                      <a:cubicBezTo>
                        <a:pt x="327946" y="716010"/>
                        <a:pt x="332519" y="714200"/>
                        <a:pt x="334805" y="713724"/>
                      </a:cubicBezTo>
                      <a:cubicBezTo>
                        <a:pt x="334043" y="715534"/>
                        <a:pt x="330233" y="718677"/>
                        <a:pt x="332138" y="717344"/>
                      </a:cubicBezTo>
                      <a:cubicBezTo>
                        <a:pt x="333566" y="718391"/>
                        <a:pt x="334138" y="714200"/>
                        <a:pt x="335090" y="715343"/>
                      </a:cubicBezTo>
                      <a:lnTo>
                        <a:pt x="335852" y="716010"/>
                      </a:lnTo>
                      <a:cubicBezTo>
                        <a:pt x="334519" y="716486"/>
                        <a:pt x="331756" y="719344"/>
                        <a:pt x="331090" y="720868"/>
                      </a:cubicBezTo>
                      <a:cubicBezTo>
                        <a:pt x="332900" y="719439"/>
                        <a:pt x="333757" y="720201"/>
                        <a:pt x="335567" y="718772"/>
                      </a:cubicBezTo>
                      <a:cubicBezTo>
                        <a:pt x="334519" y="718106"/>
                        <a:pt x="332804" y="719249"/>
                        <a:pt x="334995" y="716772"/>
                      </a:cubicBezTo>
                      <a:cubicBezTo>
                        <a:pt x="337757" y="717058"/>
                        <a:pt x="336710" y="719344"/>
                        <a:pt x="340710" y="718677"/>
                      </a:cubicBezTo>
                      <a:cubicBezTo>
                        <a:pt x="337471" y="721249"/>
                        <a:pt x="336519" y="725154"/>
                        <a:pt x="339853" y="723916"/>
                      </a:cubicBezTo>
                      <a:cubicBezTo>
                        <a:pt x="338805" y="723249"/>
                        <a:pt x="337948" y="722582"/>
                        <a:pt x="339758" y="720868"/>
                      </a:cubicBezTo>
                      <a:cubicBezTo>
                        <a:pt x="340424" y="722773"/>
                        <a:pt x="345377" y="721820"/>
                        <a:pt x="348806" y="721154"/>
                      </a:cubicBezTo>
                      <a:cubicBezTo>
                        <a:pt x="352140" y="718487"/>
                        <a:pt x="351950" y="717058"/>
                        <a:pt x="352521" y="715343"/>
                      </a:cubicBezTo>
                      <a:cubicBezTo>
                        <a:pt x="349663" y="717534"/>
                        <a:pt x="351569" y="718391"/>
                        <a:pt x="348616" y="719439"/>
                      </a:cubicBezTo>
                      <a:cubicBezTo>
                        <a:pt x="347854" y="716867"/>
                        <a:pt x="347949" y="714867"/>
                        <a:pt x="342996" y="716105"/>
                      </a:cubicBezTo>
                      <a:cubicBezTo>
                        <a:pt x="343853" y="713629"/>
                        <a:pt x="351092" y="708200"/>
                        <a:pt x="349187" y="708009"/>
                      </a:cubicBezTo>
                      <a:cubicBezTo>
                        <a:pt x="350140" y="708485"/>
                        <a:pt x="352997" y="704771"/>
                        <a:pt x="354236" y="704866"/>
                      </a:cubicBezTo>
                      <a:cubicBezTo>
                        <a:pt x="352712" y="704199"/>
                        <a:pt x="355093" y="701818"/>
                        <a:pt x="356903" y="701246"/>
                      </a:cubicBezTo>
                      <a:cubicBezTo>
                        <a:pt x="354807" y="701151"/>
                        <a:pt x="356236" y="700199"/>
                        <a:pt x="354236" y="700389"/>
                      </a:cubicBezTo>
                      <a:cubicBezTo>
                        <a:pt x="357284" y="696579"/>
                        <a:pt x="360141" y="692864"/>
                        <a:pt x="359855" y="690293"/>
                      </a:cubicBezTo>
                      <a:cubicBezTo>
                        <a:pt x="357664" y="692198"/>
                        <a:pt x="356617" y="695912"/>
                        <a:pt x="354617" y="696198"/>
                      </a:cubicBezTo>
                      <a:cubicBezTo>
                        <a:pt x="353664" y="695341"/>
                        <a:pt x="356521" y="693150"/>
                        <a:pt x="355283" y="692388"/>
                      </a:cubicBezTo>
                      <a:cubicBezTo>
                        <a:pt x="350330" y="695912"/>
                        <a:pt x="354712" y="700103"/>
                        <a:pt x="350045" y="702770"/>
                      </a:cubicBezTo>
                      <a:cubicBezTo>
                        <a:pt x="348902" y="701723"/>
                        <a:pt x="351092" y="699437"/>
                        <a:pt x="348806" y="698770"/>
                      </a:cubicBezTo>
                      <a:cubicBezTo>
                        <a:pt x="352616" y="695912"/>
                        <a:pt x="350426" y="693722"/>
                        <a:pt x="352712" y="690197"/>
                      </a:cubicBezTo>
                      <a:cubicBezTo>
                        <a:pt x="353855" y="690293"/>
                        <a:pt x="351759" y="693722"/>
                        <a:pt x="354521" y="691817"/>
                      </a:cubicBezTo>
                      <a:cubicBezTo>
                        <a:pt x="354617" y="689340"/>
                        <a:pt x="356712" y="691245"/>
                        <a:pt x="357855" y="690197"/>
                      </a:cubicBezTo>
                      <a:cubicBezTo>
                        <a:pt x="358427" y="689721"/>
                        <a:pt x="359855" y="686959"/>
                        <a:pt x="360903" y="686864"/>
                      </a:cubicBezTo>
                      <a:cubicBezTo>
                        <a:pt x="362903" y="689721"/>
                        <a:pt x="369476" y="689721"/>
                        <a:pt x="373762" y="688959"/>
                      </a:cubicBezTo>
                      <a:cubicBezTo>
                        <a:pt x="373286" y="686864"/>
                        <a:pt x="363856" y="688197"/>
                        <a:pt x="365380" y="684768"/>
                      </a:cubicBezTo>
                      <a:cubicBezTo>
                        <a:pt x="364904" y="684387"/>
                        <a:pt x="371857" y="678863"/>
                        <a:pt x="372238" y="678672"/>
                      </a:cubicBezTo>
                      <a:cubicBezTo>
                        <a:pt x="368047" y="680768"/>
                        <a:pt x="373095" y="675719"/>
                        <a:pt x="371762" y="675243"/>
                      </a:cubicBezTo>
                      <a:cubicBezTo>
                        <a:pt x="370428" y="676386"/>
                        <a:pt x="368904" y="677910"/>
                        <a:pt x="368428" y="676862"/>
                      </a:cubicBezTo>
                      <a:lnTo>
                        <a:pt x="371857" y="673814"/>
                      </a:lnTo>
                      <a:cubicBezTo>
                        <a:pt x="375095" y="674481"/>
                        <a:pt x="375571" y="677339"/>
                        <a:pt x="377477" y="677243"/>
                      </a:cubicBezTo>
                      <a:cubicBezTo>
                        <a:pt x="377286" y="676767"/>
                        <a:pt x="377858" y="675910"/>
                        <a:pt x="378429" y="675053"/>
                      </a:cubicBezTo>
                      <a:cubicBezTo>
                        <a:pt x="380429" y="675243"/>
                        <a:pt x="378143" y="677434"/>
                        <a:pt x="382334" y="675434"/>
                      </a:cubicBezTo>
                      <a:cubicBezTo>
                        <a:pt x="375000" y="683149"/>
                        <a:pt x="384239" y="682196"/>
                        <a:pt x="380429" y="688769"/>
                      </a:cubicBezTo>
                      <a:cubicBezTo>
                        <a:pt x="378334" y="687816"/>
                        <a:pt x="375095" y="691626"/>
                        <a:pt x="376714" y="690102"/>
                      </a:cubicBezTo>
                      <a:cubicBezTo>
                        <a:pt x="378905" y="689054"/>
                        <a:pt x="379763" y="692293"/>
                        <a:pt x="376714" y="694579"/>
                      </a:cubicBezTo>
                      <a:cubicBezTo>
                        <a:pt x="374143" y="694293"/>
                        <a:pt x="378334" y="691626"/>
                        <a:pt x="377477" y="690674"/>
                      </a:cubicBezTo>
                      <a:cubicBezTo>
                        <a:pt x="373952" y="693817"/>
                        <a:pt x="374143" y="695627"/>
                        <a:pt x="376238" y="695627"/>
                      </a:cubicBezTo>
                      <a:cubicBezTo>
                        <a:pt x="379191" y="692579"/>
                        <a:pt x="380810" y="692293"/>
                        <a:pt x="381953" y="693150"/>
                      </a:cubicBezTo>
                      <a:cubicBezTo>
                        <a:pt x="379191" y="695436"/>
                        <a:pt x="380048" y="696484"/>
                        <a:pt x="376714" y="699056"/>
                      </a:cubicBezTo>
                      <a:cubicBezTo>
                        <a:pt x="380144" y="700961"/>
                        <a:pt x="375953" y="702866"/>
                        <a:pt x="375857" y="704294"/>
                      </a:cubicBezTo>
                      <a:cubicBezTo>
                        <a:pt x="376810" y="706390"/>
                        <a:pt x="377572" y="701913"/>
                        <a:pt x="379191" y="702675"/>
                      </a:cubicBezTo>
                      <a:cubicBezTo>
                        <a:pt x="381668" y="705056"/>
                        <a:pt x="377381" y="710771"/>
                        <a:pt x="380810" y="711533"/>
                      </a:cubicBezTo>
                      <a:cubicBezTo>
                        <a:pt x="379381" y="712867"/>
                        <a:pt x="378048" y="713819"/>
                        <a:pt x="377000" y="714200"/>
                      </a:cubicBezTo>
                      <a:cubicBezTo>
                        <a:pt x="378810" y="714962"/>
                        <a:pt x="376238" y="719439"/>
                        <a:pt x="374905" y="719820"/>
                      </a:cubicBezTo>
                      <a:cubicBezTo>
                        <a:pt x="372809" y="720011"/>
                        <a:pt x="378048" y="715534"/>
                        <a:pt x="374333" y="717820"/>
                      </a:cubicBezTo>
                      <a:cubicBezTo>
                        <a:pt x="374429" y="718487"/>
                        <a:pt x="373952" y="719439"/>
                        <a:pt x="372523" y="720677"/>
                      </a:cubicBezTo>
                      <a:cubicBezTo>
                        <a:pt x="375095" y="720487"/>
                        <a:pt x="375095" y="721535"/>
                        <a:pt x="373000" y="724011"/>
                      </a:cubicBezTo>
                      <a:cubicBezTo>
                        <a:pt x="375857" y="722487"/>
                        <a:pt x="376524" y="726869"/>
                        <a:pt x="375667" y="729345"/>
                      </a:cubicBezTo>
                      <a:cubicBezTo>
                        <a:pt x="372714" y="732012"/>
                        <a:pt x="372047" y="729631"/>
                        <a:pt x="369476" y="731536"/>
                      </a:cubicBezTo>
                      <a:cubicBezTo>
                        <a:pt x="370428" y="732107"/>
                        <a:pt x="369952" y="733155"/>
                        <a:pt x="367952" y="734679"/>
                      </a:cubicBezTo>
                      <a:cubicBezTo>
                        <a:pt x="367380" y="734393"/>
                        <a:pt x="367094" y="733631"/>
                        <a:pt x="365951" y="734489"/>
                      </a:cubicBezTo>
                      <a:cubicBezTo>
                        <a:pt x="366713" y="735346"/>
                        <a:pt x="367571" y="736108"/>
                        <a:pt x="368999" y="735632"/>
                      </a:cubicBezTo>
                      <a:cubicBezTo>
                        <a:pt x="374905" y="728202"/>
                        <a:pt x="376714" y="733060"/>
                        <a:pt x="380525" y="730679"/>
                      </a:cubicBezTo>
                      <a:cubicBezTo>
                        <a:pt x="379858" y="733060"/>
                        <a:pt x="380525" y="733346"/>
                        <a:pt x="382620" y="733917"/>
                      </a:cubicBezTo>
                      <a:cubicBezTo>
                        <a:pt x="384716" y="731155"/>
                        <a:pt x="386906" y="730202"/>
                        <a:pt x="388906" y="730393"/>
                      </a:cubicBezTo>
                      <a:cubicBezTo>
                        <a:pt x="394907" y="724964"/>
                        <a:pt x="401289" y="720487"/>
                        <a:pt x="402337" y="722582"/>
                      </a:cubicBezTo>
                      <a:cubicBezTo>
                        <a:pt x="402051" y="722106"/>
                        <a:pt x="403289" y="721058"/>
                        <a:pt x="404528" y="720011"/>
                      </a:cubicBezTo>
                      <a:cubicBezTo>
                        <a:pt x="403861" y="719439"/>
                        <a:pt x="400051" y="720201"/>
                        <a:pt x="401956" y="717820"/>
                      </a:cubicBezTo>
                      <a:cubicBezTo>
                        <a:pt x="404242" y="717058"/>
                        <a:pt x="402146" y="718868"/>
                        <a:pt x="403766" y="719439"/>
                      </a:cubicBezTo>
                      <a:cubicBezTo>
                        <a:pt x="406147" y="716582"/>
                        <a:pt x="405671" y="719915"/>
                        <a:pt x="407956" y="717058"/>
                      </a:cubicBezTo>
                      <a:cubicBezTo>
                        <a:pt x="406909" y="715915"/>
                        <a:pt x="406337" y="714581"/>
                        <a:pt x="409195" y="712105"/>
                      </a:cubicBezTo>
                      <a:cubicBezTo>
                        <a:pt x="405671" y="711248"/>
                        <a:pt x="402146" y="713248"/>
                        <a:pt x="400527" y="710581"/>
                      </a:cubicBezTo>
                      <a:cubicBezTo>
                        <a:pt x="401384" y="709819"/>
                        <a:pt x="401861" y="709914"/>
                        <a:pt x="402622" y="709438"/>
                      </a:cubicBezTo>
                      <a:cubicBezTo>
                        <a:pt x="400051" y="708676"/>
                        <a:pt x="399098" y="706104"/>
                        <a:pt x="393669" y="707628"/>
                      </a:cubicBezTo>
                      <a:cubicBezTo>
                        <a:pt x="394526" y="706866"/>
                        <a:pt x="394431" y="706485"/>
                        <a:pt x="395003" y="705818"/>
                      </a:cubicBezTo>
                      <a:cubicBezTo>
                        <a:pt x="400051" y="702580"/>
                        <a:pt x="397384" y="705533"/>
                        <a:pt x="401670" y="702580"/>
                      </a:cubicBezTo>
                      <a:cubicBezTo>
                        <a:pt x="399289" y="706390"/>
                        <a:pt x="404528" y="702104"/>
                        <a:pt x="400908" y="706390"/>
                      </a:cubicBezTo>
                      <a:cubicBezTo>
                        <a:pt x="402622" y="705056"/>
                        <a:pt x="402718" y="706961"/>
                        <a:pt x="404623" y="705152"/>
                      </a:cubicBezTo>
                      <a:cubicBezTo>
                        <a:pt x="404813" y="703818"/>
                        <a:pt x="404146" y="702104"/>
                        <a:pt x="406909" y="701246"/>
                      </a:cubicBezTo>
                      <a:cubicBezTo>
                        <a:pt x="405575" y="699722"/>
                        <a:pt x="402718" y="700865"/>
                        <a:pt x="404813" y="697913"/>
                      </a:cubicBezTo>
                      <a:cubicBezTo>
                        <a:pt x="405289" y="699532"/>
                        <a:pt x="407004" y="698484"/>
                        <a:pt x="408433" y="698008"/>
                      </a:cubicBezTo>
                      <a:cubicBezTo>
                        <a:pt x="406623" y="700294"/>
                        <a:pt x="408528" y="701723"/>
                        <a:pt x="409195" y="698675"/>
                      </a:cubicBezTo>
                      <a:cubicBezTo>
                        <a:pt x="409957" y="700675"/>
                        <a:pt x="410719" y="701246"/>
                        <a:pt x="412147" y="701246"/>
                      </a:cubicBezTo>
                      <a:cubicBezTo>
                        <a:pt x="411386" y="701056"/>
                        <a:pt x="413386" y="698008"/>
                        <a:pt x="414338" y="698675"/>
                      </a:cubicBezTo>
                      <a:cubicBezTo>
                        <a:pt x="415291" y="699818"/>
                        <a:pt x="412338" y="702389"/>
                        <a:pt x="411862" y="704009"/>
                      </a:cubicBezTo>
                      <a:cubicBezTo>
                        <a:pt x="414053" y="703342"/>
                        <a:pt x="414053" y="701246"/>
                        <a:pt x="416053" y="701627"/>
                      </a:cubicBezTo>
                      <a:cubicBezTo>
                        <a:pt x="412529" y="702770"/>
                        <a:pt x="415386" y="703818"/>
                        <a:pt x="416148" y="704771"/>
                      </a:cubicBezTo>
                      <a:cubicBezTo>
                        <a:pt x="419768" y="701151"/>
                        <a:pt x="418720" y="703628"/>
                        <a:pt x="419387" y="704580"/>
                      </a:cubicBezTo>
                      <a:cubicBezTo>
                        <a:pt x="425959" y="700008"/>
                        <a:pt x="435198" y="693817"/>
                        <a:pt x="440722" y="693245"/>
                      </a:cubicBezTo>
                      <a:cubicBezTo>
                        <a:pt x="440818" y="694769"/>
                        <a:pt x="441294" y="694198"/>
                        <a:pt x="442151" y="695912"/>
                      </a:cubicBezTo>
                      <a:cubicBezTo>
                        <a:pt x="443294" y="696008"/>
                        <a:pt x="446247" y="692388"/>
                        <a:pt x="447200" y="692864"/>
                      </a:cubicBezTo>
                      <a:cubicBezTo>
                        <a:pt x="445009" y="694674"/>
                        <a:pt x="443771" y="696103"/>
                        <a:pt x="443580" y="697246"/>
                      </a:cubicBezTo>
                      <a:cubicBezTo>
                        <a:pt x="444628" y="697246"/>
                        <a:pt x="447009" y="694388"/>
                        <a:pt x="447771" y="694960"/>
                      </a:cubicBezTo>
                      <a:cubicBezTo>
                        <a:pt x="446533" y="698484"/>
                        <a:pt x="441580" y="700389"/>
                        <a:pt x="441770" y="703342"/>
                      </a:cubicBezTo>
                      <a:cubicBezTo>
                        <a:pt x="443961" y="701723"/>
                        <a:pt x="443009" y="701151"/>
                        <a:pt x="445771" y="699341"/>
                      </a:cubicBezTo>
                      <a:cubicBezTo>
                        <a:pt x="447200" y="702199"/>
                        <a:pt x="449962" y="702104"/>
                        <a:pt x="449486" y="705818"/>
                      </a:cubicBezTo>
                      <a:cubicBezTo>
                        <a:pt x="444628" y="709247"/>
                        <a:pt x="445390" y="710771"/>
                        <a:pt x="445199" y="712676"/>
                      </a:cubicBezTo>
                      <a:cubicBezTo>
                        <a:pt x="438437" y="717248"/>
                        <a:pt x="442151" y="713629"/>
                        <a:pt x="438627" y="718963"/>
                      </a:cubicBezTo>
                      <a:cubicBezTo>
                        <a:pt x="437960" y="718582"/>
                        <a:pt x="437579" y="717439"/>
                        <a:pt x="436341" y="718391"/>
                      </a:cubicBezTo>
                      <a:cubicBezTo>
                        <a:pt x="436436" y="719725"/>
                        <a:pt x="435484" y="721344"/>
                        <a:pt x="432245" y="723821"/>
                      </a:cubicBezTo>
                      <a:cubicBezTo>
                        <a:pt x="431579" y="723440"/>
                        <a:pt x="431197" y="722297"/>
                        <a:pt x="429959" y="723249"/>
                      </a:cubicBezTo>
                      <a:cubicBezTo>
                        <a:pt x="432055" y="724678"/>
                        <a:pt x="423196" y="729726"/>
                        <a:pt x="425197" y="731155"/>
                      </a:cubicBezTo>
                      <a:cubicBezTo>
                        <a:pt x="427673" y="727821"/>
                        <a:pt x="433960" y="724583"/>
                        <a:pt x="438341" y="723154"/>
                      </a:cubicBezTo>
                      <a:cubicBezTo>
                        <a:pt x="438055" y="722678"/>
                        <a:pt x="437198" y="722392"/>
                        <a:pt x="438151" y="721439"/>
                      </a:cubicBezTo>
                      <a:cubicBezTo>
                        <a:pt x="441199" y="722963"/>
                        <a:pt x="448057" y="716677"/>
                        <a:pt x="450152" y="720201"/>
                      </a:cubicBezTo>
                      <a:cubicBezTo>
                        <a:pt x="450152" y="721154"/>
                        <a:pt x="446819" y="723059"/>
                        <a:pt x="447390" y="723821"/>
                      </a:cubicBezTo>
                      <a:cubicBezTo>
                        <a:pt x="452724" y="720296"/>
                        <a:pt x="456725" y="719534"/>
                        <a:pt x="460630" y="719058"/>
                      </a:cubicBezTo>
                      <a:cubicBezTo>
                        <a:pt x="460249" y="720868"/>
                        <a:pt x="458248" y="723154"/>
                        <a:pt x="457201" y="725154"/>
                      </a:cubicBezTo>
                      <a:cubicBezTo>
                        <a:pt x="456344" y="725154"/>
                        <a:pt x="455486" y="725154"/>
                        <a:pt x="454343" y="725630"/>
                      </a:cubicBezTo>
                      <a:cubicBezTo>
                        <a:pt x="457201" y="726678"/>
                        <a:pt x="453867" y="730679"/>
                        <a:pt x="450533" y="731345"/>
                      </a:cubicBezTo>
                      <a:cubicBezTo>
                        <a:pt x="451771" y="733060"/>
                        <a:pt x="454915" y="730964"/>
                        <a:pt x="456439" y="732107"/>
                      </a:cubicBezTo>
                      <a:cubicBezTo>
                        <a:pt x="453296" y="734203"/>
                        <a:pt x="455581" y="734489"/>
                        <a:pt x="454058" y="736013"/>
                      </a:cubicBezTo>
                      <a:cubicBezTo>
                        <a:pt x="449200" y="738965"/>
                        <a:pt x="450152" y="734679"/>
                        <a:pt x="448152" y="735251"/>
                      </a:cubicBezTo>
                      <a:cubicBezTo>
                        <a:pt x="443675" y="740870"/>
                        <a:pt x="441104" y="733346"/>
                        <a:pt x="436627" y="735441"/>
                      </a:cubicBezTo>
                      <a:cubicBezTo>
                        <a:pt x="430245" y="741632"/>
                        <a:pt x="439484" y="737060"/>
                        <a:pt x="441008" y="739442"/>
                      </a:cubicBezTo>
                      <a:cubicBezTo>
                        <a:pt x="441389" y="740585"/>
                        <a:pt x="439103" y="743633"/>
                        <a:pt x="436531" y="744490"/>
                      </a:cubicBezTo>
                      <a:cubicBezTo>
                        <a:pt x="440246" y="745252"/>
                        <a:pt x="444533" y="744776"/>
                        <a:pt x="442342" y="749729"/>
                      </a:cubicBezTo>
                      <a:cubicBezTo>
                        <a:pt x="444437" y="749538"/>
                        <a:pt x="444342" y="746966"/>
                        <a:pt x="446247" y="747157"/>
                      </a:cubicBezTo>
                      <a:cubicBezTo>
                        <a:pt x="446247" y="747919"/>
                        <a:pt x="446152" y="748681"/>
                        <a:pt x="445580" y="749633"/>
                      </a:cubicBezTo>
                      <a:cubicBezTo>
                        <a:pt x="445009" y="749062"/>
                        <a:pt x="443961" y="749348"/>
                        <a:pt x="442723" y="750110"/>
                      </a:cubicBezTo>
                      <a:cubicBezTo>
                        <a:pt x="443485" y="751253"/>
                        <a:pt x="443866" y="752777"/>
                        <a:pt x="440913" y="756110"/>
                      </a:cubicBezTo>
                      <a:cubicBezTo>
                        <a:pt x="442437" y="754491"/>
                        <a:pt x="445390" y="755253"/>
                        <a:pt x="443580" y="757063"/>
                      </a:cubicBezTo>
                      <a:cubicBezTo>
                        <a:pt x="443104" y="756587"/>
                        <a:pt x="441675" y="758015"/>
                        <a:pt x="441104" y="757825"/>
                      </a:cubicBezTo>
                      <a:cubicBezTo>
                        <a:pt x="439294" y="755729"/>
                        <a:pt x="437198" y="754491"/>
                        <a:pt x="432721" y="757825"/>
                      </a:cubicBezTo>
                      <a:cubicBezTo>
                        <a:pt x="429769" y="762778"/>
                        <a:pt x="426435" y="767921"/>
                        <a:pt x="425102" y="772303"/>
                      </a:cubicBezTo>
                      <a:cubicBezTo>
                        <a:pt x="423101" y="771065"/>
                        <a:pt x="424911" y="768683"/>
                        <a:pt x="426435" y="767445"/>
                      </a:cubicBezTo>
                      <a:cubicBezTo>
                        <a:pt x="423196" y="769350"/>
                        <a:pt x="426626" y="764302"/>
                        <a:pt x="422911" y="767255"/>
                      </a:cubicBezTo>
                      <a:cubicBezTo>
                        <a:pt x="421863" y="769636"/>
                        <a:pt x="422816" y="771446"/>
                        <a:pt x="419291" y="774684"/>
                      </a:cubicBezTo>
                      <a:cubicBezTo>
                        <a:pt x="416815" y="777351"/>
                        <a:pt x="416529" y="775351"/>
                        <a:pt x="414719" y="776589"/>
                      </a:cubicBezTo>
                      <a:cubicBezTo>
                        <a:pt x="414338" y="779637"/>
                        <a:pt x="413100" y="784400"/>
                        <a:pt x="408338" y="787543"/>
                      </a:cubicBezTo>
                      <a:cubicBezTo>
                        <a:pt x="408814" y="789067"/>
                        <a:pt x="411481" y="786209"/>
                        <a:pt x="411862" y="787733"/>
                      </a:cubicBezTo>
                      <a:cubicBezTo>
                        <a:pt x="409290" y="790686"/>
                        <a:pt x="405194" y="791448"/>
                        <a:pt x="404813" y="793544"/>
                      </a:cubicBezTo>
                      <a:cubicBezTo>
                        <a:pt x="407195" y="792686"/>
                        <a:pt x="410052" y="790686"/>
                        <a:pt x="411862" y="790781"/>
                      </a:cubicBezTo>
                      <a:cubicBezTo>
                        <a:pt x="410719" y="791924"/>
                        <a:pt x="411005" y="792496"/>
                        <a:pt x="409957" y="793639"/>
                      </a:cubicBezTo>
                      <a:cubicBezTo>
                        <a:pt x="407956" y="794877"/>
                        <a:pt x="408338" y="791258"/>
                        <a:pt x="405575" y="794210"/>
                      </a:cubicBezTo>
                      <a:cubicBezTo>
                        <a:pt x="405480" y="795734"/>
                        <a:pt x="404051" y="797639"/>
                        <a:pt x="405385" y="798687"/>
                      </a:cubicBezTo>
                      <a:cubicBezTo>
                        <a:pt x="407671" y="796401"/>
                        <a:pt x="408528" y="793829"/>
                        <a:pt x="411005" y="794687"/>
                      </a:cubicBezTo>
                      <a:cubicBezTo>
                        <a:pt x="410147" y="796592"/>
                        <a:pt x="408338" y="798782"/>
                        <a:pt x="407480" y="800687"/>
                      </a:cubicBezTo>
                      <a:cubicBezTo>
                        <a:pt x="411576" y="795734"/>
                        <a:pt x="416529" y="791924"/>
                        <a:pt x="421958" y="789353"/>
                      </a:cubicBezTo>
                      <a:cubicBezTo>
                        <a:pt x="420530" y="788686"/>
                        <a:pt x="424054" y="786305"/>
                        <a:pt x="425292" y="784781"/>
                      </a:cubicBezTo>
                      <a:cubicBezTo>
                        <a:pt x="426340" y="785066"/>
                        <a:pt x="426245" y="787733"/>
                        <a:pt x="428816" y="784971"/>
                      </a:cubicBezTo>
                      <a:cubicBezTo>
                        <a:pt x="428245" y="783161"/>
                        <a:pt x="427959" y="784019"/>
                        <a:pt x="429673" y="781161"/>
                      </a:cubicBezTo>
                      <a:cubicBezTo>
                        <a:pt x="425006" y="785543"/>
                        <a:pt x="417101" y="788019"/>
                        <a:pt x="420339" y="783352"/>
                      </a:cubicBezTo>
                      <a:cubicBezTo>
                        <a:pt x="421958" y="782971"/>
                        <a:pt x="424530" y="781352"/>
                        <a:pt x="425102" y="780018"/>
                      </a:cubicBezTo>
                      <a:cubicBezTo>
                        <a:pt x="424339" y="778875"/>
                        <a:pt x="420244" y="781733"/>
                        <a:pt x="423292" y="778399"/>
                      </a:cubicBezTo>
                      <a:cubicBezTo>
                        <a:pt x="425197" y="779828"/>
                        <a:pt x="425959" y="776018"/>
                        <a:pt x="426435" y="775160"/>
                      </a:cubicBezTo>
                      <a:lnTo>
                        <a:pt x="430817" y="771541"/>
                      </a:lnTo>
                      <a:cubicBezTo>
                        <a:pt x="431864" y="773065"/>
                        <a:pt x="436817" y="771922"/>
                        <a:pt x="435674" y="774398"/>
                      </a:cubicBezTo>
                      <a:cubicBezTo>
                        <a:pt x="433579" y="775922"/>
                        <a:pt x="433864" y="772493"/>
                        <a:pt x="431197" y="774970"/>
                      </a:cubicBezTo>
                      <a:cubicBezTo>
                        <a:pt x="430055" y="778113"/>
                        <a:pt x="433007" y="777161"/>
                        <a:pt x="431769" y="780113"/>
                      </a:cubicBezTo>
                      <a:cubicBezTo>
                        <a:pt x="432817" y="780209"/>
                        <a:pt x="434055" y="779828"/>
                        <a:pt x="435484" y="778875"/>
                      </a:cubicBezTo>
                      <a:cubicBezTo>
                        <a:pt x="436627" y="777446"/>
                        <a:pt x="435674" y="776780"/>
                        <a:pt x="437865" y="774970"/>
                      </a:cubicBezTo>
                      <a:cubicBezTo>
                        <a:pt x="438246" y="775446"/>
                        <a:pt x="437198" y="776303"/>
                        <a:pt x="438055" y="776684"/>
                      </a:cubicBezTo>
                      <a:lnTo>
                        <a:pt x="439865" y="775256"/>
                      </a:lnTo>
                      <a:cubicBezTo>
                        <a:pt x="440437" y="774589"/>
                        <a:pt x="441580" y="773827"/>
                        <a:pt x="441294" y="773446"/>
                      </a:cubicBezTo>
                      <a:cubicBezTo>
                        <a:pt x="438437" y="771922"/>
                        <a:pt x="436913" y="769445"/>
                        <a:pt x="439770" y="765921"/>
                      </a:cubicBezTo>
                      <a:cubicBezTo>
                        <a:pt x="438913" y="769350"/>
                        <a:pt x="440913" y="767064"/>
                        <a:pt x="443009" y="768874"/>
                      </a:cubicBezTo>
                      <a:lnTo>
                        <a:pt x="440342" y="771065"/>
                      </a:lnTo>
                      <a:cubicBezTo>
                        <a:pt x="442723" y="771065"/>
                        <a:pt x="441770" y="772017"/>
                        <a:pt x="442913" y="773351"/>
                      </a:cubicBezTo>
                      <a:cubicBezTo>
                        <a:pt x="444342" y="770303"/>
                        <a:pt x="443199" y="769731"/>
                        <a:pt x="447295" y="766588"/>
                      </a:cubicBezTo>
                      <a:cubicBezTo>
                        <a:pt x="443389" y="767540"/>
                        <a:pt x="442628" y="764492"/>
                        <a:pt x="441389" y="762683"/>
                      </a:cubicBezTo>
                      <a:cubicBezTo>
                        <a:pt x="442437" y="765350"/>
                        <a:pt x="448628" y="758015"/>
                        <a:pt x="448247" y="758206"/>
                      </a:cubicBezTo>
                      <a:cubicBezTo>
                        <a:pt x="445580" y="757634"/>
                        <a:pt x="439675" y="763730"/>
                        <a:pt x="441866" y="758492"/>
                      </a:cubicBezTo>
                      <a:cubicBezTo>
                        <a:pt x="443104" y="759063"/>
                        <a:pt x="445295" y="757920"/>
                        <a:pt x="448247" y="755063"/>
                      </a:cubicBezTo>
                      <a:cubicBezTo>
                        <a:pt x="446438" y="754491"/>
                        <a:pt x="448914" y="752491"/>
                        <a:pt x="449105" y="751253"/>
                      </a:cubicBezTo>
                      <a:cubicBezTo>
                        <a:pt x="450152" y="752015"/>
                        <a:pt x="451962" y="751062"/>
                        <a:pt x="453581" y="750681"/>
                      </a:cubicBezTo>
                      <a:cubicBezTo>
                        <a:pt x="454058" y="748014"/>
                        <a:pt x="457487" y="750395"/>
                        <a:pt x="458344" y="747347"/>
                      </a:cubicBezTo>
                      <a:cubicBezTo>
                        <a:pt x="455677" y="747633"/>
                        <a:pt x="455963" y="747252"/>
                        <a:pt x="454438" y="746871"/>
                      </a:cubicBezTo>
                      <a:cubicBezTo>
                        <a:pt x="458534" y="743537"/>
                        <a:pt x="457582" y="739442"/>
                        <a:pt x="462059" y="738584"/>
                      </a:cubicBezTo>
                      <a:cubicBezTo>
                        <a:pt x="461773" y="740585"/>
                        <a:pt x="463868" y="739727"/>
                        <a:pt x="464059" y="742013"/>
                      </a:cubicBezTo>
                      <a:cubicBezTo>
                        <a:pt x="466726" y="740299"/>
                        <a:pt x="465106" y="739918"/>
                        <a:pt x="466821" y="738394"/>
                      </a:cubicBezTo>
                      <a:cubicBezTo>
                        <a:pt x="469012" y="738584"/>
                        <a:pt x="470917" y="739346"/>
                        <a:pt x="473584" y="738489"/>
                      </a:cubicBezTo>
                      <a:cubicBezTo>
                        <a:pt x="473679" y="737632"/>
                        <a:pt x="478537" y="733060"/>
                        <a:pt x="478442" y="733822"/>
                      </a:cubicBezTo>
                      <a:cubicBezTo>
                        <a:pt x="474536" y="738394"/>
                        <a:pt x="481489" y="736870"/>
                        <a:pt x="481109" y="739251"/>
                      </a:cubicBezTo>
                      <a:cubicBezTo>
                        <a:pt x="480346" y="737822"/>
                        <a:pt x="484156" y="735441"/>
                        <a:pt x="485490" y="735632"/>
                      </a:cubicBezTo>
                      <a:cubicBezTo>
                        <a:pt x="484538" y="734679"/>
                        <a:pt x="482347" y="734203"/>
                        <a:pt x="486252" y="731822"/>
                      </a:cubicBezTo>
                      <a:cubicBezTo>
                        <a:pt x="485966" y="734298"/>
                        <a:pt x="488824" y="734679"/>
                        <a:pt x="491205" y="734774"/>
                      </a:cubicBezTo>
                      <a:cubicBezTo>
                        <a:pt x="489395" y="736870"/>
                        <a:pt x="488252" y="738680"/>
                        <a:pt x="484919" y="741251"/>
                      </a:cubicBezTo>
                      <a:cubicBezTo>
                        <a:pt x="485680" y="741728"/>
                        <a:pt x="486728" y="741918"/>
                        <a:pt x="488157" y="741156"/>
                      </a:cubicBezTo>
                      <a:cubicBezTo>
                        <a:pt x="487681" y="738775"/>
                        <a:pt x="492538" y="737632"/>
                        <a:pt x="495682" y="734298"/>
                      </a:cubicBezTo>
                      <a:cubicBezTo>
                        <a:pt x="496825" y="735632"/>
                        <a:pt x="499873" y="732965"/>
                        <a:pt x="501397" y="733441"/>
                      </a:cubicBezTo>
                      <a:cubicBezTo>
                        <a:pt x="497111" y="736870"/>
                        <a:pt x="495205" y="740489"/>
                        <a:pt x="491681" y="741442"/>
                      </a:cubicBezTo>
                      <a:cubicBezTo>
                        <a:pt x="492729" y="742871"/>
                        <a:pt x="492062" y="744204"/>
                        <a:pt x="494634" y="744109"/>
                      </a:cubicBezTo>
                      <a:cubicBezTo>
                        <a:pt x="490062" y="748490"/>
                        <a:pt x="487395" y="752396"/>
                        <a:pt x="487014" y="755444"/>
                      </a:cubicBezTo>
                      <a:cubicBezTo>
                        <a:pt x="489300" y="754777"/>
                        <a:pt x="489205" y="752777"/>
                        <a:pt x="491300" y="753253"/>
                      </a:cubicBezTo>
                      <a:cubicBezTo>
                        <a:pt x="489871" y="755063"/>
                        <a:pt x="491491" y="755825"/>
                        <a:pt x="488347" y="758206"/>
                      </a:cubicBezTo>
                      <a:cubicBezTo>
                        <a:pt x="486347" y="758206"/>
                        <a:pt x="489491" y="754586"/>
                        <a:pt x="485966" y="757634"/>
                      </a:cubicBezTo>
                      <a:cubicBezTo>
                        <a:pt x="487395" y="760111"/>
                        <a:pt x="485300" y="763064"/>
                        <a:pt x="485585" y="764873"/>
                      </a:cubicBezTo>
                      <a:cubicBezTo>
                        <a:pt x="482918" y="764873"/>
                        <a:pt x="474631" y="767350"/>
                        <a:pt x="477775" y="762397"/>
                      </a:cubicBezTo>
                      <a:cubicBezTo>
                        <a:pt x="479585" y="760968"/>
                        <a:pt x="479870" y="762397"/>
                        <a:pt x="482061" y="760206"/>
                      </a:cubicBezTo>
                      <a:cubicBezTo>
                        <a:pt x="481966" y="758301"/>
                        <a:pt x="479870" y="759158"/>
                        <a:pt x="480061" y="756777"/>
                      </a:cubicBezTo>
                      <a:cubicBezTo>
                        <a:pt x="478727" y="757349"/>
                        <a:pt x="477203" y="758301"/>
                        <a:pt x="475298" y="760111"/>
                      </a:cubicBezTo>
                      <a:cubicBezTo>
                        <a:pt x="475584" y="760587"/>
                        <a:pt x="476537" y="760873"/>
                        <a:pt x="475489" y="761825"/>
                      </a:cubicBezTo>
                      <a:cubicBezTo>
                        <a:pt x="471584" y="765064"/>
                        <a:pt x="469869" y="763921"/>
                        <a:pt x="468155" y="762778"/>
                      </a:cubicBezTo>
                      <a:cubicBezTo>
                        <a:pt x="467297" y="766874"/>
                        <a:pt x="460249" y="772398"/>
                        <a:pt x="455486" y="775637"/>
                      </a:cubicBezTo>
                      <a:cubicBezTo>
                        <a:pt x="455772" y="776875"/>
                        <a:pt x="455867" y="778208"/>
                        <a:pt x="457487" y="778970"/>
                      </a:cubicBezTo>
                      <a:cubicBezTo>
                        <a:pt x="452819" y="780494"/>
                        <a:pt x="456725" y="781447"/>
                        <a:pt x="455391" y="783161"/>
                      </a:cubicBezTo>
                      <a:cubicBezTo>
                        <a:pt x="452534" y="783447"/>
                        <a:pt x="452629" y="784590"/>
                        <a:pt x="452248" y="786400"/>
                      </a:cubicBezTo>
                      <a:cubicBezTo>
                        <a:pt x="449962" y="788210"/>
                        <a:pt x="449581" y="786114"/>
                        <a:pt x="447295" y="788019"/>
                      </a:cubicBezTo>
                      <a:cubicBezTo>
                        <a:pt x="446533" y="789734"/>
                        <a:pt x="447295" y="790972"/>
                        <a:pt x="445961" y="792877"/>
                      </a:cubicBezTo>
                      <a:cubicBezTo>
                        <a:pt x="450057" y="789067"/>
                        <a:pt x="450343" y="788781"/>
                        <a:pt x="454248" y="786686"/>
                      </a:cubicBezTo>
                      <a:cubicBezTo>
                        <a:pt x="453581" y="784971"/>
                        <a:pt x="459392" y="780971"/>
                        <a:pt x="457772" y="780685"/>
                      </a:cubicBezTo>
                      <a:cubicBezTo>
                        <a:pt x="460058" y="778589"/>
                        <a:pt x="459963" y="781256"/>
                        <a:pt x="461868" y="779828"/>
                      </a:cubicBezTo>
                      <a:cubicBezTo>
                        <a:pt x="461773" y="778970"/>
                        <a:pt x="462249" y="777923"/>
                        <a:pt x="462154" y="777065"/>
                      </a:cubicBezTo>
                      <a:cubicBezTo>
                        <a:pt x="460820" y="778113"/>
                        <a:pt x="459011" y="779828"/>
                        <a:pt x="458248" y="779637"/>
                      </a:cubicBezTo>
                      <a:cubicBezTo>
                        <a:pt x="460249" y="776589"/>
                        <a:pt x="461868" y="773732"/>
                        <a:pt x="464916" y="770398"/>
                      </a:cubicBezTo>
                      <a:cubicBezTo>
                        <a:pt x="468440" y="771827"/>
                        <a:pt x="461773" y="776399"/>
                        <a:pt x="464821" y="777923"/>
                      </a:cubicBezTo>
                      <a:cubicBezTo>
                        <a:pt x="462630" y="778589"/>
                        <a:pt x="462439" y="780209"/>
                        <a:pt x="460725" y="781828"/>
                      </a:cubicBezTo>
                      <a:cubicBezTo>
                        <a:pt x="461296" y="783447"/>
                        <a:pt x="464821" y="779351"/>
                        <a:pt x="465202" y="781352"/>
                      </a:cubicBezTo>
                      <a:cubicBezTo>
                        <a:pt x="465488" y="782971"/>
                        <a:pt x="462059" y="784114"/>
                        <a:pt x="462344" y="784876"/>
                      </a:cubicBezTo>
                      <a:cubicBezTo>
                        <a:pt x="465011" y="784114"/>
                        <a:pt x="464916" y="782209"/>
                        <a:pt x="467107" y="781637"/>
                      </a:cubicBezTo>
                      <a:cubicBezTo>
                        <a:pt x="465583" y="780971"/>
                        <a:pt x="466250" y="779542"/>
                        <a:pt x="469202" y="777446"/>
                      </a:cubicBezTo>
                      <a:cubicBezTo>
                        <a:pt x="471869" y="778113"/>
                        <a:pt x="464821" y="785924"/>
                        <a:pt x="471393" y="782495"/>
                      </a:cubicBezTo>
                      <a:lnTo>
                        <a:pt x="469583" y="780780"/>
                      </a:lnTo>
                      <a:cubicBezTo>
                        <a:pt x="472536" y="778685"/>
                        <a:pt x="472346" y="777065"/>
                        <a:pt x="474346" y="777542"/>
                      </a:cubicBezTo>
                      <a:cubicBezTo>
                        <a:pt x="471393" y="781161"/>
                        <a:pt x="477489" y="776970"/>
                        <a:pt x="479108" y="777446"/>
                      </a:cubicBezTo>
                      <a:cubicBezTo>
                        <a:pt x="481013" y="774208"/>
                        <a:pt x="479775" y="774684"/>
                        <a:pt x="482252" y="771160"/>
                      </a:cubicBezTo>
                      <a:cubicBezTo>
                        <a:pt x="482633" y="772589"/>
                        <a:pt x="486157" y="767540"/>
                        <a:pt x="486538" y="768969"/>
                      </a:cubicBezTo>
                      <a:cubicBezTo>
                        <a:pt x="486728" y="769826"/>
                        <a:pt x="480442" y="774970"/>
                        <a:pt x="484442" y="773160"/>
                      </a:cubicBezTo>
                      <a:cubicBezTo>
                        <a:pt x="485395" y="770779"/>
                        <a:pt x="487967" y="769922"/>
                        <a:pt x="489014" y="768207"/>
                      </a:cubicBezTo>
                      <a:cubicBezTo>
                        <a:pt x="488347" y="766778"/>
                        <a:pt x="485490" y="768493"/>
                        <a:pt x="488062" y="765826"/>
                      </a:cubicBezTo>
                      <a:cubicBezTo>
                        <a:pt x="491967" y="764302"/>
                        <a:pt x="489491" y="769826"/>
                        <a:pt x="491300" y="768874"/>
                      </a:cubicBezTo>
                      <a:cubicBezTo>
                        <a:pt x="492443" y="766874"/>
                        <a:pt x="493301" y="764969"/>
                        <a:pt x="496063" y="762492"/>
                      </a:cubicBezTo>
                      <a:cubicBezTo>
                        <a:pt x="497587" y="763540"/>
                        <a:pt x="500539" y="762016"/>
                        <a:pt x="501968" y="763445"/>
                      </a:cubicBezTo>
                      <a:cubicBezTo>
                        <a:pt x="496444" y="766588"/>
                        <a:pt x="502826" y="766207"/>
                        <a:pt x="500539" y="768398"/>
                      </a:cubicBezTo>
                      <a:cubicBezTo>
                        <a:pt x="496634" y="770969"/>
                        <a:pt x="499206" y="766874"/>
                        <a:pt x="496825" y="766397"/>
                      </a:cubicBezTo>
                      <a:cubicBezTo>
                        <a:pt x="494634" y="769064"/>
                        <a:pt x="495110" y="769160"/>
                        <a:pt x="491491" y="770684"/>
                      </a:cubicBezTo>
                      <a:cubicBezTo>
                        <a:pt x="495301" y="770303"/>
                        <a:pt x="492538" y="773636"/>
                        <a:pt x="488443" y="775637"/>
                      </a:cubicBezTo>
                      <a:cubicBezTo>
                        <a:pt x="494634" y="773922"/>
                        <a:pt x="489395" y="780971"/>
                        <a:pt x="493967" y="782495"/>
                      </a:cubicBezTo>
                      <a:cubicBezTo>
                        <a:pt x="498825" y="778208"/>
                        <a:pt x="496348" y="782495"/>
                        <a:pt x="495396" y="783828"/>
                      </a:cubicBezTo>
                      <a:cubicBezTo>
                        <a:pt x="497015" y="782590"/>
                        <a:pt x="499587" y="778780"/>
                        <a:pt x="501587" y="778780"/>
                      </a:cubicBezTo>
                      <a:cubicBezTo>
                        <a:pt x="501968" y="779256"/>
                        <a:pt x="500921" y="780209"/>
                        <a:pt x="501778" y="780494"/>
                      </a:cubicBezTo>
                      <a:cubicBezTo>
                        <a:pt x="505207" y="777923"/>
                        <a:pt x="506921" y="778780"/>
                        <a:pt x="510350" y="776113"/>
                      </a:cubicBezTo>
                      <a:cubicBezTo>
                        <a:pt x="510255" y="775732"/>
                        <a:pt x="509684" y="775446"/>
                        <a:pt x="510541" y="774684"/>
                      </a:cubicBezTo>
                      <a:cubicBezTo>
                        <a:pt x="510636" y="776589"/>
                        <a:pt x="512255" y="778113"/>
                        <a:pt x="511398" y="780304"/>
                      </a:cubicBezTo>
                      <a:cubicBezTo>
                        <a:pt x="506255" y="782971"/>
                        <a:pt x="498635" y="790115"/>
                        <a:pt x="498539" y="793067"/>
                      </a:cubicBezTo>
                      <a:cubicBezTo>
                        <a:pt x="495587" y="794401"/>
                        <a:pt x="490824" y="793734"/>
                        <a:pt x="488347" y="797449"/>
                      </a:cubicBezTo>
                      <a:cubicBezTo>
                        <a:pt x="490253" y="796496"/>
                        <a:pt x="492062" y="795639"/>
                        <a:pt x="492824" y="796973"/>
                      </a:cubicBezTo>
                      <a:cubicBezTo>
                        <a:pt x="491396" y="798306"/>
                        <a:pt x="487395" y="799544"/>
                        <a:pt x="487490" y="801259"/>
                      </a:cubicBezTo>
                      <a:cubicBezTo>
                        <a:pt x="491681" y="800878"/>
                        <a:pt x="494920" y="796306"/>
                        <a:pt x="499111" y="795163"/>
                      </a:cubicBezTo>
                      <a:cubicBezTo>
                        <a:pt x="499301" y="793925"/>
                        <a:pt x="499492" y="792686"/>
                        <a:pt x="502445" y="790591"/>
                      </a:cubicBezTo>
                      <a:cubicBezTo>
                        <a:pt x="502921" y="792115"/>
                        <a:pt x="504635" y="791067"/>
                        <a:pt x="505493" y="791924"/>
                      </a:cubicBezTo>
                      <a:cubicBezTo>
                        <a:pt x="512065" y="788305"/>
                        <a:pt x="520161" y="781828"/>
                        <a:pt x="525876" y="780113"/>
                      </a:cubicBezTo>
                      <a:cubicBezTo>
                        <a:pt x="525114" y="778494"/>
                        <a:pt x="520447" y="782304"/>
                        <a:pt x="521971" y="779447"/>
                      </a:cubicBezTo>
                      <a:cubicBezTo>
                        <a:pt x="524352" y="777542"/>
                        <a:pt x="525019" y="778970"/>
                        <a:pt x="527495" y="776970"/>
                      </a:cubicBezTo>
                      <a:cubicBezTo>
                        <a:pt x="527019" y="776399"/>
                        <a:pt x="526162" y="775827"/>
                        <a:pt x="528162" y="774494"/>
                      </a:cubicBezTo>
                      <a:cubicBezTo>
                        <a:pt x="528734" y="774779"/>
                        <a:pt x="529019" y="775541"/>
                        <a:pt x="530162" y="774779"/>
                      </a:cubicBezTo>
                      <a:cubicBezTo>
                        <a:pt x="532258" y="772493"/>
                        <a:pt x="532353" y="770779"/>
                        <a:pt x="534925" y="768398"/>
                      </a:cubicBezTo>
                      <a:cubicBezTo>
                        <a:pt x="537782" y="770874"/>
                        <a:pt x="543973" y="765159"/>
                        <a:pt x="543307" y="762302"/>
                      </a:cubicBezTo>
                      <a:cubicBezTo>
                        <a:pt x="547307" y="759825"/>
                        <a:pt x="549308" y="759920"/>
                        <a:pt x="553880" y="758301"/>
                      </a:cubicBezTo>
                      <a:cubicBezTo>
                        <a:pt x="551213" y="762587"/>
                        <a:pt x="548641" y="762397"/>
                        <a:pt x="544926" y="765445"/>
                      </a:cubicBezTo>
                      <a:cubicBezTo>
                        <a:pt x="545497" y="769826"/>
                        <a:pt x="558261" y="758396"/>
                        <a:pt x="554546" y="759063"/>
                      </a:cubicBezTo>
                      <a:cubicBezTo>
                        <a:pt x="557309" y="757825"/>
                        <a:pt x="557404" y="758968"/>
                        <a:pt x="557594" y="760492"/>
                      </a:cubicBezTo>
                      <a:cubicBezTo>
                        <a:pt x="560166" y="757920"/>
                        <a:pt x="559976" y="760682"/>
                        <a:pt x="562262" y="758682"/>
                      </a:cubicBezTo>
                      <a:cubicBezTo>
                        <a:pt x="561214" y="758111"/>
                        <a:pt x="561119" y="757158"/>
                        <a:pt x="562547" y="755825"/>
                      </a:cubicBezTo>
                      <a:cubicBezTo>
                        <a:pt x="563976" y="755539"/>
                        <a:pt x="564738" y="756396"/>
                        <a:pt x="566167" y="756110"/>
                      </a:cubicBezTo>
                      <a:cubicBezTo>
                        <a:pt x="571977" y="750491"/>
                        <a:pt x="573787" y="749919"/>
                        <a:pt x="581312" y="744014"/>
                      </a:cubicBezTo>
                      <a:cubicBezTo>
                        <a:pt x="581883" y="742299"/>
                        <a:pt x="580740" y="741156"/>
                        <a:pt x="582740" y="739061"/>
                      </a:cubicBezTo>
                      <a:cubicBezTo>
                        <a:pt x="585217" y="738203"/>
                        <a:pt x="586169" y="737727"/>
                        <a:pt x="588455" y="735155"/>
                      </a:cubicBezTo>
                      <a:cubicBezTo>
                        <a:pt x="589027" y="735822"/>
                        <a:pt x="589789" y="736108"/>
                        <a:pt x="590837" y="735822"/>
                      </a:cubicBezTo>
                      <a:cubicBezTo>
                        <a:pt x="594932" y="733250"/>
                        <a:pt x="593599" y="732298"/>
                        <a:pt x="596361" y="730107"/>
                      </a:cubicBezTo>
                      <a:cubicBezTo>
                        <a:pt x="597314" y="731250"/>
                        <a:pt x="599219" y="732012"/>
                        <a:pt x="598361" y="733631"/>
                      </a:cubicBezTo>
                      <a:cubicBezTo>
                        <a:pt x="599980" y="732203"/>
                        <a:pt x="600743" y="732488"/>
                        <a:pt x="602267" y="731155"/>
                      </a:cubicBezTo>
                      <a:cubicBezTo>
                        <a:pt x="602362" y="729155"/>
                        <a:pt x="597599" y="731250"/>
                        <a:pt x="599695" y="728678"/>
                      </a:cubicBezTo>
                      <a:cubicBezTo>
                        <a:pt x="602267" y="726488"/>
                        <a:pt x="604172" y="727440"/>
                        <a:pt x="603314" y="729059"/>
                      </a:cubicBezTo>
                      <a:cubicBezTo>
                        <a:pt x="609125" y="725630"/>
                        <a:pt x="618650" y="726773"/>
                        <a:pt x="620364" y="718772"/>
                      </a:cubicBezTo>
                      <a:cubicBezTo>
                        <a:pt x="621126" y="719058"/>
                        <a:pt x="622364" y="718487"/>
                        <a:pt x="622745" y="719534"/>
                      </a:cubicBezTo>
                      <a:cubicBezTo>
                        <a:pt x="626270" y="715820"/>
                        <a:pt x="627317" y="715534"/>
                        <a:pt x="628746" y="712772"/>
                      </a:cubicBezTo>
                      <a:cubicBezTo>
                        <a:pt x="629508" y="713153"/>
                        <a:pt x="630842" y="712200"/>
                        <a:pt x="631604" y="712391"/>
                      </a:cubicBezTo>
                      <a:cubicBezTo>
                        <a:pt x="633413" y="712772"/>
                        <a:pt x="631318" y="714296"/>
                        <a:pt x="632556" y="714867"/>
                      </a:cubicBezTo>
                      <a:cubicBezTo>
                        <a:pt x="640652" y="711629"/>
                        <a:pt x="651130" y="699722"/>
                        <a:pt x="641414" y="701342"/>
                      </a:cubicBezTo>
                      <a:cubicBezTo>
                        <a:pt x="644081" y="699151"/>
                        <a:pt x="646272" y="698103"/>
                        <a:pt x="647891" y="698198"/>
                      </a:cubicBezTo>
                      <a:cubicBezTo>
                        <a:pt x="648177" y="700294"/>
                        <a:pt x="647701" y="702580"/>
                        <a:pt x="649320" y="704294"/>
                      </a:cubicBezTo>
                      <a:cubicBezTo>
                        <a:pt x="643700" y="713819"/>
                        <a:pt x="635033" y="724297"/>
                        <a:pt x="623603" y="726583"/>
                      </a:cubicBezTo>
                      <a:cubicBezTo>
                        <a:pt x="619412" y="727440"/>
                        <a:pt x="620650" y="724202"/>
                        <a:pt x="614935" y="727631"/>
                      </a:cubicBezTo>
                      <a:cubicBezTo>
                        <a:pt x="616840" y="729059"/>
                        <a:pt x="618459" y="728678"/>
                        <a:pt x="617316" y="731536"/>
                      </a:cubicBezTo>
                      <a:cubicBezTo>
                        <a:pt x="624269" y="725249"/>
                        <a:pt x="623222" y="734965"/>
                        <a:pt x="627698" y="733727"/>
                      </a:cubicBezTo>
                      <a:cubicBezTo>
                        <a:pt x="627222" y="735060"/>
                        <a:pt x="624364" y="737060"/>
                        <a:pt x="625603" y="738013"/>
                      </a:cubicBezTo>
                      <a:cubicBezTo>
                        <a:pt x="626841" y="738394"/>
                        <a:pt x="628651" y="737727"/>
                        <a:pt x="630175" y="737727"/>
                      </a:cubicBezTo>
                      <a:cubicBezTo>
                        <a:pt x="628841" y="741251"/>
                        <a:pt x="633509" y="741728"/>
                        <a:pt x="635318" y="745919"/>
                      </a:cubicBezTo>
                      <a:cubicBezTo>
                        <a:pt x="634461" y="746585"/>
                        <a:pt x="633985" y="746490"/>
                        <a:pt x="633128" y="746966"/>
                      </a:cubicBezTo>
                      <a:cubicBezTo>
                        <a:pt x="638747" y="749348"/>
                        <a:pt x="636938" y="757158"/>
                        <a:pt x="645986" y="756301"/>
                      </a:cubicBezTo>
                      <a:cubicBezTo>
                        <a:pt x="646844" y="758206"/>
                        <a:pt x="644939" y="760873"/>
                        <a:pt x="647225" y="762397"/>
                      </a:cubicBezTo>
                      <a:cubicBezTo>
                        <a:pt x="644367" y="764492"/>
                        <a:pt x="643319" y="766207"/>
                        <a:pt x="641605" y="768017"/>
                      </a:cubicBezTo>
                      <a:cubicBezTo>
                        <a:pt x="657035" y="765159"/>
                        <a:pt x="680181" y="743442"/>
                        <a:pt x="674371" y="735060"/>
                      </a:cubicBezTo>
                      <a:cubicBezTo>
                        <a:pt x="678086" y="725726"/>
                        <a:pt x="677705" y="718296"/>
                        <a:pt x="671799" y="713534"/>
                      </a:cubicBezTo>
                      <a:cubicBezTo>
                        <a:pt x="673990" y="710867"/>
                        <a:pt x="675133" y="711438"/>
                        <a:pt x="676847" y="708962"/>
                      </a:cubicBezTo>
                      <a:cubicBezTo>
                        <a:pt x="673323" y="706771"/>
                        <a:pt x="674276" y="703437"/>
                        <a:pt x="677038" y="699627"/>
                      </a:cubicBezTo>
                      <a:cubicBezTo>
                        <a:pt x="674085" y="701532"/>
                        <a:pt x="677133" y="698198"/>
                        <a:pt x="675514" y="698198"/>
                      </a:cubicBezTo>
                      <a:cubicBezTo>
                        <a:pt x="674561" y="699913"/>
                        <a:pt x="673418" y="702294"/>
                        <a:pt x="670180" y="705628"/>
                      </a:cubicBezTo>
                      <a:cubicBezTo>
                        <a:pt x="666846" y="701246"/>
                        <a:pt x="659988" y="704485"/>
                        <a:pt x="659797" y="698675"/>
                      </a:cubicBezTo>
                      <a:cubicBezTo>
                        <a:pt x="668370" y="693531"/>
                        <a:pt x="673799" y="694769"/>
                        <a:pt x="683610" y="687149"/>
                      </a:cubicBezTo>
                      <a:cubicBezTo>
                        <a:pt x="685896" y="684673"/>
                        <a:pt x="684086" y="683244"/>
                        <a:pt x="687992" y="680387"/>
                      </a:cubicBezTo>
                      <a:cubicBezTo>
                        <a:pt x="687420" y="679720"/>
                        <a:pt x="686658" y="679434"/>
                        <a:pt x="685610" y="679625"/>
                      </a:cubicBezTo>
                      <a:cubicBezTo>
                        <a:pt x="690849" y="673624"/>
                        <a:pt x="688277" y="670862"/>
                        <a:pt x="683324" y="669433"/>
                      </a:cubicBezTo>
                      <a:cubicBezTo>
                        <a:pt x="685991" y="666575"/>
                        <a:pt x="687515" y="666004"/>
                        <a:pt x="686658" y="664766"/>
                      </a:cubicBezTo>
                      <a:cubicBezTo>
                        <a:pt x="689039" y="662003"/>
                        <a:pt x="688563" y="665432"/>
                        <a:pt x="690944" y="662670"/>
                      </a:cubicBezTo>
                      <a:cubicBezTo>
                        <a:pt x="690849" y="662194"/>
                        <a:pt x="691230" y="661622"/>
                        <a:pt x="692373" y="660860"/>
                      </a:cubicBezTo>
                      <a:cubicBezTo>
                        <a:pt x="691802" y="660194"/>
                        <a:pt x="691039" y="659908"/>
                        <a:pt x="689992" y="660098"/>
                      </a:cubicBezTo>
                      <a:cubicBezTo>
                        <a:pt x="695993" y="652955"/>
                        <a:pt x="688754" y="643239"/>
                        <a:pt x="703041" y="639524"/>
                      </a:cubicBezTo>
                      <a:cubicBezTo>
                        <a:pt x="704089" y="640858"/>
                        <a:pt x="706470" y="641810"/>
                        <a:pt x="705518" y="643620"/>
                      </a:cubicBezTo>
                      <a:cubicBezTo>
                        <a:pt x="711423" y="639905"/>
                        <a:pt x="708947" y="646573"/>
                        <a:pt x="713614" y="645239"/>
                      </a:cubicBezTo>
                      <a:cubicBezTo>
                        <a:pt x="711137" y="642477"/>
                        <a:pt x="712756" y="639715"/>
                        <a:pt x="707422" y="640763"/>
                      </a:cubicBezTo>
                      <a:cubicBezTo>
                        <a:pt x="713423" y="636762"/>
                        <a:pt x="712756" y="633619"/>
                        <a:pt x="716662" y="634000"/>
                      </a:cubicBezTo>
                      <a:cubicBezTo>
                        <a:pt x="715709" y="631428"/>
                        <a:pt x="715900" y="629999"/>
                        <a:pt x="716757" y="627809"/>
                      </a:cubicBezTo>
                      <a:cubicBezTo>
                        <a:pt x="718662" y="628285"/>
                        <a:pt x="718472" y="625523"/>
                        <a:pt x="721234" y="624189"/>
                      </a:cubicBezTo>
                      <a:cubicBezTo>
                        <a:pt x="722186" y="626856"/>
                        <a:pt x="725234" y="625142"/>
                        <a:pt x="727806" y="624380"/>
                      </a:cubicBezTo>
                      <a:cubicBezTo>
                        <a:pt x="724948" y="627999"/>
                        <a:pt x="725806" y="630571"/>
                        <a:pt x="727044" y="633143"/>
                      </a:cubicBezTo>
                      <a:cubicBezTo>
                        <a:pt x="728187" y="632381"/>
                        <a:pt x="729521" y="631047"/>
                        <a:pt x="730092" y="631428"/>
                      </a:cubicBezTo>
                      <a:cubicBezTo>
                        <a:pt x="728949" y="633809"/>
                        <a:pt x="728568" y="636000"/>
                        <a:pt x="731235" y="637334"/>
                      </a:cubicBezTo>
                      <a:cubicBezTo>
                        <a:pt x="735521" y="633524"/>
                        <a:pt x="738569" y="632857"/>
                        <a:pt x="741046" y="629523"/>
                      </a:cubicBezTo>
                      <a:cubicBezTo>
                        <a:pt x="746761" y="631238"/>
                        <a:pt x="751904" y="620189"/>
                        <a:pt x="758381" y="621236"/>
                      </a:cubicBezTo>
                      <a:cubicBezTo>
                        <a:pt x="751523" y="623332"/>
                        <a:pt x="755429" y="615712"/>
                        <a:pt x="749047" y="618379"/>
                      </a:cubicBezTo>
                      <a:cubicBezTo>
                        <a:pt x="750952" y="615521"/>
                        <a:pt x="753143" y="612473"/>
                        <a:pt x="753523" y="609997"/>
                      </a:cubicBezTo>
                      <a:cubicBezTo>
                        <a:pt x="746094" y="615521"/>
                        <a:pt x="746285" y="607616"/>
                        <a:pt x="750285" y="603615"/>
                      </a:cubicBezTo>
                      <a:cubicBezTo>
                        <a:pt x="748094" y="603139"/>
                        <a:pt x="745618" y="603329"/>
                        <a:pt x="743332" y="603044"/>
                      </a:cubicBezTo>
                      <a:cubicBezTo>
                        <a:pt x="744189" y="602377"/>
                        <a:pt x="744094" y="601901"/>
                        <a:pt x="744761" y="601234"/>
                      </a:cubicBezTo>
                      <a:cubicBezTo>
                        <a:pt x="748761" y="598948"/>
                        <a:pt x="750666" y="599424"/>
                        <a:pt x="751904" y="600281"/>
                      </a:cubicBezTo>
                      <a:cubicBezTo>
                        <a:pt x="751142" y="599710"/>
                        <a:pt x="751904" y="598662"/>
                        <a:pt x="753809" y="597424"/>
                      </a:cubicBezTo>
                      <a:cubicBezTo>
                        <a:pt x="752476" y="596948"/>
                        <a:pt x="749142" y="596662"/>
                        <a:pt x="752000" y="593995"/>
                      </a:cubicBezTo>
                      <a:cubicBezTo>
                        <a:pt x="754190" y="593995"/>
                        <a:pt x="754476" y="597138"/>
                        <a:pt x="756095" y="594852"/>
                      </a:cubicBezTo>
                      <a:cubicBezTo>
                        <a:pt x="752285" y="594185"/>
                        <a:pt x="759524" y="592757"/>
                        <a:pt x="760286" y="589423"/>
                      </a:cubicBezTo>
                      <a:cubicBezTo>
                        <a:pt x="763334" y="588661"/>
                        <a:pt x="762572" y="591709"/>
                        <a:pt x="763715" y="592852"/>
                      </a:cubicBezTo>
                      <a:cubicBezTo>
                        <a:pt x="766478" y="591518"/>
                        <a:pt x="766287" y="590375"/>
                        <a:pt x="767621" y="590375"/>
                      </a:cubicBezTo>
                      <a:cubicBezTo>
                        <a:pt x="770478" y="595138"/>
                        <a:pt x="774764" y="596090"/>
                        <a:pt x="776479" y="599138"/>
                      </a:cubicBezTo>
                      <a:cubicBezTo>
                        <a:pt x="775812" y="596948"/>
                        <a:pt x="780860" y="595709"/>
                        <a:pt x="782098" y="596757"/>
                      </a:cubicBezTo>
                      <a:cubicBezTo>
                        <a:pt x="778765" y="600091"/>
                        <a:pt x="784956" y="597900"/>
                        <a:pt x="783051" y="600853"/>
                      </a:cubicBezTo>
                      <a:cubicBezTo>
                        <a:pt x="780003" y="601710"/>
                        <a:pt x="780479" y="600662"/>
                        <a:pt x="779431" y="598853"/>
                      </a:cubicBezTo>
                      <a:cubicBezTo>
                        <a:pt x="776193" y="600472"/>
                        <a:pt x="776669" y="601615"/>
                        <a:pt x="773717" y="602758"/>
                      </a:cubicBezTo>
                      <a:cubicBezTo>
                        <a:pt x="773812" y="605425"/>
                        <a:pt x="777717" y="599805"/>
                        <a:pt x="778479" y="601043"/>
                      </a:cubicBezTo>
                      <a:cubicBezTo>
                        <a:pt x="778860" y="601710"/>
                        <a:pt x="780194" y="602186"/>
                        <a:pt x="779146" y="603329"/>
                      </a:cubicBezTo>
                      <a:cubicBezTo>
                        <a:pt x="777717" y="604377"/>
                        <a:pt x="777431" y="602948"/>
                        <a:pt x="775717" y="604663"/>
                      </a:cubicBezTo>
                      <a:cubicBezTo>
                        <a:pt x="777527" y="606568"/>
                        <a:pt x="775812" y="607997"/>
                        <a:pt x="771907" y="610473"/>
                      </a:cubicBezTo>
                      <a:cubicBezTo>
                        <a:pt x="772669" y="611807"/>
                        <a:pt x="772002" y="611997"/>
                        <a:pt x="771145" y="614474"/>
                      </a:cubicBezTo>
                      <a:cubicBezTo>
                        <a:pt x="772955" y="613235"/>
                        <a:pt x="772669" y="612473"/>
                        <a:pt x="774288" y="611235"/>
                      </a:cubicBezTo>
                      <a:cubicBezTo>
                        <a:pt x="775717" y="611045"/>
                        <a:pt x="776574" y="611902"/>
                        <a:pt x="778003" y="611711"/>
                      </a:cubicBezTo>
                      <a:cubicBezTo>
                        <a:pt x="775717" y="611807"/>
                        <a:pt x="773717" y="617236"/>
                        <a:pt x="777241" y="615712"/>
                      </a:cubicBezTo>
                      <a:cubicBezTo>
                        <a:pt x="777717" y="614664"/>
                        <a:pt x="778289" y="613521"/>
                        <a:pt x="778765" y="612473"/>
                      </a:cubicBezTo>
                      <a:cubicBezTo>
                        <a:pt x="780955" y="614474"/>
                        <a:pt x="777050" y="618474"/>
                        <a:pt x="780860" y="617712"/>
                      </a:cubicBezTo>
                      <a:cubicBezTo>
                        <a:pt x="780575" y="617045"/>
                        <a:pt x="782384" y="615712"/>
                        <a:pt x="782765" y="614855"/>
                      </a:cubicBezTo>
                      <a:cubicBezTo>
                        <a:pt x="781813" y="617141"/>
                        <a:pt x="784861" y="617426"/>
                        <a:pt x="787242" y="616093"/>
                      </a:cubicBezTo>
                      <a:cubicBezTo>
                        <a:pt x="786099" y="615426"/>
                        <a:pt x="783718" y="615902"/>
                        <a:pt x="786194" y="613426"/>
                      </a:cubicBezTo>
                      <a:cubicBezTo>
                        <a:pt x="789909" y="613712"/>
                        <a:pt x="796481" y="604091"/>
                        <a:pt x="790862" y="606949"/>
                      </a:cubicBezTo>
                      <a:cubicBezTo>
                        <a:pt x="794291" y="609806"/>
                        <a:pt x="782861" y="613235"/>
                        <a:pt x="789814" y="609140"/>
                      </a:cubicBezTo>
                      <a:cubicBezTo>
                        <a:pt x="789338" y="607235"/>
                        <a:pt x="786289" y="610949"/>
                        <a:pt x="785623" y="609711"/>
                      </a:cubicBezTo>
                      <a:cubicBezTo>
                        <a:pt x="794386" y="600948"/>
                        <a:pt x="792576" y="608378"/>
                        <a:pt x="799815" y="604663"/>
                      </a:cubicBezTo>
                      <a:cubicBezTo>
                        <a:pt x="797243" y="605044"/>
                        <a:pt x="795148" y="604472"/>
                        <a:pt x="796672" y="601615"/>
                      </a:cubicBezTo>
                      <a:cubicBezTo>
                        <a:pt x="805054" y="594185"/>
                        <a:pt x="807149" y="586851"/>
                        <a:pt x="804387" y="583708"/>
                      </a:cubicBezTo>
                      <a:cubicBezTo>
                        <a:pt x="805339" y="586089"/>
                        <a:pt x="808864" y="582946"/>
                        <a:pt x="811626" y="581422"/>
                      </a:cubicBezTo>
                      <a:cubicBezTo>
                        <a:pt x="809626" y="579898"/>
                        <a:pt x="812102" y="578374"/>
                        <a:pt x="815912" y="574469"/>
                      </a:cubicBezTo>
                      <a:cubicBezTo>
                        <a:pt x="813150" y="574659"/>
                        <a:pt x="812388" y="574469"/>
                        <a:pt x="813150" y="571706"/>
                      </a:cubicBezTo>
                      <a:cubicBezTo>
                        <a:pt x="811436" y="572087"/>
                        <a:pt x="808578" y="575040"/>
                        <a:pt x="807530" y="574088"/>
                      </a:cubicBezTo>
                      <a:cubicBezTo>
                        <a:pt x="807054" y="572564"/>
                        <a:pt x="806197" y="569706"/>
                        <a:pt x="810007" y="568563"/>
                      </a:cubicBezTo>
                      <a:cubicBezTo>
                        <a:pt x="807435" y="567896"/>
                        <a:pt x="807530" y="563896"/>
                        <a:pt x="802196" y="567134"/>
                      </a:cubicBezTo>
                      <a:cubicBezTo>
                        <a:pt x="802196" y="567896"/>
                        <a:pt x="802101" y="568754"/>
                        <a:pt x="801625" y="569706"/>
                      </a:cubicBezTo>
                      <a:lnTo>
                        <a:pt x="800482" y="568563"/>
                      </a:lnTo>
                      <a:cubicBezTo>
                        <a:pt x="795910" y="576469"/>
                        <a:pt x="784099" y="575897"/>
                        <a:pt x="789623" y="568944"/>
                      </a:cubicBezTo>
                      <a:cubicBezTo>
                        <a:pt x="790004" y="569516"/>
                        <a:pt x="792290" y="571897"/>
                        <a:pt x="792100" y="569801"/>
                      </a:cubicBezTo>
                      <a:cubicBezTo>
                        <a:pt x="790576" y="569230"/>
                        <a:pt x="791052" y="568087"/>
                        <a:pt x="793624" y="566468"/>
                      </a:cubicBezTo>
                      <a:cubicBezTo>
                        <a:pt x="792767" y="568182"/>
                        <a:pt x="795814" y="567896"/>
                        <a:pt x="798196" y="566277"/>
                      </a:cubicBezTo>
                      <a:cubicBezTo>
                        <a:pt x="795719" y="565420"/>
                        <a:pt x="797815" y="563420"/>
                        <a:pt x="798481" y="561800"/>
                      </a:cubicBezTo>
                      <a:cubicBezTo>
                        <a:pt x="792671" y="563039"/>
                        <a:pt x="791243" y="557705"/>
                        <a:pt x="784956" y="557990"/>
                      </a:cubicBezTo>
                      <a:cubicBezTo>
                        <a:pt x="786099" y="556847"/>
                        <a:pt x="785813" y="556181"/>
                        <a:pt x="786861" y="555038"/>
                      </a:cubicBezTo>
                      <a:cubicBezTo>
                        <a:pt x="787528" y="555609"/>
                        <a:pt x="788099" y="556466"/>
                        <a:pt x="789814" y="554752"/>
                      </a:cubicBezTo>
                      <a:cubicBezTo>
                        <a:pt x="788480" y="551894"/>
                        <a:pt x="784766" y="554371"/>
                        <a:pt x="782861" y="552656"/>
                      </a:cubicBezTo>
                      <a:cubicBezTo>
                        <a:pt x="785242" y="550180"/>
                        <a:pt x="785147" y="547989"/>
                        <a:pt x="782098" y="551894"/>
                      </a:cubicBezTo>
                      <a:cubicBezTo>
                        <a:pt x="779908" y="550656"/>
                        <a:pt x="779622" y="548942"/>
                        <a:pt x="784194" y="545989"/>
                      </a:cubicBezTo>
                      <a:cubicBezTo>
                        <a:pt x="787814" y="547037"/>
                        <a:pt x="786861" y="545894"/>
                        <a:pt x="789623" y="546560"/>
                      </a:cubicBezTo>
                      <a:cubicBezTo>
                        <a:pt x="789242" y="545036"/>
                        <a:pt x="791147" y="542846"/>
                        <a:pt x="790862" y="541322"/>
                      </a:cubicBezTo>
                      <a:cubicBezTo>
                        <a:pt x="792290" y="540179"/>
                        <a:pt x="792481" y="541988"/>
                        <a:pt x="793814" y="541036"/>
                      </a:cubicBezTo>
                      <a:cubicBezTo>
                        <a:pt x="795434" y="536750"/>
                        <a:pt x="789338" y="541703"/>
                        <a:pt x="787528" y="541226"/>
                      </a:cubicBezTo>
                      <a:lnTo>
                        <a:pt x="785528" y="539321"/>
                      </a:lnTo>
                      <a:cubicBezTo>
                        <a:pt x="786766" y="538178"/>
                        <a:pt x="788956" y="536750"/>
                        <a:pt x="788671" y="536083"/>
                      </a:cubicBezTo>
                      <a:cubicBezTo>
                        <a:pt x="785147" y="538655"/>
                        <a:pt x="783718" y="539607"/>
                        <a:pt x="781718" y="540369"/>
                      </a:cubicBezTo>
                      <a:cubicBezTo>
                        <a:pt x="780479" y="539702"/>
                        <a:pt x="783813" y="537893"/>
                        <a:pt x="783146" y="537035"/>
                      </a:cubicBezTo>
                      <a:cubicBezTo>
                        <a:pt x="782003" y="537797"/>
                        <a:pt x="781527" y="537226"/>
                        <a:pt x="781051" y="536654"/>
                      </a:cubicBezTo>
                      <a:cubicBezTo>
                        <a:pt x="778765" y="537988"/>
                        <a:pt x="774002" y="539798"/>
                        <a:pt x="776193" y="541417"/>
                      </a:cubicBezTo>
                      <a:cubicBezTo>
                        <a:pt x="778765" y="540274"/>
                        <a:pt x="778479" y="537702"/>
                        <a:pt x="779717" y="538559"/>
                      </a:cubicBezTo>
                      <a:cubicBezTo>
                        <a:pt x="781432" y="539417"/>
                        <a:pt x="778670" y="541417"/>
                        <a:pt x="777812" y="542941"/>
                      </a:cubicBezTo>
                      <a:cubicBezTo>
                        <a:pt x="774669" y="543893"/>
                        <a:pt x="774860" y="538655"/>
                        <a:pt x="773050" y="538369"/>
                      </a:cubicBezTo>
                      <a:cubicBezTo>
                        <a:pt x="773526" y="538940"/>
                        <a:pt x="771240" y="540655"/>
                        <a:pt x="770859" y="539417"/>
                      </a:cubicBezTo>
                      <a:cubicBezTo>
                        <a:pt x="773240" y="536940"/>
                        <a:pt x="774097" y="537893"/>
                        <a:pt x="776574" y="535416"/>
                      </a:cubicBezTo>
                      <a:cubicBezTo>
                        <a:pt x="775526" y="533035"/>
                        <a:pt x="772859" y="534464"/>
                        <a:pt x="771240" y="533511"/>
                      </a:cubicBezTo>
                      <a:cubicBezTo>
                        <a:pt x="772383" y="532559"/>
                        <a:pt x="771907" y="531987"/>
                        <a:pt x="773526" y="530939"/>
                      </a:cubicBezTo>
                      <a:cubicBezTo>
                        <a:pt x="776098" y="531035"/>
                        <a:pt x="766287" y="529415"/>
                        <a:pt x="763525" y="529320"/>
                      </a:cubicBezTo>
                      <a:cubicBezTo>
                        <a:pt x="764382" y="528558"/>
                        <a:pt x="764287" y="528177"/>
                        <a:pt x="764858" y="527510"/>
                      </a:cubicBezTo>
                      <a:cubicBezTo>
                        <a:pt x="766763" y="527510"/>
                        <a:pt x="769621" y="525224"/>
                        <a:pt x="771716" y="524653"/>
                      </a:cubicBezTo>
                      <a:cubicBezTo>
                        <a:pt x="773526" y="525034"/>
                        <a:pt x="771240" y="528939"/>
                        <a:pt x="774479" y="527320"/>
                      </a:cubicBezTo>
                      <a:cubicBezTo>
                        <a:pt x="772764" y="525796"/>
                        <a:pt x="773621" y="523605"/>
                        <a:pt x="774764" y="521414"/>
                      </a:cubicBezTo>
                      <a:cubicBezTo>
                        <a:pt x="776193" y="523510"/>
                        <a:pt x="779813" y="518843"/>
                        <a:pt x="783337" y="518557"/>
                      </a:cubicBezTo>
                      <a:cubicBezTo>
                        <a:pt x="783432" y="520081"/>
                        <a:pt x="779908" y="527034"/>
                        <a:pt x="781718" y="524843"/>
                      </a:cubicBezTo>
                      <a:cubicBezTo>
                        <a:pt x="781622" y="524367"/>
                        <a:pt x="782003" y="523796"/>
                        <a:pt x="783051" y="523034"/>
                      </a:cubicBezTo>
                      <a:cubicBezTo>
                        <a:pt x="785623" y="524939"/>
                        <a:pt x="783146" y="529892"/>
                        <a:pt x="789147" y="527225"/>
                      </a:cubicBezTo>
                      <a:cubicBezTo>
                        <a:pt x="787433" y="526272"/>
                        <a:pt x="785337" y="524939"/>
                        <a:pt x="785623" y="522272"/>
                      </a:cubicBezTo>
                      <a:cubicBezTo>
                        <a:pt x="787814" y="521129"/>
                        <a:pt x="789528" y="521224"/>
                        <a:pt x="790671" y="522367"/>
                      </a:cubicBezTo>
                      <a:cubicBezTo>
                        <a:pt x="790576" y="523796"/>
                        <a:pt x="790480" y="525320"/>
                        <a:pt x="790480" y="526844"/>
                      </a:cubicBezTo>
                      <a:cubicBezTo>
                        <a:pt x="794100" y="525701"/>
                        <a:pt x="797529" y="519890"/>
                        <a:pt x="800958" y="519605"/>
                      </a:cubicBezTo>
                      <a:cubicBezTo>
                        <a:pt x="800387" y="518271"/>
                        <a:pt x="800672" y="514175"/>
                        <a:pt x="797815" y="515033"/>
                      </a:cubicBezTo>
                      <a:cubicBezTo>
                        <a:pt x="798767" y="516080"/>
                        <a:pt x="797624" y="517700"/>
                        <a:pt x="797148" y="519128"/>
                      </a:cubicBezTo>
                      <a:cubicBezTo>
                        <a:pt x="788004" y="519795"/>
                        <a:pt x="799244" y="509127"/>
                        <a:pt x="803244" y="506174"/>
                      </a:cubicBezTo>
                      <a:cubicBezTo>
                        <a:pt x="802958" y="504650"/>
                        <a:pt x="803149" y="502936"/>
                        <a:pt x="804292" y="500936"/>
                      </a:cubicBezTo>
                      <a:cubicBezTo>
                        <a:pt x="808102" y="497792"/>
                        <a:pt x="808388" y="502936"/>
                        <a:pt x="812388" y="499221"/>
                      </a:cubicBezTo>
                      <a:cubicBezTo>
                        <a:pt x="812579" y="497316"/>
                        <a:pt x="807626" y="500936"/>
                        <a:pt x="809912" y="498364"/>
                      </a:cubicBezTo>
                      <a:cubicBezTo>
                        <a:pt x="812864" y="498935"/>
                        <a:pt x="815150" y="493030"/>
                        <a:pt x="817627" y="494840"/>
                      </a:cubicBezTo>
                      <a:lnTo>
                        <a:pt x="814103" y="497792"/>
                      </a:lnTo>
                      <a:cubicBezTo>
                        <a:pt x="815627" y="500459"/>
                        <a:pt x="821818" y="492268"/>
                        <a:pt x="824009" y="493220"/>
                      </a:cubicBezTo>
                      <a:cubicBezTo>
                        <a:pt x="823818" y="494078"/>
                        <a:pt x="824104" y="496745"/>
                        <a:pt x="826866" y="494459"/>
                      </a:cubicBezTo>
                      <a:cubicBezTo>
                        <a:pt x="829343" y="492649"/>
                        <a:pt x="823818" y="492935"/>
                        <a:pt x="827914" y="490744"/>
                      </a:cubicBezTo>
                      <a:cubicBezTo>
                        <a:pt x="829343" y="489506"/>
                        <a:pt x="829533" y="491411"/>
                        <a:pt x="830867" y="490458"/>
                      </a:cubicBezTo>
                      <a:cubicBezTo>
                        <a:pt x="830390" y="488744"/>
                        <a:pt x="833629" y="489125"/>
                        <a:pt x="835248" y="486839"/>
                      </a:cubicBezTo>
                      <a:cubicBezTo>
                        <a:pt x="834581" y="485505"/>
                        <a:pt x="832486" y="484648"/>
                        <a:pt x="835915" y="481219"/>
                      </a:cubicBezTo>
                      <a:cubicBezTo>
                        <a:pt x="831152" y="485315"/>
                        <a:pt x="832010" y="482457"/>
                        <a:pt x="829723" y="486362"/>
                      </a:cubicBezTo>
                      <a:cubicBezTo>
                        <a:pt x="830105" y="484838"/>
                        <a:pt x="830200" y="482267"/>
                        <a:pt x="832867" y="481600"/>
                      </a:cubicBezTo>
                      <a:cubicBezTo>
                        <a:pt x="828580" y="478266"/>
                        <a:pt x="828009" y="473218"/>
                        <a:pt x="823532" y="471218"/>
                      </a:cubicBezTo>
                      <a:cubicBezTo>
                        <a:pt x="825818" y="468455"/>
                        <a:pt x="825533" y="466360"/>
                        <a:pt x="828485" y="463407"/>
                      </a:cubicBezTo>
                      <a:cubicBezTo>
                        <a:pt x="830676" y="461216"/>
                        <a:pt x="830867" y="464169"/>
                        <a:pt x="832772" y="462740"/>
                      </a:cubicBezTo>
                      <a:cubicBezTo>
                        <a:pt x="832486" y="462074"/>
                        <a:pt x="833534" y="461693"/>
                        <a:pt x="834486" y="461312"/>
                      </a:cubicBezTo>
                      <a:cubicBezTo>
                        <a:pt x="833914" y="459121"/>
                        <a:pt x="835534" y="456359"/>
                        <a:pt x="836486" y="453787"/>
                      </a:cubicBezTo>
                      <a:cubicBezTo>
                        <a:pt x="836391" y="458264"/>
                        <a:pt x="841249" y="452644"/>
                        <a:pt x="843630" y="454358"/>
                      </a:cubicBezTo>
                      <a:cubicBezTo>
                        <a:pt x="840201" y="456835"/>
                        <a:pt x="843059" y="460169"/>
                        <a:pt x="845535" y="459311"/>
                      </a:cubicBezTo>
                      <a:cubicBezTo>
                        <a:pt x="846869" y="455597"/>
                        <a:pt x="842678" y="455692"/>
                        <a:pt x="846202" y="452168"/>
                      </a:cubicBezTo>
                      <a:cubicBezTo>
                        <a:pt x="846964" y="453596"/>
                        <a:pt x="848678" y="455501"/>
                        <a:pt x="852107" y="453120"/>
                      </a:cubicBezTo>
                      <a:cubicBezTo>
                        <a:pt x="850012" y="451025"/>
                        <a:pt x="852488" y="447691"/>
                        <a:pt x="853250" y="444833"/>
                      </a:cubicBezTo>
                      <a:cubicBezTo>
                        <a:pt x="854679" y="445214"/>
                        <a:pt x="854203" y="455025"/>
                        <a:pt x="858489" y="452930"/>
                      </a:cubicBezTo>
                      <a:cubicBezTo>
                        <a:pt x="857632" y="448643"/>
                        <a:pt x="860013" y="444452"/>
                        <a:pt x="864490" y="439880"/>
                      </a:cubicBezTo>
                      <a:cubicBezTo>
                        <a:pt x="864585" y="437690"/>
                        <a:pt x="860013" y="439880"/>
                        <a:pt x="862013" y="437499"/>
                      </a:cubicBezTo>
                      <a:cubicBezTo>
                        <a:pt x="863347" y="439976"/>
                        <a:pt x="865347" y="432356"/>
                        <a:pt x="862109" y="434451"/>
                      </a:cubicBezTo>
                      <a:cubicBezTo>
                        <a:pt x="863347" y="435499"/>
                        <a:pt x="858394" y="438928"/>
                        <a:pt x="857346" y="437690"/>
                      </a:cubicBezTo>
                      <a:cubicBezTo>
                        <a:pt x="859918" y="437023"/>
                        <a:pt x="861347" y="434070"/>
                        <a:pt x="863061" y="432165"/>
                      </a:cubicBezTo>
                      <a:cubicBezTo>
                        <a:pt x="860394" y="429403"/>
                        <a:pt x="857346" y="427307"/>
                        <a:pt x="853441" y="427688"/>
                      </a:cubicBezTo>
                      <a:cubicBezTo>
                        <a:pt x="855155" y="428546"/>
                        <a:pt x="853155" y="430832"/>
                        <a:pt x="855917" y="430070"/>
                      </a:cubicBezTo>
                      <a:cubicBezTo>
                        <a:pt x="853346" y="434356"/>
                        <a:pt x="850202" y="435880"/>
                        <a:pt x="849631" y="439785"/>
                      </a:cubicBezTo>
                      <a:cubicBezTo>
                        <a:pt x="847250" y="438547"/>
                        <a:pt x="848107" y="438071"/>
                        <a:pt x="845059" y="438547"/>
                      </a:cubicBezTo>
                      <a:cubicBezTo>
                        <a:pt x="846678" y="436737"/>
                        <a:pt x="848964" y="437309"/>
                        <a:pt x="847250" y="435975"/>
                      </a:cubicBezTo>
                      <a:cubicBezTo>
                        <a:pt x="842106" y="438166"/>
                        <a:pt x="841725" y="433975"/>
                        <a:pt x="843154" y="430546"/>
                      </a:cubicBezTo>
                      <a:cubicBezTo>
                        <a:pt x="839534" y="429784"/>
                        <a:pt x="826580" y="427688"/>
                        <a:pt x="833724" y="421497"/>
                      </a:cubicBezTo>
                      <a:cubicBezTo>
                        <a:pt x="833153" y="420926"/>
                        <a:pt x="832391" y="421021"/>
                        <a:pt x="831629" y="421021"/>
                      </a:cubicBezTo>
                      <a:cubicBezTo>
                        <a:pt x="829343" y="420449"/>
                        <a:pt x="832486" y="422354"/>
                        <a:pt x="829438" y="423593"/>
                      </a:cubicBezTo>
                      <a:cubicBezTo>
                        <a:pt x="829057" y="423212"/>
                        <a:pt x="828200" y="423688"/>
                        <a:pt x="827723" y="423593"/>
                      </a:cubicBezTo>
                      <a:cubicBezTo>
                        <a:pt x="828485" y="422164"/>
                        <a:pt x="831533" y="417592"/>
                        <a:pt x="829152" y="418640"/>
                      </a:cubicBezTo>
                      <a:cubicBezTo>
                        <a:pt x="824294" y="421116"/>
                        <a:pt x="818294" y="414544"/>
                        <a:pt x="812388" y="415211"/>
                      </a:cubicBezTo>
                      <a:cubicBezTo>
                        <a:pt x="814198" y="413210"/>
                        <a:pt x="813341" y="409210"/>
                        <a:pt x="811721" y="409877"/>
                      </a:cubicBezTo>
                      <a:cubicBezTo>
                        <a:pt x="811912" y="410258"/>
                        <a:pt x="810102" y="413496"/>
                        <a:pt x="809530" y="412544"/>
                      </a:cubicBezTo>
                      <a:cubicBezTo>
                        <a:pt x="807435" y="412544"/>
                        <a:pt x="810388" y="408734"/>
                        <a:pt x="807530" y="410639"/>
                      </a:cubicBezTo>
                      <a:cubicBezTo>
                        <a:pt x="807721" y="410829"/>
                        <a:pt x="807340" y="411686"/>
                        <a:pt x="806673" y="411401"/>
                      </a:cubicBezTo>
                      <a:cubicBezTo>
                        <a:pt x="805816" y="409305"/>
                        <a:pt x="809435" y="405876"/>
                        <a:pt x="811150" y="403114"/>
                      </a:cubicBezTo>
                      <a:cubicBezTo>
                        <a:pt x="813436" y="400733"/>
                        <a:pt x="817436" y="401399"/>
                        <a:pt x="818008" y="398637"/>
                      </a:cubicBezTo>
                      <a:cubicBezTo>
                        <a:pt x="814293" y="400066"/>
                        <a:pt x="816293" y="391493"/>
                        <a:pt x="818198" y="388064"/>
                      </a:cubicBezTo>
                      <a:cubicBezTo>
                        <a:pt x="820484" y="389207"/>
                        <a:pt x="826580" y="386255"/>
                        <a:pt x="825818" y="390446"/>
                      </a:cubicBezTo>
                      <a:cubicBezTo>
                        <a:pt x="830200" y="387874"/>
                        <a:pt x="831247" y="388064"/>
                        <a:pt x="833057" y="389398"/>
                      </a:cubicBezTo>
                      <a:cubicBezTo>
                        <a:pt x="830771" y="389969"/>
                        <a:pt x="830486" y="391779"/>
                        <a:pt x="830390" y="393208"/>
                      </a:cubicBezTo>
                      <a:cubicBezTo>
                        <a:pt x="833914" y="389398"/>
                        <a:pt x="835534" y="389017"/>
                        <a:pt x="833438" y="391398"/>
                      </a:cubicBezTo>
                      <a:cubicBezTo>
                        <a:pt x="837439" y="387969"/>
                        <a:pt x="835629" y="392732"/>
                        <a:pt x="838582" y="389969"/>
                      </a:cubicBezTo>
                      <a:cubicBezTo>
                        <a:pt x="838391" y="386255"/>
                        <a:pt x="833724" y="389588"/>
                        <a:pt x="834486" y="386064"/>
                      </a:cubicBezTo>
                      <a:cubicBezTo>
                        <a:pt x="840201" y="384921"/>
                        <a:pt x="840677" y="390255"/>
                        <a:pt x="848488" y="385302"/>
                      </a:cubicBezTo>
                      <a:cubicBezTo>
                        <a:pt x="850964" y="387588"/>
                        <a:pt x="851155" y="388826"/>
                        <a:pt x="851345" y="391112"/>
                      </a:cubicBezTo>
                      <a:cubicBezTo>
                        <a:pt x="853060" y="387588"/>
                        <a:pt x="855346" y="391589"/>
                        <a:pt x="856394" y="391208"/>
                      </a:cubicBezTo>
                      <a:cubicBezTo>
                        <a:pt x="860299" y="388636"/>
                        <a:pt x="857727" y="387779"/>
                        <a:pt x="861632" y="385207"/>
                      </a:cubicBezTo>
                      <a:cubicBezTo>
                        <a:pt x="860299" y="384635"/>
                        <a:pt x="857441" y="384731"/>
                        <a:pt x="860013" y="382064"/>
                      </a:cubicBezTo>
                      <a:cubicBezTo>
                        <a:pt x="863728" y="383016"/>
                        <a:pt x="862966" y="386731"/>
                        <a:pt x="866680" y="386921"/>
                      </a:cubicBezTo>
                      <a:cubicBezTo>
                        <a:pt x="867157" y="385016"/>
                        <a:pt x="871348" y="385778"/>
                        <a:pt x="873062" y="385207"/>
                      </a:cubicBezTo>
                      <a:cubicBezTo>
                        <a:pt x="872777" y="384540"/>
                        <a:pt x="873824" y="384159"/>
                        <a:pt x="874777" y="383683"/>
                      </a:cubicBezTo>
                      <a:cubicBezTo>
                        <a:pt x="874205" y="382445"/>
                        <a:pt x="875348" y="380825"/>
                        <a:pt x="875253" y="379492"/>
                      </a:cubicBezTo>
                      <a:cubicBezTo>
                        <a:pt x="878206" y="380159"/>
                        <a:pt x="876872" y="377396"/>
                        <a:pt x="879158" y="375396"/>
                      </a:cubicBezTo>
                      <a:cubicBezTo>
                        <a:pt x="880873" y="374539"/>
                        <a:pt x="880968" y="377492"/>
                        <a:pt x="883445" y="374729"/>
                      </a:cubicBezTo>
                      <a:cubicBezTo>
                        <a:pt x="883445" y="373205"/>
                        <a:pt x="883254" y="369205"/>
                        <a:pt x="880111" y="371491"/>
                      </a:cubicBezTo>
                      <a:cubicBezTo>
                        <a:pt x="881921" y="373872"/>
                        <a:pt x="874396" y="376825"/>
                        <a:pt x="871443" y="377396"/>
                      </a:cubicBezTo>
                      <a:cubicBezTo>
                        <a:pt x="874681" y="372539"/>
                        <a:pt x="867157" y="372539"/>
                        <a:pt x="872967" y="366252"/>
                      </a:cubicBezTo>
                      <a:cubicBezTo>
                        <a:pt x="871348" y="366824"/>
                        <a:pt x="869633" y="367871"/>
                        <a:pt x="868300" y="368062"/>
                      </a:cubicBezTo>
                      <a:cubicBezTo>
                        <a:pt x="867823" y="364823"/>
                        <a:pt x="867728" y="362442"/>
                        <a:pt x="873158" y="360061"/>
                      </a:cubicBezTo>
                      <a:cubicBezTo>
                        <a:pt x="872014" y="359204"/>
                        <a:pt x="873158" y="357680"/>
                        <a:pt x="874110" y="356251"/>
                      </a:cubicBezTo>
                      <a:cubicBezTo>
                        <a:pt x="875539" y="356060"/>
                        <a:pt x="878301" y="358537"/>
                        <a:pt x="875729" y="360918"/>
                      </a:cubicBezTo>
                      <a:cubicBezTo>
                        <a:pt x="876872" y="361871"/>
                        <a:pt x="878682" y="360728"/>
                        <a:pt x="877825" y="362918"/>
                      </a:cubicBezTo>
                      <a:cubicBezTo>
                        <a:pt x="880016" y="362252"/>
                        <a:pt x="882397" y="361109"/>
                        <a:pt x="884683" y="360061"/>
                      </a:cubicBezTo>
                      <a:cubicBezTo>
                        <a:pt x="885064" y="363585"/>
                        <a:pt x="888112" y="360918"/>
                        <a:pt x="888493" y="363680"/>
                      </a:cubicBezTo>
                      <a:lnTo>
                        <a:pt x="894494" y="358442"/>
                      </a:lnTo>
                      <a:cubicBezTo>
                        <a:pt x="894589" y="356441"/>
                        <a:pt x="890207" y="358918"/>
                        <a:pt x="892398" y="356441"/>
                      </a:cubicBezTo>
                      <a:cubicBezTo>
                        <a:pt x="894779" y="356727"/>
                        <a:pt x="899256" y="354632"/>
                        <a:pt x="900589" y="351679"/>
                      </a:cubicBezTo>
                      <a:cubicBezTo>
                        <a:pt x="902209" y="351393"/>
                        <a:pt x="902685" y="351869"/>
                        <a:pt x="902304" y="353298"/>
                      </a:cubicBezTo>
                      <a:cubicBezTo>
                        <a:pt x="903638" y="350726"/>
                        <a:pt x="906019" y="347869"/>
                        <a:pt x="909257" y="347393"/>
                      </a:cubicBezTo>
                      <a:cubicBezTo>
                        <a:pt x="907924" y="346535"/>
                        <a:pt x="907733" y="345392"/>
                        <a:pt x="910210" y="343583"/>
                      </a:cubicBezTo>
                      <a:cubicBezTo>
                        <a:pt x="909638" y="342630"/>
                        <a:pt x="908305" y="343487"/>
                        <a:pt x="907638" y="342725"/>
                      </a:cubicBezTo>
                      <a:cubicBezTo>
                        <a:pt x="909162" y="341487"/>
                        <a:pt x="910210" y="340344"/>
                        <a:pt x="910686" y="339392"/>
                      </a:cubicBezTo>
                      <a:cubicBezTo>
                        <a:pt x="912686" y="340249"/>
                        <a:pt x="916401" y="337391"/>
                        <a:pt x="920973" y="335105"/>
                      </a:cubicBezTo>
                      <a:cubicBezTo>
                        <a:pt x="920878" y="334629"/>
                        <a:pt x="921164" y="334058"/>
                        <a:pt x="922306" y="333200"/>
                      </a:cubicBezTo>
                      <a:cubicBezTo>
                        <a:pt x="918306" y="333677"/>
                        <a:pt x="923164" y="328914"/>
                        <a:pt x="918497" y="331105"/>
                      </a:cubicBezTo>
                      <a:cubicBezTo>
                        <a:pt x="921354" y="327200"/>
                        <a:pt x="922592" y="326914"/>
                        <a:pt x="925355" y="325104"/>
                      </a:cubicBezTo>
                      <a:cubicBezTo>
                        <a:pt x="924783" y="326628"/>
                        <a:pt x="925831" y="327581"/>
                        <a:pt x="927926" y="325961"/>
                      </a:cubicBezTo>
                      <a:cubicBezTo>
                        <a:pt x="926021" y="324628"/>
                        <a:pt x="924497" y="323294"/>
                        <a:pt x="920211" y="324914"/>
                      </a:cubicBezTo>
                      <a:cubicBezTo>
                        <a:pt x="920497" y="323771"/>
                        <a:pt x="920116" y="320151"/>
                        <a:pt x="923259" y="319961"/>
                      </a:cubicBezTo>
                      <a:cubicBezTo>
                        <a:pt x="922688" y="320627"/>
                        <a:pt x="921545" y="321485"/>
                        <a:pt x="921926" y="321866"/>
                      </a:cubicBezTo>
                      <a:cubicBezTo>
                        <a:pt x="925355" y="317960"/>
                        <a:pt x="924402" y="315865"/>
                        <a:pt x="921164" y="316341"/>
                      </a:cubicBezTo>
                      <a:cubicBezTo>
                        <a:pt x="924973" y="313674"/>
                        <a:pt x="920878" y="311864"/>
                        <a:pt x="925069" y="310626"/>
                      </a:cubicBezTo>
                      <a:cubicBezTo>
                        <a:pt x="924307" y="308435"/>
                        <a:pt x="920878" y="313674"/>
                        <a:pt x="919925" y="312055"/>
                      </a:cubicBezTo>
                      <a:cubicBezTo>
                        <a:pt x="921926" y="306245"/>
                        <a:pt x="914591" y="301387"/>
                        <a:pt x="906019" y="300815"/>
                      </a:cubicBezTo>
                      <a:cubicBezTo>
                        <a:pt x="906495" y="300815"/>
                        <a:pt x="906590" y="301958"/>
                        <a:pt x="906019" y="302339"/>
                      </a:cubicBezTo>
                      <a:cubicBezTo>
                        <a:pt x="902209" y="298720"/>
                        <a:pt x="905447" y="287576"/>
                        <a:pt x="894779" y="292052"/>
                      </a:cubicBezTo>
                      <a:cubicBezTo>
                        <a:pt x="894875" y="290052"/>
                        <a:pt x="898113" y="290528"/>
                        <a:pt x="897732" y="288623"/>
                      </a:cubicBezTo>
                      <a:cubicBezTo>
                        <a:pt x="896875" y="289385"/>
                        <a:pt x="895922" y="288909"/>
                        <a:pt x="896875" y="287861"/>
                      </a:cubicBezTo>
                      <a:cubicBezTo>
                        <a:pt x="897351" y="288052"/>
                        <a:pt x="898113" y="287671"/>
                        <a:pt x="899066" y="286718"/>
                      </a:cubicBezTo>
                      <a:cubicBezTo>
                        <a:pt x="899732" y="288147"/>
                        <a:pt x="899256" y="289576"/>
                        <a:pt x="902495" y="286814"/>
                      </a:cubicBezTo>
                      <a:cubicBezTo>
                        <a:pt x="897732" y="280432"/>
                        <a:pt x="891064" y="273193"/>
                        <a:pt x="886778" y="267859"/>
                      </a:cubicBezTo>
                      <a:cubicBezTo>
                        <a:pt x="885826" y="266621"/>
                        <a:pt x="882016" y="267859"/>
                        <a:pt x="884588" y="264335"/>
                      </a:cubicBezTo>
                      <a:cubicBezTo>
                        <a:pt x="882778" y="265668"/>
                        <a:pt x="883540" y="266335"/>
                        <a:pt x="882873" y="267383"/>
                      </a:cubicBezTo>
                      <a:cubicBezTo>
                        <a:pt x="881349" y="267383"/>
                        <a:pt x="879539" y="268049"/>
                        <a:pt x="878111" y="267668"/>
                      </a:cubicBezTo>
                      <a:cubicBezTo>
                        <a:pt x="880873" y="263954"/>
                        <a:pt x="876110" y="262239"/>
                        <a:pt x="872014" y="262144"/>
                      </a:cubicBezTo>
                      <a:cubicBezTo>
                        <a:pt x="870205" y="254429"/>
                        <a:pt x="860299" y="256143"/>
                        <a:pt x="861156" y="249095"/>
                      </a:cubicBezTo>
                      <a:cubicBezTo>
                        <a:pt x="855155" y="248523"/>
                        <a:pt x="854298" y="235283"/>
                        <a:pt x="844583" y="237379"/>
                      </a:cubicBezTo>
                      <a:cubicBezTo>
                        <a:pt x="844106" y="236807"/>
                        <a:pt x="843821" y="236236"/>
                        <a:pt x="845345" y="235093"/>
                      </a:cubicBezTo>
                      <a:cubicBezTo>
                        <a:pt x="844202" y="232902"/>
                        <a:pt x="840487" y="238046"/>
                        <a:pt x="839344" y="235855"/>
                      </a:cubicBezTo>
                      <a:cubicBezTo>
                        <a:pt x="838105" y="235188"/>
                        <a:pt x="841249" y="233188"/>
                        <a:pt x="840582" y="232426"/>
                      </a:cubicBezTo>
                      <a:cubicBezTo>
                        <a:pt x="837344" y="233188"/>
                        <a:pt x="836486" y="232045"/>
                        <a:pt x="835439" y="233950"/>
                      </a:cubicBezTo>
                      <a:cubicBezTo>
                        <a:pt x="835153" y="232140"/>
                        <a:pt x="837248" y="229568"/>
                        <a:pt x="836963" y="227759"/>
                      </a:cubicBezTo>
                      <a:cubicBezTo>
                        <a:pt x="832105" y="230807"/>
                        <a:pt x="834391" y="225473"/>
                        <a:pt x="834296" y="223949"/>
                      </a:cubicBezTo>
                      <a:cubicBezTo>
                        <a:pt x="825818" y="221567"/>
                        <a:pt x="820198" y="212709"/>
                        <a:pt x="807626" y="211376"/>
                      </a:cubicBezTo>
                      <a:cubicBezTo>
                        <a:pt x="808388" y="213281"/>
                        <a:pt x="811721" y="215090"/>
                        <a:pt x="806483" y="216424"/>
                      </a:cubicBezTo>
                      <a:cubicBezTo>
                        <a:pt x="812293" y="214328"/>
                        <a:pt x="812483" y="218615"/>
                        <a:pt x="818103" y="215948"/>
                      </a:cubicBezTo>
                      <a:cubicBezTo>
                        <a:pt x="816674" y="219853"/>
                        <a:pt x="821056" y="220710"/>
                        <a:pt x="824675" y="220139"/>
                      </a:cubicBezTo>
                      <a:cubicBezTo>
                        <a:pt x="824389" y="222710"/>
                        <a:pt x="824675" y="222615"/>
                        <a:pt x="826961" y="223568"/>
                      </a:cubicBezTo>
                      <a:cubicBezTo>
                        <a:pt x="825152" y="224996"/>
                        <a:pt x="825914" y="225663"/>
                        <a:pt x="825342" y="226711"/>
                      </a:cubicBezTo>
                      <a:cubicBezTo>
                        <a:pt x="817722" y="229092"/>
                        <a:pt x="818103" y="222615"/>
                        <a:pt x="811817" y="220996"/>
                      </a:cubicBezTo>
                      <a:cubicBezTo>
                        <a:pt x="813341" y="228330"/>
                        <a:pt x="817341" y="229568"/>
                        <a:pt x="822485" y="233283"/>
                      </a:cubicBezTo>
                      <a:cubicBezTo>
                        <a:pt x="820484" y="234902"/>
                        <a:pt x="819437" y="236331"/>
                        <a:pt x="820008" y="237188"/>
                      </a:cubicBezTo>
                      <a:cubicBezTo>
                        <a:pt x="827438" y="233950"/>
                        <a:pt x="832295" y="243856"/>
                        <a:pt x="831057" y="248333"/>
                      </a:cubicBezTo>
                      <a:cubicBezTo>
                        <a:pt x="836010" y="249380"/>
                        <a:pt x="842868" y="248809"/>
                        <a:pt x="840296" y="254810"/>
                      </a:cubicBezTo>
                      <a:cubicBezTo>
                        <a:pt x="841820" y="252428"/>
                        <a:pt x="851060" y="254810"/>
                        <a:pt x="846773" y="259191"/>
                      </a:cubicBezTo>
                      <a:cubicBezTo>
                        <a:pt x="845345" y="260429"/>
                        <a:pt x="845059" y="258524"/>
                        <a:pt x="843821" y="259572"/>
                      </a:cubicBezTo>
                      <a:cubicBezTo>
                        <a:pt x="843821" y="261668"/>
                        <a:pt x="850012" y="260048"/>
                        <a:pt x="846488" y="265001"/>
                      </a:cubicBezTo>
                      <a:cubicBezTo>
                        <a:pt x="854584" y="260334"/>
                        <a:pt x="852393" y="272907"/>
                        <a:pt x="861537" y="269478"/>
                      </a:cubicBezTo>
                      <a:cubicBezTo>
                        <a:pt x="861537" y="271478"/>
                        <a:pt x="860108" y="273193"/>
                        <a:pt x="857346" y="274812"/>
                      </a:cubicBezTo>
                      <a:cubicBezTo>
                        <a:pt x="861156" y="274907"/>
                        <a:pt x="861061" y="275765"/>
                        <a:pt x="865919" y="276431"/>
                      </a:cubicBezTo>
                      <a:cubicBezTo>
                        <a:pt x="859156" y="285861"/>
                        <a:pt x="877063" y="285385"/>
                        <a:pt x="871634" y="293957"/>
                      </a:cubicBezTo>
                      <a:cubicBezTo>
                        <a:pt x="865061" y="290433"/>
                        <a:pt x="855917" y="281099"/>
                        <a:pt x="844106" y="279670"/>
                      </a:cubicBezTo>
                      <a:cubicBezTo>
                        <a:pt x="848107" y="280622"/>
                        <a:pt x="846011" y="287195"/>
                        <a:pt x="852679" y="284432"/>
                      </a:cubicBezTo>
                      <a:cubicBezTo>
                        <a:pt x="847154" y="288623"/>
                        <a:pt x="853917" y="289195"/>
                        <a:pt x="850202" y="292910"/>
                      </a:cubicBezTo>
                      <a:cubicBezTo>
                        <a:pt x="848393" y="288242"/>
                        <a:pt x="837058" y="287004"/>
                        <a:pt x="842392" y="279670"/>
                      </a:cubicBezTo>
                      <a:cubicBezTo>
                        <a:pt x="839344" y="282242"/>
                        <a:pt x="841058" y="283480"/>
                        <a:pt x="839058" y="285861"/>
                      </a:cubicBezTo>
                      <a:cubicBezTo>
                        <a:pt x="834867" y="283766"/>
                        <a:pt x="840011" y="275384"/>
                        <a:pt x="830486" y="278051"/>
                      </a:cubicBezTo>
                      <a:cubicBezTo>
                        <a:pt x="833629" y="276050"/>
                        <a:pt x="832962" y="276241"/>
                        <a:pt x="834296" y="273860"/>
                      </a:cubicBezTo>
                      <a:cubicBezTo>
                        <a:pt x="829533" y="271669"/>
                        <a:pt x="826676" y="266621"/>
                        <a:pt x="825247" y="264144"/>
                      </a:cubicBezTo>
                      <a:cubicBezTo>
                        <a:pt x="824294" y="262430"/>
                        <a:pt x="825723" y="258429"/>
                        <a:pt x="824199" y="257191"/>
                      </a:cubicBezTo>
                      <a:cubicBezTo>
                        <a:pt x="822770" y="256143"/>
                        <a:pt x="820198" y="256905"/>
                        <a:pt x="818960" y="255667"/>
                      </a:cubicBezTo>
                      <a:cubicBezTo>
                        <a:pt x="818008" y="254714"/>
                        <a:pt x="817627" y="249190"/>
                        <a:pt x="818389" y="250714"/>
                      </a:cubicBezTo>
                      <a:cubicBezTo>
                        <a:pt x="817246" y="248428"/>
                        <a:pt x="816008" y="244808"/>
                        <a:pt x="811340" y="246142"/>
                      </a:cubicBezTo>
                      <a:cubicBezTo>
                        <a:pt x="815246" y="242808"/>
                        <a:pt x="806959" y="243380"/>
                        <a:pt x="811150" y="239951"/>
                      </a:cubicBezTo>
                      <a:cubicBezTo>
                        <a:pt x="809245" y="238808"/>
                        <a:pt x="806102" y="241475"/>
                        <a:pt x="804673" y="238808"/>
                      </a:cubicBezTo>
                      <a:cubicBezTo>
                        <a:pt x="806483" y="236331"/>
                        <a:pt x="807626" y="234140"/>
                        <a:pt x="806197" y="232616"/>
                      </a:cubicBezTo>
                      <a:cubicBezTo>
                        <a:pt x="801434" y="230711"/>
                        <a:pt x="794576" y="231092"/>
                        <a:pt x="792671" y="223853"/>
                      </a:cubicBezTo>
                      <a:cubicBezTo>
                        <a:pt x="791623" y="224711"/>
                        <a:pt x="790385" y="226139"/>
                        <a:pt x="789719" y="225854"/>
                      </a:cubicBezTo>
                      <a:cubicBezTo>
                        <a:pt x="785813" y="222996"/>
                        <a:pt x="777812" y="224806"/>
                        <a:pt x="781718" y="217472"/>
                      </a:cubicBezTo>
                      <a:cubicBezTo>
                        <a:pt x="775336" y="220615"/>
                        <a:pt x="778098" y="214519"/>
                        <a:pt x="776479" y="212900"/>
                      </a:cubicBezTo>
                      <a:cubicBezTo>
                        <a:pt x="774479" y="210995"/>
                        <a:pt x="764572" y="211471"/>
                        <a:pt x="770288" y="206042"/>
                      </a:cubicBezTo>
                      <a:cubicBezTo>
                        <a:pt x="768668" y="206423"/>
                        <a:pt x="766382" y="208899"/>
                        <a:pt x="765239" y="207661"/>
                      </a:cubicBezTo>
                      <a:cubicBezTo>
                        <a:pt x="768002" y="205375"/>
                        <a:pt x="766478" y="204518"/>
                        <a:pt x="766763" y="202994"/>
                      </a:cubicBezTo>
                      <a:cubicBezTo>
                        <a:pt x="759239" y="207756"/>
                        <a:pt x="760477" y="198422"/>
                        <a:pt x="756000" y="199755"/>
                      </a:cubicBezTo>
                      <a:cubicBezTo>
                        <a:pt x="757619" y="191087"/>
                        <a:pt x="745237" y="194612"/>
                        <a:pt x="743808" y="188230"/>
                      </a:cubicBezTo>
                      <a:cubicBezTo>
                        <a:pt x="745046" y="186992"/>
                        <a:pt x="746666" y="185563"/>
                        <a:pt x="745332" y="185087"/>
                      </a:cubicBezTo>
                      <a:cubicBezTo>
                        <a:pt x="743522" y="187087"/>
                        <a:pt x="742760" y="189278"/>
                        <a:pt x="740760" y="188706"/>
                      </a:cubicBezTo>
                      <a:cubicBezTo>
                        <a:pt x="738284" y="187468"/>
                        <a:pt x="739712" y="184896"/>
                        <a:pt x="739141" y="182991"/>
                      </a:cubicBezTo>
                      <a:cubicBezTo>
                        <a:pt x="737141" y="184991"/>
                        <a:pt x="737426" y="186230"/>
                        <a:pt x="735426" y="185849"/>
                      </a:cubicBezTo>
                      <a:cubicBezTo>
                        <a:pt x="735236" y="184039"/>
                        <a:pt x="733902" y="176800"/>
                        <a:pt x="729997" y="179943"/>
                      </a:cubicBezTo>
                      <a:cubicBezTo>
                        <a:pt x="724568" y="174895"/>
                        <a:pt x="721805" y="170037"/>
                        <a:pt x="715614" y="168227"/>
                      </a:cubicBezTo>
                      <a:cubicBezTo>
                        <a:pt x="718853" y="163941"/>
                        <a:pt x="711423" y="163560"/>
                        <a:pt x="710089" y="160703"/>
                      </a:cubicBezTo>
                      <a:cubicBezTo>
                        <a:pt x="709328" y="159083"/>
                        <a:pt x="711614" y="156035"/>
                        <a:pt x="711042" y="154130"/>
                      </a:cubicBezTo>
                      <a:cubicBezTo>
                        <a:pt x="710471" y="152416"/>
                        <a:pt x="706280" y="151368"/>
                        <a:pt x="704755" y="148987"/>
                      </a:cubicBezTo>
                      <a:cubicBezTo>
                        <a:pt x="701517" y="143843"/>
                        <a:pt x="698469" y="144320"/>
                        <a:pt x="694850" y="139367"/>
                      </a:cubicBezTo>
                      <a:cubicBezTo>
                        <a:pt x="696373" y="137843"/>
                        <a:pt x="696850" y="140033"/>
                        <a:pt x="698564" y="138033"/>
                      </a:cubicBezTo>
                      <a:cubicBezTo>
                        <a:pt x="696850" y="136890"/>
                        <a:pt x="693992" y="139462"/>
                        <a:pt x="692183" y="138700"/>
                      </a:cubicBezTo>
                      <a:cubicBezTo>
                        <a:pt x="693802" y="135461"/>
                        <a:pt x="686563" y="134414"/>
                        <a:pt x="692183" y="131366"/>
                      </a:cubicBezTo>
                      <a:cubicBezTo>
                        <a:pt x="690182" y="128794"/>
                        <a:pt x="685991" y="133556"/>
                        <a:pt x="683705" y="131747"/>
                      </a:cubicBezTo>
                      <a:cubicBezTo>
                        <a:pt x="682848" y="130699"/>
                        <a:pt x="685610" y="128318"/>
                        <a:pt x="683801" y="127556"/>
                      </a:cubicBezTo>
                      <a:cubicBezTo>
                        <a:pt x="681705" y="128984"/>
                        <a:pt x="679800" y="129556"/>
                        <a:pt x="678657" y="127841"/>
                      </a:cubicBezTo>
                      <a:cubicBezTo>
                        <a:pt x="679610" y="126508"/>
                        <a:pt x="679419" y="126032"/>
                        <a:pt x="681038" y="125365"/>
                      </a:cubicBezTo>
                      <a:cubicBezTo>
                        <a:pt x="671323" y="124508"/>
                        <a:pt x="675895" y="118221"/>
                        <a:pt x="671037" y="113268"/>
                      </a:cubicBezTo>
                      <a:cubicBezTo>
                        <a:pt x="669037" y="115459"/>
                        <a:pt x="667227" y="117459"/>
                        <a:pt x="666465" y="115459"/>
                      </a:cubicBezTo>
                      <a:cubicBezTo>
                        <a:pt x="669894" y="112982"/>
                        <a:pt x="667037" y="108696"/>
                        <a:pt x="666941" y="105839"/>
                      </a:cubicBezTo>
                      <a:cubicBezTo>
                        <a:pt x="663608" y="108601"/>
                        <a:pt x="668846" y="108315"/>
                        <a:pt x="664846" y="111363"/>
                      </a:cubicBezTo>
                      <a:cubicBezTo>
                        <a:pt x="664179" y="109172"/>
                        <a:pt x="665227" y="107267"/>
                        <a:pt x="661322" y="110030"/>
                      </a:cubicBezTo>
                      <a:cubicBezTo>
                        <a:pt x="662464" y="107934"/>
                        <a:pt x="664560" y="107077"/>
                        <a:pt x="663893" y="104886"/>
                      </a:cubicBezTo>
                      <a:cubicBezTo>
                        <a:pt x="661703" y="107267"/>
                        <a:pt x="659607" y="109363"/>
                        <a:pt x="658559" y="107934"/>
                      </a:cubicBezTo>
                      <a:cubicBezTo>
                        <a:pt x="661226" y="105934"/>
                        <a:pt x="659988" y="105267"/>
                        <a:pt x="662084" y="103457"/>
                      </a:cubicBezTo>
                      <a:cubicBezTo>
                        <a:pt x="650463" y="102981"/>
                        <a:pt x="647701" y="89075"/>
                        <a:pt x="634937" y="85169"/>
                      </a:cubicBezTo>
                      <a:cubicBezTo>
                        <a:pt x="631985" y="80693"/>
                        <a:pt x="629318" y="71739"/>
                        <a:pt x="621602" y="73358"/>
                      </a:cubicBezTo>
                      <a:cubicBezTo>
                        <a:pt x="618935" y="66596"/>
                        <a:pt x="612935" y="65929"/>
                        <a:pt x="606839" y="62214"/>
                      </a:cubicBezTo>
                      <a:cubicBezTo>
                        <a:pt x="607696" y="59547"/>
                        <a:pt x="607696" y="57737"/>
                        <a:pt x="605124" y="58118"/>
                      </a:cubicBezTo>
                      <a:cubicBezTo>
                        <a:pt x="605696" y="58880"/>
                        <a:pt x="603886" y="59547"/>
                        <a:pt x="603124" y="59452"/>
                      </a:cubicBezTo>
                      <a:cubicBezTo>
                        <a:pt x="603410" y="57737"/>
                        <a:pt x="603886" y="56023"/>
                        <a:pt x="603886" y="54404"/>
                      </a:cubicBezTo>
                      <a:cubicBezTo>
                        <a:pt x="602552" y="55261"/>
                        <a:pt x="601409" y="55261"/>
                        <a:pt x="600457" y="54689"/>
                      </a:cubicBezTo>
                      <a:cubicBezTo>
                        <a:pt x="605410" y="46593"/>
                        <a:pt x="591408" y="56118"/>
                        <a:pt x="594075" y="47165"/>
                      </a:cubicBezTo>
                      <a:cubicBezTo>
                        <a:pt x="582931" y="49927"/>
                        <a:pt x="582264" y="32687"/>
                        <a:pt x="569596" y="38973"/>
                      </a:cubicBezTo>
                      <a:cubicBezTo>
                        <a:pt x="570453" y="41640"/>
                        <a:pt x="576263" y="35830"/>
                        <a:pt x="574835" y="40021"/>
                      </a:cubicBezTo>
                      <a:cubicBezTo>
                        <a:pt x="563595" y="46498"/>
                        <a:pt x="564738" y="37640"/>
                        <a:pt x="555689" y="37259"/>
                      </a:cubicBezTo>
                      <a:cubicBezTo>
                        <a:pt x="554642" y="38402"/>
                        <a:pt x="554261" y="39259"/>
                        <a:pt x="553880" y="40116"/>
                      </a:cubicBezTo>
                      <a:cubicBezTo>
                        <a:pt x="549879" y="41069"/>
                        <a:pt x="545879" y="37544"/>
                        <a:pt x="547974" y="32972"/>
                      </a:cubicBezTo>
                      <a:cubicBezTo>
                        <a:pt x="540259" y="36211"/>
                        <a:pt x="539306" y="25448"/>
                        <a:pt x="533782" y="24019"/>
                      </a:cubicBezTo>
                      <a:cubicBezTo>
                        <a:pt x="536544" y="20590"/>
                        <a:pt x="535211" y="20304"/>
                        <a:pt x="532353" y="22971"/>
                      </a:cubicBezTo>
                      <a:cubicBezTo>
                        <a:pt x="533210" y="21161"/>
                        <a:pt x="535972" y="18590"/>
                        <a:pt x="535972" y="17161"/>
                      </a:cubicBezTo>
                      <a:cubicBezTo>
                        <a:pt x="529781" y="21542"/>
                        <a:pt x="532067" y="10112"/>
                        <a:pt x="525019" y="14875"/>
                      </a:cubicBezTo>
                      <a:cubicBezTo>
                        <a:pt x="527019" y="8493"/>
                        <a:pt x="520923" y="8588"/>
                        <a:pt x="520256" y="4683"/>
                      </a:cubicBezTo>
                      <a:cubicBezTo>
                        <a:pt x="515875" y="8112"/>
                        <a:pt x="512541" y="4207"/>
                        <a:pt x="510922" y="2302"/>
                      </a:cubicBezTo>
                      <a:cubicBezTo>
                        <a:pt x="509398" y="3826"/>
                        <a:pt x="509779" y="4588"/>
                        <a:pt x="508350" y="6017"/>
                      </a:cubicBezTo>
                      <a:cubicBezTo>
                        <a:pt x="507493" y="4207"/>
                        <a:pt x="505397" y="7541"/>
                        <a:pt x="504159" y="7255"/>
                      </a:cubicBezTo>
                      <a:cubicBezTo>
                        <a:pt x="500349" y="6588"/>
                        <a:pt x="503969" y="2397"/>
                        <a:pt x="500254" y="3159"/>
                      </a:cubicBezTo>
                      <a:cubicBezTo>
                        <a:pt x="501016" y="3445"/>
                        <a:pt x="505397" y="-1699"/>
                        <a:pt x="502540" y="587"/>
                      </a:cubicBezTo>
                      <a:cubicBezTo>
                        <a:pt x="497396" y="6398"/>
                        <a:pt x="492253" y="4207"/>
                        <a:pt x="491014" y="873"/>
                      </a:cubicBezTo>
                      <a:cubicBezTo>
                        <a:pt x="488252" y="4683"/>
                        <a:pt x="490157" y="-1127"/>
                        <a:pt x="487205" y="968"/>
                      </a:cubicBezTo>
                      <a:cubicBezTo>
                        <a:pt x="485014" y="3540"/>
                        <a:pt x="485490" y="4874"/>
                        <a:pt x="485300" y="6588"/>
                      </a:cubicBezTo>
                      <a:cubicBezTo>
                        <a:pt x="486443" y="5731"/>
                        <a:pt x="487490" y="4969"/>
                        <a:pt x="488538" y="4683"/>
                      </a:cubicBezTo>
                      <a:cubicBezTo>
                        <a:pt x="489110" y="7445"/>
                        <a:pt x="487395" y="11160"/>
                        <a:pt x="487967" y="13922"/>
                      </a:cubicBezTo>
                      <a:cubicBezTo>
                        <a:pt x="486728" y="13065"/>
                        <a:pt x="485585" y="11541"/>
                        <a:pt x="483680" y="13732"/>
                      </a:cubicBezTo>
                      <a:cubicBezTo>
                        <a:pt x="487967" y="16589"/>
                        <a:pt x="489681" y="16589"/>
                        <a:pt x="493777" y="19352"/>
                      </a:cubicBezTo>
                      <a:cubicBezTo>
                        <a:pt x="491205" y="21923"/>
                        <a:pt x="493015" y="22495"/>
                        <a:pt x="491396" y="24590"/>
                      </a:cubicBezTo>
                      <a:cubicBezTo>
                        <a:pt x="493396" y="25352"/>
                        <a:pt x="496063" y="23447"/>
                        <a:pt x="498158" y="23733"/>
                      </a:cubicBezTo>
                      <a:cubicBezTo>
                        <a:pt x="496253" y="29067"/>
                        <a:pt x="503492" y="29734"/>
                        <a:pt x="502254" y="36211"/>
                      </a:cubicBezTo>
                      <a:cubicBezTo>
                        <a:pt x="505207" y="36306"/>
                        <a:pt x="511112" y="34211"/>
                        <a:pt x="507397" y="39830"/>
                      </a:cubicBezTo>
                      <a:cubicBezTo>
                        <a:pt x="508445" y="41259"/>
                        <a:pt x="510636" y="38402"/>
                        <a:pt x="511970" y="38973"/>
                      </a:cubicBezTo>
                      <a:cubicBezTo>
                        <a:pt x="512351" y="40211"/>
                        <a:pt x="507588" y="43640"/>
                        <a:pt x="508350" y="44783"/>
                      </a:cubicBezTo>
                      <a:cubicBezTo>
                        <a:pt x="510636" y="42593"/>
                        <a:pt x="510636" y="44783"/>
                        <a:pt x="513684" y="43069"/>
                      </a:cubicBezTo>
                      <a:cubicBezTo>
                        <a:pt x="511684" y="46688"/>
                        <a:pt x="514065" y="48593"/>
                        <a:pt x="511303" y="52594"/>
                      </a:cubicBezTo>
                      <a:cubicBezTo>
                        <a:pt x="509112" y="52594"/>
                        <a:pt x="504350" y="51546"/>
                        <a:pt x="502730" y="56213"/>
                      </a:cubicBezTo>
                      <a:cubicBezTo>
                        <a:pt x="513970" y="48689"/>
                        <a:pt x="518351" y="56975"/>
                        <a:pt x="512160" y="65929"/>
                      </a:cubicBezTo>
                      <a:cubicBezTo>
                        <a:pt x="513875" y="67072"/>
                        <a:pt x="513684" y="62405"/>
                        <a:pt x="514922" y="63738"/>
                      </a:cubicBezTo>
                      <a:cubicBezTo>
                        <a:pt x="515208" y="65929"/>
                        <a:pt x="514732" y="68405"/>
                        <a:pt x="511112" y="72215"/>
                      </a:cubicBezTo>
                      <a:lnTo>
                        <a:pt x="509303" y="70882"/>
                      </a:lnTo>
                      <a:cubicBezTo>
                        <a:pt x="501492" y="78788"/>
                        <a:pt x="506064" y="79454"/>
                        <a:pt x="507874" y="82502"/>
                      </a:cubicBezTo>
                      <a:cubicBezTo>
                        <a:pt x="499873" y="88217"/>
                        <a:pt x="500063" y="81455"/>
                        <a:pt x="496730" y="77168"/>
                      </a:cubicBezTo>
                      <a:cubicBezTo>
                        <a:pt x="493396" y="79550"/>
                        <a:pt x="494444" y="79740"/>
                        <a:pt x="493777" y="82026"/>
                      </a:cubicBezTo>
                      <a:cubicBezTo>
                        <a:pt x="486633" y="84122"/>
                        <a:pt x="490538" y="71644"/>
                        <a:pt x="481775" y="76121"/>
                      </a:cubicBezTo>
                      <a:cubicBezTo>
                        <a:pt x="482633" y="77359"/>
                        <a:pt x="483204" y="79073"/>
                        <a:pt x="483585" y="81645"/>
                      </a:cubicBezTo>
                      <a:cubicBezTo>
                        <a:pt x="476251" y="74882"/>
                        <a:pt x="474441" y="69929"/>
                        <a:pt x="465678" y="64786"/>
                      </a:cubicBezTo>
                      <a:cubicBezTo>
                        <a:pt x="466821" y="63643"/>
                        <a:pt x="467678" y="63833"/>
                        <a:pt x="468917" y="62881"/>
                      </a:cubicBezTo>
                      <a:cubicBezTo>
                        <a:pt x="466630" y="61928"/>
                        <a:pt x="463487" y="64405"/>
                        <a:pt x="461296" y="63071"/>
                      </a:cubicBezTo>
                      <a:cubicBezTo>
                        <a:pt x="462154" y="62024"/>
                        <a:pt x="463487" y="60690"/>
                        <a:pt x="463106" y="60214"/>
                      </a:cubicBezTo>
                      <a:cubicBezTo>
                        <a:pt x="461868" y="61452"/>
                        <a:pt x="461582" y="60119"/>
                        <a:pt x="461773" y="59261"/>
                      </a:cubicBezTo>
                      <a:cubicBezTo>
                        <a:pt x="458915" y="61738"/>
                        <a:pt x="462249" y="61452"/>
                        <a:pt x="460154" y="63643"/>
                      </a:cubicBezTo>
                      <a:cubicBezTo>
                        <a:pt x="454058" y="65262"/>
                        <a:pt x="454248" y="58785"/>
                        <a:pt x="447676" y="59166"/>
                      </a:cubicBezTo>
                      <a:cubicBezTo>
                        <a:pt x="449105" y="56118"/>
                        <a:pt x="446819" y="54689"/>
                        <a:pt x="447295" y="52022"/>
                      </a:cubicBezTo>
                      <a:cubicBezTo>
                        <a:pt x="443389" y="55356"/>
                        <a:pt x="443009" y="57737"/>
                        <a:pt x="439865" y="57928"/>
                      </a:cubicBezTo>
                      <a:cubicBezTo>
                        <a:pt x="442342" y="53451"/>
                        <a:pt x="443675" y="48117"/>
                        <a:pt x="448914" y="47641"/>
                      </a:cubicBezTo>
                      <a:cubicBezTo>
                        <a:pt x="448152" y="47069"/>
                        <a:pt x="450724" y="45069"/>
                        <a:pt x="450247" y="44402"/>
                      </a:cubicBezTo>
                      <a:cubicBezTo>
                        <a:pt x="446438" y="48974"/>
                        <a:pt x="444437" y="45926"/>
                        <a:pt x="442151" y="44307"/>
                      </a:cubicBezTo>
                      <a:cubicBezTo>
                        <a:pt x="439198" y="48308"/>
                        <a:pt x="435674" y="46212"/>
                        <a:pt x="437389" y="43831"/>
                      </a:cubicBezTo>
                      <a:cubicBezTo>
                        <a:pt x="435388" y="45450"/>
                        <a:pt x="433579" y="46117"/>
                        <a:pt x="432341" y="44498"/>
                      </a:cubicBezTo>
                      <a:cubicBezTo>
                        <a:pt x="434436" y="38783"/>
                        <a:pt x="437389" y="40973"/>
                        <a:pt x="438913" y="39449"/>
                      </a:cubicBezTo>
                      <a:cubicBezTo>
                        <a:pt x="437198" y="39068"/>
                        <a:pt x="436151" y="35830"/>
                        <a:pt x="433960" y="37449"/>
                      </a:cubicBezTo>
                      <a:cubicBezTo>
                        <a:pt x="435770" y="40497"/>
                        <a:pt x="430531" y="37259"/>
                        <a:pt x="429483" y="42593"/>
                      </a:cubicBezTo>
                      <a:cubicBezTo>
                        <a:pt x="430245" y="43450"/>
                        <a:pt x="431579" y="40878"/>
                        <a:pt x="433579" y="41259"/>
                      </a:cubicBezTo>
                      <a:cubicBezTo>
                        <a:pt x="430912" y="44688"/>
                        <a:pt x="429007" y="45355"/>
                        <a:pt x="427292" y="45164"/>
                      </a:cubicBezTo>
                      <a:cubicBezTo>
                        <a:pt x="426626" y="42974"/>
                        <a:pt x="431483" y="37449"/>
                        <a:pt x="432150" y="36116"/>
                      </a:cubicBezTo>
                      <a:cubicBezTo>
                        <a:pt x="429864" y="36687"/>
                        <a:pt x="430817" y="31829"/>
                        <a:pt x="426054" y="34687"/>
                      </a:cubicBezTo>
                      <a:cubicBezTo>
                        <a:pt x="430245" y="33925"/>
                        <a:pt x="430340" y="39830"/>
                        <a:pt x="425768" y="42783"/>
                      </a:cubicBezTo>
                      <a:cubicBezTo>
                        <a:pt x="423673" y="41735"/>
                        <a:pt x="428054" y="38973"/>
                        <a:pt x="427388" y="38402"/>
                      </a:cubicBezTo>
                      <a:cubicBezTo>
                        <a:pt x="425578" y="38783"/>
                        <a:pt x="420720" y="38116"/>
                        <a:pt x="426340" y="33544"/>
                      </a:cubicBezTo>
                      <a:cubicBezTo>
                        <a:pt x="423292" y="33449"/>
                        <a:pt x="421863" y="35544"/>
                        <a:pt x="420244" y="38973"/>
                      </a:cubicBezTo>
                      <a:cubicBezTo>
                        <a:pt x="417767" y="37830"/>
                        <a:pt x="420911" y="34782"/>
                        <a:pt x="423006" y="34020"/>
                      </a:cubicBezTo>
                      <a:cubicBezTo>
                        <a:pt x="421196" y="33734"/>
                        <a:pt x="423578" y="31639"/>
                        <a:pt x="422625" y="31067"/>
                      </a:cubicBezTo>
                      <a:cubicBezTo>
                        <a:pt x="419482" y="32782"/>
                        <a:pt x="419196" y="36401"/>
                        <a:pt x="416720" y="38021"/>
                      </a:cubicBezTo>
                      <a:cubicBezTo>
                        <a:pt x="415958" y="37163"/>
                        <a:pt x="417767" y="35068"/>
                        <a:pt x="418339" y="33639"/>
                      </a:cubicBezTo>
                      <a:cubicBezTo>
                        <a:pt x="416148" y="33163"/>
                        <a:pt x="413291" y="35163"/>
                        <a:pt x="411481" y="33068"/>
                      </a:cubicBezTo>
                      <a:cubicBezTo>
                        <a:pt x="415577" y="26591"/>
                        <a:pt x="408623" y="31067"/>
                        <a:pt x="411290" y="24686"/>
                      </a:cubicBezTo>
                      <a:cubicBezTo>
                        <a:pt x="409480" y="26876"/>
                        <a:pt x="409862" y="28019"/>
                        <a:pt x="407861" y="27829"/>
                      </a:cubicBezTo>
                      <a:cubicBezTo>
                        <a:pt x="407099" y="26972"/>
                        <a:pt x="410147" y="24305"/>
                        <a:pt x="409480" y="23352"/>
                      </a:cubicBezTo>
                      <a:cubicBezTo>
                        <a:pt x="407671" y="25543"/>
                        <a:pt x="405956" y="27638"/>
                        <a:pt x="404909" y="27067"/>
                      </a:cubicBezTo>
                      <a:cubicBezTo>
                        <a:pt x="405289" y="26495"/>
                        <a:pt x="405671" y="26019"/>
                        <a:pt x="405194" y="25924"/>
                      </a:cubicBezTo>
                      <a:cubicBezTo>
                        <a:pt x="406433" y="24590"/>
                        <a:pt x="406909" y="26019"/>
                        <a:pt x="408338" y="23924"/>
                      </a:cubicBezTo>
                      <a:cubicBezTo>
                        <a:pt x="400337" y="22495"/>
                        <a:pt x="398908" y="22019"/>
                        <a:pt x="400622" y="13160"/>
                      </a:cubicBezTo>
                      <a:cubicBezTo>
                        <a:pt x="396717" y="16399"/>
                        <a:pt x="395288" y="13256"/>
                        <a:pt x="395193" y="10970"/>
                      </a:cubicBezTo>
                      <a:cubicBezTo>
                        <a:pt x="393288" y="14018"/>
                        <a:pt x="392145" y="13160"/>
                        <a:pt x="390621" y="14684"/>
                      </a:cubicBezTo>
                      <a:cubicBezTo>
                        <a:pt x="393574" y="15351"/>
                        <a:pt x="389573" y="17923"/>
                        <a:pt x="387859" y="19637"/>
                      </a:cubicBezTo>
                      <a:cubicBezTo>
                        <a:pt x="388430" y="22114"/>
                        <a:pt x="390335" y="21161"/>
                        <a:pt x="390621" y="24114"/>
                      </a:cubicBezTo>
                      <a:cubicBezTo>
                        <a:pt x="392907" y="21257"/>
                        <a:pt x="394145" y="23066"/>
                        <a:pt x="395955" y="22114"/>
                      </a:cubicBezTo>
                      <a:cubicBezTo>
                        <a:pt x="394526" y="24305"/>
                        <a:pt x="394621" y="25924"/>
                        <a:pt x="394145" y="27734"/>
                      </a:cubicBezTo>
                      <a:cubicBezTo>
                        <a:pt x="396050" y="25829"/>
                        <a:pt x="399955" y="27257"/>
                        <a:pt x="399289" y="28496"/>
                      </a:cubicBezTo>
                      <a:cubicBezTo>
                        <a:pt x="397098" y="30305"/>
                        <a:pt x="396431" y="25638"/>
                        <a:pt x="393574" y="30115"/>
                      </a:cubicBezTo>
                      <a:cubicBezTo>
                        <a:pt x="397098" y="29829"/>
                        <a:pt x="394431" y="32687"/>
                        <a:pt x="391859" y="33068"/>
                      </a:cubicBezTo>
                      <a:cubicBezTo>
                        <a:pt x="397003" y="37925"/>
                        <a:pt x="396527" y="37830"/>
                        <a:pt x="402432" y="40307"/>
                      </a:cubicBezTo>
                      <a:cubicBezTo>
                        <a:pt x="400908" y="42497"/>
                        <a:pt x="398146" y="43164"/>
                        <a:pt x="397574" y="45164"/>
                      </a:cubicBezTo>
                      <a:cubicBezTo>
                        <a:pt x="402432" y="40973"/>
                        <a:pt x="400337" y="49070"/>
                        <a:pt x="402051" y="50975"/>
                      </a:cubicBezTo>
                      <a:cubicBezTo>
                        <a:pt x="401194" y="50689"/>
                        <a:pt x="400622" y="49451"/>
                        <a:pt x="399479" y="50594"/>
                      </a:cubicBezTo>
                      <a:cubicBezTo>
                        <a:pt x="397860" y="53642"/>
                        <a:pt x="401003" y="51260"/>
                        <a:pt x="399098" y="54404"/>
                      </a:cubicBezTo>
                      <a:cubicBezTo>
                        <a:pt x="398241" y="54118"/>
                        <a:pt x="397765" y="55832"/>
                        <a:pt x="398051" y="56404"/>
                      </a:cubicBezTo>
                      <a:cubicBezTo>
                        <a:pt x="401098" y="54213"/>
                        <a:pt x="401289" y="53356"/>
                        <a:pt x="403385" y="51832"/>
                      </a:cubicBezTo>
                      <a:cubicBezTo>
                        <a:pt x="406718" y="55261"/>
                        <a:pt x="410814" y="61833"/>
                        <a:pt x="405194" y="70977"/>
                      </a:cubicBezTo>
                      <a:cubicBezTo>
                        <a:pt x="405575" y="67072"/>
                        <a:pt x="399765" y="70406"/>
                        <a:pt x="400718" y="65167"/>
                      </a:cubicBezTo>
                      <a:cubicBezTo>
                        <a:pt x="399098" y="67358"/>
                        <a:pt x="398241" y="66500"/>
                        <a:pt x="396527" y="69167"/>
                      </a:cubicBezTo>
                      <a:cubicBezTo>
                        <a:pt x="398051" y="72596"/>
                        <a:pt x="400051" y="73739"/>
                        <a:pt x="401289" y="77930"/>
                      </a:cubicBezTo>
                      <a:cubicBezTo>
                        <a:pt x="399670" y="78788"/>
                        <a:pt x="399003" y="79740"/>
                        <a:pt x="399479" y="80788"/>
                      </a:cubicBezTo>
                      <a:cubicBezTo>
                        <a:pt x="400432" y="79740"/>
                        <a:pt x="401384" y="78883"/>
                        <a:pt x="401861" y="79645"/>
                      </a:cubicBezTo>
                      <a:cubicBezTo>
                        <a:pt x="400241" y="80502"/>
                        <a:pt x="399575" y="81359"/>
                        <a:pt x="400051" y="82502"/>
                      </a:cubicBezTo>
                      <a:cubicBezTo>
                        <a:pt x="401289" y="80693"/>
                        <a:pt x="404528" y="81169"/>
                        <a:pt x="403099" y="83169"/>
                      </a:cubicBezTo>
                      <a:cubicBezTo>
                        <a:pt x="399860" y="81836"/>
                        <a:pt x="398051" y="88122"/>
                        <a:pt x="394812" y="88503"/>
                      </a:cubicBezTo>
                      <a:cubicBezTo>
                        <a:pt x="392621" y="87074"/>
                        <a:pt x="398051" y="82598"/>
                        <a:pt x="395479" y="83550"/>
                      </a:cubicBezTo>
                      <a:cubicBezTo>
                        <a:pt x="395574" y="84598"/>
                        <a:pt x="392812" y="85931"/>
                        <a:pt x="393383" y="87646"/>
                      </a:cubicBezTo>
                      <a:cubicBezTo>
                        <a:pt x="392240" y="87646"/>
                        <a:pt x="388049" y="89265"/>
                        <a:pt x="389478" y="86312"/>
                      </a:cubicBezTo>
                      <a:cubicBezTo>
                        <a:pt x="392050" y="85169"/>
                        <a:pt x="393669" y="81740"/>
                        <a:pt x="393002" y="80502"/>
                      </a:cubicBezTo>
                      <a:cubicBezTo>
                        <a:pt x="391478" y="84217"/>
                        <a:pt x="388906" y="85931"/>
                        <a:pt x="387002" y="87360"/>
                      </a:cubicBezTo>
                      <a:cubicBezTo>
                        <a:pt x="385001" y="85836"/>
                        <a:pt x="381572" y="84979"/>
                        <a:pt x="384239" y="81359"/>
                      </a:cubicBezTo>
                      <a:cubicBezTo>
                        <a:pt x="385382" y="81169"/>
                        <a:pt x="386716" y="80121"/>
                        <a:pt x="388145" y="78502"/>
                      </a:cubicBezTo>
                      <a:cubicBezTo>
                        <a:pt x="387668" y="76025"/>
                        <a:pt x="385382" y="81264"/>
                        <a:pt x="384525" y="80121"/>
                      </a:cubicBezTo>
                      <a:cubicBezTo>
                        <a:pt x="383763" y="79835"/>
                        <a:pt x="383096" y="78692"/>
                        <a:pt x="381953" y="79740"/>
                      </a:cubicBezTo>
                      <a:cubicBezTo>
                        <a:pt x="381001" y="82502"/>
                        <a:pt x="385192" y="79645"/>
                        <a:pt x="382715" y="83074"/>
                      </a:cubicBezTo>
                      <a:cubicBezTo>
                        <a:pt x="381763" y="81264"/>
                        <a:pt x="379858" y="83169"/>
                        <a:pt x="378810" y="81740"/>
                      </a:cubicBezTo>
                      <a:cubicBezTo>
                        <a:pt x="381096" y="79264"/>
                        <a:pt x="380048" y="78407"/>
                        <a:pt x="382334" y="75930"/>
                      </a:cubicBezTo>
                      <a:cubicBezTo>
                        <a:pt x="383096" y="77549"/>
                        <a:pt x="385668" y="72977"/>
                        <a:pt x="385763" y="72787"/>
                      </a:cubicBezTo>
                      <a:cubicBezTo>
                        <a:pt x="384620" y="74311"/>
                        <a:pt x="382048" y="71168"/>
                        <a:pt x="382144" y="74406"/>
                      </a:cubicBezTo>
                      <a:cubicBezTo>
                        <a:pt x="382906" y="73549"/>
                        <a:pt x="383858" y="73835"/>
                        <a:pt x="383001" y="75073"/>
                      </a:cubicBezTo>
                      <a:cubicBezTo>
                        <a:pt x="382239" y="74597"/>
                        <a:pt x="380715" y="77264"/>
                        <a:pt x="379858" y="77073"/>
                      </a:cubicBezTo>
                      <a:cubicBezTo>
                        <a:pt x="380048" y="75549"/>
                        <a:pt x="378905" y="74692"/>
                        <a:pt x="379763" y="72882"/>
                      </a:cubicBezTo>
                      <a:cubicBezTo>
                        <a:pt x="381001" y="71453"/>
                        <a:pt x="381477" y="73263"/>
                        <a:pt x="382620" y="72120"/>
                      </a:cubicBezTo>
                      <a:cubicBezTo>
                        <a:pt x="384144" y="68310"/>
                        <a:pt x="373000" y="75644"/>
                        <a:pt x="378810" y="68120"/>
                      </a:cubicBezTo>
                      <a:cubicBezTo>
                        <a:pt x="379858" y="68120"/>
                        <a:pt x="380239" y="70787"/>
                        <a:pt x="381858" y="68786"/>
                      </a:cubicBezTo>
                      <a:cubicBezTo>
                        <a:pt x="382811" y="64976"/>
                        <a:pt x="378905" y="66405"/>
                        <a:pt x="379096" y="62786"/>
                      </a:cubicBezTo>
                      <a:cubicBezTo>
                        <a:pt x="377477" y="64881"/>
                        <a:pt x="376238" y="65929"/>
                        <a:pt x="375191" y="65643"/>
                      </a:cubicBezTo>
                      <a:cubicBezTo>
                        <a:pt x="377381" y="63071"/>
                        <a:pt x="376429" y="60881"/>
                        <a:pt x="373952" y="62024"/>
                      </a:cubicBezTo>
                      <a:cubicBezTo>
                        <a:pt x="374524" y="59547"/>
                        <a:pt x="376714" y="59452"/>
                        <a:pt x="377191" y="57356"/>
                      </a:cubicBezTo>
                      <a:cubicBezTo>
                        <a:pt x="375000" y="59547"/>
                        <a:pt x="372905" y="57356"/>
                        <a:pt x="372238" y="58118"/>
                      </a:cubicBezTo>
                      <a:cubicBezTo>
                        <a:pt x="372714" y="58595"/>
                        <a:pt x="373095" y="59071"/>
                        <a:pt x="371666" y="60500"/>
                      </a:cubicBezTo>
                      <a:cubicBezTo>
                        <a:pt x="369476" y="61547"/>
                        <a:pt x="371095" y="58976"/>
                        <a:pt x="368904" y="58595"/>
                      </a:cubicBezTo>
                      <a:cubicBezTo>
                        <a:pt x="365856" y="61643"/>
                        <a:pt x="369571" y="61452"/>
                        <a:pt x="368237" y="63643"/>
                      </a:cubicBezTo>
                      <a:cubicBezTo>
                        <a:pt x="366428" y="60976"/>
                        <a:pt x="365570" y="65929"/>
                        <a:pt x="365570" y="65929"/>
                      </a:cubicBezTo>
                      <a:cubicBezTo>
                        <a:pt x="361665" y="68501"/>
                        <a:pt x="364237" y="62786"/>
                        <a:pt x="365761" y="60595"/>
                      </a:cubicBezTo>
                      <a:cubicBezTo>
                        <a:pt x="363380" y="64405"/>
                        <a:pt x="359284" y="65738"/>
                        <a:pt x="360331" y="67834"/>
                      </a:cubicBezTo>
                      <a:cubicBezTo>
                        <a:pt x="364046" y="64691"/>
                        <a:pt x="360713" y="70501"/>
                        <a:pt x="364999" y="68215"/>
                      </a:cubicBezTo>
                      <a:cubicBezTo>
                        <a:pt x="363189" y="70120"/>
                        <a:pt x="362332" y="71549"/>
                        <a:pt x="362903" y="72311"/>
                      </a:cubicBezTo>
                      <a:cubicBezTo>
                        <a:pt x="365475" y="71358"/>
                        <a:pt x="365285" y="68024"/>
                        <a:pt x="367475" y="68596"/>
                      </a:cubicBezTo>
                      <a:cubicBezTo>
                        <a:pt x="369952" y="72692"/>
                        <a:pt x="360903" y="78216"/>
                        <a:pt x="358998" y="75168"/>
                      </a:cubicBezTo>
                      <a:cubicBezTo>
                        <a:pt x="358522" y="77740"/>
                        <a:pt x="358903" y="77073"/>
                        <a:pt x="360998" y="77930"/>
                      </a:cubicBezTo>
                      <a:cubicBezTo>
                        <a:pt x="357093" y="79740"/>
                        <a:pt x="360141" y="80597"/>
                        <a:pt x="359379" y="82312"/>
                      </a:cubicBezTo>
                      <a:cubicBezTo>
                        <a:pt x="356617" y="83360"/>
                        <a:pt x="355379" y="78502"/>
                        <a:pt x="352140" y="81455"/>
                      </a:cubicBezTo>
                      <a:cubicBezTo>
                        <a:pt x="354807" y="83645"/>
                        <a:pt x="357950" y="84884"/>
                        <a:pt x="358236" y="86979"/>
                      </a:cubicBezTo>
                      <a:cubicBezTo>
                        <a:pt x="352521" y="90218"/>
                        <a:pt x="351378" y="85169"/>
                        <a:pt x="345949" y="85455"/>
                      </a:cubicBezTo>
                      <a:cubicBezTo>
                        <a:pt x="347759" y="83550"/>
                        <a:pt x="348616" y="82121"/>
                        <a:pt x="348044" y="81359"/>
                      </a:cubicBezTo>
                      <a:cubicBezTo>
                        <a:pt x="345472" y="82312"/>
                        <a:pt x="343853" y="80026"/>
                        <a:pt x="341281" y="80883"/>
                      </a:cubicBezTo>
                      <a:cubicBezTo>
                        <a:pt x="344234" y="76978"/>
                        <a:pt x="340138" y="76883"/>
                        <a:pt x="339091" y="76787"/>
                      </a:cubicBezTo>
                      <a:cubicBezTo>
                        <a:pt x="338805" y="77835"/>
                        <a:pt x="333566" y="83360"/>
                        <a:pt x="336805" y="82026"/>
                      </a:cubicBezTo>
                      <a:cubicBezTo>
                        <a:pt x="335662" y="81645"/>
                        <a:pt x="338996" y="79550"/>
                        <a:pt x="339472" y="79740"/>
                      </a:cubicBezTo>
                      <a:cubicBezTo>
                        <a:pt x="340043" y="80216"/>
                        <a:pt x="340805" y="80026"/>
                        <a:pt x="341567" y="79740"/>
                      </a:cubicBezTo>
                      <a:cubicBezTo>
                        <a:pt x="338710" y="84312"/>
                        <a:pt x="343282" y="82121"/>
                        <a:pt x="341091" y="86217"/>
                      </a:cubicBezTo>
                      <a:cubicBezTo>
                        <a:pt x="342615" y="84598"/>
                        <a:pt x="342234" y="83931"/>
                        <a:pt x="343568" y="82407"/>
                      </a:cubicBezTo>
                      <a:cubicBezTo>
                        <a:pt x="345949" y="88503"/>
                        <a:pt x="347854" y="88598"/>
                        <a:pt x="349663" y="92027"/>
                      </a:cubicBezTo>
                      <a:cubicBezTo>
                        <a:pt x="354521" y="90884"/>
                        <a:pt x="359951" y="93456"/>
                        <a:pt x="359188" y="98504"/>
                      </a:cubicBezTo>
                      <a:cubicBezTo>
                        <a:pt x="360617" y="97171"/>
                        <a:pt x="360427" y="95837"/>
                        <a:pt x="361379" y="95933"/>
                      </a:cubicBezTo>
                      <a:cubicBezTo>
                        <a:pt x="359665" y="99552"/>
                        <a:pt x="363094" y="98123"/>
                        <a:pt x="364713" y="99552"/>
                      </a:cubicBezTo>
                      <a:cubicBezTo>
                        <a:pt x="363475" y="101362"/>
                        <a:pt x="361665" y="103362"/>
                        <a:pt x="363094" y="103934"/>
                      </a:cubicBezTo>
                      <a:cubicBezTo>
                        <a:pt x="366142" y="99266"/>
                        <a:pt x="367475" y="102791"/>
                        <a:pt x="366142" y="104600"/>
                      </a:cubicBezTo>
                      <a:cubicBezTo>
                        <a:pt x="366809" y="104029"/>
                        <a:pt x="367666" y="102886"/>
                        <a:pt x="368047" y="103172"/>
                      </a:cubicBezTo>
                      <a:cubicBezTo>
                        <a:pt x="366332" y="106029"/>
                        <a:pt x="363094" y="104886"/>
                        <a:pt x="363380" y="106886"/>
                      </a:cubicBezTo>
                      <a:cubicBezTo>
                        <a:pt x="365094" y="105172"/>
                        <a:pt x="365570" y="108029"/>
                        <a:pt x="367475" y="105553"/>
                      </a:cubicBezTo>
                      <a:cubicBezTo>
                        <a:pt x="367380" y="104600"/>
                        <a:pt x="368237" y="103172"/>
                        <a:pt x="369571" y="101457"/>
                      </a:cubicBezTo>
                      <a:lnTo>
                        <a:pt x="373190" y="103934"/>
                      </a:lnTo>
                      <a:cubicBezTo>
                        <a:pt x="375095" y="100409"/>
                        <a:pt x="377762" y="99552"/>
                        <a:pt x="377096" y="96980"/>
                      </a:cubicBezTo>
                      <a:cubicBezTo>
                        <a:pt x="375095" y="98885"/>
                        <a:pt x="376334" y="99457"/>
                        <a:pt x="373857" y="101648"/>
                      </a:cubicBezTo>
                      <a:cubicBezTo>
                        <a:pt x="372714" y="100409"/>
                        <a:pt x="369666" y="99171"/>
                        <a:pt x="373190" y="95742"/>
                      </a:cubicBezTo>
                      <a:cubicBezTo>
                        <a:pt x="371000" y="98504"/>
                        <a:pt x="370047" y="90027"/>
                        <a:pt x="367761" y="96123"/>
                      </a:cubicBezTo>
                      <a:cubicBezTo>
                        <a:pt x="366999" y="95456"/>
                        <a:pt x="366713" y="94504"/>
                        <a:pt x="367475" y="93170"/>
                      </a:cubicBezTo>
                      <a:cubicBezTo>
                        <a:pt x="369666" y="90218"/>
                        <a:pt x="371285" y="89360"/>
                        <a:pt x="373095" y="87455"/>
                      </a:cubicBezTo>
                      <a:cubicBezTo>
                        <a:pt x="372333" y="86217"/>
                        <a:pt x="372619" y="84503"/>
                        <a:pt x="372619" y="82979"/>
                      </a:cubicBezTo>
                      <a:cubicBezTo>
                        <a:pt x="373381" y="83455"/>
                        <a:pt x="374905" y="80788"/>
                        <a:pt x="375762" y="80978"/>
                      </a:cubicBezTo>
                      <a:cubicBezTo>
                        <a:pt x="375953" y="82883"/>
                        <a:pt x="379858" y="79740"/>
                        <a:pt x="378048" y="82502"/>
                      </a:cubicBezTo>
                      <a:cubicBezTo>
                        <a:pt x="376619" y="84122"/>
                        <a:pt x="376048" y="82026"/>
                        <a:pt x="374429" y="84122"/>
                      </a:cubicBezTo>
                      <a:cubicBezTo>
                        <a:pt x="375953" y="84979"/>
                        <a:pt x="373381" y="87741"/>
                        <a:pt x="376143" y="88027"/>
                      </a:cubicBezTo>
                      <a:cubicBezTo>
                        <a:pt x="380905" y="83931"/>
                        <a:pt x="388430" y="87646"/>
                        <a:pt x="382525" y="92408"/>
                      </a:cubicBezTo>
                      <a:cubicBezTo>
                        <a:pt x="385954" y="92027"/>
                        <a:pt x="386811" y="93266"/>
                        <a:pt x="387668" y="89075"/>
                      </a:cubicBezTo>
                      <a:cubicBezTo>
                        <a:pt x="387859" y="92027"/>
                        <a:pt x="391669" y="92885"/>
                        <a:pt x="393288" y="90122"/>
                      </a:cubicBezTo>
                      <a:cubicBezTo>
                        <a:pt x="391955" y="91742"/>
                        <a:pt x="394241" y="91742"/>
                        <a:pt x="392431" y="93647"/>
                      </a:cubicBezTo>
                      <a:cubicBezTo>
                        <a:pt x="390621" y="95171"/>
                        <a:pt x="390145" y="91265"/>
                        <a:pt x="387954" y="94694"/>
                      </a:cubicBezTo>
                      <a:cubicBezTo>
                        <a:pt x="385859" y="97171"/>
                        <a:pt x="391669" y="96123"/>
                        <a:pt x="389669" y="98600"/>
                      </a:cubicBezTo>
                      <a:cubicBezTo>
                        <a:pt x="388716" y="97552"/>
                        <a:pt x="386430" y="101743"/>
                        <a:pt x="385573" y="99933"/>
                      </a:cubicBezTo>
                      <a:cubicBezTo>
                        <a:pt x="388811" y="98123"/>
                        <a:pt x="387383" y="96599"/>
                        <a:pt x="385287" y="96980"/>
                      </a:cubicBezTo>
                      <a:cubicBezTo>
                        <a:pt x="387478" y="96028"/>
                        <a:pt x="387954" y="94028"/>
                        <a:pt x="386144" y="93456"/>
                      </a:cubicBezTo>
                      <a:cubicBezTo>
                        <a:pt x="384906" y="97171"/>
                        <a:pt x="383572" y="97742"/>
                        <a:pt x="380715" y="98028"/>
                      </a:cubicBezTo>
                      <a:cubicBezTo>
                        <a:pt x="383382" y="99933"/>
                        <a:pt x="384811" y="103172"/>
                        <a:pt x="386906" y="105077"/>
                      </a:cubicBezTo>
                      <a:cubicBezTo>
                        <a:pt x="386335" y="104029"/>
                        <a:pt x="389859" y="104410"/>
                        <a:pt x="391288" y="102600"/>
                      </a:cubicBezTo>
                      <a:cubicBezTo>
                        <a:pt x="395669" y="103838"/>
                        <a:pt x="393097" y="108315"/>
                        <a:pt x="397479" y="109649"/>
                      </a:cubicBezTo>
                      <a:cubicBezTo>
                        <a:pt x="395098" y="110030"/>
                        <a:pt x="395193" y="113744"/>
                        <a:pt x="393288" y="113649"/>
                      </a:cubicBezTo>
                      <a:cubicBezTo>
                        <a:pt x="395669" y="111173"/>
                        <a:pt x="391955" y="108791"/>
                        <a:pt x="391193" y="109458"/>
                      </a:cubicBezTo>
                      <a:cubicBezTo>
                        <a:pt x="391573" y="110030"/>
                        <a:pt x="390621" y="110601"/>
                        <a:pt x="389669" y="111173"/>
                      </a:cubicBezTo>
                      <a:cubicBezTo>
                        <a:pt x="396241" y="111554"/>
                        <a:pt x="387954" y="122412"/>
                        <a:pt x="385287" y="117840"/>
                      </a:cubicBezTo>
                      <a:cubicBezTo>
                        <a:pt x="386621" y="116411"/>
                        <a:pt x="387573" y="115078"/>
                        <a:pt x="387859" y="114125"/>
                      </a:cubicBezTo>
                      <a:cubicBezTo>
                        <a:pt x="386430" y="114030"/>
                        <a:pt x="385954" y="110601"/>
                        <a:pt x="383668" y="113935"/>
                      </a:cubicBezTo>
                      <a:cubicBezTo>
                        <a:pt x="388335" y="114983"/>
                        <a:pt x="381001" y="119078"/>
                        <a:pt x="381287" y="123269"/>
                      </a:cubicBezTo>
                      <a:cubicBezTo>
                        <a:pt x="382144" y="123269"/>
                        <a:pt x="384430" y="119459"/>
                        <a:pt x="386430" y="119936"/>
                      </a:cubicBezTo>
                      <a:cubicBezTo>
                        <a:pt x="385478" y="122793"/>
                        <a:pt x="381763" y="124508"/>
                        <a:pt x="381668" y="126222"/>
                      </a:cubicBezTo>
                      <a:cubicBezTo>
                        <a:pt x="384239" y="126413"/>
                        <a:pt x="385573" y="123174"/>
                        <a:pt x="387573" y="122031"/>
                      </a:cubicBezTo>
                      <a:cubicBezTo>
                        <a:pt x="388906" y="123746"/>
                        <a:pt x="387859" y="127365"/>
                        <a:pt x="384716" y="126889"/>
                      </a:cubicBezTo>
                      <a:cubicBezTo>
                        <a:pt x="385954" y="127556"/>
                        <a:pt x="386239" y="128603"/>
                        <a:pt x="385478" y="130127"/>
                      </a:cubicBezTo>
                      <a:cubicBezTo>
                        <a:pt x="384906" y="129746"/>
                        <a:pt x="383763" y="131366"/>
                        <a:pt x="383096" y="131270"/>
                      </a:cubicBezTo>
                      <a:cubicBezTo>
                        <a:pt x="378905" y="127651"/>
                        <a:pt x="376429" y="124793"/>
                        <a:pt x="374524" y="121269"/>
                      </a:cubicBezTo>
                      <a:cubicBezTo>
                        <a:pt x="375762" y="121174"/>
                        <a:pt x="375000" y="124317"/>
                        <a:pt x="373952" y="123650"/>
                      </a:cubicBezTo>
                      <a:cubicBezTo>
                        <a:pt x="372905" y="122603"/>
                        <a:pt x="372809" y="121079"/>
                        <a:pt x="373476" y="119174"/>
                      </a:cubicBezTo>
                      <a:cubicBezTo>
                        <a:pt x="370523" y="122793"/>
                        <a:pt x="371571" y="120983"/>
                        <a:pt x="370619" y="119936"/>
                      </a:cubicBezTo>
                      <a:cubicBezTo>
                        <a:pt x="369095" y="121460"/>
                        <a:pt x="369476" y="122222"/>
                        <a:pt x="368047" y="123650"/>
                      </a:cubicBezTo>
                      <a:cubicBezTo>
                        <a:pt x="365380" y="121650"/>
                        <a:pt x="361094" y="122412"/>
                        <a:pt x="362522" y="118507"/>
                      </a:cubicBezTo>
                      <a:cubicBezTo>
                        <a:pt x="365951" y="117173"/>
                        <a:pt x="366904" y="112697"/>
                        <a:pt x="367571" y="110982"/>
                      </a:cubicBezTo>
                      <a:cubicBezTo>
                        <a:pt x="373286" y="110030"/>
                        <a:pt x="373000" y="118221"/>
                        <a:pt x="376334" y="118316"/>
                      </a:cubicBezTo>
                      <a:cubicBezTo>
                        <a:pt x="377381" y="115554"/>
                        <a:pt x="374905" y="114506"/>
                        <a:pt x="376429" y="111554"/>
                      </a:cubicBezTo>
                      <a:cubicBezTo>
                        <a:pt x="379572" y="114030"/>
                        <a:pt x="376524" y="119269"/>
                        <a:pt x="378238" y="121079"/>
                      </a:cubicBezTo>
                      <a:cubicBezTo>
                        <a:pt x="382048" y="116411"/>
                        <a:pt x="381001" y="113935"/>
                        <a:pt x="381382" y="110887"/>
                      </a:cubicBezTo>
                      <a:cubicBezTo>
                        <a:pt x="385096" y="105362"/>
                        <a:pt x="386239" y="112316"/>
                        <a:pt x="391573" y="108315"/>
                      </a:cubicBezTo>
                      <a:cubicBezTo>
                        <a:pt x="388811" y="107172"/>
                        <a:pt x="385192" y="106601"/>
                        <a:pt x="380334" y="108791"/>
                      </a:cubicBezTo>
                      <a:cubicBezTo>
                        <a:pt x="382525" y="103362"/>
                        <a:pt x="380239" y="102981"/>
                        <a:pt x="378905" y="99552"/>
                      </a:cubicBezTo>
                      <a:cubicBezTo>
                        <a:pt x="376905" y="103743"/>
                        <a:pt x="379477" y="100981"/>
                        <a:pt x="374905" y="105077"/>
                      </a:cubicBezTo>
                      <a:cubicBezTo>
                        <a:pt x="374905" y="106982"/>
                        <a:pt x="378524" y="104029"/>
                        <a:pt x="376714" y="106315"/>
                      </a:cubicBezTo>
                      <a:cubicBezTo>
                        <a:pt x="374524" y="108125"/>
                        <a:pt x="373190" y="106124"/>
                        <a:pt x="371000" y="107934"/>
                      </a:cubicBezTo>
                      <a:cubicBezTo>
                        <a:pt x="371380" y="105743"/>
                        <a:pt x="371380" y="105077"/>
                        <a:pt x="368999" y="105172"/>
                      </a:cubicBezTo>
                      <a:cubicBezTo>
                        <a:pt x="367189" y="107267"/>
                        <a:pt x="368523" y="110506"/>
                        <a:pt x="364713" y="111839"/>
                      </a:cubicBezTo>
                      <a:cubicBezTo>
                        <a:pt x="365094" y="108029"/>
                        <a:pt x="363856" y="111554"/>
                        <a:pt x="361284" y="110887"/>
                      </a:cubicBezTo>
                      <a:cubicBezTo>
                        <a:pt x="360617" y="108887"/>
                        <a:pt x="363856" y="108029"/>
                        <a:pt x="362427" y="106220"/>
                      </a:cubicBezTo>
                      <a:cubicBezTo>
                        <a:pt x="360236" y="109172"/>
                        <a:pt x="356045" y="109268"/>
                        <a:pt x="356998" y="106601"/>
                      </a:cubicBezTo>
                      <a:cubicBezTo>
                        <a:pt x="358712" y="105172"/>
                        <a:pt x="358903" y="106886"/>
                        <a:pt x="359665" y="104315"/>
                      </a:cubicBezTo>
                      <a:cubicBezTo>
                        <a:pt x="355188" y="107077"/>
                        <a:pt x="356045" y="102600"/>
                        <a:pt x="352807" y="106505"/>
                      </a:cubicBezTo>
                      <a:cubicBezTo>
                        <a:pt x="353283" y="102314"/>
                        <a:pt x="349473" y="105553"/>
                        <a:pt x="349378" y="101362"/>
                      </a:cubicBezTo>
                      <a:cubicBezTo>
                        <a:pt x="346996" y="103172"/>
                        <a:pt x="347282" y="104219"/>
                        <a:pt x="345949" y="104505"/>
                      </a:cubicBezTo>
                      <a:cubicBezTo>
                        <a:pt x="347378" y="100790"/>
                        <a:pt x="340615" y="106220"/>
                        <a:pt x="342329" y="102029"/>
                      </a:cubicBezTo>
                      <a:cubicBezTo>
                        <a:pt x="342996" y="102219"/>
                        <a:pt x="343472" y="103076"/>
                        <a:pt x="344425" y="102124"/>
                      </a:cubicBezTo>
                      <a:cubicBezTo>
                        <a:pt x="341091" y="101171"/>
                        <a:pt x="347282" y="98885"/>
                        <a:pt x="345568" y="97457"/>
                      </a:cubicBezTo>
                      <a:cubicBezTo>
                        <a:pt x="339758" y="102124"/>
                        <a:pt x="333280" y="97266"/>
                        <a:pt x="341948" y="90884"/>
                      </a:cubicBezTo>
                      <a:cubicBezTo>
                        <a:pt x="342234" y="92218"/>
                        <a:pt x="345377" y="92027"/>
                        <a:pt x="344806" y="90122"/>
                      </a:cubicBezTo>
                      <a:cubicBezTo>
                        <a:pt x="343663" y="91361"/>
                        <a:pt x="342996" y="90218"/>
                        <a:pt x="342234" y="89741"/>
                      </a:cubicBezTo>
                      <a:cubicBezTo>
                        <a:pt x="337567" y="93361"/>
                        <a:pt x="334614" y="95361"/>
                        <a:pt x="334900" y="91646"/>
                      </a:cubicBezTo>
                      <a:cubicBezTo>
                        <a:pt x="336043" y="90980"/>
                        <a:pt x="340043" y="88884"/>
                        <a:pt x="339758" y="86693"/>
                      </a:cubicBezTo>
                      <a:cubicBezTo>
                        <a:pt x="335947" y="90789"/>
                        <a:pt x="338900" y="84407"/>
                        <a:pt x="337757" y="84026"/>
                      </a:cubicBezTo>
                      <a:cubicBezTo>
                        <a:pt x="335281" y="87932"/>
                        <a:pt x="333662" y="88027"/>
                        <a:pt x="331947" y="88313"/>
                      </a:cubicBezTo>
                      <a:cubicBezTo>
                        <a:pt x="331090" y="89741"/>
                        <a:pt x="331185" y="93456"/>
                        <a:pt x="329661" y="93551"/>
                      </a:cubicBezTo>
                      <a:cubicBezTo>
                        <a:pt x="328613" y="92694"/>
                        <a:pt x="329566" y="90980"/>
                        <a:pt x="327375" y="92027"/>
                      </a:cubicBezTo>
                      <a:lnTo>
                        <a:pt x="330328" y="88503"/>
                      </a:lnTo>
                      <a:cubicBezTo>
                        <a:pt x="322803" y="90789"/>
                        <a:pt x="323184" y="86122"/>
                        <a:pt x="320708" y="82217"/>
                      </a:cubicBezTo>
                      <a:cubicBezTo>
                        <a:pt x="317660" y="84979"/>
                        <a:pt x="319088" y="80978"/>
                        <a:pt x="316897" y="82502"/>
                      </a:cubicBezTo>
                      <a:cubicBezTo>
                        <a:pt x="317088" y="82979"/>
                        <a:pt x="316897" y="86122"/>
                        <a:pt x="315659" y="85741"/>
                      </a:cubicBezTo>
                      <a:cubicBezTo>
                        <a:pt x="313088" y="85074"/>
                        <a:pt x="316802" y="79740"/>
                        <a:pt x="312992" y="81359"/>
                      </a:cubicBezTo>
                      <a:cubicBezTo>
                        <a:pt x="314802" y="79454"/>
                        <a:pt x="315659" y="78026"/>
                        <a:pt x="314993" y="77264"/>
                      </a:cubicBezTo>
                      <a:cubicBezTo>
                        <a:pt x="312230" y="80502"/>
                        <a:pt x="312421" y="76502"/>
                        <a:pt x="310421" y="81074"/>
                      </a:cubicBezTo>
                      <a:cubicBezTo>
                        <a:pt x="311087" y="78597"/>
                        <a:pt x="308420" y="80121"/>
                        <a:pt x="306896" y="80216"/>
                      </a:cubicBezTo>
                      <a:cubicBezTo>
                        <a:pt x="306611" y="78597"/>
                        <a:pt x="311278" y="76787"/>
                        <a:pt x="310802" y="74692"/>
                      </a:cubicBezTo>
                      <a:cubicBezTo>
                        <a:pt x="307468" y="76883"/>
                        <a:pt x="306134" y="71072"/>
                        <a:pt x="301181" y="75263"/>
                      </a:cubicBezTo>
                      <a:cubicBezTo>
                        <a:pt x="301658" y="73168"/>
                        <a:pt x="303848" y="73073"/>
                        <a:pt x="304420" y="70596"/>
                      </a:cubicBezTo>
                      <a:cubicBezTo>
                        <a:pt x="298419" y="74597"/>
                        <a:pt x="298800" y="68405"/>
                        <a:pt x="292990" y="69929"/>
                      </a:cubicBezTo>
                      <a:cubicBezTo>
                        <a:pt x="298229" y="70691"/>
                        <a:pt x="298229" y="80121"/>
                        <a:pt x="306039" y="77073"/>
                      </a:cubicBezTo>
                      <a:cubicBezTo>
                        <a:pt x="307658" y="88503"/>
                        <a:pt x="320041" y="87932"/>
                        <a:pt x="323089" y="98885"/>
                      </a:cubicBezTo>
                      <a:cubicBezTo>
                        <a:pt x="324518" y="97552"/>
                        <a:pt x="324327" y="96218"/>
                        <a:pt x="325280" y="96314"/>
                      </a:cubicBezTo>
                      <a:cubicBezTo>
                        <a:pt x="327566" y="97361"/>
                        <a:pt x="325756" y="101362"/>
                        <a:pt x="328804" y="101362"/>
                      </a:cubicBezTo>
                      <a:cubicBezTo>
                        <a:pt x="332614" y="97552"/>
                        <a:pt x="326804" y="100886"/>
                        <a:pt x="328899" y="98695"/>
                      </a:cubicBezTo>
                      <a:cubicBezTo>
                        <a:pt x="332900" y="96790"/>
                        <a:pt x="332900" y="100028"/>
                        <a:pt x="334995" y="101552"/>
                      </a:cubicBezTo>
                      <a:cubicBezTo>
                        <a:pt x="332138" y="104315"/>
                        <a:pt x="332233" y="108315"/>
                        <a:pt x="334709" y="106886"/>
                      </a:cubicBezTo>
                      <a:cubicBezTo>
                        <a:pt x="333662" y="106029"/>
                        <a:pt x="337091" y="103934"/>
                        <a:pt x="337376" y="104600"/>
                      </a:cubicBezTo>
                      <a:cubicBezTo>
                        <a:pt x="337091" y="107363"/>
                        <a:pt x="341281" y="104791"/>
                        <a:pt x="338996" y="108506"/>
                      </a:cubicBezTo>
                      <a:cubicBezTo>
                        <a:pt x="337471" y="107648"/>
                        <a:pt x="336329" y="105267"/>
                        <a:pt x="333662" y="108982"/>
                      </a:cubicBezTo>
                      <a:cubicBezTo>
                        <a:pt x="336233" y="111268"/>
                        <a:pt x="338043" y="111554"/>
                        <a:pt x="337567" y="114411"/>
                      </a:cubicBezTo>
                      <a:cubicBezTo>
                        <a:pt x="339091" y="112506"/>
                        <a:pt x="340329" y="111935"/>
                        <a:pt x="341091" y="112697"/>
                      </a:cubicBezTo>
                      <a:cubicBezTo>
                        <a:pt x="338424" y="118507"/>
                        <a:pt x="346520" y="115554"/>
                        <a:pt x="348902" y="115268"/>
                      </a:cubicBezTo>
                      <a:cubicBezTo>
                        <a:pt x="347473" y="118031"/>
                        <a:pt x="347473" y="120031"/>
                        <a:pt x="347092" y="122317"/>
                      </a:cubicBezTo>
                      <a:cubicBezTo>
                        <a:pt x="348521" y="120983"/>
                        <a:pt x="348330" y="119650"/>
                        <a:pt x="349283" y="119745"/>
                      </a:cubicBezTo>
                      <a:cubicBezTo>
                        <a:pt x="350521" y="120888"/>
                        <a:pt x="349187" y="123269"/>
                        <a:pt x="348997" y="125079"/>
                      </a:cubicBezTo>
                      <a:cubicBezTo>
                        <a:pt x="353188" y="120507"/>
                        <a:pt x="351854" y="124508"/>
                        <a:pt x="355569" y="124127"/>
                      </a:cubicBezTo>
                      <a:cubicBezTo>
                        <a:pt x="354426" y="125270"/>
                        <a:pt x="353569" y="125079"/>
                        <a:pt x="352426" y="126127"/>
                      </a:cubicBezTo>
                      <a:cubicBezTo>
                        <a:pt x="353473" y="127746"/>
                        <a:pt x="357569" y="127841"/>
                        <a:pt x="356617" y="130413"/>
                      </a:cubicBezTo>
                      <a:cubicBezTo>
                        <a:pt x="355283" y="132223"/>
                        <a:pt x="354521" y="131747"/>
                        <a:pt x="353473" y="132413"/>
                      </a:cubicBezTo>
                      <a:cubicBezTo>
                        <a:pt x="353093" y="133652"/>
                        <a:pt x="354902" y="133842"/>
                        <a:pt x="352521" y="135938"/>
                      </a:cubicBezTo>
                      <a:cubicBezTo>
                        <a:pt x="353950" y="135652"/>
                        <a:pt x="354997" y="137176"/>
                        <a:pt x="356712" y="136033"/>
                      </a:cubicBezTo>
                      <a:cubicBezTo>
                        <a:pt x="357664" y="133556"/>
                        <a:pt x="355855" y="132318"/>
                        <a:pt x="358522" y="128984"/>
                      </a:cubicBezTo>
                      <a:cubicBezTo>
                        <a:pt x="359093" y="131366"/>
                        <a:pt x="357664" y="131366"/>
                        <a:pt x="361094" y="129365"/>
                      </a:cubicBezTo>
                      <a:cubicBezTo>
                        <a:pt x="359093" y="132128"/>
                        <a:pt x="360713" y="134128"/>
                        <a:pt x="357093" y="134795"/>
                      </a:cubicBezTo>
                      <a:cubicBezTo>
                        <a:pt x="358236" y="135652"/>
                        <a:pt x="360141" y="136128"/>
                        <a:pt x="358236" y="138319"/>
                      </a:cubicBezTo>
                      <a:cubicBezTo>
                        <a:pt x="356617" y="138319"/>
                        <a:pt x="354902" y="138890"/>
                        <a:pt x="353569" y="137843"/>
                      </a:cubicBezTo>
                      <a:cubicBezTo>
                        <a:pt x="351664" y="141843"/>
                        <a:pt x="349949" y="141653"/>
                        <a:pt x="347759" y="142129"/>
                      </a:cubicBezTo>
                      <a:cubicBezTo>
                        <a:pt x="348044" y="144415"/>
                        <a:pt x="350521" y="143081"/>
                        <a:pt x="353093" y="141653"/>
                      </a:cubicBezTo>
                      <a:cubicBezTo>
                        <a:pt x="352616" y="140510"/>
                        <a:pt x="353283" y="139652"/>
                        <a:pt x="354902" y="138795"/>
                      </a:cubicBezTo>
                      <a:cubicBezTo>
                        <a:pt x="354712" y="140700"/>
                        <a:pt x="357284" y="138986"/>
                        <a:pt x="355664" y="142034"/>
                      </a:cubicBezTo>
                      <a:cubicBezTo>
                        <a:pt x="356903" y="140795"/>
                        <a:pt x="358236" y="138795"/>
                        <a:pt x="359093" y="138890"/>
                      </a:cubicBezTo>
                      <a:cubicBezTo>
                        <a:pt x="359284" y="139652"/>
                        <a:pt x="359284" y="140510"/>
                        <a:pt x="358903" y="141557"/>
                      </a:cubicBezTo>
                      <a:cubicBezTo>
                        <a:pt x="353093" y="145939"/>
                        <a:pt x="349759" y="145748"/>
                        <a:pt x="346616" y="144129"/>
                      </a:cubicBezTo>
                      <a:cubicBezTo>
                        <a:pt x="345282" y="145177"/>
                        <a:pt x="343282" y="148892"/>
                        <a:pt x="342425" y="148130"/>
                      </a:cubicBezTo>
                      <a:cubicBezTo>
                        <a:pt x="343377" y="146987"/>
                        <a:pt x="342329" y="146796"/>
                        <a:pt x="342996" y="145748"/>
                      </a:cubicBezTo>
                      <a:cubicBezTo>
                        <a:pt x="345282" y="142415"/>
                        <a:pt x="347949" y="142129"/>
                        <a:pt x="346996" y="140319"/>
                      </a:cubicBezTo>
                      <a:cubicBezTo>
                        <a:pt x="338329" y="148987"/>
                        <a:pt x="335852" y="141176"/>
                        <a:pt x="335471" y="137938"/>
                      </a:cubicBezTo>
                      <a:cubicBezTo>
                        <a:pt x="334328" y="136700"/>
                        <a:pt x="334423" y="141176"/>
                        <a:pt x="332804" y="140224"/>
                      </a:cubicBezTo>
                      <a:cubicBezTo>
                        <a:pt x="331566" y="138319"/>
                        <a:pt x="331185" y="134604"/>
                        <a:pt x="328899" y="134795"/>
                      </a:cubicBezTo>
                      <a:cubicBezTo>
                        <a:pt x="329661" y="133747"/>
                        <a:pt x="331090" y="132413"/>
                        <a:pt x="330709" y="131937"/>
                      </a:cubicBezTo>
                      <a:cubicBezTo>
                        <a:pt x="323851" y="137366"/>
                        <a:pt x="324613" y="124698"/>
                        <a:pt x="320612" y="126413"/>
                      </a:cubicBezTo>
                      <a:cubicBezTo>
                        <a:pt x="321088" y="126698"/>
                        <a:pt x="321374" y="127556"/>
                        <a:pt x="320327" y="127556"/>
                      </a:cubicBezTo>
                      <a:cubicBezTo>
                        <a:pt x="318707" y="126603"/>
                        <a:pt x="323375" y="122698"/>
                        <a:pt x="321755" y="121745"/>
                      </a:cubicBezTo>
                      <a:cubicBezTo>
                        <a:pt x="319660" y="123555"/>
                        <a:pt x="320136" y="126508"/>
                        <a:pt x="318517" y="126413"/>
                      </a:cubicBezTo>
                      <a:cubicBezTo>
                        <a:pt x="320136" y="122698"/>
                        <a:pt x="317850" y="126032"/>
                        <a:pt x="315945" y="126032"/>
                      </a:cubicBezTo>
                      <a:cubicBezTo>
                        <a:pt x="316802" y="123555"/>
                        <a:pt x="314897" y="122698"/>
                        <a:pt x="316707" y="121079"/>
                      </a:cubicBezTo>
                      <a:cubicBezTo>
                        <a:pt x="308420" y="124698"/>
                        <a:pt x="311183" y="114506"/>
                        <a:pt x="307563" y="113554"/>
                      </a:cubicBezTo>
                      <a:cubicBezTo>
                        <a:pt x="310230" y="110220"/>
                        <a:pt x="308516" y="108982"/>
                        <a:pt x="308039" y="107172"/>
                      </a:cubicBezTo>
                      <a:cubicBezTo>
                        <a:pt x="305182" y="110315"/>
                        <a:pt x="308896" y="110220"/>
                        <a:pt x="306611" y="112982"/>
                      </a:cubicBezTo>
                      <a:cubicBezTo>
                        <a:pt x="303658" y="108601"/>
                        <a:pt x="294800" y="108601"/>
                        <a:pt x="288799" y="108220"/>
                      </a:cubicBezTo>
                      <a:cubicBezTo>
                        <a:pt x="290513" y="105648"/>
                        <a:pt x="291180" y="107077"/>
                        <a:pt x="292609" y="105267"/>
                      </a:cubicBezTo>
                      <a:cubicBezTo>
                        <a:pt x="291466" y="103553"/>
                        <a:pt x="288799" y="107934"/>
                        <a:pt x="287370" y="107267"/>
                      </a:cubicBezTo>
                      <a:cubicBezTo>
                        <a:pt x="288322" y="102029"/>
                        <a:pt x="290037" y="94980"/>
                        <a:pt x="282988" y="99076"/>
                      </a:cubicBezTo>
                      <a:cubicBezTo>
                        <a:pt x="283560" y="99647"/>
                        <a:pt x="284894" y="99838"/>
                        <a:pt x="284036" y="101076"/>
                      </a:cubicBezTo>
                      <a:cubicBezTo>
                        <a:pt x="282893" y="100219"/>
                        <a:pt x="275750" y="102219"/>
                        <a:pt x="277655" y="96980"/>
                      </a:cubicBezTo>
                      <a:cubicBezTo>
                        <a:pt x="279083" y="96123"/>
                        <a:pt x="280798" y="94028"/>
                        <a:pt x="281941" y="94313"/>
                      </a:cubicBezTo>
                      <a:cubicBezTo>
                        <a:pt x="281274" y="95647"/>
                        <a:pt x="281560" y="96599"/>
                        <a:pt x="282322" y="97266"/>
                      </a:cubicBezTo>
                      <a:cubicBezTo>
                        <a:pt x="284417" y="94409"/>
                        <a:pt x="285465" y="95742"/>
                        <a:pt x="287370" y="93742"/>
                      </a:cubicBezTo>
                      <a:cubicBezTo>
                        <a:pt x="286703" y="91361"/>
                        <a:pt x="284513" y="95552"/>
                        <a:pt x="283655" y="94028"/>
                      </a:cubicBezTo>
                      <a:cubicBezTo>
                        <a:pt x="285560" y="91646"/>
                        <a:pt x="285846" y="92789"/>
                        <a:pt x="286608" y="90503"/>
                      </a:cubicBezTo>
                      <a:cubicBezTo>
                        <a:pt x="284322" y="92027"/>
                        <a:pt x="281179" y="90408"/>
                        <a:pt x="280226" y="93170"/>
                      </a:cubicBezTo>
                      <a:cubicBezTo>
                        <a:pt x="282227" y="88503"/>
                        <a:pt x="274226" y="91646"/>
                        <a:pt x="276035" y="86408"/>
                      </a:cubicBezTo>
                      <a:cubicBezTo>
                        <a:pt x="278226" y="84503"/>
                        <a:pt x="276416" y="90313"/>
                        <a:pt x="279750" y="86122"/>
                      </a:cubicBezTo>
                      <a:cubicBezTo>
                        <a:pt x="279369" y="84979"/>
                        <a:pt x="277750" y="83836"/>
                        <a:pt x="276130" y="83741"/>
                      </a:cubicBezTo>
                      <a:cubicBezTo>
                        <a:pt x="272606" y="87360"/>
                        <a:pt x="277655" y="83645"/>
                        <a:pt x="275559" y="86122"/>
                      </a:cubicBezTo>
                      <a:cubicBezTo>
                        <a:pt x="272702" y="90218"/>
                        <a:pt x="268987" y="86122"/>
                        <a:pt x="268034" y="89360"/>
                      </a:cubicBezTo>
                      <a:cubicBezTo>
                        <a:pt x="273463" y="87646"/>
                        <a:pt x="273749" y="94313"/>
                        <a:pt x="276988" y="91075"/>
                      </a:cubicBezTo>
                      <a:cubicBezTo>
                        <a:pt x="275940" y="94123"/>
                        <a:pt x="277559" y="96028"/>
                        <a:pt x="275559" y="99552"/>
                      </a:cubicBezTo>
                      <a:cubicBezTo>
                        <a:pt x="274035" y="98314"/>
                        <a:pt x="274035" y="99076"/>
                        <a:pt x="270796" y="97838"/>
                      </a:cubicBezTo>
                      <a:cubicBezTo>
                        <a:pt x="272702" y="94980"/>
                        <a:pt x="274511" y="86693"/>
                        <a:pt x="268606" y="93742"/>
                      </a:cubicBezTo>
                      <a:cubicBezTo>
                        <a:pt x="270701" y="94028"/>
                        <a:pt x="269939" y="95837"/>
                        <a:pt x="268701" y="97838"/>
                      </a:cubicBezTo>
                      <a:cubicBezTo>
                        <a:pt x="268892" y="94694"/>
                        <a:pt x="264510" y="99266"/>
                        <a:pt x="265081" y="95456"/>
                      </a:cubicBezTo>
                      <a:cubicBezTo>
                        <a:pt x="262129" y="99552"/>
                        <a:pt x="268130" y="98981"/>
                        <a:pt x="269654" y="98409"/>
                      </a:cubicBezTo>
                      <a:cubicBezTo>
                        <a:pt x="268701" y="99552"/>
                        <a:pt x="268034" y="99266"/>
                        <a:pt x="266987" y="100790"/>
                      </a:cubicBezTo>
                      <a:cubicBezTo>
                        <a:pt x="273940" y="102981"/>
                        <a:pt x="274892" y="108506"/>
                        <a:pt x="276607" y="115078"/>
                      </a:cubicBezTo>
                      <a:cubicBezTo>
                        <a:pt x="280512" y="110601"/>
                        <a:pt x="276035" y="110220"/>
                        <a:pt x="279274" y="106029"/>
                      </a:cubicBezTo>
                      <a:cubicBezTo>
                        <a:pt x="279750" y="106315"/>
                        <a:pt x="280417" y="105648"/>
                        <a:pt x="280893" y="105743"/>
                      </a:cubicBezTo>
                      <a:cubicBezTo>
                        <a:pt x="278702" y="108601"/>
                        <a:pt x="279941" y="109649"/>
                        <a:pt x="281846" y="110411"/>
                      </a:cubicBezTo>
                      <a:cubicBezTo>
                        <a:pt x="279179" y="113268"/>
                        <a:pt x="279464" y="114697"/>
                        <a:pt x="278797" y="116507"/>
                      </a:cubicBezTo>
                      <a:cubicBezTo>
                        <a:pt x="285655" y="112125"/>
                        <a:pt x="286418" y="118507"/>
                        <a:pt x="287370" y="122031"/>
                      </a:cubicBezTo>
                      <a:cubicBezTo>
                        <a:pt x="286418" y="123174"/>
                        <a:pt x="285941" y="122317"/>
                        <a:pt x="284989" y="123174"/>
                      </a:cubicBezTo>
                      <a:cubicBezTo>
                        <a:pt x="286703" y="126317"/>
                        <a:pt x="288608" y="127079"/>
                        <a:pt x="291466" y="124603"/>
                      </a:cubicBezTo>
                      <a:cubicBezTo>
                        <a:pt x="289751" y="126222"/>
                        <a:pt x="295943" y="124508"/>
                        <a:pt x="293942" y="127556"/>
                      </a:cubicBezTo>
                      <a:cubicBezTo>
                        <a:pt x="293276" y="127937"/>
                        <a:pt x="289846" y="128984"/>
                        <a:pt x="290513" y="130699"/>
                      </a:cubicBezTo>
                      <a:cubicBezTo>
                        <a:pt x="293466" y="128603"/>
                        <a:pt x="295562" y="130032"/>
                        <a:pt x="297657" y="131366"/>
                      </a:cubicBezTo>
                      <a:cubicBezTo>
                        <a:pt x="296133" y="133461"/>
                        <a:pt x="294895" y="135461"/>
                        <a:pt x="295276" y="136604"/>
                      </a:cubicBezTo>
                      <a:cubicBezTo>
                        <a:pt x="297657" y="136128"/>
                        <a:pt x="297847" y="131937"/>
                        <a:pt x="300134" y="131651"/>
                      </a:cubicBezTo>
                      <a:cubicBezTo>
                        <a:pt x="298133" y="135938"/>
                        <a:pt x="303467" y="134985"/>
                        <a:pt x="300991" y="140510"/>
                      </a:cubicBezTo>
                      <a:cubicBezTo>
                        <a:pt x="302705" y="138033"/>
                        <a:pt x="303848" y="137462"/>
                        <a:pt x="304515" y="138795"/>
                      </a:cubicBezTo>
                      <a:cubicBezTo>
                        <a:pt x="303563" y="139652"/>
                        <a:pt x="298705" y="143939"/>
                        <a:pt x="301562" y="142224"/>
                      </a:cubicBezTo>
                      <a:cubicBezTo>
                        <a:pt x="303848" y="138795"/>
                        <a:pt x="306706" y="142415"/>
                        <a:pt x="304705" y="144320"/>
                      </a:cubicBezTo>
                      <a:cubicBezTo>
                        <a:pt x="301658" y="141272"/>
                        <a:pt x="298991" y="148320"/>
                        <a:pt x="295085" y="147368"/>
                      </a:cubicBezTo>
                      <a:cubicBezTo>
                        <a:pt x="295847" y="146510"/>
                        <a:pt x="295562" y="146129"/>
                        <a:pt x="296133" y="145367"/>
                      </a:cubicBezTo>
                      <a:cubicBezTo>
                        <a:pt x="297657" y="143653"/>
                        <a:pt x="298324" y="145082"/>
                        <a:pt x="299943" y="142510"/>
                      </a:cubicBezTo>
                      <a:cubicBezTo>
                        <a:pt x="298229" y="140700"/>
                        <a:pt x="300134" y="138605"/>
                        <a:pt x="296419" y="140129"/>
                      </a:cubicBezTo>
                      <a:cubicBezTo>
                        <a:pt x="297181" y="137747"/>
                        <a:pt x="296133" y="137557"/>
                        <a:pt x="299276" y="135176"/>
                      </a:cubicBezTo>
                      <a:cubicBezTo>
                        <a:pt x="297943" y="133747"/>
                        <a:pt x="294895" y="138795"/>
                        <a:pt x="293371" y="138033"/>
                      </a:cubicBezTo>
                      <a:cubicBezTo>
                        <a:pt x="292323" y="137366"/>
                        <a:pt x="293371" y="135652"/>
                        <a:pt x="291466" y="135366"/>
                      </a:cubicBezTo>
                      <a:lnTo>
                        <a:pt x="293656" y="132794"/>
                      </a:lnTo>
                      <a:cubicBezTo>
                        <a:pt x="289942" y="132890"/>
                        <a:pt x="292895" y="131842"/>
                        <a:pt x="288322" y="133366"/>
                      </a:cubicBezTo>
                      <a:cubicBezTo>
                        <a:pt x="287561" y="131080"/>
                        <a:pt x="289275" y="128318"/>
                        <a:pt x="291180" y="125841"/>
                      </a:cubicBezTo>
                      <a:cubicBezTo>
                        <a:pt x="289751" y="125841"/>
                        <a:pt x="287180" y="130794"/>
                        <a:pt x="285846" y="130508"/>
                      </a:cubicBezTo>
                      <a:cubicBezTo>
                        <a:pt x="283560" y="128603"/>
                        <a:pt x="280988" y="129556"/>
                        <a:pt x="281179" y="126127"/>
                      </a:cubicBezTo>
                      <a:cubicBezTo>
                        <a:pt x="282417" y="124698"/>
                        <a:pt x="282798" y="126413"/>
                        <a:pt x="284036" y="125270"/>
                      </a:cubicBezTo>
                      <a:lnTo>
                        <a:pt x="282227" y="124127"/>
                      </a:lnTo>
                      <a:cubicBezTo>
                        <a:pt x="279655" y="126698"/>
                        <a:pt x="280798" y="127365"/>
                        <a:pt x="278512" y="128508"/>
                      </a:cubicBezTo>
                      <a:cubicBezTo>
                        <a:pt x="285370" y="129270"/>
                        <a:pt x="284513" y="137462"/>
                        <a:pt x="291561" y="136985"/>
                      </a:cubicBezTo>
                      <a:cubicBezTo>
                        <a:pt x="291085" y="138224"/>
                        <a:pt x="290132" y="139748"/>
                        <a:pt x="288322" y="141653"/>
                      </a:cubicBezTo>
                      <a:cubicBezTo>
                        <a:pt x="290989" y="142510"/>
                        <a:pt x="293276" y="143272"/>
                        <a:pt x="291847" y="139938"/>
                      </a:cubicBezTo>
                      <a:cubicBezTo>
                        <a:pt x="292895" y="139938"/>
                        <a:pt x="294038" y="139367"/>
                        <a:pt x="295085" y="139367"/>
                      </a:cubicBezTo>
                      <a:cubicBezTo>
                        <a:pt x="291847" y="143177"/>
                        <a:pt x="293752" y="145367"/>
                        <a:pt x="295847" y="142605"/>
                      </a:cubicBezTo>
                      <a:cubicBezTo>
                        <a:pt x="293276" y="145748"/>
                        <a:pt x="298895" y="141748"/>
                        <a:pt x="296419" y="144415"/>
                      </a:cubicBezTo>
                      <a:cubicBezTo>
                        <a:pt x="294704" y="147653"/>
                        <a:pt x="292418" y="144891"/>
                        <a:pt x="289942" y="145463"/>
                      </a:cubicBezTo>
                      <a:cubicBezTo>
                        <a:pt x="289275" y="149082"/>
                        <a:pt x="294800" y="148225"/>
                        <a:pt x="297276" y="149082"/>
                      </a:cubicBezTo>
                      <a:cubicBezTo>
                        <a:pt x="292418" y="151654"/>
                        <a:pt x="300419" y="151368"/>
                        <a:pt x="298610" y="154130"/>
                      </a:cubicBezTo>
                      <a:cubicBezTo>
                        <a:pt x="297276" y="155559"/>
                        <a:pt x="294228" y="153940"/>
                        <a:pt x="294323" y="156702"/>
                      </a:cubicBezTo>
                      <a:cubicBezTo>
                        <a:pt x="298324" y="155178"/>
                        <a:pt x="299086" y="158226"/>
                        <a:pt x="304039" y="155083"/>
                      </a:cubicBezTo>
                      <a:cubicBezTo>
                        <a:pt x="301467" y="162798"/>
                        <a:pt x="316136" y="155178"/>
                        <a:pt x="312897" y="165179"/>
                      </a:cubicBezTo>
                      <a:cubicBezTo>
                        <a:pt x="315755" y="162989"/>
                        <a:pt x="316802" y="165941"/>
                        <a:pt x="316897" y="167942"/>
                      </a:cubicBezTo>
                      <a:cubicBezTo>
                        <a:pt x="314993" y="169751"/>
                        <a:pt x="314707" y="165751"/>
                        <a:pt x="312135" y="170132"/>
                      </a:cubicBezTo>
                      <a:cubicBezTo>
                        <a:pt x="313850" y="170894"/>
                        <a:pt x="315945" y="170323"/>
                        <a:pt x="318231" y="168799"/>
                      </a:cubicBezTo>
                      <a:cubicBezTo>
                        <a:pt x="318898" y="169656"/>
                        <a:pt x="317088" y="171752"/>
                        <a:pt x="317755" y="172609"/>
                      </a:cubicBezTo>
                      <a:cubicBezTo>
                        <a:pt x="319088" y="170990"/>
                        <a:pt x="322613" y="171180"/>
                        <a:pt x="321470" y="172418"/>
                      </a:cubicBezTo>
                      <a:cubicBezTo>
                        <a:pt x="320517" y="173371"/>
                        <a:pt x="319946" y="172895"/>
                        <a:pt x="319374" y="172418"/>
                      </a:cubicBezTo>
                      <a:cubicBezTo>
                        <a:pt x="317374" y="174514"/>
                        <a:pt x="317660" y="175562"/>
                        <a:pt x="317660" y="176800"/>
                      </a:cubicBezTo>
                      <a:cubicBezTo>
                        <a:pt x="318898" y="175562"/>
                        <a:pt x="320231" y="173561"/>
                        <a:pt x="321088" y="173657"/>
                      </a:cubicBezTo>
                      <a:cubicBezTo>
                        <a:pt x="318326" y="178038"/>
                        <a:pt x="319088" y="181848"/>
                        <a:pt x="319374" y="186134"/>
                      </a:cubicBezTo>
                      <a:cubicBezTo>
                        <a:pt x="323184" y="181753"/>
                        <a:pt x="320517" y="189563"/>
                        <a:pt x="324613" y="184229"/>
                      </a:cubicBezTo>
                      <a:cubicBezTo>
                        <a:pt x="323279" y="182896"/>
                        <a:pt x="318707" y="183658"/>
                        <a:pt x="323184" y="181848"/>
                      </a:cubicBezTo>
                      <a:cubicBezTo>
                        <a:pt x="323755" y="178895"/>
                        <a:pt x="319469" y="181181"/>
                        <a:pt x="320422" y="178610"/>
                      </a:cubicBezTo>
                      <a:lnTo>
                        <a:pt x="321946" y="176895"/>
                      </a:lnTo>
                      <a:cubicBezTo>
                        <a:pt x="324613" y="178038"/>
                        <a:pt x="321851" y="184325"/>
                        <a:pt x="326613" y="182801"/>
                      </a:cubicBezTo>
                      <a:cubicBezTo>
                        <a:pt x="326232" y="182324"/>
                        <a:pt x="325184" y="182134"/>
                        <a:pt x="326042" y="180991"/>
                      </a:cubicBezTo>
                      <a:cubicBezTo>
                        <a:pt x="326518" y="181277"/>
                        <a:pt x="327185" y="180610"/>
                        <a:pt x="327661" y="180705"/>
                      </a:cubicBezTo>
                      <a:cubicBezTo>
                        <a:pt x="328232" y="181658"/>
                        <a:pt x="325089" y="184229"/>
                        <a:pt x="327185" y="184515"/>
                      </a:cubicBezTo>
                      <a:cubicBezTo>
                        <a:pt x="330042" y="178895"/>
                        <a:pt x="331185" y="188135"/>
                        <a:pt x="336900" y="181562"/>
                      </a:cubicBezTo>
                      <a:cubicBezTo>
                        <a:pt x="334995" y="185372"/>
                        <a:pt x="338234" y="181562"/>
                        <a:pt x="339567" y="183372"/>
                      </a:cubicBezTo>
                      <a:cubicBezTo>
                        <a:pt x="338805" y="184229"/>
                        <a:pt x="338996" y="184610"/>
                        <a:pt x="338519" y="185372"/>
                      </a:cubicBezTo>
                      <a:cubicBezTo>
                        <a:pt x="337186" y="186992"/>
                        <a:pt x="333662" y="186706"/>
                        <a:pt x="333852" y="189087"/>
                      </a:cubicBezTo>
                      <a:cubicBezTo>
                        <a:pt x="335947" y="187182"/>
                        <a:pt x="336329" y="191468"/>
                        <a:pt x="338805" y="188325"/>
                      </a:cubicBezTo>
                      <a:cubicBezTo>
                        <a:pt x="337567" y="188420"/>
                        <a:pt x="338424" y="185277"/>
                        <a:pt x="339472" y="186039"/>
                      </a:cubicBezTo>
                      <a:cubicBezTo>
                        <a:pt x="341948" y="186325"/>
                        <a:pt x="336900" y="192611"/>
                        <a:pt x="341472" y="190135"/>
                      </a:cubicBezTo>
                      <a:cubicBezTo>
                        <a:pt x="341186" y="189659"/>
                        <a:pt x="341663" y="188039"/>
                        <a:pt x="342520" y="188135"/>
                      </a:cubicBezTo>
                      <a:cubicBezTo>
                        <a:pt x="342234" y="192421"/>
                        <a:pt x="345187" y="191564"/>
                        <a:pt x="346806" y="193754"/>
                      </a:cubicBezTo>
                      <a:cubicBezTo>
                        <a:pt x="344615" y="194040"/>
                        <a:pt x="342901" y="192611"/>
                        <a:pt x="340234" y="194707"/>
                      </a:cubicBezTo>
                      <a:cubicBezTo>
                        <a:pt x="342710" y="195469"/>
                        <a:pt x="342901" y="197183"/>
                        <a:pt x="341472" y="199660"/>
                      </a:cubicBezTo>
                      <a:cubicBezTo>
                        <a:pt x="344520" y="196898"/>
                        <a:pt x="344234" y="194516"/>
                        <a:pt x="346425" y="194897"/>
                      </a:cubicBezTo>
                      <a:cubicBezTo>
                        <a:pt x="344330" y="197564"/>
                        <a:pt x="347949" y="197564"/>
                        <a:pt x="346044" y="200136"/>
                      </a:cubicBezTo>
                      <a:cubicBezTo>
                        <a:pt x="347949" y="196612"/>
                        <a:pt x="351473" y="196802"/>
                        <a:pt x="350997" y="195374"/>
                      </a:cubicBezTo>
                      <a:cubicBezTo>
                        <a:pt x="347092" y="197469"/>
                        <a:pt x="352616" y="193088"/>
                        <a:pt x="351664" y="193088"/>
                      </a:cubicBezTo>
                      <a:cubicBezTo>
                        <a:pt x="350616" y="194612"/>
                        <a:pt x="348044" y="192802"/>
                        <a:pt x="349473" y="191564"/>
                      </a:cubicBezTo>
                      <a:cubicBezTo>
                        <a:pt x="350235" y="192707"/>
                        <a:pt x="354140" y="192040"/>
                        <a:pt x="353950" y="190516"/>
                      </a:cubicBezTo>
                      <a:cubicBezTo>
                        <a:pt x="352045" y="192516"/>
                        <a:pt x="352330" y="189659"/>
                        <a:pt x="353378" y="188706"/>
                      </a:cubicBezTo>
                      <a:cubicBezTo>
                        <a:pt x="355950" y="187468"/>
                        <a:pt x="354236" y="190040"/>
                        <a:pt x="356045" y="190516"/>
                      </a:cubicBezTo>
                      <a:cubicBezTo>
                        <a:pt x="357855" y="189182"/>
                        <a:pt x="357284" y="186801"/>
                        <a:pt x="359093" y="187087"/>
                      </a:cubicBezTo>
                      <a:cubicBezTo>
                        <a:pt x="361094" y="189563"/>
                        <a:pt x="360713" y="193564"/>
                        <a:pt x="365475" y="194326"/>
                      </a:cubicBezTo>
                      <a:cubicBezTo>
                        <a:pt x="362141" y="195374"/>
                        <a:pt x="364713" y="199374"/>
                        <a:pt x="361760" y="200041"/>
                      </a:cubicBezTo>
                      <a:cubicBezTo>
                        <a:pt x="361760" y="197850"/>
                        <a:pt x="360522" y="194897"/>
                        <a:pt x="356617" y="197755"/>
                      </a:cubicBezTo>
                      <a:cubicBezTo>
                        <a:pt x="359570" y="198422"/>
                        <a:pt x="363475" y="200898"/>
                        <a:pt x="362522" y="204803"/>
                      </a:cubicBezTo>
                      <a:cubicBezTo>
                        <a:pt x="358998" y="203756"/>
                        <a:pt x="359093" y="202613"/>
                        <a:pt x="358808" y="199374"/>
                      </a:cubicBezTo>
                      <a:cubicBezTo>
                        <a:pt x="354807" y="204041"/>
                        <a:pt x="353188" y="204327"/>
                        <a:pt x="348330" y="208613"/>
                      </a:cubicBezTo>
                      <a:cubicBezTo>
                        <a:pt x="349092" y="210233"/>
                        <a:pt x="353473" y="208518"/>
                        <a:pt x="353188" y="207947"/>
                      </a:cubicBezTo>
                      <a:cubicBezTo>
                        <a:pt x="353093" y="206042"/>
                        <a:pt x="348806" y="210328"/>
                        <a:pt x="350711" y="207566"/>
                      </a:cubicBezTo>
                      <a:cubicBezTo>
                        <a:pt x="353093" y="205280"/>
                        <a:pt x="355093" y="204327"/>
                        <a:pt x="356712" y="204899"/>
                      </a:cubicBezTo>
                      <a:cubicBezTo>
                        <a:pt x="355093" y="208423"/>
                        <a:pt x="357950" y="206804"/>
                        <a:pt x="358617" y="209090"/>
                      </a:cubicBezTo>
                      <a:cubicBezTo>
                        <a:pt x="354997" y="211947"/>
                        <a:pt x="358141" y="211661"/>
                        <a:pt x="356903" y="213376"/>
                      </a:cubicBezTo>
                      <a:cubicBezTo>
                        <a:pt x="354617" y="214328"/>
                        <a:pt x="355760" y="212709"/>
                        <a:pt x="354712" y="211852"/>
                      </a:cubicBezTo>
                      <a:cubicBezTo>
                        <a:pt x="350235" y="217472"/>
                        <a:pt x="356331" y="213185"/>
                        <a:pt x="357760" y="214043"/>
                      </a:cubicBezTo>
                      <a:cubicBezTo>
                        <a:pt x="356426" y="215567"/>
                        <a:pt x="355283" y="216614"/>
                        <a:pt x="354236" y="217091"/>
                      </a:cubicBezTo>
                      <a:cubicBezTo>
                        <a:pt x="355188" y="217567"/>
                        <a:pt x="356141" y="217567"/>
                        <a:pt x="357474" y="216614"/>
                      </a:cubicBezTo>
                      <a:cubicBezTo>
                        <a:pt x="356521" y="214043"/>
                        <a:pt x="364522" y="209471"/>
                        <a:pt x="365475" y="212519"/>
                      </a:cubicBezTo>
                      <a:cubicBezTo>
                        <a:pt x="364332" y="214995"/>
                        <a:pt x="364999" y="214709"/>
                        <a:pt x="362046" y="217091"/>
                      </a:cubicBezTo>
                      <a:cubicBezTo>
                        <a:pt x="362713" y="217853"/>
                        <a:pt x="363856" y="216805"/>
                        <a:pt x="364522" y="217472"/>
                      </a:cubicBezTo>
                      <a:cubicBezTo>
                        <a:pt x="361665" y="220424"/>
                        <a:pt x="364142" y="220996"/>
                        <a:pt x="361665" y="223758"/>
                      </a:cubicBezTo>
                      <a:cubicBezTo>
                        <a:pt x="364237" y="223949"/>
                        <a:pt x="363665" y="225282"/>
                        <a:pt x="366523" y="223091"/>
                      </a:cubicBezTo>
                      <a:cubicBezTo>
                        <a:pt x="368333" y="220329"/>
                        <a:pt x="365189" y="221663"/>
                        <a:pt x="366332" y="220139"/>
                      </a:cubicBezTo>
                      <a:cubicBezTo>
                        <a:pt x="367571" y="218900"/>
                        <a:pt x="371190" y="218615"/>
                        <a:pt x="369666" y="221186"/>
                      </a:cubicBezTo>
                      <a:cubicBezTo>
                        <a:pt x="367189" y="223853"/>
                        <a:pt x="364522" y="224806"/>
                        <a:pt x="365951" y="226901"/>
                      </a:cubicBezTo>
                      <a:cubicBezTo>
                        <a:pt x="368999" y="221758"/>
                        <a:pt x="367094" y="226806"/>
                        <a:pt x="369571" y="225282"/>
                      </a:cubicBezTo>
                      <a:cubicBezTo>
                        <a:pt x="370333" y="223282"/>
                        <a:pt x="370333" y="221567"/>
                        <a:pt x="373667" y="218424"/>
                      </a:cubicBezTo>
                      <a:cubicBezTo>
                        <a:pt x="376524" y="219948"/>
                        <a:pt x="375667" y="222520"/>
                        <a:pt x="376905" y="223568"/>
                      </a:cubicBezTo>
                      <a:cubicBezTo>
                        <a:pt x="375000" y="223663"/>
                        <a:pt x="373476" y="222044"/>
                        <a:pt x="371095" y="223568"/>
                      </a:cubicBezTo>
                      <a:cubicBezTo>
                        <a:pt x="370142" y="228140"/>
                        <a:pt x="377381" y="225854"/>
                        <a:pt x="375286" y="230807"/>
                      </a:cubicBezTo>
                      <a:cubicBezTo>
                        <a:pt x="375476" y="227092"/>
                        <a:pt x="371571" y="231473"/>
                        <a:pt x="369190" y="231950"/>
                      </a:cubicBezTo>
                      <a:cubicBezTo>
                        <a:pt x="369952" y="230426"/>
                        <a:pt x="371000" y="228806"/>
                        <a:pt x="369761" y="228140"/>
                      </a:cubicBezTo>
                      <a:cubicBezTo>
                        <a:pt x="365856" y="231950"/>
                        <a:pt x="368047" y="228902"/>
                        <a:pt x="367285" y="227759"/>
                      </a:cubicBezTo>
                      <a:cubicBezTo>
                        <a:pt x="365666" y="229664"/>
                        <a:pt x="364522" y="230140"/>
                        <a:pt x="363665" y="229378"/>
                      </a:cubicBezTo>
                      <a:cubicBezTo>
                        <a:pt x="364237" y="226901"/>
                        <a:pt x="364046" y="227663"/>
                        <a:pt x="363761" y="225282"/>
                      </a:cubicBezTo>
                      <a:cubicBezTo>
                        <a:pt x="361475" y="228521"/>
                        <a:pt x="362237" y="230330"/>
                        <a:pt x="360998" y="233093"/>
                      </a:cubicBezTo>
                      <a:cubicBezTo>
                        <a:pt x="363284" y="230045"/>
                        <a:pt x="364427" y="230997"/>
                        <a:pt x="366142" y="229854"/>
                      </a:cubicBezTo>
                      <a:cubicBezTo>
                        <a:pt x="366904" y="230807"/>
                        <a:pt x="364713" y="233188"/>
                        <a:pt x="364808" y="234426"/>
                      </a:cubicBezTo>
                      <a:cubicBezTo>
                        <a:pt x="366713" y="232140"/>
                        <a:pt x="368237" y="230902"/>
                        <a:pt x="369190" y="231950"/>
                      </a:cubicBezTo>
                      <a:cubicBezTo>
                        <a:pt x="369190" y="233855"/>
                        <a:pt x="366046" y="233950"/>
                        <a:pt x="366523" y="235664"/>
                      </a:cubicBezTo>
                      <a:cubicBezTo>
                        <a:pt x="368333" y="233474"/>
                        <a:pt x="369571" y="233474"/>
                        <a:pt x="370904" y="233188"/>
                      </a:cubicBezTo>
                      <a:cubicBezTo>
                        <a:pt x="368713" y="235950"/>
                        <a:pt x="369952" y="238903"/>
                        <a:pt x="367285" y="240332"/>
                      </a:cubicBezTo>
                      <a:cubicBezTo>
                        <a:pt x="370333" y="240713"/>
                        <a:pt x="376334" y="239379"/>
                        <a:pt x="373476" y="246142"/>
                      </a:cubicBezTo>
                      <a:cubicBezTo>
                        <a:pt x="371952" y="246332"/>
                        <a:pt x="374333" y="242618"/>
                        <a:pt x="371762" y="244904"/>
                      </a:cubicBezTo>
                      <a:cubicBezTo>
                        <a:pt x="371952" y="245094"/>
                        <a:pt x="371666" y="245951"/>
                        <a:pt x="371000" y="245761"/>
                      </a:cubicBezTo>
                      <a:cubicBezTo>
                        <a:pt x="369666" y="245380"/>
                        <a:pt x="374714" y="242141"/>
                        <a:pt x="372047" y="242332"/>
                      </a:cubicBezTo>
                      <a:cubicBezTo>
                        <a:pt x="367666" y="246047"/>
                        <a:pt x="365285" y="242713"/>
                        <a:pt x="361760" y="243380"/>
                      </a:cubicBezTo>
                      <a:cubicBezTo>
                        <a:pt x="364142" y="241284"/>
                        <a:pt x="362332" y="241094"/>
                        <a:pt x="362808" y="239951"/>
                      </a:cubicBezTo>
                      <a:cubicBezTo>
                        <a:pt x="361475" y="242427"/>
                        <a:pt x="358903" y="240522"/>
                        <a:pt x="359284" y="242999"/>
                      </a:cubicBezTo>
                      <a:cubicBezTo>
                        <a:pt x="362808" y="240522"/>
                        <a:pt x="359093" y="245380"/>
                        <a:pt x="360713" y="245380"/>
                      </a:cubicBezTo>
                      <a:cubicBezTo>
                        <a:pt x="364713" y="241760"/>
                        <a:pt x="362427" y="248714"/>
                        <a:pt x="366999" y="247094"/>
                      </a:cubicBezTo>
                      <a:cubicBezTo>
                        <a:pt x="365761" y="248333"/>
                        <a:pt x="364332" y="250333"/>
                        <a:pt x="363475" y="250142"/>
                      </a:cubicBezTo>
                      <a:cubicBezTo>
                        <a:pt x="363475" y="249666"/>
                        <a:pt x="363761" y="246904"/>
                        <a:pt x="361760" y="248904"/>
                      </a:cubicBezTo>
                      <a:cubicBezTo>
                        <a:pt x="362522" y="249857"/>
                        <a:pt x="362141" y="251381"/>
                        <a:pt x="364046" y="251952"/>
                      </a:cubicBezTo>
                      <a:cubicBezTo>
                        <a:pt x="365380" y="250428"/>
                        <a:pt x="366237" y="250333"/>
                        <a:pt x="366904" y="251190"/>
                      </a:cubicBezTo>
                      <a:cubicBezTo>
                        <a:pt x="368713" y="248333"/>
                        <a:pt x="369476" y="247856"/>
                        <a:pt x="371571" y="247571"/>
                      </a:cubicBezTo>
                      <a:cubicBezTo>
                        <a:pt x="369380" y="250333"/>
                        <a:pt x="367380" y="250238"/>
                        <a:pt x="368142" y="252047"/>
                      </a:cubicBezTo>
                      <a:cubicBezTo>
                        <a:pt x="372047" y="248999"/>
                        <a:pt x="375381" y="247475"/>
                        <a:pt x="378905" y="245856"/>
                      </a:cubicBezTo>
                      <a:cubicBezTo>
                        <a:pt x="375953" y="248142"/>
                        <a:pt x="377667" y="248428"/>
                        <a:pt x="376714" y="249857"/>
                      </a:cubicBezTo>
                      <a:cubicBezTo>
                        <a:pt x="376238" y="249761"/>
                        <a:pt x="375857" y="249285"/>
                        <a:pt x="375095" y="250047"/>
                      </a:cubicBezTo>
                      <a:cubicBezTo>
                        <a:pt x="377953" y="250619"/>
                        <a:pt x="371762" y="252333"/>
                        <a:pt x="372905" y="254048"/>
                      </a:cubicBezTo>
                      <a:cubicBezTo>
                        <a:pt x="378715" y="248809"/>
                        <a:pt x="375571" y="253667"/>
                        <a:pt x="380620" y="251190"/>
                      </a:cubicBezTo>
                      <a:cubicBezTo>
                        <a:pt x="377762" y="253667"/>
                        <a:pt x="378620" y="252714"/>
                        <a:pt x="377953" y="254905"/>
                      </a:cubicBezTo>
                      <a:cubicBezTo>
                        <a:pt x="375571" y="253381"/>
                        <a:pt x="377477" y="254810"/>
                        <a:pt x="375191" y="257096"/>
                      </a:cubicBezTo>
                      <a:cubicBezTo>
                        <a:pt x="374714" y="256810"/>
                        <a:pt x="374047" y="257381"/>
                        <a:pt x="373571" y="257286"/>
                      </a:cubicBezTo>
                      <a:cubicBezTo>
                        <a:pt x="376429" y="255476"/>
                        <a:pt x="373857" y="253571"/>
                        <a:pt x="372619" y="255191"/>
                      </a:cubicBezTo>
                      <a:cubicBezTo>
                        <a:pt x="373286" y="256238"/>
                        <a:pt x="368809" y="259858"/>
                        <a:pt x="367952" y="260239"/>
                      </a:cubicBezTo>
                      <a:cubicBezTo>
                        <a:pt x="371285" y="260144"/>
                        <a:pt x="372428" y="261096"/>
                        <a:pt x="375762" y="258810"/>
                      </a:cubicBezTo>
                      <a:cubicBezTo>
                        <a:pt x="377000" y="260906"/>
                        <a:pt x="378238" y="262906"/>
                        <a:pt x="374143" y="266049"/>
                      </a:cubicBezTo>
                      <a:cubicBezTo>
                        <a:pt x="372905" y="265382"/>
                        <a:pt x="374810" y="263382"/>
                        <a:pt x="374714" y="262239"/>
                      </a:cubicBezTo>
                      <a:cubicBezTo>
                        <a:pt x="371000" y="263001"/>
                        <a:pt x="368523" y="262334"/>
                        <a:pt x="366046" y="263001"/>
                      </a:cubicBezTo>
                      <a:cubicBezTo>
                        <a:pt x="368523" y="262525"/>
                        <a:pt x="363856" y="267478"/>
                        <a:pt x="363380" y="266621"/>
                      </a:cubicBezTo>
                      <a:cubicBezTo>
                        <a:pt x="363189" y="264525"/>
                        <a:pt x="363761" y="260525"/>
                        <a:pt x="361189" y="263573"/>
                      </a:cubicBezTo>
                      <a:cubicBezTo>
                        <a:pt x="364808" y="258334"/>
                        <a:pt x="360236" y="258143"/>
                        <a:pt x="363475" y="254048"/>
                      </a:cubicBezTo>
                      <a:cubicBezTo>
                        <a:pt x="362332" y="252524"/>
                        <a:pt x="360046" y="255095"/>
                        <a:pt x="358236" y="255857"/>
                      </a:cubicBezTo>
                      <a:cubicBezTo>
                        <a:pt x="360141" y="253667"/>
                        <a:pt x="357855" y="253381"/>
                        <a:pt x="358427" y="251762"/>
                      </a:cubicBezTo>
                      <a:cubicBezTo>
                        <a:pt x="360713" y="250809"/>
                        <a:pt x="360713" y="248618"/>
                        <a:pt x="361379" y="246904"/>
                      </a:cubicBezTo>
                      <a:cubicBezTo>
                        <a:pt x="358998" y="249476"/>
                        <a:pt x="359855" y="243189"/>
                        <a:pt x="358903" y="246523"/>
                      </a:cubicBezTo>
                      <a:cubicBezTo>
                        <a:pt x="358998" y="247285"/>
                        <a:pt x="359093" y="248142"/>
                        <a:pt x="358617" y="249095"/>
                      </a:cubicBezTo>
                      <a:cubicBezTo>
                        <a:pt x="357664" y="247666"/>
                        <a:pt x="355855" y="249095"/>
                        <a:pt x="354521" y="248904"/>
                      </a:cubicBezTo>
                      <a:cubicBezTo>
                        <a:pt x="351759" y="251666"/>
                        <a:pt x="355188" y="251571"/>
                        <a:pt x="351188" y="254905"/>
                      </a:cubicBezTo>
                      <a:cubicBezTo>
                        <a:pt x="350806" y="253857"/>
                        <a:pt x="349759" y="253190"/>
                        <a:pt x="350616" y="251666"/>
                      </a:cubicBezTo>
                      <a:cubicBezTo>
                        <a:pt x="352045" y="251952"/>
                        <a:pt x="350997" y="249285"/>
                        <a:pt x="352807" y="247666"/>
                      </a:cubicBezTo>
                      <a:cubicBezTo>
                        <a:pt x="349949" y="247380"/>
                        <a:pt x="350711" y="246047"/>
                        <a:pt x="348521" y="244618"/>
                      </a:cubicBezTo>
                      <a:cubicBezTo>
                        <a:pt x="344425" y="248999"/>
                        <a:pt x="349949" y="246523"/>
                        <a:pt x="350902" y="249095"/>
                      </a:cubicBezTo>
                      <a:cubicBezTo>
                        <a:pt x="344996" y="255572"/>
                        <a:pt x="349187" y="257572"/>
                        <a:pt x="345187" y="263096"/>
                      </a:cubicBezTo>
                      <a:cubicBezTo>
                        <a:pt x="347378" y="263382"/>
                        <a:pt x="349949" y="260144"/>
                        <a:pt x="348521" y="264144"/>
                      </a:cubicBezTo>
                      <a:lnTo>
                        <a:pt x="352330" y="259953"/>
                      </a:lnTo>
                      <a:cubicBezTo>
                        <a:pt x="351378" y="258524"/>
                        <a:pt x="348997" y="261858"/>
                        <a:pt x="348235" y="259763"/>
                      </a:cubicBezTo>
                      <a:cubicBezTo>
                        <a:pt x="348425" y="258524"/>
                        <a:pt x="347378" y="257858"/>
                        <a:pt x="348806" y="256048"/>
                      </a:cubicBezTo>
                      <a:cubicBezTo>
                        <a:pt x="350235" y="256619"/>
                        <a:pt x="351473" y="255953"/>
                        <a:pt x="353759" y="256810"/>
                      </a:cubicBezTo>
                      <a:cubicBezTo>
                        <a:pt x="350902" y="259572"/>
                        <a:pt x="354997" y="259286"/>
                        <a:pt x="352807" y="261763"/>
                      </a:cubicBezTo>
                      <a:cubicBezTo>
                        <a:pt x="357855" y="255286"/>
                        <a:pt x="352140" y="255857"/>
                        <a:pt x="355379" y="249666"/>
                      </a:cubicBezTo>
                      <a:cubicBezTo>
                        <a:pt x="356331" y="252619"/>
                        <a:pt x="358522" y="255667"/>
                        <a:pt x="354997" y="263287"/>
                      </a:cubicBezTo>
                      <a:cubicBezTo>
                        <a:pt x="355950" y="263668"/>
                        <a:pt x="356045" y="261763"/>
                        <a:pt x="356998" y="261953"/>
                      </a:cubicBezTo>
                      <a:cubicBezTo>
                        <a:pt x="356236" y="262811"/>
                        <a:pt x="356807" y="263573"/>
                        <a:pt x="357855" y="262525"/>
                      </a:cubicBezTo>
                      <a:cubicBezTo>
                        <a:pt x="356617" y="262334"/>
                        <a:pt x="357760" y="258715"/>
                        <a:pt x="358903" y="259096"/>
                      </a:cubicBezTo>
                      <a:cubicBezTo>
                        <a:pt x="358903" y="261096"/>
                        <a:pt x="360331" y="262430"/>
                        <a:pt x="359284" y="264906"/>
                      </a:cubicBezTo>
                      <a:cubicBezTo>
                        <a:pt x="357569" y="266525"/>
                        <a:pt x="356998" y="264525"/>
                        <a:pt x="355283" y="266144"/>
                      </a:cubicBezTo>
                      <a:cubicBezTo>
                        <a:pt x="355569" y="267002"/>
                        <a:pt x="355188" y="268145"/>
                        <a:pt x="355474" y="269097"/>
                      </a:cubicBezTo>
                      <a:cubicBezTo>
                        <a:pt x="357093" y="267478"/>
                        <a:pt x="361665" y="264525"/>
                        <a:pt x="359951" y="268145"/>
                      </a:cubicBezTo>
                      <a:cubicBezTo>
                        <a:pt x="356236" y="267478"/>
                        <a:pt x="362522" y="273002"/>
                        <a:pt x="357093" y="275860"/>
                      </a:cubicBezTo>
                      <a:cubicBezTo>
                        <a:pt x="358522" y="276336"/>
                        <a:pt x="360808" y="274050"/>
                        <a:pt x="361665" y="276336"/>
                      </a:cubicBezTo>
                      <a:cubicBezTo>
                        <a:pt x="357379" y="279098"/>
                        <a:pt x="360903" y="278241"/>
                        <a:pt x="359855" y="280622"/>
                      </a:cubicBezTo>
                      <a:cubicBezTo>
                        <a:pt x="353950" y="278527"/>
                        <a:pt x="346235" y="274812"/>
                        <a:pt x="350045" y="268049"/>
                      </a:cubicBezTo>
                      <a:cubicBezTo>
                        <a:pt x="346616" y="266716"/>
                        <a:pt x="346139" y="265287"/>
                        <a:pt x="343663" y="264906"/>
                      </a:cubicBezTo>
                      <a:cubicBezTo>
                        <a:pt x="342615" y="266049"/>
                        <a:pt x="341758" y="266621"/>
                        <a:pt x="340901" y="267097"/>
                      </a:cubicBezTo>
                      <a:cubicBezTo>
                        <a:pt x="342425" y="268049"/>
                        <a:pt x="338519" y="271478"/>
                        <a:pt x="339186" y="272812"/>
                      </a:cubicBezTo>
                      <a:cubicBezTo>
                        <a:pt x="341186" y="270145"/>
                        <a:pt x="342425" y="268335"/>
                        <a:pt x="343758" y="267764"/>
                      </a:cubicBezTo>
                      <a:cubicBezTo>
                        <a:pt x="344234" y="269288"/>
                        <a:pt x="348425" y="266906"/>
                        <a:pt x="346806" y="269954"/>
                      </a:cubicBezTo>
                      <a:cubicBezTo>
                        <a:pt x="345377" y="270526"/>
                        <a:pt x="344425" y="269859"/>
                        <a:pt x="343472" y="268907"/>
                      </a:cubicBezTo>
                      <a:cubicBezTo>
                        <a:pt x="341091" y="272526"/>
                        <a:pt x="339758" y="278146"/>
                        <a:pt x="343568" y="277289"/>
                      </a:cubicBezTo>
                      <a:cubicBezTo>
                        <a:pt x="342520" y="276431"/>
                        <a:pt x="341472" y="275574"/>
                        <a:pt x="343758" y="273193"/>
                      </a:cubicBezTo>
                      <a:cubicBezTo>
                        <a:pt x="348235" y="278432"/>
                        <a:pt x="358808" y="279479"/>
                        <a:pt x="349663" y="289957"/>
                      </a:cubicBezTo>
                      <a:cubicBezTo>
                        <a:pt x="353378" y="287385"/>
                        <a:pt x="346996" y="296053"/>
                        <a:pt x="351854" y="292910"/>
                      </a:cubicBezTo>
                      <a:cubicBezTo>
                        <a:pt x="352235" y="291767"/>
                        <a:pt x="350521" y="291576"/>
                        <a:pt x="352902" y="289481"/>
                      </a:cubicBezTo>
                      <a:cubicBezTo>
                        <a:pt x="355283" y="290624"/>
                        <a:pt x="352712" y="288814"/>
                        <a:pt x="355188" y="287004"/>
                      </a:cubicBezTo>
                      <a:lnTo>
                        <a:pt x="357760" y="288814"/>
                      </a:lnTo>
                      <a:cubicBezTo>
                        <a:pt x="361189" y="285290"/>
                        <a:pt x="358331" y="284623"/>
                        <a:pt x="361094" y="281384"/>
                      </a:cubicBezTo>
                      <a:cubicBezTo>
                        <a:pt x="361665" y="286242"/>
                        <a:pt x="356807" y="300149"/>
                        <a:pt x="365761" y="291671"/>
                      </a:cubicBezTo>
                      <a:lnTo>
                        <a:pt x="366618" y="292338"/>
                      </a:lnTo>
                      <a:cubicBezTo>
                        <a:pt x="365285" y="294815"/>
                        <a:pt x="362141" y="294910"/>
                        <a:pt x="362713" y="296529"/>
                      </a:cubicBezTo>
                      <a:cubicBezTo>
                        <a:pt x="364237" y="295577"/>
                        <a:pt x="365856" y="294338"/>
                        <a:pt x="366809" y="295291"/>
                      </a:cubicBezTo>
                      <a:cubicBezTo>
                        <a:pt x="363284" y="298910"/>
                        <a:pt x="369571" y="296053"/>
                        <a:pt x="368237" y="299101"/>
                      </a:cubicBezTo>
                      <a:cubicBezTo>
                        <a:pt x="362998" y="301673"/>
                        <a:pt x="359951" y="298720"/>
                        <a:pt x="357760" y="295767"/>
                      </a:cubicBezTo>
                      <a:cubicBezTo>
                        <a:pt x="356807" y="296624"/>
                        <a:pt x="356045" y="296720"/>
                        <a:pt x="355379" y="296815"/>
                      </a:cubicBezTo>
                      <a:cubicBezTo>
                        <a:pt x="351569" y="299482"/>
                        <a:pt x="353093" y="302339"/>
                        <a:pt x="350330" y="302911"/>
                      </a:cubicBezTo>
                      <a:cubicBezTo>
                        <a:pt x="350997" y="300625"/>
                        <a:pt x="351473" y="301006"/>
                        <a:pt x="349092" y="301958"/>
                      </a:cubicBezTo>
                      <a:cubicBezTo>
                        <a:pt x="350806" y="299196"/>
                        <a:pt x="350426" y="297482"/>
                        <a:pt x="348806" y="296148"/>
                      </a:cubicBezTo>
                      <a:cubicBezTo>
                        <a:pt x="344425" y="300530"/>
                        <a:pt x="350235" y="297291"/>
                        <a:pt x="348616" y="300149"/>
                      </a:cubicBezTo>
                      <a:cubicBezTo>
                        <a:pt x="340520" y="301196"/>
                        <a:pt x="343948" y="294338"/>
                        <a:pt x="338329" y="292814"/>
                      </a:cubicBezTo>
                      <a:cubicBezTo>
                        <a:pt x="334233" y="296148"/>
                        <a:pt x="334233" y="293005"/>
                        <a:pt x="330804" y="297196"/>
                      </a:cubicBezTo>
                      <a:cubicBezTo>
                        <a:pt x="333280" y="293672"/>
                        <a:pt x="333757" y="290624"/>
                        <a:pt x="336995" y="290528"/>
                      </a:cubicBezTo>
                      <a:cubicBezTo>
                        <a:pt x="336329" y="288719"/>
                        <a:pt x="331852" y="290624"/>
                        <a:pt x="331756" y="292338"/>
                      </a:cubicBezTo>
                      <a:cubicBezTo>
                        <a:pt x="332995" y="292148"/>
                        <a:pt x="328899" y="293767"/>
                        <a:pt x="330709" y="295767"/>
                      </a:cubicBezTo>
                      <a:cubicBezTo>
                        <a:pt x="328899" y="296720"/>
                        <a:pt x="327280" y="296910"/>
                        <a:pt x="325851" y="296434"/>
                      </a:cubicBezTo>
                      <a:cubicBezTo>
                        <a:pt x="326518" y="294243"/>
                        <a:pt x="327470" y="295100"/>
                        <a:pt x="329661" y="292243"/>
                      </a:cubicBezTo>
                      <a:cubicBezTo>
                        <a:pt x="328423" y="290528"/>
                        <a:pt x="328804" y="290909"/>
                        <a:pt x="326708" y="290147"/>
                      </a:cubicBezTo>
                      <a:cubicBezTo>
                        <a:pt x="324708" y="290433"/>
                        <a:pt x="324708" y="293957"/>
                        <a:pt x="322422" y="294053"/>
                      </a:cubicBezTo>
                      <a:cubicBezTo>
                        <a:pt x="323184" y="291767"/>
                        <a:pt x="323565" y="289576"/>
                        <a:pt x="323279" y="287766"/>
                      </a:cubicBezTo>
                      <a:cubicBezTo>
                        <a:pt x="316421" y="291481"/>
                        <a:pt x="316136" y="285385"/>
                        <a:pt x="313278" y="283385"/>
                      </a:cubicBezTo>
                      <a:cubicBezTo>
                        <a:pt x="315278" y="281575"/>
                        <a:pt x="317850" y="277098"/>
                        <a:pt x="315088" y="279098"/>
                      </a:cubicBezTo>
                      <a:cubicBezTo>
                        <a:pt x="314707" y="280718"/>
                        <a:pt x="313564" y="282813"/>
                        <a:pt x="311754" y="285099"/>
                      </a:cubicBezTo>
                      <a:cubicBezTo>
                        <a:pt x="311563" y="282527"/>
                        <a:pt x="312516" y="281003"/>
                        <a:pt x="309087" y="281861"/>
                      </a:cubicBezTo>
                      <a:cubicBezTo>
                        <a:pt x="313183" y="277479"/>
                        <a:pt x="306896" y="280337"/>
                        <a:pt x="309182" y="276336"/>
                      </a:cubicBezTo>
                      <a:cubicBezTo>
                        <a:pt x="307849" y="277384"/>
                        <a:pt x="305753" y="281099"/>
                        <a:pt x="304896" y="280241"/>
                      </a:cubicBezTo>
                      <a:lnTo>
                        <a:pt x="304039" y="279670"/>
                      </a:lnTo>
                      <a:cubicBezTo>
                        <a:pt x="306706" y="276527"/>
                        <a:pt x="308516" y="276146"/>
                        <a:pt x="310992" y="273479"/>
                      </a:cubicBezTo>
                      <a:cubicBezTo>
                        <a:pt x="310516" y="271097"/>
                        <a:pt x="307468" y="277193"/>
                        <a:pt x="306992" y="274812"/>
                      </a:cubicBezTo>
                      <a:cubicBezTo>
                        <a:pt x="304515" y="277003"/>
                        <a:pt x="305658" y="277384"/>
                        <a:pt x="303563" y="279384"/>
                      </a:cubicBezTo>
                      <a:cubicBezTo>
                        <a:pt x="302515" y="277193"/>
                        <a:pt x="297562" y="278717"/>
                        <a:pt x="299181" y="273479"/>
                      </a:cubicBezTo>
                      <a:cubicBezTo>
                        <a:pt x="295847" y="276431"/>
                        <a:pt x="296038" y="273860"/>
                        <a:pt x="294323" y="274241"/>
                      </a:cubicBezTo>
                      <a:cubicBezTo>
                        <a:pt x="294228" y="273098"/>
                        <a:pt x="298133" y="270145"/>
                        <a:pt x="296133" y="269954"/>
                      </a:cubicBezTo>
                      <a:cubicBezTo>
                        <a:pt x="294800" y="271669"/>
                        <a:pt x="293942" y="271478"/>
                        <a:pt x="292704" y="273002"/>
                      </a:cubicBezTo>
                      <a:cubicBezTo>
                        <a:pt x="293085" y="273479"/>
                        <a:pt x="293466" y="273955"/>
                        <a:pt x="292037" y="275288"/>
                      </a:cubicBezTo>
                      <a:cubicBezTo>
                        <a:pt x="285370" y="280241"/>
                        <a:pt x="285370" y="272907"/>
                        <a:pt x="283655" y="270716"/>
                      </a:cubicBezTo>
                      <a:cubicBezTo>
                        <a:pt x="283179" y="270145"/>
                        <a:pt x="276035" y="271764"/>
                        <a:pt x="282608" y="267287"/>
                      </a:cubicBezTo>
                      <a:cubicBezTo>
                        <a:pt x="280703" y="267383"/>
                        <a:pt x="278607" y="266716"/>
                        <a:pt x="282322" y="263001"/>
                      </a:cubicBezTo>
                      <a:cubicBezTo>
                        <a:pt x="282798" y="264144"/>
                        <a:pt x="281655" y="265954"/>
                        <a:pt x="283370" y="266430"/>
                      </a:cubicBezTo>
                      <a:cubicBezTo>
                        <a:pt x="285655" y="263858"/>
                        <a:pt x="287084" y="264335"/>
                        <a:pt x="289180" y="262239"/>
                      </a:cubicBezTo>
                      <a:cubicBezTo>
                        <a:pt x="286608" y="261572"/>
                        <a:pt x="291942" y="260334"/>
                        <a:pt x="289370" y="259667"/>
                      </a:cubicBezTo>
                      <a:cubicBezTo>
                        <a:pt x="287751" y="259096"/>
                        <a:pt x="286608" y="264811"/>
                        <a:pt x="284417" y="264525"/>
                      </a:cubicBezTo>
                      <a:cubicBezTo>
                        <a:pt x="284608" y="263287"/>
                        <a:pt x="283560" y="262620"/>
                        <a:pt x="284989" y="260810"/>
                      </a:cubicBezTo>
                      <a:cubicBezTo>
                        <a:pt x="285751" y="261001"/>
                        <a:pt x="287180" y="259286"/>
                        <a:pt x="288132" y="258810"/>
                      </a:cubicBezTo>
                      <a:cubicBezTo>
                        <a:pt x="287751" y="257762"/>
                        <a:pt x="287084" y="254429"/>
                        <a:pt x="285465" y="255572"/>
                      </a:cubicBezTo>
                      <a:cubicBezTo>
                        <a:pt x="284417" y="257191"/>
                        <a:pt x="287561" y="256905"/>
                        <a:pt x="286132" y="258715"/>
                      </a:cubicBezTo>
                      <a:cubicBezTo>
                        <a:pt x="284703" y="260334"/>
                        <a:pt x="278988" y="265001"/>
                        <a:pt x="284227" y="260144"/>
                      </a:cubicBezTo>
                      <a:cubicBezTo>
                        <a:pt x="282893" y="258810"/>
                        <a:pt x="279464" y="264811"/>
                        <a:pt x="278607" y="261763"/>
                      </a:cubicBezTo>
                      <a:cubicBezTo>
                        <a:pt x="279750" y="260144"/>
                        <a:pt x="281179" y="260048"/>
                        <a:pt x="280893" y="259191"/>
                      </a:cubicBezTo>
                      <a:cubicBezTo>
                        <a:pt x="279560" y="258143"/>
                        <a:pt x="279083" y="261477"/>
                        <a:pt x="276512" y="261763"/>
                      </a:cubicBezTo>
                      <a:cubicBezTo>
                        <a:pt x="276512" y="259858"/>
                        <a:pt x="277655" y="258620"/>
                        <a:pt x="278226" y="257477"/>
                      </a:cubicBezTo>
                      <a:cubicBezTo>
                        <a:pt x="274511" y="258810"/>
                        <a:pt x="274797" y="251952"/>
                        <a:pt x="272130" y="258810"/>
                      </a:cubicBezTo>
                      <a:cubicBezTo>
                        <a:pt x="271749" y="257858"/>
                        <a:pt x="270701" y="257191"/>
                        <a:pt x="271463" y="255667"/>
                      </a:cubicBezTo>
                      <a:cubicBezTo>
                        <a:pt x="273368" y="255762"/>
                        <a:pt x="273083" y="254714"/>
                        <a:pt x="274892" y="252524"/>
                      </a:cubicBezTo>
                      <a:cubicBezTo>
                        <a:pt x="272035" y="251381"/>
                        <a:pt x="271939" y="248904"/>
                        <a:pt x="270796" y="246999"/>
                      </a:cubicBezTo>
                      <a:cubicBezTo>
                        <a:pt x="268511" y="248523"/>
                        <a:pt x="269082" y="251000"/>
                        <a:pt x="267748" y="250428"/>
                      </a:cubicBezTo>
                      <a:cubicBezTo>
                        <a:pt x="269558" y="248142"/>
                        <a:pt x="265939" y="251095"/>
                        <a:pt x="266034" y="249285"/>
                      </a:cubicBezTo>
                      <a:cubicBezTo>
                        <a:pt x="267082" y="247952"/>
                        <a:pt x="268987" y="246237"/>
                        <a:pt x="268606" y="245570"/>
                      </a:cubicBezTo>
                      <a:cubicBezTo>
                        <a:pt x="266701" y="244427"/>
                        <a:pt x="263367" y="244427"/>
                        <a:pt x="265748" y="240903"/>
                      </a:cubicBezTo>
                      <a:cubicBezTo>
                        <a:pt x="266796" y="240903"/>
                        <a:pt x="267082" y="243380"/>
                        <a:pt x="268701" y="241475"/>
                      </a:cubicBezTo>
                      <a:cubicBezTo>
                        <a:pt x="269272" y="237665"/>
                        <a:pt x="263843" y="241665"/>
                        <a:pt x="264320" y="238522"/>
                      </a:cubicBezTo>
                      <a:lnTo>
                        <a:pt x="261367" y="241951"/>
                      </a:lnTo>
                      <a:cubicBezTo>
                        <a:pt x="259843" y="240522"/>
                        <a:pt x="255461" y="242713"/>
                        <a:pt x="260129" y="237093"/>
                      </a:cubicBezTo>
                      <a:cubicBezTo>
                        <a:pt x="260224" y="240236"/>
                        <a:pt x="265939" y="236712"/>
                        <a:pt x="268034" y="232807"/>
                      </a:cubicBezTo>
                      <a:cubicBezTo>
                        <a:pt x="266891" y="231854"/>
                        <a:pt x="264796" y="231378"/>
                        <a:pt x="265272" y="229568"/>
                      </a:cubicBezTo>
                      <a:cubicBezTo>
                        <a:pt x="263177" y="230045"/>
                        <a:pt x="263748" y="232712"/>
                        <a:pt x="261843" y="232712"/>
                      </a:cubicBezTo>
                      <a:cubicBezTo>
                        <a:pt x="261653" y="230235"/>
                        <a:pt x="253747" y="232140"/>
                        <a:pt x="253747" y="228616"/>
                      </a:cubicBezTo>
                      <a:cubicBezTo>
                        <a:pt x="252604" y="230616"/>
                        <a:pt x="255366" y="230807"/>
                        <a:pt x="252889" y="233474"/>
                      </a:cubicBezTo>
                      <a:cubicBezTo>
                        <a:pt x="247460" y="234236"/>
                        <a:pt x="248889" y="226139"/>
                        <a:pt x="245746" y="225949"/>
                      </a:cubicBezTo>
                      <a:cubicBezTo>
                        <a:pt x="245555" y="227378"/>
                        <a:pt x="246603" y="228235"/>
                        <a:pt x="245651" y="229949"/>
                      </a:cubicBezTo>
                      <a:cubicBezTo>
                        <a:pt x="242698" y="229664"/>
                        <a:pt x="243269" y="225568"/>
                        <a:pt x="240221" y="223568"/>
                      </a:cubicBezTo>
                      <a:cubicBezTo>
                        <a:pt x="241460" y="223282"/>
                        <a:pt x="243269" y="221186"/>
                        <a:pt x="244793" y="219853"/>
                      </a:cubicBezTo>
                      <a:cubicBezTo>
                        <a:pt x="243555" y="217567"/>
                        <a:pt x="240793" y="220710"/>
                        <a:pt x="238793" y="221282"/>
                      </a:cubicBezTo>
                      <a:cubicBezTo>
                        <a:pt x="240317" y="221567"/>
                        <a:pt x="241269" y="221186"/>
                        <a:pt x="240221" y="223663"/>
                      </a:cubicBezTo>
                      <a:cubicBezTo>
                        <a:pt x="239650" y="223282"/>
                        <a:pt x="238507" y="224901"/>
                        <a:pt x="237840" y="224806"/>
                      </a:cubicBezTo>
                      <a:cubicBezTo>
                        <a:pt x="236221" y="223282"/>
                        <a:pt x="237840" y="217186"/>
                        <a:pt x="239745" y="213852"/>
                      </a:cubicBezTo>
                      <a:cubicBezTo>
                        <a:pt x="234316" y="219186"/>
                        <a:pt x="237078" y="220520"/>
                        <a:pt x="236126" y="223663"/>
                      </a:cubicBezTo>
                      <a:cubicBezTo>
                        <a:pt x="232220" y="224139"/>
                        <a:pt x="235554" y="219091"/>
                        <a:pt x="231363" y="220424"/>
                      </a:cubicBezTo>
                      <a:cubicBezTo>
                        <a:pt x="230506" y="222044"/>
                        <a:pt x="233649" y="221663"/>
                        <a:pt x="230887" y="224234"/>
                      </a:cubicBezTo>
                      <a:cubicBezTo>
                        <a:pt x="235649" y="225377"/>
                        <a:pt x="241269" y="225949"/>
                        <a:pt x="239364" y="232616"/>
                      </a:cubicBezTo>
                      <a:cubicBezTo>
                        <a:pt x="238030" y="228902"/>
                        <a:pt x="237840" y="232426"/>
                        <a:pt x="234506" y="233474"/>
                      </a:cubicBezTo>
                      <a:cubicBezTo>
                        <a:pt x="233459" y="232331"/>
                        <a:pt x="234316" y="227568"/>
                        <a:pt x="232887" y="228235"/>
                      </a:cubicBezTo>
                      <a:cubicBezTo>
                        <a:pt x="233078" y="228616"/>
                        <a:pt x="232792" y="229283"/>
                        <a:pt x="231839" y="230235"/>
                      </a:cubicBezTo>
                      <a:cubicBezTo>
                        <a:pt x="228791" y="231283"/>
                        <a:pt x="230125" y="225473"/>
                        <a:pt x="228410" y="227949"/>
                      </a:cubicBezTo>
                      <a:cubicBezTo>
                        <a:pt x="229172" y="228425"/>
                        <a:pt x="228982" y="229378"/>
                        <a:pt x="228220" y="230521"/>
                      </a:cubicBezTo>
                      <a:cubicBezTo>
                        <a:pt x="222791" y="229759"/>
                        <a:pt x="224219" y="224425"/>
                        <a:pt x="218600" y="226711"/>
                      </a:cubicBezTo>
                      <a:cubicBezTo>
                        <a:pt x="223267" y="220710"/>
                        <a:pt x="211646" y="222806"/>
                        <a:pt x="216123" y="216900"/>
                      </a:cubicBezTo>
                      <a:cubicBezTo>
                        <a:pt x="220409" y="219662"/>
                        <a:pt x="221743" y="222234"/>
                        <a:pt x="225648" y="223282"/>
                      </a:cubicBezTo>
                      <a:cubicBezTo>
                        <a:pt x="226791" y="220615"/>
                        <a:pt x="228315" y="222710"/>
                        <a:pt x="230030" y="222139"/>
                      </a:cubicBezTo>
                      <a:cubicBezTo>
                        <a:pt x="231458" y="216329"/>
                        <a:pt x="224029" y="218805"/>
                        <a:pt x="220790" y="218615"/>
                      </a:cubicBezTo>
                      <a:cubicBezTo>
                        <a:pt x="221743" y="217472"/>
                        <a:pt x="221267" y="216995"/>
                        <a:pt x="222600" y="215757"/>
                      </a:cubicBezTo>
                      <a:cubicBezTo>
                        <a:pt x="223648" y="217472"/>
                        <a:pt x="225743" y="215471"/>
                        <a:pt x="226791" y="217186"/>
                      </a:cubicBezTo>
                      <a:cubicBezTo>
                        <a:pt x="227648" y="215376"/>
                        <a:pt x="230792" y="212519"/>
                        <a:pt x="229172" y="211947"/>
                      </a:cubicBezTo>
                      <a:cubicBezTo>
                        <a:pt x="227648" y="213471"/>
                        <a:pt x="228029" y="214233"/>
                        <a:pt x="226601" y="215662"/>
                      </a:cubicBezTo>
                      <a:lnTo>
                        <a:pt x="223171" y="213376"/>
                      </a:lnTo>
                      <a:cubicBezTo>
                        <a:pt x="227363" y="206899"/>
                        <a:pt x="228029" y="207947"/>
                        <a:pt x="233173" y="202422"/>
                      </a:cubicBezTo>
                      <a:cubicBezTo>
                        <a:pt x="233649" y="202803"/>
                        <a:pt x="232792" y="203946"/>
                        <a:pt x="233744" y="204137"/>
                      </a:cubicBezTo>
                      <a:cubicBezTo>
                        <a:pt x="238793" y="197755"/>
                        <a:pt x="241936" y="198803"/>
                        <a:pt x="245746" y="197183"/>
                      </a:cubicBezTo>
                      <a:cubicBezTo>
                        <a:pt x="246413" y="193659"/>
                        <a:pt x="241364" y="199374"/>
                        <a:pt x="240317" y="196326"/>
                      </a:cubicBezTo>
                      <a:cubicBezTo>
                        <a:pt x="241269" y="195374"/>
                        <a:pt x="242793" y="194897"/>
                        <a:pt x="242507" y="193754"/>
                      </a:cubicBezTo>
                      <a:cubicBezTo>
                        <a:pt x="240412" y="196612"/>
                        <a:pt x="240126" y="192611"/>
                        <a:pt x="237840" y="196040"/>
                      </a:cubicBezTo>
                      <a:cubicBezTo>
                        <a:pt x="238983" y="196612"/>
                        <a:pt x="239269" y="197755"/>
                        <a:pt x="238507" y="199279"/>
                      </a:cubicBezTo>
                      <a:cubicBezTo>
                        <a:pt x="237935" y="198898"/>
                        <a:pt x="236792" y="200517"/>
                        <a:pt x="236126" y="200422"/>
                      </a:cubicBezTo>
                      <a:cubicBezTo>
                        <a:pt x="234125" y="200231"/>
                        <a:pt x="235935" y="198136"/>
                        <a:pt x="235459" y="197183"/>
                      </a:cubicBezTo>
                      <a:cubicBezTo>
                        <a:pt x="234792" y="197850"/>
                        <a:pt x="233935" y="198898"/>
                        <a:pt x="233554" y="198612"/>
                      </a:cubicBezTo>
                      <a:cubicBezTo>
                        <a:pt x="230411" y="201946"/>
                        <a:pt x="235935" y="198707"/>
                        <a:pt x="231935" y="202994"/>
                      </a:cubicBezTo>
                      <a:cubicBezTo>
                        <a:pt x="225553" y="206994"/>
                        <a:pt x="221362" y="214805"/>
                        <a:pt x="219457" y="209756"/>
                      </a:cubicBezTo>
                      <a:cubicBezTo>
                        <a:pt x="222314" y="204613"/>
                        <a:pt x="218695" y="205470"/>
                        <a:pt x="215647" y="204613"/>
                      </a:cubicBezTo>
                      <a:cubicBezTo>
                        <a:pt x="216599" y="203375"/>
                        <a:pt x="217456" y="202803"/>
                        <a:pt x="218314" y="202327"/>
                      </a:cubicBezTo>
                      <a:cubicBezTo>
                        <a:pt x="217647" y="201374"/>
                        <a:pt x="215933" y="196517"/>
                        <a:pt x="212694" y="200136"/>
                      </a:cubicBezTo>
                      <a:cubicBezTo>
                        <a:pt x="211075" y="202136"/>
                        <a:pt x="214789" y="199660"/>
                        <a:pt x="214885" y="201565"/>
                      </a:cubicBezTo>
                      <a:cubicBezTo>
                        <a:pt x="212122" y="204137"/>
                        <a:pt x="215361" y="203660"/>
                        <a:pt x="213266" y="205851"/>
                      </a:cubicBezTo>
                      <a:cubicBezTo>
                        <a:pt x="208694" y="204327"/>
                        <a:pt x="209646" y="202232"/>
                        <a:pt x="212789" y="197564"/>
                      </a:cubicBezTo>
                      <a:cubicBezTo>
                        <a:pt x="208789" y="194802"/>
                        <a:pt x="208789" y="191087"/>
                        <a:pt x="203836" y="186515"/>
                      </a:cubicBezTo>
                      <a:cubicBezTo>
                        <a:pt x="201550" y="188135"/>
                        <a:pt x="202217" y="190516"/>
                        <a:pt x="200883" y="190040"/>
                      </a:cubicBezTo>
                      <a:cubicBezTo>
                        <a:pt x="200693" y="187563"/>
                        <a:pt x="198597" y="189278"/>
                        <a:pt x="196978" y="187468"/>
                      </a:cubicBezTo>
                      <a:cubicBezTo>
                        <a:pt x="198502" y="186515"/>
                        <a:pt x="199264" y="185658"/>
                        <a:pt x="198692" y="184515"/>
                      </a:cubicBezTo>
                      <a:cubicBezTo>
                        <a:pt x="194787" y="186515"/>
                        <a:pt x="199169" y="180038"/>
                        <a:pt x="194596" y="184610"/>
                      </a:cubicBezTo>
                      <a:cubicBezTo>
                        <a:pt x="193835" y="183467"/>
                        <a:pt x="195644" y="181086"/>
                        <a:pt x="196502" y="179086"/>
                      </a:cubicBezTo>
                      <a:cubicBezTo>
                        <a:pt x="195073" y="179943"/>
                        <a:pt x="193358" y="182039"/>
                        <a:pt x="191930" y="182896"/>
                      </a:cubicBezTo>
                      <a:cubicBezTo>
                        <a:pt x="192977" y="184896"/>
                        <a:pt x="193358" y="188135"/>
                        <a:pt x="191072" y="190421"/>
                      </a:cubicBezTo>
                      <a:cubicBezTo>
                        <a:pt x="192692" y="190135"/>
                        <a:pt x="196787" y="190611"/>
                        <a:pt x="196216" y="192326"/>
                      </a:cubicBezTo>
                      <a:cubicBezTo>
                        <a:pt x="190977" y="196136"/>
                        <a:pt x="182405" y="186992"/>
                        <a:pt x="191930" y="182896"/>
                      </a:cubicBezTo>
                      <a:cubicBezTo>
                        <a:pt x="190691" y="182515"/>
                        <a:pt x="190405" y="181658"/>
                        <a:pt x="190501" y="180610"/>
                      </a:cubicBezTo>
                      <a:cubicBezTo>
                        <a:pt x="189072" y="181467"/>
                        <a:pt x="187358" y="183563"/>
                        <a:pt x="186024" y="184420"/>
                      </a:cubicBezTo>
                      <a:cubicBezTo>
                        <a:pt x="188310" y="184801"/>
                        <a:pt x="186214" y="187373"/>
                        <a:pt x="185262" y="189373"/>
                      </a:cubicBezTo>
                      <a:cubicBezTo>
                        <a:pt x="186119" y="190897"/>
                        <a:pt x="187834" y="188706"/>
                        <a:pt x="188596" y="190135"/>
                      </a:cubicBezTo>
                      <a:lnTo>
                        <a:pt x="185643" y="193659"/>
                      </a:lnTo>
                      <a:cubicBezTo>
                        <a:pt x="183929" y="193183"/>
                        <a:pt x="185548" y="190421"/>
                        <a:pt x="182690" y="193183"/>
                      </a:cubicBezTo>
                      <a:cubicBezTo>
                        <a:pt x="181547" y="197660"/>
                        <a:pt x="190691" y="189373"/>
                        <a:pt x="190310" y="195374"/>
                      </a:cubicBezTo>
                      <a:cubicBezTo>
                        <a:pt x="188501" y="193183"/>
                        <a:pt x="188024" y="197374"/>
                        <a:pt x="186119" y="198041"/>
                      </a:cubicBezTo>
                      <a:cubicBezTo>
                        <a:pt x="189167" y="199279"/>
                        <a:pt x="186977" y="212519"/>
                        <a:pt x="181928" y="208709"/>
                      </a:cubicBezTo>
                      <a:cubicBezTo>
                        <a:pt x="179166" y="211471"/>
                        <a:pt x="180023" y="212423"/>
                        <a:pt x="180785" y="213376"/>
                      </a:cubicBezTo>
                      <a:cubicBezTo>
                        <a:pt x="182405" y="210899"/>
                        <a:pt x="183547" y="210328"/>
                        <a:pt x="184310" y="211566"/>
                      </a:cubicBezTo>
                      <a:cubicBezTo>
                        <a:pt x="185834" y="210137"/>
                        <a:pt x="188120" y="206042"/>
                        <a:pt x="189167" y="206613"/>
                      </a:cubicBezTo>
                      <a:cubicBezTo>
                        <a:pt x="189739" y="208042"/>
                        <a:pt x="190405" y="209947"/>
                        <a:pt x="193358" y="207947"/>
                      </a:cubicBezTo>
                      <a:cubicBezTo>
                        <a:pt x="196597" y="217281"/>
                        <a:pt x="207074" y="220615"/>
                        <a:pt x="213266" y="227378"/>
                      </a:cubicBezTo>
                      <a:cubicBezTo>
                        <a:pt x="210980" y="226901"/>
                        <a:pt x="210980" y="226806"/>
                        <a:pt x="209837" y="225092"/>
                      </a:cubicBezTo>
                      <a:cubicBezTo>
                        <a:pt x="205550" y="230140"/>
                        <a:pt x="205836" y="225663"/>
                        <a:pt x="204979" y="226044"/>
                      </a:cubicBezTo>
                      <a:cubicBezTo>
                        <a:pt x="205455" y="227663"/>
                        <a:pt x="202883" y="225949"/>
                        <a:pt x="202788" y="228616"/>
                      </a:cubicBezTo>
                      <a:cubicBezTo>
                        <a:pt x="198978" y="226901"/>
                        <a:pt x="197835" y="223377"/>
                        <a:pt x="192311" y="225949"/>
                      </a:cubicBezTo>
                      <a:cubicBezTo>
                        <a:pt x="195644" y="228235"/>
                        <a:pt x="186405" y="230426"/>
                        <a:pt x="188786" y="231759"/>
                      </a:cubicBezTo>
                      <a:cubicBezTo>
                        <a:pt x="194787" y="227663"/>
                        <a:pt x="196692" y="230807"/>
                        <a:pt x="196502" y="235283"/>
                      </a:cubicBezTo>
                      <a:cubicBezTo>
                        <a:pt x="197454" y="234331"/>
                        <a:pt x="198502" y="232807"/>
                        <a:pt x="199169" y="232997"/>
                      </a:cubicBezTo>
                      <a:cubicBezTo>
                        <a:pt x="197835" y="236998"/>
                        <a:pt x="194882" y="234902"/>
                        <a:pt x="192882" y="235664"/>
                      </a:cubicBezTo>
                      <a:cubicBezTo>
                        <a:pt x="193358" y="237950"/>
                        <a:pt x="193739" y="240236"/>
                        <a:pt x="194692" y="242237"/>
                      </a:cubicBezTo>
                      <a:cubicBezTo>
                        <a:pt x="193263" y="243284"/>
                        <a:pt x="191739" y="244618"/>
                        <a:pt x="190691" y="243761"/>
                      </a:cubicBezTo>
                      <a:cubicBezTo>
                        <a:pt x="189834" y="241856"/>
                        <a:pt x="191168" y="241189"/>
                        <a:pt x="188405" y="240998"/>
                      </a:cubicBezTo>
                      <a:cubicBezTo>
                        <a:pt x="189358" y="239760"/>
                        <a:pt x="190215" y="239189"/>
                        <a:pt x="191072" y="238712"/>
                      </a:cubicBezTo>
                      <a:cubicBezTo>
                        <a:pt x="190025" y="237665"/>
                        <a:pt x="188024" y="239855"/>
                        <a:pt x="186977" y="238808"/>
                      </a:cubicBezTo>
                      <a:lnTo>
                        <a:pt x="190691" y="234426"/>
                      </a:lnTo>
                      <a:cubicBezTo>
                        <a:pt x="186786" y="236998"/>
                        <a:pt x="183452" y="237569"/>
                        <a:pt x="180309" y="237188"/>
                      </a:cubicBezTo>
                      <a:cubicBezTo>
                        <a:pt x="181738" y="240617"/>
                        <a:pt x="178404" y="250047"/>
                        <a:pt x="183357" y="248523"/>
                      </a:cubicBezTo>
                      <a:cubicBezTo>
                        <a:pt x="182214" y="250142"/>
                        <a:pt x="180119" y="254714"/>
                        <a:pt x="178595" y="254905"/>
                      </a:cubicBezTo>
                      <a:cubicBezTo>
                        <a:pt x="178595" y="251666"/>
                        <a:pt x="179356" y="250809"/>
                        <a:pt x="175451" y="251571"/>
                      </a:cubicBezTo>
                      <a:cubicBezTo>
                        <a:pt x="176404" y="250523"/>
                        <a:pt x="177071" y="250714"/>
                        <a:pt x="178118" y="249190"/>
                      </a:cubicBezTo>
                      <a:cubicBezTo>
                        <a:pt x="174689" y="246904"/>
                        <a:pt x="181833" y="242141"/>
                        <a:pt x="178023" y="239760"/>
                      </a:cubicBezTo>
                      <a:cubicBezTo>
                        <a:pt x="176118" y="240713"/>
                        <a:pt x="173927" y="242618"/>
                        <a:pt x="172213" y="242713"/>
                      </a:cubicBezTo>
                      <a:cubicBezTo>
                        <a:pt x="172784" y="243951"/>
                        <a:pt x="168879" y="246809"/>
                        <a:pt x="168117" y="246809"/>
                      </a:cubicBezTo>
                      <a:cubicBezTo>
                        <a:pt x="168784" y="244523"/>
                        <a:pt x="168593" y="243380"/>
                        <a:pt x="166498" y="247094"/>
                      </a:cubicBezTo>
                      <a:cubicBezTo>
                        <a:pt x="166593" y="243951"/>
                        <a:pt x="162116" y="243094"/>
                        <a:pt x="164117" y="238903"/>
                      </a:cubicBezTo>
                      <a:cubicBezTo>
                        <a:pt x="165831" y="236807"/>
                        <a:pt x="166974" y="236807"/>
                        <a:pt x="168974" y="233950"/>
                      </a:cubicBezTo>
                      <a:cubicBezTo>
                        <a:pt x="173261" y="233093"/>
                        <a:pt x="175737" y="237284"/>
                        <a:pt x="178785" y="238808"/>
                      </a:cubicBezTo>
                      <a:cubicBezTo>
                        <a:pt x="180119" y="237188"/>
                        <a:pt x="180976" y="235760"/>
                        <a:pt x="180880" y="234807"/>
                      </a:cubicBezTo>
                      <a:cubicBezTo>
                        <a:pt x="179356" y="236712"/>
                        <a:pt x="178213" y="237379"/>
                        <a:pt x="177356" y="236617"/>
                      </a:cubicBezTo>
                      <a:cubicBezTo>
                        <a:pt x="178690" y="234331"/>
                        <a:pt x="178976" y="234045"/>
                        <a:pt x="181071" y="232235"/>
                      </a:cubicBezTo>
                      <a:cubicBezTo>
                        <a:pt x="179833" y="231664"/>
                        <a:pt x="178785" y="231092"/>
                        <a:pt x="180404" y="229092"/>
                      </a:cubicBezTo>
                      <a:lnTo>
                        <a:pt x="182119" y="230235"/>
                      </a:lnTo>
                      <a:cubicBezTo>
                        <a:pt x="185929" y="225949"/>
                        <a:pt x="184119" y="221948"/>
                        <a:pt x="182119" y="222234"/>
                      </a:cubicBezTo>
                      <a:cubicBezTo>
                        <a:pt x="182309" y="223091"/>
                        <a:pt x="182023" y="224234"/>
                        <a:pt x="181262" y="225663"/>
                      </a:cubicBezTo>
                      <a:cubicBezTo>
                        <a:pt x="180500" y="225473"/>
                        <a:pt x="179356" y="226616"/>
                        <a:pt x="178499" y="226616"/>
                      </a:cubicBezTo>
                      <a:cubicBezTo>
                        <a:pt x="177452" y="224806"/>
                        <a:pt x="180500" y="223187"/>
                        <a:pt x="180880" y="221472"/>
                      </a:cubicBezTo>
                      <a:cubicBezTo>
                        <a:pt x="178023" y="223282"/>
                        <a:pt x="182214" y="219186"/>
                        <a:pt x="181452" y="219186"/>
                      </a:cubicBezTo>
                      <a:cubicBezTo>
                        <a:pt x="180023" y="220234"/>
                        <a:pt x="178499" y="221567"/>
                        <a:pt x="177547" y="220710"/>
                      </a:cubicBezTo>
                      <a:cubicBezTo>
                        <a:pt x="178595" y="219377"/>
                        <a:pt x="180404" y="217567"/>
                        <a:pt x="180023" y="216900"/>
                      </a:cubicBezTo>
                      <a:cubicBezTo>
                        <a:pt x="170308" y="220996"/>
                        <a:pt x="177356" y="207566"/>
                        <a:pt x="167546" y="210328"/>
                      </a:cubicBezTo>
                      <a:cubicBezTo>
                        <a:pt x="169260" y="207947"/>
                        <a:pt x="168308" y="206899"/>
                        <a:pt x="168308" y="205470"/>
                      </a:cubicBezTo>
                      <a:cubicBezTo>
                        <a:pt x="165641" y="208804"/>
                        <a:pt x="165260" y="211090"/>
                        <a:pt x="163069" y="214233"/>
                      </a:cubicBezTo>
                      <a:cubicBezTo>
                        <a:pt x="165069" y="215281"/>
                        <a:pt x="169451" y="217472"/>
                        <a:pt x="167069" y="222139"/>
                      </a:cubicBezTo>
                      <a:cubicBezTo>
                        <a:pt x="166021" y="221758"/>
                        <a:pt x="162783" y="222329"/>
                        <a:pt x="164307" y="219091"/>
                      </a:cubicBezTo>
                      <a:cubicBezTo>
                        <a:pt x="163164" y="220329"/>
                        <a:pt x="161735" y="222425"/>
                        <a:pt x="160973" y="222329"/>
                      </a:cubicBezTo>
                      <a:cubicBezTo>
                        <a:pt x="157925" y="217281"/>
                        <a:pt x="148400" y="216805"/>
                        <a:pt x="147257" y="210899"/>
                      </a:cubicBezTo>
                      <a:cubicBezTo>
                        <a:pt x="147924" y="211661"/>
                        <a:pt x="144209" y="214805"/>
                        <a:pt x="144495" y="215852"/>
                      </a:cubicBezTo>
                      <a:cubicBezTo>
                        <a:pt x="148877" y="213376"/>
                        <a:pt x="150210" y="215852"/>
                        <a:pt x="148972" y="220043"/>
                      </a:cubicBezTo>
                      <a:cubicBezTo>
                        <a:pt x="154115" y="218996"/>
                        <a:pt x="157449" y="223758"/>
                        <a:pt x="160783" y="224901"/>
                      </a:cubicBezTo>
                      <a:cubicBezTo>
                        <a:pt x="156878" y="229854"/>
                        <a:pt x="159830" y="233474"/>
                        <a:pt x="156211" y="236712"/>
                      </a:cubicBezTo>
                      <a:cubicBezTo>
                        <a:pt x="156973" y="237950"/>
                        <a:pt x="160592" y="237760"/>
                        <a:pt x="159354" y="240046"/>
                      </a:cubicBezTo>
                      <a:cubicBezTo>
                        <a:pt x="158021" y="239474"/>
                        <a:pt x="155830" y="242046"/>
                        <a:pt x="154306" y="242141"/>
                      </a:cubicBezTo>
                      <a:cubicBezTo>
                        <a:pt x="154687" y="243570"/>
                        <a:pt x="154496" y="245380"/>
                        <a:pt x="156306" y="246047"/>
                      </a:cubicBezTo>
                      <a:cubicBezTo>
                        <a:pt x="154401" y="248237"/>
                        <a:pt x="153163" y="248237"/>
                        <a:pt x="153830" y="249857"/>
                      </a:cubicBezTo>
                      <a:cubicBezTo>
                        <a:pt x="157544" y="251952"/>
                        <a:pt x="162688" y="253381"/>
                        <a:pt x="161354" y="261287"/>
                      </a:cubicBezTo>
                      <a:cubicBezTo>
                        <a:pt x="156592" y="265954"/>
                        <a:pt x="156020" y="260906"/>
                        <a:pt x="153258" y="261477"/>
                      </a:cubicBezTo>
                      <a:cubicBezTo>
                        <a:pt x="153448" y="264239"/>
                        <a:pt x="151353" y="259953"/>
                        <a:pt x="150020" y="262144"/>
                      </a:cubicBezTo>
                      <a:cubicBezTo>
                        <a:pt x="151067" y="263096"/>
                        <a:pt x="146495" y="268240"/>
                        <a:pt x="144876" y="268240"/>
                      </a:cubicBezTo>
                      <a:cubicBezTo>
                        <a:pt x="144590" y="266906"/>
                        <a:pt x="145162" y="265097"/>
                        <a:pt x="148019" y="262144"/>
                      </a:cubicBezTo>
                      <a:cubicBezTo>
                        <a:pt x="146876" y="261572"/>
                        <a:pt x="145638" y="260906"/>
                        <a:pt x="143638" y="263382"/>
                      </a:cubicBezTo>
                      <a:cubicBezTo>
                        <a:pt x="147353" y="263382"/>
                        <a:pt x="140209" y="268335"/>
                        <a:pt x="141256" y="268526"/>
                      </a:cubicBezTo>
                      <a:cubicBezTo>
                        <a:pt x="142590" y="267383"/>
                        <a:pt x="143733" y="266811"/>
                        <a:pt x="144781" y="266716"/>
                      </a:cubicBezTo>
                      <a:cubicBezTo>
                        <a:pt x="140590" y="271859"/>
                        <a:pt x="146686" y="268621"/>
                        <a:pt x="148496" y="267764"/>
                      </a:cubicBezTo>
                      <a:cubicBezTo>
                        <a:pt x="147638" y="271193"/>
                        <a:pt x="157068" y="268621"/>
                        <a:pt x="154401" y="275574"/>
                      </a:cubicBezTo>
                      <a:cubicBezTo>
                        <a:pt x="152305" y="275860"/>
                        <a:pt x="150591" y="275955"/>
                        <a:pt x="150210" y="274241"/>
                      </a:cubicBezTo>
                      <a:cubicBezTo>
                        <a:pt x="146781" y="277479"/>
                        <a:pt x="144019" y="278432"/>
                        <a:pt x="141638" y="278146"/>
                      </a:cubicBezTo>
                      <a:cubicBezTo>
                        <a:pt x="142304" y="275860"/>
                        <a:pt x="143257" y="276527"/>
                        <a:pt x="144971" y="274907"/>
                      </a:cubicBezTo>
                      <a:cubicBezTo>
                        <a:pt x="143447" y="274526"/>
                        <a:pt x="137637" y="278336"/>
                        <a:pt x="140399" y="273383"/>
                      </a:cubicBezTo>
                      <a:cubicBezTo>
                        <a:pt x="141161" y="273860"/>
                        <a:pt x="144876" y="272717"/>
                        <a:pt x="144305" y="271859"/>
                      </a:cubicBezTo>
                      <a:cubicBezTo>
                        <a:pt x="139828" y="272907"/>
                        <a:pt x="133255" y="276622"/>
                        <a:pt x="130874" y="275384"/>
                      </a:cubicBezTo>
                      <a:cubicBezTo>
                        <a:pt x="129541" y="276908"/>
                        <a:pt x="128684" y="278146"/>
                        <a:pt x="128398" y="279098"/>
                      </a:cubicBezTo>
                      <a:cubicBezTo>
                        <a:pt x="123445" y="277955"/>
                        <a:pt x="115348" y="280051"/>
                        <a:pt x="117825" y="273764"/>
                      </a:cubicBezTo>
                      <a:cubicBezTo>
                        <a:pt x="115920" y="273383"/>
                        <a:pt x="114777" y="270145"/>
                        <a:pt x="112396" y="271669"/>
                      </a:cubicBezTo>
                      <a:cubicBezTo>
                        <a:pt x="113253" y="273383"/>
                        <a:pt x="109729" y="277670"/>
                        <a:pt x="111348" y="277670"/>
                      </a:cubicBezTo>
                      <a:cubicBezTo>
                        <a:pt x="108967" y="277860"/>
                        <a:pt x="106300" y="279098"/>
                        <a:pt x="103538" y="280813"/>
                      </a:cubicBezTo>
                      <a:cubicBezTo>
                        <a:pt x="105252" y="277955"/>
                        <a:pt x="101156" y="278146"/>
                        <a:pt x="101918" y="275765"/>
                      </a:cubicBezTo>
                      <a:cubicBezTo>
                        <a:pt x="103633" y="273193"/>
                        <a:pt x="103442" y="277670"/>
                        <a:pt x="105062" y="275098"/>
                      </a:cubicBezTo>
                      <a:cubicBezTo>
                        <a:pt x="105633" y="266335"/>
                        <a:pt x="94203" y="265859"/>
                        <a:pt x="94298" y="257667"/>
                      </a:cubicBezTo>
                      <a:cubicBezTo>
                        <a:pt x="97346" y="255667"/>
                        <a:pt x="95918" y="262525"/>
                        <a:pt x="100013" y="258524"/>
                      </a:cubicBezTo>
                      <a:cubicBezTo>
                        <a:pt x="100109" y="255381"/>
                        <a:pt x="97156" y="255095"/>
                        <a:pt x="96965" y="251285"/>
                      </a:cubicBezTo>
                      <a:cubicBezTo>
                        <a:pt x="99346" y="247856"/>
                        <a:pt x="100871" y="247761"/>
                        <a:pt x="102013" y="249095"/>
                      </a:cubicBezTo>
                      <a:cubicBezTo>
                        <a:pt x="97727" y="254333"/>
                        <a:pt x="105633" y="255286"/>
                        <a:pt x="98585" y="260334"/>
                      </a:cubicBezTo>
                      <a:cubicBezTo>
                        <a:pt x="102204" y="259667"/>
                        <a:pt x="105062" y="260715"/>
                        <a:pt x="103823" y="265001"/>
                      </a:cubicBezTo>
                      <a:cubicBezTo>
                        <a:pt x="104966" y="265192"/>
                        <a:pt x="106967" y="261763"/>
                        <a:pt x="107729" y="263382"/>
                      </a:cubicBezTo>
                      <a:cubicBezTo>
                        <a:pt x="106395" y="265192"/>
                        <a:pt x="105728" y="264811"/>
                        <a:pt x="104680" y="265478"/>
                      </a:cubicBezTo>
                      <a:cubicBezTo>
                        <a:pt x="110110" y="263096"/>
                        <a:pt x="115063" y="271574"/>
                        <a:pt x="121540" y="269383"/>
                      </a:cubicBezTo>
                      <a:cubicBezTo>
                        <a:pt x="120206" y="271002"/>
                        <a:pt x="119349" y="272526"/>
                        <a:pt x="119444" y="273383"/>
                      </a:cubicBezTo>
                      <a:cubicBezTo>
                        <a:pt x="121445" y="271574"/>
                        <a:pt x="122778" y="271955"/>
                        <a:pt x="124778" y="270050"/>
                      </a:cubicBezTo>
                      <a:cubicBezTo>
                        <a:pt x="122397" y="269954"/>
                        <a:pt x="124969" y="267383"/>
                        <a:pt x="124873" y="266049"/>
                      </a:cubicBezTo>
                      <a:cubicBezTo>
                        <a:pt x="123635" y="267192"/>
                        <a:pt x="120206" y="267668"/>
                        <a:pt x="121540" y="265287"/>
                      </a:cubicBezTo>
                      <a:cubicBezTo>
                        <a:pt x="123064" y="263192"/>
                        <a:pt x="123635" y="265097"/>
                        <a:pt x="124969" y="263477"/>
                      </a:cubicBezTo>
                      <a:cubicBezTo>
                        <a:pt x="124778" y="263096"/>
                        <a:pt x="124112" y="262906"/>
                        <a:pt x="124873" y="262049"/>
                      </a:cubicBezTo>
                      <a:cubicBezTo>
                        <a:pt x="125350" y="262049"/>
                        <a:pt x="125731" y="262525"/>
                        <a:pt x="126493" y="261668"/>
                      </a:cubicBezTo>
                      <a:cubicBezTo>
                        <a:pt x="124778" y="260239"/>
                        <a:pt x="117825" y="264144"/>
                        <a:pt x="120206" y="259096"/>
                      </a:cubicBezTo>
                      <a:cubicBezTo>
                        <a:pt x="121063" y="261001"/>
                        <a:pt x="123540" y="256619"/>
                        <a:pt x="124873" y="256619"/>
                      </a:cubicBezTo>
                      <a:cubicBezTo>
                        <a:pt x="125159" y="259953"/>
                        <a:pt x="130779" y="259001"/>
                        <a:pt x="132303" y="258620"/>
                      </a:cubicBezTo>
                      <a:cubicBezTo>
                        <a:pt x="128874" y="257762"/>
                        <a:pt x="134208" y="252333"/>
                        <a:pt x="133541" y="250047"/>
                      </a:cubicBezTo>
                      <a:cubicBezTo>
                        <a:pt x="136208" y="249761"/>
                        <a:pt x="132398" y="253000"/>
                        <a:pt x="134208" y="253190"/>
                      </a:cubicBezTo>
                      <a:cubicBezTo>
                        <a:pt x="138780" y="248333"/>
                        <a:pt x="138971" y="245761"/>
                        <a:pt x="139352" y="243094"/>
                      </a:cubicBezTo>
                      <a:cubicBezTo>
                        <a:pt x="140018" y="244427"/>
                        <a:pt x="141638" y="241856"/>
                        <a:pt x="142876" y="241284"/>
                      </a:cubicBezTo>
                      <a:cubicBezTo>
                        <a:pt x="142876" y="239189"/>
                        <a:pt x="139447" y="238903"/>
                        <a:pt x="144400" y="235569"/>
                      </a:cubicBezTo>
                      <a:cubicBezTo>
                        <a:pt x="143352" y="234426"/>
                        <a:pt x="140209" y="234426"/>
                        <a:pt x="142400" y="231664"/>
                      </a:cubicBezTo>
                      <a:cubicBezTo>
                        <a:pt x="144781" y="230330"/>
                        <a:pt x="145733" y="234236"/>
                        <a:pt x="148781" y="230330"/>
                      </a:cubicBezTo>
                      <a:cubicBezTo>
                        <a:pt x="132684" y="235855"/>
                        <a:pt x="149353" y="210328"/>
                        <a:pt x="136113" y="212995"/>
                      </a:cubicBezTo>
                      <a:cubicBezTo>
                        <a:pt x="140018" y="209280"/>
                        <a:pt x="138304" y="208518"/>
                        <a:pt x="138685" y="206613"/>
                      </a:cubicBezTo>
                      <a:cubicBezTo>
                        <a:pt x="142019" y="203851"/>
                        <a:pt x="145162" y="202232"/>
                        <a:pt x="148210" y="200612"/>
                      </a:cubicBezTo>
                      <a:cubicBezTo>
                        <a:pt x="147638" y="202803"/>
                        <a:pt x="149258" y="201374"/>
                        <a:pt x="150401" y="201946"/>
                      </a:cubicBezTo>
                      <a:cubicBezTo>
                        <a:pt x="150401" y="204232"/>
                        <a:pt x="147353" y="205280"/>
                        <a:pt x="148781" y="206327"/>
                      </a:cubicBezTo>
                      <a:cubicBezTo>
                        <a:pt x="150115" y="204803"/>
                        <a:pt x="150972" y="203565"/>
                        <a:pt x="151258" y="202517"/>
                      </a:cubicBezTo>
                      <a:cubicBezTo>
                        <a:pt x="153639" y="203279"/>
                        <a:pt x="153258" y="204994"/>
                        <a:pt x="155449" y="207851"/>
                      </a:cubicBezTo>
                      <a:cubicBezTo>
                        <a:pt x="158592" y="205280"/>
                        <a:pt x="159735" y="206137"/>
                        <a:pt x="161830" y="202517"/>
                      </a:cubicBezTo>
                      <a:cubicBezTo>
                        <a:pt x="157925" y="201851"/>
                        <a:pt x="159545" y="197660"/>
                        <a:pt x="153448" y="199850"/>
                      </a:cubicBezTo>
                      <a:cubicBezTo>
                        <a:pt x="156020" y="198707"/>
                        <a:pt x="159735" y="189754"/>
                        <a:pt x="154877" y="194040"/>
                      </a:cubicBezTo>
                      <a:cubicBezTo>
                        <a:pt x="155449" y="194612"/>
                        <a:pt x="156782" y="194707"/>
                        <a:pt x="155925" y="196040"/>
                      </a:cubicBezTo>
                      <a:cubicBezTo>
                        <a:pt x="154782" y="197279"/>
                        <a:pt x="153448" y="199374"/>
                        <a:pt x="152591" y="199279"/>
                      </a:cubicBezTo>
                      <a:cubicBezTo>
                        <a:pt x="151544" y="197279"/>
                        <a:pt x="147353" y="200041"/>
                        <a:pt x="150972" y="195564"/>
                      </a:cubicBezTo>
                      <a:cubicBezTo>
                        <a:pt x="150591" y="197088"/>
                        <a:pt x="151639" y="197755"/>
                        <a:pt x="153448" y="195755"/>
                      </a:cubicBezTo>
                      <a:cubicBezTo>
                        <a:pt x="152020" y="194707"/>
                        <a:pt x="154782" y="194135"/>
                        <a:pt x="154306" y="192230"/>
                      </a:cubicBezTo>
                      <a:cubicBezTo>
                        <a:pt x="151353" y="193850"/>
                        <a:pt x="147638" y="191849"/>
                        <a:pt x="148686" y="188611"/>
                      </a:cubicBezTo>
                      <a:lnTo>
                        <a:pt x="150877" y="185944"/>
                      </a:lnTo>
                      <a:cubicBezTo>
                        <a:pt x="151258" y="188992"/>
                        <a:pt x="158783" y="182134"/>
                        <a:pt x="154496" y="185563"/>
                      </a:cubicBezTo>
                      <a:cubicBezTo>
                        <a:pt x="153258" y="181181"/>
                        <a:pt x="145447" y="187849"/>
                        <a:pt x="142780" y="190230"/>
                      </a:cubicBezTo>
                      <a:cubicBezTo>
                        <a:pt x="141256" y="189849"/>
                        <a:pt x="145067" y="186706"/>
                        <a:pt x="144400" y="185849"/>
                      </a:cubicBezTo>
                      <a:cubicBezTo>
                        <a:pt x="140971" y="189754"/>
                        <a:pt x="138780" y="188420"/>
                        <a:pt x="135922" y="189849"/>
                      </a:cubicBezTo>
                      <a:cubicBezTo>
                        <a:pt x="136875" y="189944"/>
                        <a:pt x="134684" y="194040"/>
                        <a:pt x="133446" y="193659"/>
                      </a:cubicBezTo>
                      <a:cubicBezTo>
                        <a:pt x="132303" y="190135"/>
                        <a:pt x="125540" y="188611"/>
                        <a:pt x="126302" y="183848"/>
                      </a:cubicBezTo>
                      <a:cubicBezTo>
                        <a:pt x="127921" y="182515"/>
                        <a:pt x="130017" y="181943"/>
                        <a:pt x="129160" y="180324"/>
                      </a:cubicBezTo>
                      <a:cubicBezTo>
                        <a:pt x="124112" y="186325"/>
                        <a:pt x="126779" y="176324"/>
                        <a:pt x="123540" y="178324"/>
                      </a:cubicBezTo>
                      <a:cubicBezTo>
                        <a:pt x="120778" y="181181"/>
                        <a:pt x="124397" y="180515"/>
                        <a:pt x="121349" y="183563"/>
                      </a:cubicBezTo>
                      <a:cubicBezTo>
                        <a:pt x="119825" y="181372"/>
                        <a:pt x="116587" y="186611"/>
                        <a:pt x="114682" y="186134"/>
                      </a:cubicBezTo>
                      <a:cubicBezTo>
                        <a:pt x="115444" y="181848"/>
                        <a:pt x="109253" y="179086"/>
                        <a:pt x="106109" y="179753"/>
                      </a:cubicBezTo>
                      <a:cubicBezTo>
                        <a:pt x="104395" y="183277"/>
                        <a:pt x="109348" y="180229"/>
                        <a:pt x="107062" y="184229"/>
                      </a:cubicBezTo>
                      <a:cubicBezTo>
                        <a:pt x="104871" y="185563"/>
                        <a:pt x="102109" y="189468"/>
                        <a:pt x="100013" y="190611"/>
                      </a:cubicBezTo>
                      <a:cubicBezTo>
                        <a:pt x="100109" y="188992"/>
                        <a:pt x="96679" y="189087"/>
                        <a:pt x="94679" y="190040"/>
                      </a:cubicBezTo>
                      <a:cubicBezTo>
                        <a:pt x="95727" y="191849"/>
                        <a:pt x="95155" y="193564"/>
                        <a:pt x="92298" y="193850"/>
                      </a:cubicBezTo>
                      <a:cubicBezTo>
                        <a:pt x="94584" y="197755"/>
                        <a:pt x="99156" y="195850"/>
                        <a:pt x="101918" y="199565"/>
                      </a:cubicBezTo>
                      <a:cubicBezTo>
                        <a:pt x="103347" y="197945"/>
                        <a:pt x="104585" y="196802"/>
                        <a:pt x="105633" y="196517"/>
                      </a:cubicBezTo>
                      <a:cubicBezTo>
                        <a:pt x="104680" y="198231"/>
                        <a:pt x="107729" y="197660"/>
                        <a:pt x="106395" y="199660"/>
                      </a:cubicBezTo>
                      <a:cubicBezTo>
                        <a:pt x="103823" y="202708"/>
                        <a:pt x="102871" y="199088"/>
                        <a:pt x="100204" y="202517"/>
                      </a:cubicBezTo>
                      <a:cubicBezTo>
                        <a:pt x="100871" y="203946"/>
                        <a:pt x="107729" y="202898"/>
                        <a:pt x="103633" y="207185"/>
                      </a:cubicBezTo>
                      <a:lnTo>
                        <a:pt x="105823" y="208518"/>
                      </a:lnTo>
                      <a:cubicBezTo>
                        <a:pt x="110586" y="202232"/>
                        <a:pt x="113729" y="208994"/>
                        <a:pt x="108300" y="212614"/>
                      </a:cubicBezTo>
                      <a:cubicBezTo>
                        <a:pt x="109634" y="214805"/>
                        <a:pt x="114015" y="215281"/>
                        <a:pt x="109919" y="220329"/>
                      </a:cubicBezTo>
                      <a:cubicBezTo>
                        <a:pt x="108871" y="216710"/>
                        <a:pt x="106490" y="215757"/>
                        <a:pt x="102299" y="216900"/>
                      </a:cubicBezTo>
                      <a:cubicBezTo>
                        <a:pt x="102871" y="217757"/>
                        <a:pt x="101061" y="219853"/>
                        <a:pt x="103061" y="219948"/>
                      </a:cubicBezTo>
                      <a:cubicBezTo>
                        <a:pt x="104680" y="217376"/>
                        <a:pt x="105347" y="218805"/>
                        <a:pt x="106490" y="218138"/>
                      </a:cubicBezTo>
                      <a:cubicBezTo>
                        <a:pt x="104966" y="220329"/>
                        <a:pt x="107633" y="220139"/>
                        <a:pt x="106490" y="222139"/>
                      </a:cubicBezTo>
                      <a:cubicBezTo>
                        <a:pt x="103823" y="224711"/>
                        <a:pt x="104966" y="225282"/>
                        <a:pt x="103728" y="227092"/>
                      </a:cubicBezTo>
                      <a:cubicBezTo>
                        <a:pt x="99632" y="228425"/>
                        <a:pt x="100394" y="223377"/>
                        <a:pt x="99156" y="221567"/>
                      </a:cubicBezTo>
                      <a:cubicBezTo>
                        <a:pt x="96203" y="224806"/>
                        <a:pt x="101061" y="223853"/>
                        <a:pt x="98870" y="226711"/>
                      </a:cubicBezTo>
                      <a:cubicBezTo>
                        <a:pt x="97632" y="228140"/>
                        <a:pt x="97251" y="226425"/>
                        <a:pt x="96108" y="227663"/>
                      </a:cubicBezTo>
                      <a:cubicBezTo>
                        <a:pt x="94870" y="229949"/>
                        <a:pt x="99537" y="229187"/>
                        <a:pt x="98108" y="231569"/>
                      </a:cubicBezTo>
                      <a:cubicBezTo>
                        <a:pt x="96203" y="232045"/>
                        <a:pt x="94775" y="230330"/>
                        <a:pt x="92203" y="233188"/>
                      </a:cubicBezTo>
                      <a:cubicBezTo>
                        <a:pt x="91631" y="231188"/>
                        <a:pt x="91727" y="228806"/>
                        <a:pt x="91917" y="226425"/>
                      </a:cubicBezTo>
                      <a:cubicBezTo>
                        <a:pt x="90203" y="230140"/>
                        <a:pt x="86773" y="228806"/>
                        <a:pt x="82202" y="233759"/>
                      </a:cubicBezTo>
                      <a:cubicBezTo>
                        <a:pt x="86964" y="231759"/>
                        <a:pt x="93346" y="229378"/>
                        <a:pt x="89821" y="237093"/>
                      </a:cubicBezTo>
                      <a:cubicBezTo>
                        <a:pt x="92870" y="237284"/>
                        <a:pt x="96394" y="239284"/>
                        <a:pt x="95251" y="243189"/>
                      </a:cubicBezTo>
                      <a:cubicBezTo>
                        <a:pt x="93346" y="243475"/>
                        <a:pt x="91346" y="244142"/>
                        <a:pt x="89060" y="246047"/>
                      </a:cubicBezTo>
                      <a:cubicBezTo>
                        <a:pt x="86869" y="250333"/>
                        <a:pt x="94489" y="245570"/>
                        <a:pt x="93727" y="248999"/>
                      </a:cubicBezTo>
                      <a:cubicBezTo>
                        <a:pt x="93155" y="248809"/>
                        <a:pt x="92488" y="248618"/>
                        <a:pt x="91441" y="250238"/>
                      </a:cubicBezTo>
                      <a:cubicBezTo>
                        <a:pt x="92488" y="251285"/>
                        <a:pt x="94298" y="249476"/>
                        <a:pt x="95727" y="248904"/>
                      </a:cubicBezTo>
                      <a:cubicBezTo>
                        <a:pt x="96108" y="249857"/>
                        <a:pt x="94298" y="254619"/>
                        <a:pt x="91536" y="255667"/>
                      </a:cubicBezTo>
                      <a:cubicBezTo>
                        <a:pt x="89155" y="248904"/>
                        <a:pt x="82202" y="248714"/>
                        <a:pt x="81249" y="239855"/>
                      </a:cubicBezTo>
                      <a:cubicBezTo>
                        <a:pt x="85916" y="240236"/>
                        <a:pt x="83916" y="249476"/>
                        <a:pt x="90488" y="244237"/>
                      </a:cubicBezTo>
                      <a:cubicBezTo>
                        <a:pt x="86583" y="245285"/>
                        <a:pt x="90012" y="239760"/>
                        <a:pt x="85916" y="242713"/>
                      </a:cubicBezTo>
                      <a:cubicBezTo>
                        <a:pt x="85345" y="240046"/>
                        <a:pt x="88297" y="235950"/>
                        <a:pt x="84964" y="236807"/>
                      </a:cubicBezTo>
                      <a:cubicBezTo>
                        <a:pt x="87154" y="236903"/>
                        <a:pt x="83535" y="239379"/>
                        <a:pt x="82773" y="239474"/>
                      </a:cubicBezTo>
                      <a:cubicBezTo>
                        <a:pt x="82202" y="237665"/>
                        <a:pt x="82392" y="237665"/>
                        <a:pt x="81154" y="235855"/>
                      </a:cubicBezTo>
                      <a:cubicBezTo>
                        <a:pt x="77058" y="240332"/>
                        <a:pt x="75248" y="235474"/>
                        <a:pt x="71057" y="240427"/>
                      </a:cubicBezTo>
                      <a:cubicBezTo>
                        <a:pt x="79344" y="237950"/>
                        <a:pt x="78677" y="246904"/>
                        <a:pt x="78772" y="253000"/>
                      </a:cubicBezTo>
                      <a:cubicBezTo>
                        <a:pt x="81059" y="252428"/>
                        <a:pt x="80963" y="248904"/>
                        <a:pt x="82773" y="248809"/>
                      </a:cubicBezTo>
                      <a:cubicBezTo>
                        <a:pt x="82963" y="249666"/>
                        <a:pt x="82678" y="250809"/>
                        <a:pt x="81916" y="252238"/>
                      </a:cubicBezTo>
                      <a:cubicBezTo>
                        <a:pt x="77153" y="255857"/>
                        <a:pt x="79439" y="255667"/>
                        <a:pt x="76677" y="261001"/>
                      </a:cubicBezTo>
                      <a:cubicBezTo>
                        <a:pt x="73153" y="260906"/>
                        <a:pt x="78677" y="255953"/>
                        <a:pt x="77344" y="254714"/>
                      </a:cubicBezTo>
                      <a:cubicBezTo>
                        <a:pt x="75915" y="254524"/>
                        <a:pt x="71153" y="257286"/>
                        <a:pt x="71819" y="255286"/>
                      </a:cubicBezTo>
                      <a:cubicBezTo>
                        <a:pt x="72772" y="254143"/>
                        <a:pt x="73248" y="254905"/>
                        <a:pt x="74105" y="254048"/>
                      </a:cubicBezTo>
                      <a:cubicBezTo>
                        <a:pt x="73820" y="253190"/>
                        <a:pt x="74105" y="252047"/>
                        <a:pt x="73820" y="251190"/>
                      </a:cubicBezTo>
                      <a:cubicBezTo>
                        <a:pt x="72296" y="253286"/>
                        <a:pt x="71057" y="254429"/>
                        <a:pt x="70105" y="254238"/>
                      </a:cubicBezTo>
                      <a:cubicBezTo>
                        <a:pt x="73438" y="249666"/>
                        <a:pt x="74963" y="245951"/>
                        <a:pt x="73058" y="244237"/>
                      </a:cubicBezTo>
                      <a:cubicBezTo>
                        <a:pt x="71629" y="245666"/>
                        <a:pt x="71819" y="246904"/>
                        <a:pt x="70867" y="246904"/>
                      </a:cubicBezTo>
                      <a:cubicBezTo>
                        <a:pt x="71057" y="244046"/>
                        <a:pt x="68581" y="242618"/>
                        <a:pt x="69247" y="239379"/>
                      </a:cubicBezTo>
                      <a:cubicBezTo>
                        <a:pt x="66104" y="241760"/>
                        <a:pt x="67343" y="238141"/>
                        <a:pt x="64390" y="239093"/>
                      </a:cubicBezTo>
                      <a:cubicBezTo>
                        <a:pt x="67723" y="235093"/>
                        <a:pt x="60389" y="236998"/>
                        <a:pt x="63342" y="233188"/>
                      </a:cubicBezTo>
                      <a:cubicBezTo>
                        <a:pt x="62675" y="233855"/>
                        <a:pt x="62199" y="234045"/>
                        <a:pt x="61723" y="233569"/>
                      </a:cubicBezTo>
                      <a:cubicBezTo>
                        <a:pt x="54198" y="241856"/>
                        <a:pt x="65056" y="239951"/>
                        <a:pt x="62199" y="245666"/>
                      </a:cubicBezTo>
                      <a:cubicBezTo>
                        <a:pt x="60294" y="243570"/>
                        <a:pt x="59151" y="246523"/>
                        <a:pt x="59627" y="248047"/>
                      </a:cubicBezTo>
                      <a:cubicBezTo>
                        <a:pt x="52674" y="250428"/>
                        <a:pt x="58484" y="236617"/>
                        <a:pt x="53722" y="241951"/>
                      </a:cubicBezTo>
                      <a:cubicBezTo>
                        <a:pt x="52864" y="240998"/>
                        <a:pt x="53912" y="234617"/>
                        <a:pt x="52388" y="237188"/>
                      </a:cubicBezTo>
                      <a:cubicBezTo>
                        <a:pt x="53246" y="239855"/>
                        <a:pt x="52198" y="238141"/>
                        <a:pt x="49245" y="241951"/>
                      </a:cubicBezTo>
                      <a:cubicBezTo>
                        <a:pt x="48197" y="244046"/>
                        <a:pt x="53436" y="241665"/>
                        <a:pt x="52007" y="244904"/>
                      </a:cubicBezTo>
                      <a:cubicBezTo>
                        <a:pt x="50960" y="246142"/>
                        <a:pt x="48483" y="243665"/>
                        <a:pt x="48864" y="245666"/>
                      </a:cubicBezTo>
                      <a:cubicBezTo>
                        <a:pt x="51245" y="246237"/>
                        <a:pt x="50483" y="246904"/>
                        <a:pt x="53246" y="245666"/>
                      </a:cubicBezTo>
                      <a:cubicBezTo>
                        <a:pt x="53055" y="247094"/>
                        <a:pt x="51245" y="249476"/>
                        <a:pt x="50960" y="250904"/>
                      </a:cubicBezTo>
                      <a:cubicBezTo>
                        <a:pt x="52198" y="250619"/>
                        <a:pt x="54388" y="246523"/>
                        <a:pt x="55055" y="248142"/>
                      </a:cubicBezTo>
                      <a:cubicBezTo>
                        <a:pt x="48007" y="258048"/>
                        <a:pt x="57818" y="256143"/>
                        <a:pt x="56484" y="262144"/>
                      </a:cubicBezTo>
                      <a:cubicBezTo>
                        <a:pt x="48388" y="261191"/>
                        <a:pt x="45149" y="254810"/>
                        <a:pt x="40577" y="252714"/>
                      </a:cubicBezTo>
                      <a:cubicBezTo>
                        <a:pt x="40958" y="253000"/>
                        <a:pt x="39815" y="254619"/>
                        <a:pt x="39148" y="254524"/>
                      </a:cubicBezTo>
                      <a:lnTo>
                        <a:pt x="37910" y="253762"/>
                      </a:lnTo>
                      <a:cubicBezTo>
                        <a:pt x="39720" y="251762"/>
                        <a:pt x="40577" y="250333"/>
                        <a:pt x="41054" y="249095"/>
                      </a:cubicBezTo>
                      <a:cubicBezTo>
                        <a:pt x="37815" y="250142"/>
                        <a:pt x="40863" y="245856"/>
                        <a:pt x="39720" y="244332"/>
                      </a:cubicBezTo>
                      <a:cubicBezTo>
                        <a:pt x="34767" y="244523"/>
                        <a:pt x="28385" y="237284"/>
                        <a:pt x="27623" y="233283"/>
                      </a:cubicBezTo>
                      <a:cubicBezTo>
                        <a:pt x="25909" y="231569"/>
                        <a:pt x="17527" y="228425"/>
                        <a:pt x="20194" y="220996"/>
                      </a:cubicBezTo>
                      <a:cubicBezTo>
                        <a:pt x="19051" y="222329"/>
                        <a:pt x="17717" y="224425"/>
                        <a:pt x="16955" y="224330"/>
                      </a:cubicBezTo>
                      <a:cubicBezTo>
                        <a:pt x="16003" y="221567"/>
                        <a:pt x="11907" y="214709"/>
                        <a:pt x="11907" y="214709"/>
                      </a:cubicBezTo>
                      <a:cubicBezTo>
                        <a:pt x="10764" y="215662"/>
                        <a:pt x="9526" y="218329"/>
                        <a:pt x="8669" y="218043"/>
                      </a:cubicBezTo>
                      <a:cubicBezTo>
                        <a:pt x="8478" y="216614"/>
                        <a:pt x="10288" y="214138"/>
                        <a:pt x="10478" y="212519"/>
                      </a:cubicBezTo>
                      <a:cubicBezTo>
                        <a:pt x="3906" y="216805"/>
                        <a:pt x="8478" y="205851"/>
                        <a:pt x="2763" y="207947"/>
                      </a:cubicBezTo>
                      <a:cubicBezTo>
                        <a:pt x="96" y="213281"/>
                        <a:pt x="3906" y="211090"/>
                        <a:pt x="4763" y="209566"/>
                      </a:cubicBezTo>
                      <a:close/>
                      <a:moveTo>
                        <a:pt x="103252" y="271574"/>
                      </a:moveTo>
                      <a:cubicBezTo>
                        <a:pt x="100775" y="275955"/>
                        <a:pt x="98108" y="271288"/>
                        <a:pt x="97537" y="274622"/>
                      </a:cubicBezTo>
                      <a:cubicBezTo>
                        <a:pt x="94108" y="277479"/>
                        <a:pt x="98394" y="272240"/>
                        <a:pt x="97727" y="272050"/>
                      </a:cubicBezTo>
                      <a:cubicBezTo>
                        <a:pt x="100109" y="269954"/>
                        <a:pt x="101537" y="271478"/>
                        <a:pt x="103252" y="271574"/>
                      </a:cubicBezTo>
                      <a:close/>
                      <a:moveTo>
                        <a:pt x="201645" y="241570"/>
                      </a:moveTo>
                      <a:cubicBezTo>
                        <a:pt x="202217" y="243189"/>
                        <a:pt x="203550" y="243856"/>
                        <a:pt x="204598" y="243570"/>
                      </a:cubicBezTo>
                      <a:cubicBezTo>
                        <a:pt x="204121" y="245189"/>
                        <a:pt x="199550" y="245951"/>
                        <a:pt x="198216" y="244713"/>
                      </a:cubicBezTo>
                      <a:cubicBezTo>
                        <a:pt x="196025" y="250142"/>
                        <a:pt x="204503" y="247094"/>
                        <a:pt x="206979" y="247856"/>
                      </a:cubicBezTo>
                      <a:cubicBezTo>
                        <a:pt x="204979" y="250809"/>
                        <a:pt x="203931" y="251381"/>
                        <a:pt x="203645" y="252428"/>
                      </a:cubicBezTo>
                      <a:cubicBezTo>
                        <a:pt x="200883" y="254714"/>
                        <a:pt x="203550" y="249285"/>
                        <a:pt x="204979" y="249285"/>
                      </a:cubicBezTo>
                      <a:cubicBezTo>
                        <a:pt x="200026" y="252714"/>
                        <a:pt x="198121" y="247761"/>
                        <a:pt x="193930" y="252809"/>
                      </a:cubicBezTo>
                      <a:cubicBezTo>
                        <a:pt x="194120" y="250714"/>
                        <a:pt x="193072" y="249190"/>
                        <a:pt x="192311" y="247666"/>
                      </a:cubicBezTo>
                      <a:cubicBezTo>
                        <a:pt x="189834" y="249666"/>
                        <a:pt x="185929" y="250047"/>
                        <a:pt x="186214" y="247761"/>
                      </a:cubicBezTo>
                      <a:cubicBezTo>
                        <a:pt x="192596" y="243475"/>
                        <a:pt x="194882" y="245761"/>
                        <a:pt x="201645" y="241570"/>
                      </a:cubicBezTo>
                      <a:close/>
                      <a:moveTo>
                        <a:pt x="193835" y="194993"/>
                      </a:moveTo>
                      <a:cubicBezTo>
                        <a:pt x="193930" y="197850"/>
                        <a:pt x="194978" y="197088"/>
                        <a:pt x="197454" y="198612"/>
                      </a:cubicBezTo>
                      <a:cubicBezTo>
                        <a:pt x="194406" y="200041"/>
                        <a:pt x="195168" y="198612"/>
                        <a:pt x="193835" y="202994"/>
                      </a:cubicBezTo>
                      <a:cubicBezTo>
                        <a:pt x="190977" y="205375"/>
                        <a:pt x="192501" y="202898"/>
                        <a:pt x="190215" y="203375"/>
                      </a:cubicBezTo>
                      <a:cubicBezTo>
                        <a:pt x="193358" y="198993"/>
                        <a:pt x="191834" y="200136"/>
                        <a:pt x="190501" y="198231"/>
                      </a:cubicBezTo>
                      <a:cubicBezTo>
                        <a:pt x="191834" y="196326"/>
                        <a:pt x="192692" y="196136"/>
                        <a:pt x="193835" y="194993"/>
                      </a:cubicBezTo>
                      <a:close/>
                      <a:moveTo>
                        <a:pt x="231554" y="235855"/>
                      </a:moveTo>
                      <a:cubicBezTo>
                        <a:pt x="230696" y="233378"/>
                        <a:pt x="228887" y="234521"/>
                        <a:pt x="226791" y="232712"/>
                      </a:cubicBezTo>
                      <a:cubicBezTo>
                        <a:pt x="230030" y="230807"/>
                        <a:pt x="235935" y="230330"/>
                        <a:pt x="231554" y="235855"/>
                      </a:cubicBezTo>
                      <a:close/>
                      <a:moveTo>
                        <a:pt x="342996" y="299196"/>
                      </a:moveTo>
                      <a:cubicBezTo>
                        <a:pt x="340615" y="301292"/>
                        <a:pt x="338805" y="301673"/>
                        <a:pt x="337376" y="300720"/>
                      </a:cubicBezTo>
                      <a:lnTo>
                        <a:pt x="340520" y="297386"/>
                      </a:lnTo>
                      <a:lnTo>
                        <a:pt x="342996" y="299196"/>
                      </a:lnTo>
                      <a:close/>
                      <a:moveTo>
                        <a:pt x="369190" y="290147"/>
                      </a:moveTo>
                      <a:cubicBezTo>
                        <a:pt x="369856" y="290814"/>
                        <a:pt x="371095" y="289766"/>
                        <a:pt x="371666" y="290528"/>
                      </a:cubicBezTo>
                      <a:cubicBezTo>
                        <a:pt x="369571" y="294529"/>
                        <a:pt x="371095" y="295672"/>
                        <a:pt x="374429" y="295291"/>
                      </a:cubicBezTo>
                      <a:cubicBezTo>
                        <a:pt x="368713" y="299291"/>
                        <a:pt x="370047" y="294434"/>
                        <a:pt x="366142" y="294910"/>
                      </a:cubicBezTo>
                      <a:cubicBezTo>
                        <a:pt x="366237" y="293767"/>
                        <a:pt x="367189" y="292148"/>
                        <a:pt x="369190" y="290147"/>
                      </a:cubicBezTo>
                      <a:close/>
                      <a:moveTo>
                        <a:pt x="362522" y="267287"/>
                      </a:moveTo>
                      <a:cubicBezTo>
                        <a:pt x="365761" y="267668"/>
                        <a:pt x="360141" y="271955"/>
                        <a:pt x="362427" y="272812"/>
                      </a:cubicBezTo>
                      <a:cubicBezTo>
                        <a:pt x="359855" y="274050"/>
                        <a:pt x="359474" y="270145"/>
                        <a:pt x="362522" y="267287"/>
                      </a:cubicBezTo>
                      <a:close/>
                      <a:moveTo>
                        <a:pt x="344139" y="188992"/>
                      </a:moveTo>
                      <a:cubicBezTo>
                        <a:pt x="346711" y="186134"/>
                        <a:pt x="347949" y="187944"/>
                        <a:pt x="350140" y="186230"/>
                      </a:cubicBezTo>
                      <a:cubicBezTo>
                        <a:pt x="349949" y="188135"/>
                        <a:pt x="347949" y="188135"/>
                        <a:pt x="346806" y="190802"/>
                      </a:cubicBezTo>
                      <a:cubicBezTo>
                        <a:pt x="347568" y="188325"/>
                        <a:pt x="345187" y="190421"/>
                        <a:pt x="344139" y="188992"/>
                      </a:cubicBezTo>
                      <a:close/>
                      <a:moveTo>
                        <a:pt x="378429" y="131556"/>
                      </a:moveTo>
                      <a:cubicBezTo>
                        <a:pt x="380429" y="129746"/>
                        <a:pt x="381001" y="132509"/>
                        <a:pt x="378620" y="132985"/>
                      </a:cubicBezTo>
                      <a:cubicBezTo>
                        <a:pt x="379667" y="134223"/>
                        <a:pt x="382906" y="132318"/>
                        <a:pt x="380525" y="135747"/>
                      </a:cubicBezTo>
                      <a:cubicBezTo>
                        <a:pt x="381191" y="135938"/>
                        <a:pt x="382239" y="134414"/>
                        <a:pt x="383192" y="133461"/>
                      </a:cubicBezTo>
                      <a:cubicBezTo>
                        <a:pt x="383858" y="135176"/>
                        <a:pt x="383954" y="135176"/>
                        <a:pt x="385859" y="135271"/>
                      </a:cubicBezTo>
                      <a:cubicBezTo>
                        <a:pt x="383096" y="138509"/>
                        <a:pt x="380810" y="139652"/>
                        <a:pt x="378810" y="140033"/>
                      </a:cubicBezTo>
                      <a:cubicBezTo>
                        <a:pt x="380144" y="141557"/>
                        <a:pt x="380620" y="143177"/>
                        <a:pt x="380334" y="146510"/>
                      </a:cubicBezTo>
                      <a:cubicBezTo>
                        <a:pt x="382334" y="146510"/>
                        <a:pt x="381668" y="143748"/>
                        <a:pt x="383763" y="143367"/>
                      </a:cubicBezTo>
                      <a:cubicBezTo>
                        <a:pt x="385192" y="144224"/>
                        <a:pt x="383954" y="146415"/>
                        <a:pt x="384239" y="147749"/>
                      </a:cubicBezTo>
                      <a:cubicBezTo>
                        <a:pt x="381477" y="148034"/>
                        <a:pt x="376714" y="149749"/>
                        <a:pt x="379001" y="145558"/>
                      </a:cubicBezTo>
                      <a:cubicBezTo>
                        <a:pt x="377762" y="144986"/>
                        <a:pt x="374238" y="147939"/>
                        <a:pt x="376714" y="144034"/>
                      </a:cubicBezTo>
                      <a:cubicBezTo>
                        <a:pt x="373095" y="147653"/>
                        <a:pt x="371380" y="142415"/>
                        <a:pt x="368333" y="147844"/>
                      </a:cubicBezTo>
                      <a:cubicBezTo>
                        <a:pt x="369571" y="148701"/>
                        <a:pt x="369285" y="144796"/>
                        <a:pt x="370714" y="146796"/>
                      </a:cubicBezTo>
                      <a:cubicBezTo>
                        <a:pt x="367952" y="149273"/>
                        <a:pt x="369095" y="149939"/>
                        <a:pt x="367856" y="151654"/>
                      </a:cubicBezTo>
                      <a:cubicBezTo>
                        <a:pt x="371380" y="152035"/>
                        <a:pt x="373952" y="155178"/>
                        <a:pt x="373190" y="159464"/>
                      </a:cubicBezTo>
                      <a:cubicBezTo>
                        <a:pt x="373857" y="159655"/>
                        <a:pt x="374905" y="158131"/>
                        <a:pt x="375953" y="157178"/>
                      </a:cubicBezTo>
                      <a:cubicBezTo>
                        <a:pt x="378620" y="162798"/>
                        <a:pt x="383572" y="162608"/>
                        <a:pt x="382144" y="169656"/>
                      </a:cubicBezTo>
                      <a:cubicBezTo>
                        <a:pt x="379001" y="174038"/>
                        <a:pt x="377762" y="171466"/>
                        <a:pt x="375381" y="173276"/>
                      </a:cubicBezTo>
                      <a:cubicBezTo>
                        <a:pt x="375571" y="170418"/>
                        <a:pt x="379001" y="171371"/>
                        <a:pt x="380239" y="171085"/>
                      </a:cubicBezTo>
                      <a:cubicBezTo>
                        <a:pt x="381763" y="167275"/>
                        <a:pt x="373571" y="170990"/>
                        <a:pt x="379667" y="165275"/>
                      </a:cubicBezTo>
                      <a:cubicBezTo>
                        <a:pt x="378905" y="164132"/>
                        <a:pt x="377286" y="166132"/>
                        <a:pt x="376714" y="164608"/>
                      </a:cubicBezTo>
                      <a:cubicBezTo>
                        <a:pt x="375381" y="164036"/>
                        <a:pt x="376048" y="166513"/>
                        <a:pt x="373667" y="168037"/>
                      </a:cubicBezTo>
                      <a:cubicBezTo>
                        <a:pt x="374714" y="164132"/>
                        <a:pt x="374905" y="162989"/>
                        <a:pt x="371000" y="162131"/>
                      </a:cubicBezTo>
                      <a:cubicBezTo>
                        <a:pt x="369095" y="164703"/>
                        <a:pt x="369380" y="166227"/>
                        <a:pt x="369476" y="167942"/>
                      </a:cubicBezTo>
                      <a:cubicBezTo>
                        <a:pt x="367475" y="168608"/>
                        <a:pt x="363951" y="168513"/>
                        <a:pt x="365856" y="165465"/>
                      </a:cubicBezTo>
                      <a:cubicBezTo>
                        <a:pt x="364713" y="165084"/>
                        <a:pt x="364522" y="168227"/>
                        <a:pt x="362427" y="168513"/>
                      </a:cubicBezTo>
                      <a:cubicBezTo>
                        <a:pt x="362237" y="165941"/>
                        <a:pt x="360427" y="164894"/>
                        <a:pt x="361284" y="160893"/>
                      </a:cubicBezTo>
                      <a:cubicBezTo>
                        <a:pt x="359093" y="161179"/>
                        <a:pt x="361094" y="163655"/>
                        <a:pt x="358427" y="165751"/>
                      </a:cubicBezTo>
                      <a:cubicBezTo>
                        <a:pt x="356521" y="167084"/>
                        <a:pt x="361379" y="161084"/>
                        <a:pt x="358046" y="161369"/>
                      </a:cubicBezTo>
                      <a:cubicBezTo>
                        <a:pt x="359188" y="160322"/>
                        <a:pt x="360046" y="160607"/>
                        <a:pt x="361189" y="159369"/>
                      </a:cubicBezTo>
                      <a:cubicBezTo>
                        <a:pt x="362618" y="156797"/>
                        <a:pt x="356141" y="162322"/>
                        <a:pt x="357760" y="158417"/>
                      </a:cubicBezTo>
                      <a:cubicBezTo>
                        <a:pt x="361951" y="155369"/>
                        <a:pt x="364237" y="155369"/>
                        <a:pt x="366332" y="156035"/>
                      </a:cubicBezTo>
                      <a:cubicBezTo>
                        <a:pt x="366428" y="153368"/>
                        <a:pt x="363475" y="154797"/>
                        <a:pt x="362618" y="152130"/>
                      </a:cubicBezTo>
                      <a:cubicBezTo>
                        <a:pt x="360713" y="154892"/>
                        <a:pt x="360236" y="157464"/>
                        <a:pt x="359951" y="154416"/>
                      </a:cubicBezTo>
                      <a:cubicBezTo>
                        <a:pt x="358046" y="156512"/>
                        <a:pt x="356236" y="158512"/>
                        <a:pt x="357093" y="159274"/>
                      </a:cubicBezTo>
                      <a:cubicBezTo>
                        <a:pt x="356045" y="156702"/>
                        <a:pt x="350521" y="159179"/>
                        <a:pt x="350806" y="154988"/>
                      </a:cubicBezTo>
                      <a:cubicBezTo>
                        <a:pt x="354712" y="151940"/>
                        <a:pt x="353188" y="158702"/>
                        <a:pt x="357569" y="155464"/>
                      </a:cubicBezTo>
                      <a:cubicBezTo>
                        <a:pt x="359093" y="153178"/>
                        <a:pt x="355569" y="153940"/>
                        <a:pt x="354617" y="154797"/>
                      </a:cubicBezTo>
                      <a:cubicBezTo>
                        <a:pt x="354045" y="154702"/>
                        <a:pt x="354521" y="154130"/>
                        <a:pt x="354902" y="153654"/>
                      </a:cubicBezTo>
                      <a:cubicBezTo>
                        <a:pt x="355664" y="152987"/>
                        <a:pt x="355474" y="152702"/>
                        <a:pt x="355188" y="152511"/>
                      </a:cubicBezTo>
                      <a:cubicBezTo>
                        <a:pt x="356998" y="151749"/>
                        <a:pt x="358331" y="152511"/>
                        <a:pt x="359855" y="152892"/>
                      </a:cubicBezTo>
                      <a:cubicBezTo>
                        <a:pt x="361760" y="150797"/>
                        <a:pt x="361475" y="149749"/>
                        <a:pt x="362713" y="148034"/>
                      </a:cubicBezTo>
                      <a:cubicBezTo>
                        <a:pt x="358808" y="151368"/>
                        <a:pt x="356045" y="150511"/>
                        <a:pt x="353283" y="149844"/>
                      </a:cubicBezTo>
                      <a:cubicBezTo>
                        <a:pt x="351092" y="152035"/>
                        <a:pt x="356521" y="150797"/>
                        <a:pt x="352807" y="153654"/>
                      </a:cubicBezTo>
                      <a:cubicBezTo>
                        <a:pt x="350902" y="153464"/>
                        <a:pt x="352712" y="151654"/>
                        <a:pt x="351378" y="151273"/>
                      </a:cubicBezTo>
                      <a:cubicBezTo>
                        <a:pt x="350140" y="153083"/>
                        <a:pt x="352521" y="153178"/>
                        <a:pt x="349663" y="155654"/>
                      </a:cubicBezTo>
                      <a:cubicBezTo>
                        <a:pt x="347759" y="155464"/>
                        <a:pt x="349568" y="153654"/>
                        <a:pt x="348235" y="153273"/>
                      </a:cubicBezTo>
                      <a:cubicBezTo>
                        <a:pt x="350140" y="151654"/>
                        <a:pt x="352712" y="150225"/>
                        <a:pt x="353188" y="148415"/>
                      </a:cubicBezTo>
                      <a:cubicBezTo>
                        <a:pt x="351950" y="147749"/>
                        <a:pt x="349759" y="150701"/>
                        <a:pt x="347759" y="152987"/>
                      </a:cubicBezTo>
                      <a:cubicBezTo>
                        <a:pt x="346901" y="151463"/>
                        <a:pt x="345187" y="153559"/>
                        <a:pt x="344330" y="152035"/>
                      </a:cubicBezTo>
                      <a:cubicBezTo>
                        <a:pt x="345472" y="150511"/>
                        <a:pt x="346996" y="150320"/>
                        <a:pt x="346616" y="149463"/>
                      </a:cubicBezTo>
                      <a:cubicBezTo>
                        <a:pt x="348521" y="147368"/>
                        <a:pt x="348330" y="150225"/>
                        <a:pt x="348425" y="150701"/>
                      </a:cubicBezTo>
                      <a:cubicBezTo>
                        <a:pt x="349854" y="148320"/>
                        <a:pt x="349854" y="148796"/>
                        <a:pt x="352521" y="145272"/>
                      </a:cubicBezTo>
                      <a:cubicBezTo>
                        <a:pt x="352902" y="148320"/>
                        <a:pt x="357664" y="145177"/>
                        <a:pt x="361379" y="141748"/>
                      </a:cubicBezTo>
                      <a:cubicBezTo>
                        <a:pt x="360427" y="143653"/>
                        <a:pt x="359855" y="145463"/>
                        <a:pt x="358236" y="147844"/>
                      </a:cubicBezTo>
                      <a:cubicBezTo>
                        <a:pt x="359760" y="150797"/>
                        <a:pt x="363570" y="144986"/>
                        <a:pt x="364999" y="148320"/>
                      </a:cubicBezTo>
                      <a:cubicBezTo>
                        <a:pt x="365570" y="146701"/>
                        <a:pt x="367952" y="144224"/>
                        <a:pt x="366237" y="143653"/>
                      </a:cubicBezTo>
                      <a:cubicBezTo>
                        <a:pt x="370904" y="141748"/>
                        <a:pt x="362713" y="152225"/>
                        <a:pt x="367666" y="150130"/>
                      </a:cubicBezTo>
                      <a:cubicBezTo>
                        <a:pt x="369571" y="146034"/>
                        <a:pt x="371857" y="137081"/>
                        <a:pt x="363475" y="141843"/>
                      </a:cubicBezTo>
                      <a:cubicBezTo>
                        <a:pt x="363284" y="139748"/>
                        <a:pt x="364237" y="137081"/>
                        <a:pt x="366046" y="133937"/>
                      </a:cubicBezTo>
                      <a:cubicBezTo>
                        <a:pt x="366046" y="139081"/>
                        <a:pt x="373667" y="138224"/>
                        <a:pt x="377762" y="133747"/>
                      </a:cubicBezTo>
                      <a:cubicBezTo>
                        <a:pt x="376810" y="136795"/>
                        <a:pt x="376048" y="139652"/>
                        <a:pt x="377286" y="141653"/>
                      </a:cubicBezTo>
                      <a:cubicBezTo>
                        <a:pt x="379191" y="137271"/>
                        <a:pt x="378524" y="134604"/>
                        <a:pt x="378429" y="131556"/>
                      </a:cubicBezTo>
                      <a:close/>
                      <a:moveTo>
                        <a:pt x="374429" y="172704"/>
                      </a:moveTo>
                      <a:lnTo>
                        <a:pt x="372619" y="171466"/>
                      </a:lnTo>
                      <a:cubicBezTo>
                        <a:pt x="374905" y="170418"/>
                        <a:pt x="374619" y="169370"/>
                        <a:pt x="376429" y="167180"/>
                      </a:cubicBezTo>
                      <a:cubicBezTo>
                        <a:pt x="377953" y="168037"/>
                        <a:pt x="376048" y="170418"/>
                        <a:pt x="374429" y="172704"/>
                      </a:cubicBezTo>
                      <a:close/>
                      <a:moveTo>
                        <a:pt x="330804" y="92123"/>
                      </a:moveTo>
                      <a:cubicBezTo>
                        <a:pt x="331756" y="91170"/>
                        <a:pt x="332042" y="90503"/>
                        <a:pt x="331852" y="90122"/>
                      </a:cubicBezTo>
                      <a:cubicBezTo>
                        <a:pt x="332709" y="89265"/>
                        <a:pt x="333280" y="90122"/>
                        <a:pt x="334233" y="88979"/>
                      </a:cubicBezTo>
                      <a:cubicBezTo>
                        <a:pt x="335376" y="89932"/>
                        <a:pt x="331756" y="93742"/>
                        <a:pt x="330804" y="92123"/>
                      </a:cubicBezTo>
                      <a:close/>
                      <a:moveTo>
                        <a:pt x="919068" y="327295"/>
                      </a:moveTo>
                      <a:cubicBezTo>
                        <a:pt x="917258" y="327390"/>
                        <a:pt x="915448" y="327771"/>
                        <a:pt x="913925" y="327104"/>
                      </a:cubicBezTo>
                      <a:cubicBezTo>
                        <a:pt x="916306" y="324533"/>
                        <a:pt x="916401" y="327581"/>
                        <a:pt x="919068" y="324152"/>
                      </a:cubicBezTo>
                      <a:cubicBezTo>
                        <a:pt x="919925" y="325009"/>
                        <a:pt x="917258" y="326819"/>
                        <a:pt x="919068" y="327295"/>
                      </a:cubicBezTo>
                      <a:close/>
                      <a:moveTo>
                        <a:pt x="850964" y="450739"/>
                      </a:moveTo>
                      <a:cubicBezTo>
                        <a:pt x="847630" y="453406"/>
                        <a:pt x="846392" y="447215"/>
                        <a:pt x="846392" y="449501"/>
                      </a:cubicBezTo>
                      <a:cubicBezTo>
                        <a:pt x="843821" y="450929"/>
                        <a:pt x="845916" y="447024"/>
                        <a:pt x="847345" y="445691"/>
                      </a:cubicBezTo>
                      <a:cubicBezTo>
                        <a:pt x="848678" y="445310"/>
                        <a:pt x="850297" y="447024"/>
                        <a:pt x="847630" y="449120"/>
                      </a:cubicBezTo>
                      <a:cubicBezTo>
                        <a:pt x="848297" y="449501"/>
                        <a:pt x="849536" y="448072"/>
                        <a:pt x="850679" y="447310"/>
                      </a:cubicBezTo>
                      <a:cubicBezTo>
                        <a:pt x="851822" y="448167"/>
                        <a:pt x="850488" y="449596"/>
                        <a:pt x="850964" y="450739"/>
                      </a:cubicBezTo>
                      <a:close/>
                      <a:moveTo>
                        <a:pt x="824389" y="469217"/>
                      </a:moveTo>
                      <a:cubicBezTo>
                        <a:pt x="822104" y="470551"/>
                        <a:pt x="821056" y="467503"/>
                        <a:pt x="824104" y="465788"/>
                      </a:cubicBezTo>
                      <a:cubicBezTo>
                        <a:pt x="826199" y="466455"/>
                        <a:pt x="824009" y="468170"/>
                        <a:pt x="824389" y="469217"/>
                      </a:cubicBezTo>
                      <a:close/>
                      <a:moveTo>
                        <a:pt x="783908" y="546465"/>
                      </a:moveTo>
                      <a:cubicBezTo>
                        <a:pt x="781527" y="547037"/>
                        <a:pt x="782861" y="545608"/>
                        <a:pt x="781908" y="544560"/>
                      </a:cubicBezTo>
                      <a:cubicBezTo>
                        <a:pt x="783146" y="543798"/>
                        <a:pt x="784194" y="543512"/>
                        <a:pt x="784861" y="544274"/>
                      </a:cubicBezTo>
                      <a:cubicBezTo>
                        <a:pt x="785718" y="543703"/>
                        <a:pt x="785528" y="543417"/>
                        <a:pt x="785337" y="543131"/>
                      </a:cubicBezTo>
                      <a:cubicBezTo>
                        <a:pt x="786004" y="542465"/>
                        <a:pt x="786289" y="542560"/>
                        <a:pt x="786575" y="542750"/>
                      </a:cubicBezTo>
                      <a:lnTo>
                        <a:pt x="787337" y="543512"/>
                      </a:lnTo>
                      <a:cubicBezTo>
                        <a:pt x="785051" y="544370"/>
                        <a:pt x="786385" y="544465"/>
                        <a:pt x="783908" y="546465"/>
                      </a:cubicBezTo>
                      <a:close/>
                      <a:moveTo>
                        <a:pt x="498063" y="734203"/>
                      </a:moveTo>
                      <a:cubicBezTo>
                        <a:pt x="497492" y="732298"/>
                        <a:pt x="499301" y="729631"/>
                        <a:pt x="496634" y="728297"/>
                      </a:cubicBezTo>
                      <a:cubicBezTo>
                        <a:pt x="499301" y="726202"/>
                        <a:pt x="500635" y="722582"/>
                        <a:pt x="502730" y="723249"/>
                      </a:cubicBezTo>
                      <a:cubicBezTo>
                        <a:pt x="503397" y="724583"/>
                        <a:pt x="500444" y="726964"/>
                        <a:pt x="498920" y="728964"/>
                      </a:cubicBezTo>
                      <a:lnTo>
                        <a:pt x="501111" y="730964"/>
                      </a:lnTo>
                      <a:cubicBezTo>
                        <a:pt x="499587" y="732203"/>
                        <a:pt x="499778" y="732869"/>
                        <a:pt x="498063" y="734203"/>
                      </a:cubicBezTo>
                      <a:close/>
                      <a:moveTo>
                        <a:pt x="287465" y="744109"/>
                      </a:moveTo>
                      <a:lnTo>
                        <a:pt x="286037" y="742871"/>
                      </a:lnTo>
                      <a:cubicBezTo>
                        <a:pt x="289085" y="740680"/>
                        <a:pt x="286037" y="740775"/>
                        <a:pt x="287180" y="739346"/>
                      </a:cubicBezTo>
                      <a:cubicBezTo>
                        <a:pt x="288132" y="740585"/>
                        <a:pt x="290609" y="737346"/>
                        <a:pt x="292228" y="739251"/>
                      </a:cubicBezTo>
                      <a:cubicBezTo>
                        <a:pt x="289370" y="741347"/>
                        <a:pt x="289466" y="742299"/>
                        <a:pt x="287465" y="744109"/>
                      </a:cubicBezTo>
                      <a:close/>
                      <a:moveTo>
                        <a:pt x="112777" y="341678"/>
                      </a:moveTo>
                      <a:cubicBezTo>
                        <a:pt x="110205" y="343583"/>
                        <a:pt x="110872" y="339773"/>
                        <a:pt x="112967" y="337677"/>
                      </a:cubicBezTo>
                      <a:cubicBezTo>
                        <a:pt x="115539" y="337677"/>
                        <a:pt x="111824" y="340916"/>
                        <a:pt x="112777" y="341678"/>
                      </a:cubicBezTo>
                      <a:close/>
                      <a:moveTo>
                        <a:pt x="19146" y="237760"/>
                      </a:moveTo>
                      <a:cubicBezTo>
                        <a:pt x="21051" y="235760"/>
                        <a:pt x="22289" y="236712"/>
                        <a:pt x="23813" y="236617"/>
                      </a:cubicBezTo>
                      <a:cubicBezTo>
                        <a:pt x="20861" y="240713"/>
                        <a:pt x="19622" y="238903"/>
                        <a:pt x="19146" y="237760"/>
                      </a:cubicBezTo>
                      <a:close/>
                      <a:moveTo>
                        <a:pt x="31910" y="251857"/>
                      </a:moveTo>
                      <a:cubicBezTo>
                        <a:pt x="34767" y="250714"/>
                        <a:pt x="34005" y="253190"/>
                        <a:pt x="35338" y="253857"/>
                      </a:cubicBezTo>
                      <a:lnTo>
                        <a:pt x="32481" y="257381"/>
                      </a:lnTo>
                      <a:cubicBezTo>
                        <a:pt x="30767" y="256524"/>
                        <a:pt x="30862" y="254429"/>
                        <a:pt x="31910" y="251857"/>
                      </a:cubicBezTo>
                      <a:close/>
                      <a:moveTo>
                        <a:pt x="66771" y="242332"/>
                      </a:moveTo>
                      <a:cubicBezTo>
                        <a:pt x="68200" y="244142"/>
                        <a:pt x="66485" y="244808"/>
                        <a:pt x="69533" y="245285"/>
                      </a:cubicBezTo>
                      <a:cubicBezTo>
                        <a:pt x="67628" y="248809"/>
                        <a:pt x="67628" y="244904"/>
                        <a:pt x="66104" y="247190"/>
                      </a:cubicBezTo>
                      <a:cubicBezTo>
                        <a:pt x="64009" y="249666"/>
                        <a:pt x="69819" y="247761"/>
                        <a:pt x="66104" y="251190"/>
                      </a:cubicBezTo>
                      <a:cubicBezTo>
                        <a:pt x="64295" y="250142"/>
                        <a:pt x="64676" y="247856"/>
                        <a:pt x="61818" y="248618"/>
                      </a:cubicBezTo>
                      <a:cubicBezTo>
                        <a:pt x="62389" y="245951"/>
                        <a:pt x="64676" y="245189"/>
                        <a:pt x="66771" y="242332"/>
                      </a:cubicBezTo>
                      <a:close/>
                      <a:moveTo>
                        <a:pt x="69533" y="249190"/>
                      </a:moveTo>
                      <a:cubicBezTo>
                        <a:pt x="69247" y="250523"/>
                        <a:pt x="70200" y="251095"/>
                        <a:pt x="71438" y="251666"/>
                      </a:cubicBezTo>
                      <a:cubicBezTo>
                        <a:pt x="68867" y="254524"/>
                        <a:pt x="64961" y="253952"/>
                        <a:pt x="69533" y="249190"/>
                      </a:cubicBezTo>
                      <a:close/>
                      <a:moveTo>
                        <a:pt x="58198" y="268716"/>
                      </a:moveTo>
                      <a:cubicBezTo>
                        <a:pt x="60008" y="265763"/>
                        <a:pt x="62866" y="268145"/>
                        <a:pt x="62199" y="268526"/>
                      </a:cubicBezTo>
                      <a:cubicBezTo>
                        <a:pt x="60008" y="271955"/>
                        <a:pt x="59532" y="268716"/>
                        <a:pt x="58198" y="268716"/>
                      </a:cubicBezTo>
                      <a:close/>
                      <a:moveTo>
                        <a:pt x="58484" y="280908"/>
                      </a:moveTo>
                      <a:cubicBezTo>
                        <a:pt x="61246" y="278622"/>
                        <a:pt x="62199" y="281861"/>
                        <a:pt x="61532" y="284147"/>
                      </a:cubicBezTo>
                      <a:cubicBezTo>
                        <a:pt x="57341" y="289290"/>
                        <a:pt x="57627" y="283099"/>
                        <a:pt x="58484" y="280908"/>
                      </a:cubicBezTo>
                      <a:close/>
                      <a:moveTo>
                        <a:pt x="97918" y="234807"/>
                      </a:moveTo>
                      <a:cubicBezTo>
                        <a:pt x="99918" y="234140"/>
                        <a:pt x="100489" y="237474"/>
                        <a:pt x="98489" y="240522"/>
                      </a:cubicBezTo>
                      <a:cubicBezTo>
                        <a:pt x="99442" y="236998"/>
                        <a:pt x="94489" y="239760"/>
                        <a:pt x="97918" y="234807"/>
                      </a:cubicBezTo>
                      <a:close/>
                      <a:moveTo>
                        <a:pt x="134018" y="199946"/>
                      </a:moveTo>
                      <a:cubicBezTo>
                        <a:pt x="136685" y="198612"/>
                        <a:pt x="136970" y="197469"/>
                        <a:pt x="139447" y="194040"/>
                      </a:cubicBezTo>
                      <a:cubicBezTo>
                        <a:pt x="141733" y="195469"/>
                        <a:pt x="139542" y="198898"/>
                        <a:pt x="144114" y="195659"/>
                      </a:cubicBezTo>
                      <a:cubicBezTo>
                        <a:pt x="144495" y="198517"/>
                        <a:pt x="139066" y="208423"/>
                        <a:pt x="135922" y="206518"/>
                      </a:cubicBezTo>
                      <a:cubicBezTo>
                        <a:pt x="140113" y="202422"/>
                        <a:pt x="132684" y="203565"/>
                        <a:pt x="134018" y="199946"/>
                      </a:cubicBezTo>
                      <a:close/>
                      <a:moveTo>
                        <a:pt x="102966" y="242046"/>
                      </a:moveTo>
                      <a:cubicBezTo>
                        <a:pt x="104776" y="240141"/>
                        <a:pt x="105347" y="242999"/>
                        <a:pt x="106681" y="242999"/>
                      </a:cubicBezTo>
                      <a:cubicBezTo>
                        <a:pt x="103633" y="246618"/>
                        <a:pt x="102109" y="244237"/>
                        <a:pt x="102966" y="242046"/>
                      </a:cubicBezTo>
                      <a:close/>
                      <a:moveTo>
                        <a:pt x="128969" y="210137"/>
                      </a:moveTo>
                      <a:cubicBezTo>
                        <a:pt x="130493" y="207947"/>
                        <a:pt x="130588" y="211852"/>
                        <a:pt x="132398" y="208328"/>
                      </a:cubicBezTo>
                      <a:cubicBezTo>
                        <a:pt x="132303" y="209375"/>
                        <a:pt x="132589" y="210233"/>
                        <a:pt x="133827" y="210614"/>
                      </a:cubicBezTo>
                      <a:cubicBezTo>
                        <a:pt x="129922" y="216329"/>
                        <a:pt x="128588" y="212233"/>
                        <a:pt x="128969" y="210137"/>
                      </a:cubicBezTo>
                      <a:close/>
                      <a:moveTo>
                        <a:pt x="87917" y="265954"/>
                      </a:moveTo>
                      <a:cubicBezTo>
                        <a:pt x="88202" y="263668"/>
                        <a:pt x="90203" y="267668"/>
                        <a:pt x="91631" y="262906"/>
                      </a:cubicBezTo>
                      <a:cubicBezTo>
                        <a:pt x="92679" y="264430"/>
                        <a:pt x="90869" y="267478"/>
                        <a:pt x="93631" y="266811"/>
                      </a:cubicBezTo>
                      <a:lnTo>
                        <a:pt x="91441" y="269478"/>
                      </a:lnTo>
                      <a:cubicBezTo>
                        <a:pt x="92965" y="270145"/>
                        <a:pt x="95060" y="269097"/>
                        <a:pt x="95251" y="271859"/>
                      </a:cubicBezTo>
                      <a:cubicBezTo>
                        <a:pt x="95727" y="272050"/>
                        <a:pt x="96489" y="271002"/>
                        <a:pt x="97156" y="270335"/>
                      </a:cubicBezTo>
                      <a:cubicBezTo>
                        <a:pt x="97918" y="271764"/>
                        <a:pt x="95251" y="271955"/>
                        <a:pt x="94298" y="273860"/>
                      </a:cubicBezTo>
                      <a:lnTo>
                        <a:pt x="88393" y="270145"/>
                      </a:lnTo>
                      <a:cubicBezTo>
                        <a:pt x="92393" y="265668"/>
                        <a:pt x="89631" y="266621"/>
                        <a:pt x="87917" y="265954"/>
                      </a:cubicBezTo>
                      <a:close/>
                      <a:moveTo>
                        <a:pt x="108014" y="243856"/>
                      </a:moveTo>
                      <a:cubicBezTo>
                        <a:pt x="109253" y="244237"/>
                        <a:pt x="109538" y="244999"/>
                        <a:pt x="109443" y="246047"/>
                      </a:cubicBezTo>
                      <a:cubicBezTo>
                        <a:pt x="107538" y="248237"/>
                        <a:pt x="106014" y="249095"/>
                        <a:pt x="104871" y="248523"/>
                      </a:cubicBezTo>
                      <a:cubicBezTo>
                        <a:pt x="105347" y="247285"/>
                        <a:pt x="106204" y="245761"/>
                        <a:pt x="108014" y="243856"/>
                      </a:cubicBezTo>
                      <a:close/>
                      <a:moveTo>
                        <a:pt x="110681" y="246904"/>
                      </a:moveTo>
                      <a:cubicBezTo>
                        <a:pt x="114682" y="245285"/>
                        <a:pt x="114968" y="253476"/>
                        <a:pt x="120683" y="250523"/>
                      </a:cubicBezTo>
                      <a:cubicBezTo>
                        <a:pt x="121159" y="253381"/>
                        <a:pt x="121063" y="253667"/>
                        <a:pt x="120492" y="257096"/>
                      </a:cubicBezTo>
                      <a:cubicBezTo>
                        <a:pt x="117920" y="259858"/>
                        <a:pt x="117920" y="256810"/>
                        <a:pt x="119063" y="254905"/>
                      </a:cubicBezTo>
                      <a:cubicBezTo>
                        <a:pt x="113158" y="258143"/>
                        <a:pt x="113920" y="252143"/>
                        <a:pt x="110300" y="252047"/>
                      </a:cubicBezTo>
                      <a:cubicBezTo>
                        <a:pt x="113253" y="247952"/>
                        <a:pt x="109443" y="250238"/>
                        <a:pt x="110681" y="246904"/>
                      </a:cubicBezTo>
                      <a:close/>
                      <a:moveTo>
                        <a:pt x="120016" y="247380"/>
                      </a:moveTo>
                      <a:cubicBezTo>
                        <a:pt x="122492" y="243856"/>
                        <a:pt x="124397" y="247666"/>
                        <a:pt x="124207" y="248618"/>
                      </a:cubicBezTo>
                      <a:cubicBezTo>
                        <a:pt x="120778" y="251952"/>
                        <a:pt x="122492" y="247475"/>
                        <a:pt x="120016" y="247380"/>
                      </a:cubicBezTo>
                      <a:close/>
                      <a:moveTo>
                        <a:pt x="137923" y="235950"/>
                      </a:moveTo>
                      <a:cubicBezTo>
                        <a:pt x="140971" y="236045"/>
                        <a:pt x="137351" y="237760"/>
                        <a:pt x="136018" y="241475"/>
                      </a:cubicBezTo>
                      <a:cubicBezTo>
                        <a:pt x="136494" y="239855"/>
                        <a:pt x="134398" y="239665"/>
                        <a:pt x="134875" y="238046"/>
                      </a:cubicBezTo>
                      <a:cubicBezTo>
                        <a:pt x="135922" y="236998"/>
                        <a:pt x="136494" y="237665"/>
                        <a:pt x="135732" y="238617"/>
                      </a:cubicBezTo>
                      <a:cubicBezTo>
                        <a:pt x="136494" y="238712"/>
                        <a:pt x="138494" y="236331"/>
                        <a:pt x="137923" y="235950"/>
                      </a:cubicBezTo>
                      <a:close/>
                      <a:moveTo>
                        <a:pt x="133160" y="244904"/>
                      </a:moveTo>
                      <a:cubicBezTo>
                        <a:pt x="134684" y="242999"/>
                        <a:pt x="134970" y="245475"/>
                        <a:pt x="136018" y="245380"/>
                      </a:cubicBezTo>
                      <a:cubicBezTo>
                        <a:pt x="136970" y="244427"/>
                        <a:pt x="137256" y="243761"/>
                        <a:pt x="137066" y="243380"/>
                      </a:cubicBezTo>
                      <a:cubicBezTo>
                        <a:pt x="141447" y="242522"/>
                        <a:pt x="132208" y="249190"/>
                        <a:pt x="133160" y="244904"/>
                      </a:cubicBezTo>
                      <a:close/>
                      <a:moveTo>
                        <a:pt x="130398" y="255286"/>
                      </a:moveTo>
                      <a:cubicBezTo>
                        <a:pt x="130684" y="257953"/>
                        <a:pt x="129255" y="253000"/>
                        <a:pt x="129255" y="255857"/>
                      </a:cubicBezTo>
                      <a:cubicBezTo>
                        <a:pt x="127826" y="256429"/>
                        <a:pt x="128303" y="253286"/>
                        <a:pt x="126969" y="253095"/>
                      </a:cubicBezTo>
                      <a:cubicBezTo>
                        <a:pt x="127921" y="252143"/>
                        <a:pt x="128398" y="252809"/>
                        <a:pt x="128969" y="253000"/>
                      </a:cubicBezTo>
                      <a:cubicBezTo>
                        <a:pt x="129636" y="253095"/>
                        <a:pt x="130684" y="251476"/>
                        <a:pt x="131255" y="251762"/>
                      </a:cubicBezTo>
                      <a:cubicBezTo>
                        <a:pt x="133255" y="250238"/>
                        <a:pt x="128969" y="254333"/>
                        <a:pt x="130398" y="255286"/>
                      </a:cubicBezTo>
                      <a:close/>
                      <a:moveTo>
                        <a:pt x="104776" y="284528"/>
                      </a:moveTo>
                      <a:cubicBezTo>
                        <a:pt x="106967" y="281289"/>
                        <a:pt x="108300" y="281099"/>
                        <a:pt x="110014" y="279765"/>
                      </a:cubicBezTo>
                      <a:cubicBezTo>
                        <a:pt x="110872" y="281099"/>
                        <a:pt x="110586" y="283099"/>
                        <a:pt x="107729" y="286337"/>
                      </a:cubicBezTo>
                      <a:lnTo>
                        <a:pt x="104776" y="284528"/>
                      </a:lnTo>
                      <a:close/>
                      <a:moveTo>
                        <a:pt x="113634" y="279479"/>
                      </a:moveTo>
                      <a:cubicBezTo>
                        <a:pt x="112777" y="285099"/>
                        <a:pt x="114777" y="289195"/>
                        <a:pt x="116682" y="292052"/>
                      </a:cubicBezTo>
                      <a:cubicBezTo>
                        <a:pt x="111634" y="293576"/>
                        <a:pt x="112872" y="285956"/>
                        <a:pt x="108586" y="287004"/>
                      </a:cubicBezTo>
                      <a:cubicBezTo>
                        <a:pt x="113063" y="283861"/>
                        <a:pt x="108967" y="283956"/>
                        <a:pt x="113634" y="279479"/>
                      </a:cubicBezTo>
                      <a:close/>
                      <a:moveTo>
                        <a:pt x="195454" y="194707"/>
                      </a:moveTo>
                      <a:cubicBezTo>
                        <a:pt x="196311" y="194135"/>
                        <a:pt x="197073" y="193564"/>
                        <a:pt x="198121" y="192326"/>
                      </a:cubicBezTo>
                      <a:cubicBezTo>
                        <a:pt x="199930" y="192897"/>
                        <a:pt x="200407" y="194231"/>
                        <a:pt x="197359" y="197183"/>
                      </a:cubicBezTo>
                      <a:cubicBezTo>
                        <a:pt x="197645" y="195945"/>
                        <a:pt x="196597" y="195278"/>
                        <a:pt x="195454" y="194707"/>
                      </a:cubicBezTo>
                      <a:close/>
                      <a:moveTo>
                        <a:pt x="119730" y="289957"/>
                      </a:moveTo>
                      <a:cubicBezTo>
                        <a:pt x="120302" y="291862"/>
                        <a:pt x="118968" y="292148"/>
                        <a:pt x="121540" y="292433"/>
                      </a:cubicBezTo>
                      <a:cubicBezTo>
                        <a:pt x="118873" y="295958"/>
                        <a:pt x="117254" y="292148"/>
                        <a:pt x="119730" y="289957"/>
                      </a:cubicBezTo>
                      <a:close/>
                      <a:moveTo>
                        <a:pt x="128207" y="280622"/>
                      </a:moveTo>
                      <a:cubicBezTo>
                        <a:pt x="130398" y="277955"/>
                        <a:pt x="132494" y="279575"/>
                        <a:pt x="132208" y="280527"/>
                      </a:cubicBezTo>
                      <a:cubicBezTo>
                        <a:pt x="130588" y="281765"/>
                        <a:pt x="129255" y="281575"/>
                        <a:pt x="128207" y="280622"/>
                      </a:cubicBezTo>
                      <a:close/>
                      <a:moveTo>
                        <a:pt x="200026" y="194897"/>
                      </a:moveTo>
                      <a:cubicBezTo>
                        <a:pt x="201836" y="195659"/>
                        <a:pt x="200788" y="197850"/>
                        <a:pt x="202026" y="198898"/>
                      </a:cubicBezTo>
                      <a:cubicBezTo>
                        <a:pt x="201169" y="199755"/>
                        <a:pt x="200693" y="198898"/>
                        <a:pt x="199645" y="200041"/>
                      </a:cubicBezTo>
                      <a:cubicBezTo>
                        <a:pt x="199930" y="201946"/>
                        <a:pt x="202217" y="204803"/>
                        <a:pt x="198311" y="207280"/>
                      </a:cubicBezTo>
                      <a:cubicBezTo>
                        <a:pt x="197645" y="206423"/>
                        <a:pt x="199454" y="204327"/>
                        <a:pt x="199930" y="202898"/>
                      </a:cubicBezTo>
                      <a:cubicBezTo>
                        <a:pt x="197549" y="203470"/>
                        <a:pt x="198406" y="201470"/>
                        <a:pt x="195644" y="201565"/>
                      </a:cubicBezTo>
                      <a:cubicBezTo>
                        <a:pt x="197835" y="198231"/>
                        <a:pt x="198788" y="198993"/>
                        <a:pt x="198406" y="200612"/>
                      </a:cubicBezTo>
                      <a:cubicBezTo>
                        <a:pt x="201836" y="197374"/>
                        <a:pt x="195835" y="198707"/>
                        <a:pt x="200026" y="194897"/>
                      </a:cubicBezTo>
                      <a:close/>
                      <a:moveTo>
                        <a:pt x="203169" y="194326"/>
                      </a:moveTo>
                      <a:cubicBezTo>
                        <a:pt x="204026" y="193659"/>
                        <a:pt x="204884" y="192992"/>
                        <a:pt x="205550" y="193088"/>
                      </a:cubicBezTo>
                      <a:cubicBezTo>
                        <a:pt x="207551" y="194612"/>
                        <a:pt x="202693" y="199565"/>
                        <a:pt x="205074" y="200803"/>
                      </a:cubicBezTo>
                      <a:cubicBezTo>
                        <a:pt x="203931" y="202041"/>
                        <a:pt x="203455" y="200327"/>
                        <a:pt x="202312" y="201755"/>
                      </a:cubicBezTo>
                      <a:cubicBezTo>
                        <a:pt x="201740" y="199088"/>
                        <a:pt x="206598" y="196040"/>
                        <a:pt x="203169" y="194326"/>
                      </a:cubicBezTo>
                      <a:close/>
                      <a:moveTo>
                        <a:pt x="282227" y="103838"/>
                      </a:moveTo>
                      <a:cubicBezTo>
                        <a:pt x="284894" y="100981"/>
                        <a:pt x="284417" y="103553"/>
                        <a:pt x="286322" y="99743"/>
                      </a:cubicBezTo>
                      <a:lnTo>
                        <a:pt x="287180" y="100314"/>
                      </a:lnTo>
                      <a:cubicBezTo>
                        <a:pt x="286513" y="100981"/>
                        <a:pt x="286703" y="101267"/>
                        <a:pt x="286894" y="101457"/>
                      </a:cubicBezTo>
                      <a:cubicBezTo>
                        <a:pt x="285370" y="102029"/>
                        <a:pt x="283370" y="104791"/>
                        <a:pt x="282227" y="103838"/>
                      </a:cubicBezTo>
                      <a:close/>
                      <a:moveTo>
                        <a:pt x="201550" y="206708"/>
                      </a:moveTo>
                      <a:cubicBezTo>
                        <a:pt x="205931" y="203660"/>
                        <a:pt x="207741" y="209280"/>
                        <a:pt x="208598" y="211185"/>
                      </a:cubicBezTo>
                      <a:cubicBezTo>
                        <a:pt x="202788" y="215186"/>
                        <a:pt x="205169" y="208042"/>
                        <a:pt x="201550" y="206708"/>
                      </a:cubicBezTo>
                      <a:close/>
                      <a:moveTo>
                        <a:pt x="142019" y="281289"/>
                      </a:moveTo>
                      <a:cubicBezTo>
                        <a:pt x="148305" y="275098"/>
                        <a:pt x="151734" y="279765"/>
                        <a:pt x="153448" y="281765"/>
                      </a:cubicBezTo>
                      <a:cubicBezTo>
                        <a:pt x="150401" y="285575"/>
                        <a:pt x="148591" y="284909"/>
                        <a:pt x="146114" y="286528"/>
                      </a:cubicBezTo>
                      <a:cubicBezTo>
                        <a:pt x="145067" y="283289"/>
                        <a:pt x="142780" y="283099"/>
                        <a:pt x="142019" y="281289"/>
                      </a:cubicBezTo>
                      <a:close/>
                      <a:moveTo>
                        <a:pt x="286037" y="111744"/>
                      </a:moveTo>
                      <a:cubicBezTo>
                        <a:pt x="290609" y="108125"/>
                        <a:pt x="293085" y="112982"/>
                        <a:pt x="293180" y="114983"/>
                      </a:cubicBezTo>
                      <a:cubicBezTo>
                        <a:pt x="288989" y="118031"/>
                        <a:pt x="286989" y="112125"/>
                        <a:pt x="286037" y="111744"/>
                      </a:cubicBezTo>
                      <a:close/>
                      <a:moveTo>
                        <a:pt x="208884" y="214043"/>
                      </a:moveTo>
                      <a:cubicBezTo>
                        <a:pt x="211742" y="210804"/>
                        <a:pt x="208789" y="213471"/>
                        <a:pt x="208313" y="212328"/>
                      </a:cubicBezTo>
                      <a:cubicBezTo>
                        <a:pt x="213456" y="207756"/>
                        <a:pt x="209646" y="214614"/>
                        <a:pt x="213551" y="211661"/>
                      </a:cubicBezTo>
                      <a:cubicBezTo>
                        <a:pt x="213932" y="212709"/>
                        <a:pt x="209741" y="214805"/>
                        <a:pt x="208884" y="214043"/>
                      </a:cubicBezTo>
                      <a:close/>
                      <a:moveTo>
                        <a:pt x="150877" y="285575"/>
                      </a:moveTo>
                      <a:lnTo>
                        <a:pt x="153830" y="282146"/>
                      </a:lnTo>
                      <a:cubicBezTo>
                        <a:pt x="156211" y="282337"/>
                        <a:pt x="153068" y="285480"/>
                        <a:pt x="151829" y="287576"/>
                      </a:cubicBezTo>
                      <a:cubicBezTo>
                        <a:pt x="152115" y="286623"/>
                        <a:pt x="151734" y="285956"/>
                        <a:pt x="150877" y="285575"/>
                      </a:cubicBezTo>
                      <a:close/>
                      <a:moveTo>
                        <a:pt x="211075" y="215376"/>
                      </a:moveTo>
                      <a:cubicBezTo>
                        <a:pt x="213456" y="213947"/>
                        <a:pt x="217361" y="213281"/>
                        <a:pt x="217266" y="215281"/>
                      </a:cubicBezTo>
                      <a:cubicBezTo>
                        <a:pt x="212218" y="219567"/>
                        <a:pt x="213837" y="215471"/>
                        <a:pt x="211075" y="215376"/>
                      </a:cubicBezTo>
                      <a:close/>
                      <a:moveTo>
                        <a:pt x="292513" y="119840"/>
                      </a:moveTo>
                      <a:cubicBezTo>
                        <a:pt x="294419" y="117650"/>
                        <a:pt x="295466" y="119078"/>
                        <a:pt x="296705" y="119840"/>
                      </a:cubicBezTo>
                      <a:cubicBezTo>
                        <a:pt x="294419" y="123365"/>
                        <a:pt x="293847" y="119936"/>
                        <a:pt x="292513" y="119840"/>
                      </a:cubicBezTo>
                      <a:close/>
                      <a:moveTo>
                        <a:pt x="180785" y="255000"/>
                      </a:moveTo>
                      <a:cubicBezTo>
                        <a:pt x="182595" y="252809"/>
                        <a:pt x="184119" y="251571"/>
                        <a:pt x="185357" y="251190"/>
                      </a:cubicBezTo>
                      <a:cubicBezTo>
                        <a:pt x="187834" y="252333"/>
                        <a:pt x="181547" y="258334"/>
                        <a:pt x="180785" y="255000"/>
                      </a:cubicBezTo>
                      <a:close/>
                      <a:moveTo>
                        <a:pt x="204693" y="239570"/>
                      </a:moveTo>
                      <a:cubicBezTo>
                        <a:pt x="200788" y="242332"/>
                        <a:pt x="199645" y="239951"/>
                        <a:pt x="197168" y="241284"/>
                      </a:cubicBezTo>
                      <a:cubicBezTo>
                        <a:pt x="196406" y="239855"/>
                        <a:pt x="200693" y="235855"/>
                        <a:pt x="199454" y="234712"/>
                      </a:cubicBezTo>
                      <a:cubicBezTo>
                        <a:pt x="202407" y="233855"/>
                        <a:pt x="204979" y="234331"/>
                        <a:pt x="208503" y="231188"/>
                      </a:cubicBezTo>
                      <a:cubicBezTo>
                        <a:pt x="206027" y="230902"/>
                        <a:pt x="202693" y="233855"/>
                        <a:pt x="200788" y="231569"/>
                      </a:cubicBezTo>
                      <a:cubicBezTo>
                        <a:pt x="202121" y="230426"/>
                        <a:pt x="203264" y="229759"/>
                        <a:pt x="204598" y="228616"/>
                      </a:cubicBezTo>
                      <a:cubicBezTo>
                        <a:pt x="205931" y="228902"/>
                        <a:pt x="204217" y="230807"/>
                        <a:pt x="206027" y="230902"/>
                      </a:cubicBezTo>
                      <a:cubicBezTo>
                        <a:pt x="207931" y="225854"/>
                        <a:pt x="213742" y="229378"/>
                        <a:pt x="212313" y="233759"/>
                      </a:cubicBezTo>
                      <a:cubicBezTo>
                        <a:pt x="209265" y="236617"/>
                        <a:pt x="210598" y="233474"/>
                        <a:pt x="208979" y="232902"/>
                      </a:cubicBezTo>
                      <a:cubicBezTo>
                        <a:pt x="208217" y="232712"/>
                        <a:pt x="206598" y="235379"/>
                        <a:pt x="205931" y="234902"/>
                      </a:cubicBezTo>
                      <a:cubicBezTo>
                        <a:pt x="204312" y="236903"/>
                        <a:pt x="207455" y="236522"/>
                        <a:pt x="207741" y="237474"/>
                      </a:cubicBezTo>
                      <a:cubicBezTo>
                        <a:pt x="207646" y="239760"/>
                        <a:pt x="204693" y="240808"/>
                        <a:pt x="206027" y="241760"/>
                      </a:cubicBezTo>
                      <a:cubicBezTo>
                        <a:pt x="204407" y="243665"/>
                        <a:pt x="204312" y="240522"/>
                        <a:pt x="204693" y="239570"/>
                      </a:cubicBezTo>
                      <a:close/>
                      <a:moveTo>
                        <a:pt x="390526" y="18875"/>
                      </a:moveTo>
                      <a:cubicBezTo>
                        <a:pt x="391478" y="18209"/>
                        <a:pt x="392907" y="18399"/>
                        <a:pt x="392431" y="17447"/>
                      </a:cubicBezTo>
                      <a:cubicBezTo>
                        <a:pt x="394145" y="16304"/>
                        <a:pt x="395193" y="17828"/>
                        <a:pt x="396717" y="17542"/>
                      </a:cubicBezTo>
                      <a:cubicBezTo>
                        <a:pt x="394907" y="21352"/>
                        <a:pt x="392050" y="17923"/>
                        <a:pt x="392336" y="20114"/>
                      </a:cubicBezTo>
                      <a:cubicBezTo>
                        <a:pt x="390430" y="22304"/>
                        <a:pt x="390526" y="19352"/>
                        <a:pt x="390526" y="18875"/>
                      </a:cubicBezTo>
                      <a:close/>
                      <a:moveTo>
                        <a:pt x="216695" y="232616"/>
                      </a:moveTo>
                      <a:cubicBezTo>
                        <a:pt x="216218" y="232521"/>
                        <a:pt x="215552" y="233188"/>
                        <a:pt x="215075" y="232902"/>
                      </a:cubicBezTo>
                      <a:cubicBezTo>
                        <a:pt x="214123" y="234426"/>
                        <a:pt x="215742" y="234521"/>
                        <a:pt x="212980" y="236903"/>
                      </a:cubicBezTo>
                      <a:cubicBezTo>
                        <a:pt x="210408" y="235379"/>
                        <a:pt x="217647" y="229187"/>
                        <a:pt x="212789" y="229949"/>
                      </a:cubicBezTo>
                      <a:cubicBezTo>
                        <a:pt x="220409" y="228425"/>
                        <a:pt x="219552" y="238522"/>
                        <a:pt x="227267" y="238331"/>
                      </a:cubicBezTo>
                      <a:cubicBezTo>
                        <a:pt x="226601" y="239189"/>
                        <a:pt x="227172" y="239379"/>
                        <a:pt x="227363" y="239760"/>
                      </a:cubicBezTo>
                      <a:cubicBezTo>
                        <a:pt x="224219" y="241856"/>
                        <a:pt x="223457" y="241094"/>
                        <a:pt x="221171" y="243761"/>
                      </a:cubicBezTo>
                      <a:cubicBezTo>
                        <a:pt x="219933" y="243570"/>
                        <a:pt x="221457" y="241951"/>
                        <a:pt x="222505" y="240617"/>
                      </a:cubicBezTo>
                      <a:cubicBezTo>
                        <a:pt x="220790" y="240808"/>
                        <a:pt x="218600" y="242713"/>
                        <a:pt x="217266" y="241189"/>
                      </a:cubicBezTo>
                      <a:cubicBezTo>
                        <a:pt x="222886" y="232997"/>
                        <a:pt x="212694" y="238808"/>
                        <a:pt x="216695" y="232616"/>
                      </a:cubicBezTo>
                      <a:close/>
                      <a:moveTo>
                        <a:pt x="205931" y="244523"/>
                      </a:moveTo>
                      <a:cubicBezTo>
                        <a:pt x="208122" y="243284"/>
                        <a:pt x="206884" y="243380"/>
                        <a:pt x="208884" y="241094"/>
                      </a:cubicBezTo>
                      <a:cubicBezTo>
                        <a:pt x="207170" y="245666"/>
                        <a:pt x="217361" y="243570"/>
                        <a:pt x="215837" y="247094"/>
                      </a:cubicBezTo>
                      <a:cubicBezTo>
                        <a:pt x="210408" y="249380"/>
                        <a:pt x="209741" y="243284"/>
                        <a:pt x="205931" y="244523"/>
                      </a:cubicBezTo>
                      <a:close/>
                      <a:moveTo>
                        <a:pt x="190405" y="269573"/>
                      </a:moveTo>
                      <a:cubicBezTo>
                        <a:pt x="190691" y="268049"/>
                        <a:pt x="192025" y="270621"/>
                        <a:pt x="194120" y="270716"/>
                      </a:cubicBezTo>
                      <a:cubicBezTo>
                        <a:pt x="190501" y="275098"/>
                        <a:pt x="190215" y="271193"/>
                        <a:pt x="190405" y="269573"/>
                      </a:cubicBezTo>
                      <a:close/>
                      <a:moveTo>
                        <a:pt x="204884" y="251952"/>
                      </a:moveTo>
                      <a:lnTo>
                        <a:pt x="207074" y="249380"/>
                      </a:lnTo>
                      <a:cubicBezTo>
                        <a:pt x="209837" y="250809"/>
                        <a:pt x="205360" y="255953"/>
                        <a:pt x="204884" y="251952"/>
                      </a:cubicBezTo>
                      <a:close/>
                      <a:moveTo>
                        <a:pt x="394812" y="32687"/>
                      </a:moveTo>
                      <a:cubicBezTo>
                        <a:pt x="397384" y="30972"/>
                        <a:pt x="399765" y="29734"/>
                        <a:pt x="402051" y="29353"/>
                      </a:cubicBezTo>
                      <a:cubicBezTo>
                        <a:pt x="403194" y="30972"/>
                        <a:pt x="399479" y="32877"/>
                        <a:pt x="397574" y="34592"/>
                      </a:cubicBezTo>
                      <a:lnTo>
                        <a:pt x="394812" y="32687"/>
                      </a:lnTo>
                      <a:close/>
                      <a:moveTo>
                        <a:pt x="212122" y="251381"/>
                      </a:moveTo>
                      <a:cubicBezTo>
                        <a:pt x="209551" y="252524"/>
                        <a:pt x="209170" y="255476"/>
                        <a:pt x="207265" y="256334"/>
                      </a:cubicBezTo>
                      <a:cubicBezTo>
                        <a:pt x="205836" y="255857"/>
                        <a:pt x="211456" y="248428"/>
                        <a:pt x="212122" y="251381"/>
                      </a:cubicBezTo>
                      <a:close/>
                      <a:moveTo>
                        <a:pt x="190787" y="275288"/>
                      </a:moveTo>
                      <a:cubicBezTo>
                        <a:pt x="193263" y="272621"/>
                        <a:pt x="195263" y="275098"/>
                        <a:pt x="192596" y="277860"/>
                      </a:cubicBezTo>
                      <a:cubicBezTo>
                        <a:pt x="191453" y="277289"/>
                        <a:pt x="190501" y="276622"/>
                        <a:pt x="190787" y="275288"/>
                      </a:cubicBezTo>
                      <a:close/>
                      <a:moveTo>
                        <a:pt x="399860" y="36211"/>
                      </a:moveTo>
                      <a:cubicBezTo>
                        <a:pt x="399955" y="34211"/>
                        <a:pt x="402242" y="34496"/>
                        <a:pt x="401575" y="33258"/>
                      </a:cubicBezTo>
                      <a:cubicBezTo>
                        <a:pt x="403385" y="30686"/>
                        <a:pt x="403480" y="35639"/>
                        <a:pt x="405385" y="33068"/>
                      </a:cubicBezTo>
                      <a:cubicBezTo>
                        <a:pt x="407195" y="33258"/>
                        <a:pt x="404813" y="35449"/>
                        <a:pt x="405766" y="36116"/>
                      </a:cubicBezTo>
                      <a:cubicBezTo>
                        <a:pt x="407195" y="36401"/>
                        <a:pt x="406337" y="34401"/>
                        <a:pt x="408433" y="33830"/>
                      </a:cubicBezTo>
                      <a:cubicBezTo>
                        <a:pt x="408433" y="34592"/>
                        <a:pt x="408433" y="35258"/>
                        <a:pt x="409100" y="35639"/>
                      </a:cubicBezTo>
                      <a:cubicBezTo>
                        <a:pt x="408052" y="36211"/>
                        <a:pt x="406909" y="37259"/>
                        <a:pt x="405671" y="38783"/>
                      </a:cubicBezTo>
                      <a:cubicBezTo>
                        <a:pt x="409100" y="38211"/>
                        <a:pt x="409100" y="36116"/>
                        <a:pt x="409671" y="40116"/>
                      </a:cubicBezTo>
                      <a:cubicBezTo>
                        <a:pt x="407671" y="42307"/>
                        <a:pt x="406623" y="40783"/>
                        <a:pt x="405385" y="39926"/>
                      </a:cubicBezTo>
                      <a:cubicBezTo>
                        <a:pt x="405004" y="40973"/>
                        <a:pt x="405099" y="41831"/>
                        <a:pt x="405289" y="42593"/>
                      </a:cubicBezTo>
                      <a:cubicBezTo>
                        <a:pt x="401765" y="44498"/>
                        <a:pt x="405480" y="38687"/>
                        <a:pt x="401861" y="38878"/>
                      </a:cubicBezTo>
                      <a:cubicBezTo>
                        <a:pt x="404909" y="36782"/>
                        <a:pt x="401384" y="37068"/>
                        <a:pt x="399860" y="36211"/>
                      </a:cubicBezTo>
                      <a:close/>
                      <a:moveTo>
                        <a:pt x="308801" y="144415"/>
                      </a:moveTo>
                      <a:cubicBezTo>
                        <a:pt x="311849" y="141367"/>
                        <a:pt x="310230" y="144986"/>
                        <a:pt x="312992" y="144510"/>
                      </a:cubicBezTo>
                      <a:cubicBezTo>
                        <a:pt x="310706" y="147844"/>
                        <a:pt x="310230" y="144510"/>
                        <a:pt x="308801" y="144415"/>
                      </a:cubicBezTo>
                      <a:close/>
                      <a:moveTo>
                        <a:pt x="220695" y="247666"/>
                      </a:moveTo>
                      <a:cubicBezTo>
                        <a:pt x="222791" y="244427"/>
                        <a:pt x="223171" y="247190"/>
                        <a:pt x="224314" y="247380"/>
                      </a:cubicBezTo>
                      <a:cubicBezTo>
                        <a:pt x="222410" y="249476"/>
                        <a:pt x="220028" y="250047"/>
                        <a:pt x="220695" y="247666"/>
                      </a:cubicBezTo>
                      <a:close/>
                      <a:moveTo>
                        <a:pt x="233935" y="234712"/>
                      </a:moveTo>
                      <a:cubicBezTo>
                        <a:pt x="234316" y="236236"/>
                        <a:pt x="232125" y="238998"/>
                        <a:pt x="234697" y="239379"/>
                      </a:cubicBezTo>
                      <a:cubicBezTo>
                        <a:pt x="229839" y="244523"/>
                        <a:pt x="230220" y="238236"/>
                        <a:pt x="233935" y="234712"/>
                      </a:cubicBezTo>
                      <a:close/>
                      <a:moveTo>
                        <a:pt x="341758" y="109268"/>
                      </a:moveTo>
                      <a:cubicBezTo>
                        <a:pt x="342520" y="108410"/>
                        <a:pt x="342901" y="108982"/>
                        <a:pt x="343377" y="108982"/>
                      </a:cubicBezTo>
                      <a:cubicBezTo>
                        <a:pt x="344330" y="108029"/>
                        <a:pt x="344615" y="107363"/>
                        <a:pt x="344425" y="106982"/>
                      </a:cubicBezTo>
                      <a:cubicBezTo>
                        <a:pt x="347187" y="104600"/>
                        <a:pt x="345663" y="108410"/>
                        <a:pt x="345472" y="109077"/>
                      </a:cubicBezTo>
                      <a:cubicBezTo>
                        <a:pt x="344044" y="110030"/>
                        <a:pt x="342996" y="109268"/>
                        <a:pt x="341758" y="109268"/>
                      </a:cubicBezTo>
                      <a:close/>
                      <a:moveTo>
                        <a:pt x="207455" y="293195"/>
                      </a:moveTo>
                      <a:cubicBezTo>
                        <a:pt x="203550" y="295196"/>
                        <a:pt x="209170" y="298339"/>
                        <a:pt x="203455" y="300053"/>
                      </a:cubicBezTo>
                      <a:cubicBezTo>
                        <a:pt x="204121" y="300625"/>
                        <a:pt x="205264" y="299577"/>
                        <a:pt x="205931" y="300339"/>
                      </a:cubicBezTo>
                      <a:cubicBezTo>
                        <a:pt x="206312" y="299482"/>
                        <a:pt x="206693" y="298625"/>
                        <a:pt x="207741" y="297482"/>
                      </a:cubicBezTo>
                      <a:cubicBezTo>
                        <a:pt x="208884" y="298815"/>
                        <a:pt x="209075" y="301768"/>
                        <a:pt x="212599" y="298053"/>
                      </a:cubicBezTo>
                      <a:cubicBezTo>
                        <a:pt x="211742" y="300815"/>
                        <a:pt x="212789" y="300244"/>
                        <a:pt x="214789" y="300911"/>
                      </a:cubicBezTo>
                      <a:cubicBezTo>
                        <a:pt x="212218" y="304530"/>
                        <a:pt x="212027" y="300053"/>
                        <a:pt x="210027" y="301768"/>
                      </a:cubicBezTo>
                      <a:cubicBezTo>
                        <a:pt x="208884" y="305102"/>
                        <a:pt x="212599" y="303101"/>
                        <a:pt x="211170" y="306626"/>
                      </a:cubicBezTo>
                      <a:cubicBezTo>
                        <a:pt x="214123" y="304244"/>
                        <a:pt x="210408" y="305102"/>
                        <a:pt x="213361" y="302625"/>
                      </a:cubicBezTo>
                      <a:cubicBezTo>
                        <a:pt x="214789" y="303768"/>
                        <a:pt x="213075" y="306340"/>
                        <a:pt x="214504" y="307483"/>
                      </a:cubicBezTo>
                      <a:cubicBezTo>
                        <a:pt x="212504" y="310912"/>
                        <a:pt x="212599" y="307007"/>
                        <a:pt x="210980" y="309197"/>
                      </a:cubicBezTo>
                      <a:cubicBezTo>
                        <a:pt x="209265" y="311769"/>
                        <a:pt x="213837" y="308626"/>
                        <a:pt x="212313" y="311483"/>
                      </a:cubicBezTo>
                      <a:cubicBezTo>
                        <a:pt x="213932" y="311579"/>
                        <a:pt x="213170" y="307959"/>
                        <a:pt x="216123" y="307197"/>
                      </a:cubicBezTo>
                      <a:cubicBezTo>
                        <a:pt x="215361" y="310340"/>
                        <a:pt x="213742" y="311674"/>
                        <a:pt x="217266" y="312055"/>
                      </a:cubicBezTo>
                      <a:cubicBezTo>
                        <a:pt x="216313" y="312626"/>
                        <a:pt x="215075" y="313674"/>
                        <a:pt x="213837" y="315198"/>
                      </a:cubicBezTo>
                      <a:cubicBezTo>
                        <a:pt x="214694" y="316817"/>
                        <a:pt x="217361" y="312531"/>
                        <a:pt x="218600" y="312912"/>
                      </a:cubicBezTo>
                      <a:cubicBezTo>
                        <a:pt x="215837" y="322532"/>
                        <a:pt x="225362" y="319865"/>
                        <a:pt x="226315" y="326247"/>
                      </a:cubicBezTo>
                      <a:cubicBezTo>
                        <a:pt x="228791" y="323961"/>
                        <a:pt x="231935" y="326628"/>
                        <a:pt x="228220" y="330248"/>
                      </a:cubicBezTo>
                      <a:cubicBezTo>
                        <a:pt x="231363" y="329009"/>
                        <a:pt x="231268" y="328343"/>
                        <a:pt x="233459" y="329676"/>
                      </a:cubicBezTo>
                      <a:cubicBezTo>
                        <a:pt x="228696" y="337296"/>
                        <a:pt x="242507" y="336153"/>
                        <a:pt x="241650" y="342440"/>
                      </a:cubicBezTo>
                      <a:cubicBezTo>
                        <a:pt x="239650" y="344821"/>
                        <a:pt x="238412" y="344916"/>
                        <a:pt x="238888" y="343202"/>
                      </a:cubicBezTo>
                      <a:cubicBezTo>
                        <a:pt x="238316" y="343964"/>
                        <a:pt x="238507" y="344345"/>
                        <a:pt x="237745" y="345202"/>
                      </a:cubicBezTo>
                      <a:cubicBezTo>
                        <a:pt x="241650" y="342916"/>
                        <a:pt x="248508" y="343773"/>
                        <a:pt x="245555" y="349298"/>
                      </a:cubicBezTo>
                      <a:cubicBezTo>
                        <a:pt x="250413" y="347774"/>
                        <a:pt x="249937" y="351869"/>
                        <a:pt x="252223" y="353965"/>
                      </a:cubicBezTo>
                      <a:cubicBezTo>
                        <a:pt x="250508" y="355584"/>
                        <a:pt x="249556" y="354822"/>
                        <a:pt x="247937" y="356441"/>
                      </a:cubicBezTo>
                      <a:cubicBezTo>
                        <a:pt x="249175" y="354536"/>
                        <a:pt x="248413" y="352822"/>
                        <a:pt x="246222" y="353870"/>
                      </a:cubicBezTo>
                      <a:cubicBezTo>
                        <a:pt x="244984" y="355394"/>
                        <a:pt x="245174" y="356251"/>
                        <a:pt x="246317" y="356727"/>
                      </a:cubicBezTo>
                      <a:cubicBezTo>
                        <a:pt x="242793" y="357680"/>
                        <a:pt x="241841" y="354346"/>
                        <a:pt x="238888" y="352917"/>
                      </a:cubicBezTo>
                      <a:cubicBezTo>
                        <a:pt x="240412" y="352155"/>
                        <a:pt x="240221" y="351679"/>
                        <a:pt x="241174" y="350345"/>
                      </a:cubicBezTo>
                      <a:cubicBezTo>
                        <a:pt x="238888" y="351488"/>
                        <a:pt x="238983" y="349774"/>
                        <a:pt x="239840" y="348059"/>
                      </a:cubicBezTo>
                      <a:cubicBezTo>
                        <a:pt x="234602" y="350250"/>
                        <a:pt x="232030" y="338630"/>
                        <a:pt x="223838" y="349298"/>
                      </a:cubicBezTo>
                      <a:cubicBezTo>
                        <a:pt x="221267" y="346440"/>
                        <a:pt x="220123" y="345869"/>
                        <a:pt x="214123" y="346631"/>
                      </a:cubicBezTo>
                      <a:cubicBezTo>
                        <a:pt x="214885" y="344821"/>
                        <a:pt x="213932" y="343773"/>
                        <a:pt x="215075" y="341868"/>
                      </a:cubicBezTo>
                      <a:cubicBezTo>
                        <a:pt x="210980" y="345202"/>
                        <a:pt x="207170" y="341297"/>
                        <a:pt x="207455" y="336820"/>
                      </a:cubicBezTo>
                      <a:cubicBezTo>
                        <a:pt x="206503" y="335963"/>
                        <a:pt x="204693" y="338058"/>
                        <a:pt x="203455" y="338249"/>
                      </a:cubicBezTo>
                      <a:cubicBezTo>
                        <a:pt x="200216" y="334820"/>
                        <a:pt x="197359" y="329581"/>
                        <a:pt x="194311" y="326723"/>
                      </a:cubicBezTo>
                      <a:cubicBezTo>
                        <a:pt x="197168" y="323485"/>
                        <a:pt x="196502" y="319961"/>
                        <a:pt x="192692" y="320246"/>
                      </a:cubicBezTo>
                      <a:cubicBezTo>
                        <a:pt x="192882" y="317389"/>
                        <a:pt x="190120" y="310150"/>
                        <a:pt x="184214" y="313198"/>
                      </a:cubicBezTo>
                      <a:cubicBezTo>
                        <a:pt x="182309" y="312341"/>
                        <a:pt x="185357" y="312055"/>
                        <a:pt x="186786" y="309483"/>
                      </a:cubicBezTo>
                      <a:cubicBezTo>
                        <a:pt x="184405" y="309578"/>
                        <a:pt x="180500" y="307864"/>
                        <a:pt x="180500" y="305292"/>
                      </a:cubicBezTo>
                      <a:cubicBezTo>
                        <a:pt x="185453" y="303387"/>
                        <a:pt x="183643" y="297958"/>
                        <a:pt x="182690" y="295862"/>
                      </a:cubicBezTo>
                      <a:cubicBezTo>
                        <a:pt x="186500" y="294529"/>
                        <a:pt x="185357" y="299768"/>
                        <a:pt x="185548" y="301863"/>
                      </a:cubicBezTo>
                      <a:cubicBezTo>
                        <a:pt x="187072" y="301387"/>
                        <a:pt x="188881" y="299672"/>
                        <a:pt x="189929" y="300720"/>
                      </a:cubicBezTo>
                      <a:cubicBezTo>
                        <a:pt x="189263" y="301387"/>
                        <a:pt x="188786" y="301292"/>
                        <a:pt x="188024" y="302149"/>
                      </a:cubicBezTo>
                      <a:cubicBezTo>
                        <a:pt x="196692" y="303578"/>
                        <a:pt x="200693" y="308816"/>
                        <a:pt x="203741" y="314055"/>
                      </a:cubicBezTo>
                      <a:cubicBezTo>
                        <a:pt x="206027" y="313769"/>
                        <a:pt x="207360" y="316722"/>
                        <a:pt x="210218" y="314341"/>
                      </a:cubicBezTo>
                      <a:cubicBezTo>
                        <a:pt x="208313" y="309959"/>
                        <a:pt x="203645" y="306149"/>
                        <a:pt x="198692" y="305292"/>
                      </a:cubicBezTo>
                      <a:cubicBezTo>
                        <a:pt x="199550" y="304721"/>
                        <a:pt x="200312" y="304149"/>
                        <a:pt x="201359" y="303006"/>
                      </a:cubicBezTo>
                      <a:cubicBezTo>
                        <a:pt x="202217" y="301673"/>
                        <a:pt x="195168" y="302339"/>
                        <a:pt x="200978" y="297291"/>
                      </a:cubicBezTo>
                      <a:cubicBezTo>
                        <a:pt x="195263" y="300815"/>
                        <a:pt x="198121" y="295291"/>
                        <a:pt x="192692" y="299863"/>
                      </a:cubicBezTo>
                      <a:cubicBezTo>
                        <a:pt x="190691" y="298720"/>
                        <a:pt x="188501" y="297672"/>
                        <a:pt x="191930" y="293862"/>
                      </a:cubicBezTo>
                      <a:cubicBezTo>
                        <a:pt x="193644" y="294338"/>
                        <a:pt x="191930" y="296815"/>
                        <a:pt x="194501" y="295577"/>
                      </a:cubicBezTo>
                      <a:cubicBezTo>
                        <a:pt x="193739" y="293957"/>
                        <a:pt x="194501" y="291671"/>
                        <a:pt x="195263" y="289290"/>
                      </a:cubicBezTo>
                      <a:cubicBezTo>
                        <a:pt x="194311" y="289671"/>
                        <a:pt x="192025" y="293481"/>
                        <a:pt x="189929" y="293862"/>
                      </a:cubicBezTo>
                      <a:cubicBezTo>
                        <a:pt x="188501" y="292052"/>
                        <a:pt x="190215" y="288814"/>
                        <a:pt x="190596" y="286147"/>
                      </a:cubicBezTo>
                      <a:cubicBezTo>
                        <a:pt x="193072" y="285099"/>
                        <a:pt x="195073" y="285766"/>
                        <a:pt x="197740" y="284147"/>
                      </a:cubicBezTo>
                      <a:cubicBezTo>
                        <a:pt x="198978" y="284337"/>
                        <a:pt x="197454" y="285956"/>
                        <a:pt x="196311" y="287290"/>
                      </a:cubicBezTo>
                      <a:cubicBezTo>
                        <a:pt x="200978" y="286718"/>
                        <a:pt x="199740" y="288147"/>
                        <a:pt x="202979" y="290433"/>
                      </a:cubicBezTo>
                      <a:cubicBezTo>
                        <a:pt x="205646" y="286718"/>
                        <a:pt x="204979" y="286242"/>
                        <a:pt x="208979" y="283575"/>
                      </a:cubicBezTo>
                      <a:cubicBezTo>
                        <a:pt x="209646" y="286528"/>
                        <a:pt x="207360" y="288147"/>
                        <a:pt x="205931" y="292433"/>
                      </a:cubicBezTo>
                      <a:cubicBezTo>
                        <a:pt x="204026" y="292243"/>
                        <a:pt x="207170" y="289576"/>
                        <a:pt x="205264" y="289290"/>
                      </a:cubicBezTo>
                      <a:cubicBezTo>
                        <a:pt x="204312" y="289195"/>
                        <a:pt x="204312" y="291100"/>
                        <a:pt x="203360" y="290719"/>
                      </a:cubicBezTo>
                      <a:cubicBezTo>
                        <a:pt x="201550" y="296529"/>
                        <a:pt x="209646" y="289957"/>
                        <a:pt x="209265" y="294719"/>
                      </a:cubicBezTo>
                      <a:cubicBezTo>
                        <a:pt x="208217" y="295958"/>
                        <a:pt x="205931" y="294434"/>
                        <a:pt x="207455" y="293195"/>
                      </a:cubicBezTo>
                      <a:close/>
                      <a:moveTo>
                        <a:pt x="201455" y="277003"/>
                      </a:moveTo>
                      <a:cubicBezTo>
                        <a:pt x="203264" y="276050"/>
                        <a:pt x="204693" y="276336"/>
                        <a:pt x="205931" y="277289"/>
                      </a:cubicBezTo>
                      <a:cubicBezTo>
                        <a:pt x="204121" y="278051"/>
                        <a:pt x="200788" y="279384"/>
                        <a:pt x="201455" y="277003"/>
                      </a:cubicBezTo>
                      <a:close/>
                      <a:moveTo>
                        <a:pt x="240412" y="233569"/>
                      </a:moveTo>
                      <a:cubicBezTo>
                        <a:pt x="240507" y="234902"/>
                        <a:pt x="238983" y="236903"/>
                        <a:pt x="236792" y="239379"/>
                      </a:cubicBezTo>
                      <a:lnTo>
                        <a:pt x="237650" y="239951"/>
                      </a:lnTo>
                      <a:cubicBezTo>
                        <a:pt x="238602" y="240046"/>
                        <a:pt x="238412" y="238712"/>
                        <a:pt x="239840" y="237379"/>
                      </a:cubicBezTo>
                      <a:cubicBezTo>
                        <a:pt x="240317" y="238331"/>
                        <a:pt x="238507" y="240332"/>
                        <a:pt x="240507" y="240522"/>
                      </a:cubicBezTo>
                      <a:cubicBezTo>
                        <a:pt x="239555" y="241379"/>
                        <a:pt x="239173" y="240522"/>
                        <a:pt x="238126" y="241665"/>
                      </a:cubicBezTo>
                      <a:cubicBezTo>
                        <a:pt x="236888" y="243856"/>
                        <a:pt x="241460" y="240522"/>
                        <a:pt x="241841" y="242808"/>
                      </a:cubicBezTo>
                      <a:cubicBezTo>
                        <a:pt x="236316" y="245856"/>
                        <a:pt x="234792" y="242713"/>
                        <a:pt x="234316" y="240427"/>
                      </a:cubicBezTo>
                      <a:cubicBezTo>
                        <a:pt x="238412" y="238046"/>
                        <a:pt x="237840" y="234998"/>
                        <a:pt x="240412" y="233569"/>
                      </a:cubicBezTo>
                      <a:close/>
                      <a:moveTo>
                        <a:pt x="229648" y="246809"/>
                      </a:moveTo>
                      <a:cubicBezTo>
                        <a:pt x="232792" y="244046"/>
                        <a:pt x="235459" y="248047"/>
                        <a:pt x="233649" y="250809"/>
                      </a:cubicBezTo>
                      <a:cubicBezTo>
                        <a:pt x="230982" y="250047"/>
                        <a:pt x="231458" y="247856"/>
                        <a:pt x="229648" y="246809"/>
                      </a:cubicBezTo>
                      <a:close/>
                      <a:moveTo>
                        <a:pt x="201359" y="281003"/>
                      </a:moveTo>
                      <a:cubicBezTo>
                        <a:pt x="203264" y="278432"/>
                        <a:pt x="206217" y="280146"/>
                        <a:pt x="202026" y="284147"/>
                      </a:cubicBezTo>
                      <a:cubicBezTo>
                        <a:pt x="199264" y="284337"/>
                        <a:pt x="203169" y="281194"/>
                        <a:pt x="201359" y="281003"/>
                      </a:cubicBezTo>
                      <a:close/>
                      <a:moveTo>
                        <a:pt x="406528" y="46307"/>
                      </a:moveTo>
                      <a:cubicBezTo>
                        <a:pt x="405289" y="46022"/>
                        <a:pt x="405861" y="44879"/>
                        <a:pt x="405385" y="44212"/>
                      </a:cubicBezTo>
                      <a:cubicBezTo>
                        <a:pt x="406337" y="43259"/>
                        <a:pt x="406813" y="44021"/>
                        <a:pt x="407480" y="44307"/>
                      </a:cubicBezTo>
                      <a:cubicBezTo>
                        <a:pt x="408623" y="44593"/>
                        <a:pt x="410909" y="40402"/>
                        <a:pt x="411576" y="42974"/>
                      </a:cubicBezTo>
                      <a:lnTo>
                        <a:pt x="409385" y="45545"/>
                      </a:lnTo>
                      <a:cubicBezTo>
                        <a:pt x="408719" y="44593"/>
                        <a:pt x="407766" y="44783"/>
                        <a:pt x="406528" y="46307"/>
                      </a:cubicBezTo>
                      <a:close/>
                      <a:moveTo>
                        <a:pt x="205550" y="278432"/>
                      </a:moveTo>
                      <a:cubicBezTo>
                        <a:pt x="208884" y="274526"/>
                        <a:pt x="207741" y="279479"/>
                        <a:pt x="208122" y="280146"/>
                      </a:cubicBezTo>
                      <a:cubicBezTo>
                        <a:pt x="206122" y="283004"/>
                        <a:pt x="204979" y="283004"/>
                        <a:pt x="203169" y="285004"/>
                      </a:cubicBezTo>
                      <a:cubicBezTo>
                        <a:pt x="203360" y="283099"/>
                        <a:pt x="207741" y="279098"/>
                        <a:pt x="205550" y="278432"/>
                      </a:cubicBezTo>
                      <a:close/>
                      <a:moveTo>
                        <a:pt x="320041" y="157559"/>
                      </a:moveTo>
                      <a:cubicBezTo>
                        <a:pt x="322136" y="154321"/>
                        <a:pt x="319469" y="153368"/>
                        <a:pt x="321374" y="150225"/>
                      </a:cubicBezTo>
                      <a:cubicBezTo>
                        <a:pt x="323089" y="148320"/>
                        <a:pt x="323565" y="151178"/>
                        <a:pt x="324803" y="151178"/>
                      </a:cubicBezTo>
                      <a:cubicBezTo>
                        <a:pt x="322517" y="153654"/>
                        <a:pt x="323565" y="154511"/>
                        <a:pt x="321184" y="156988"/>
                      </a:cubicBezTo>
                      <a:cubicBezTo>
                        <a:pt x="323565" y="155750"/>
                        <a:pt x="326042" y="154226"/>
                        <a:pt x="328042" y="154797"/>
                      </a:cubicBezTo>
                      <a:cubicBezTo>
                        <a:pt x="324041" y="159655"/>
                        <a:pt x="322231" y="157083"/>
                        <a:pt x="320898" y="162227"/>
                      </a:cubicBezTo>
                      <a:cubicBezTo>
                        <a:pt x="319755" y="162608"/>
                        <a:pt x="318707" y="162512"/>
                        <a:pt x="317945" y="161560"/>
                      </a:cubicBezTo>
                      <a:cubicBezTo>
                        <a:pt x="319184" y="159941"/>
                        <a:pt x="320041" y="160131"/>
                        <a:pt x="321374" y="158417"/>
                      </a:cubicBezTo>
                      <a:cubicBezTo>
                        <a:pt x="319564" y="158226"/>
                        <a:pt x="314897" y="162227"/>
                        <a:pt x="315564" y="158607"/>
                      </a:cubicBezTo>
                      <a:cubicBezTo>
                        <a:pt x="318421" y="159179"/>
                        <a:pt x="319469" y="154130"/>
                        <a:pt x="320041" y="157559"/>
                      </a:cubicBezTo>
                      <a:close/>
                      <a:moveTo>
                        <a:pt x="208694" y="287290"/>
                      </a:moveTo>
                      <a:cubicBezTo>
                        <a:pt x="211170" y="283766"/>
                        <a:pt x="211646" y="287576"/>
                        <a:pt x="213170" y="287576"/>
                      </a:cubicBezTo>
                      <a:cubicBezTo>
                        <a:pt x="209932" y="291576"/>
                        <a:pt x="209075" y="288528"/>
                        <a:pt x="208694" y="287290"/>
                      </a:cubicBezTo>
                      <a:close/>
                      <a:moveTo>
                        <a:pt x="322803" y="160798"/>
                      </a:moveTo>
                      <a:cubicBezTo>
                        <a:pt x="325946" y="158417"/>
                        <a:pt x="326804" y="157464"/>
                        <a:pt x="328899" y="155369"/>
                      </a:cubicBezTo>
                      <a:cubicBezTo>
                        <a:pt x="331376" y="155559"/>
                        <a:pt x="328709" y="158131"/>
                        <a:pt x="328899" y="159464"/>
                      </a:cubicBezTo>
                      <a:cubicBezTo>
                        <a:pt x="327756" y="160703"/>
                        <a:pt x="324994" y="158893"/>
                        <a:pt x="325280" y="161179"/>
                      </a:cubicBezTo>
                      <a:cubicBezTo>
                        <a:pt x="324232" y="162227"/>
                        <a:pt x="323660" y="161084"/>
                        <a:pt x="322803" y="160798"/>
                      </a:cubicBezTo>
                      <a:close/>
                      <a:moveTo>
                        <a:pt x="328328" y="161750"/>
                      </a:moveTo>
                      <a:cubicBezTo>
                        <a:pt x="330137" y="159369"/>
                        <a:pt x="330613" y="162227"/>
                        <a:pt x="332614" y="159179"/>
                      </a:cubicBezTo>
                      <a:cubicBezTo>
                        <a:pt x="333185" y="160131"/>
                        <a:pt x="329185" y="163179"/>
                        <a:pt x="332138" y="162989"/>
                      </a:cubicBezTo>
                      <a:cubicBezTo>
                        <a:pt x="332519" y="159464"/>
                        <a:pt x="335186" y="160131"/>
                        <a:pt x="332995" y="163560"/>
                      </a:cubicBezTo>
                      <a:cubicBezTo>
                        <a:pt x="329661" y="166132"/>
                        <a:pt x="328328" y="164227"/>
                        <a:pt x="328328" y="161750"/>
                      </a:cubicBezTo>
                      <a:close/>
                      <a:moveTo>
                        <a:pt x="328899" y="167656"/>
                      </a:moveTo>
                      <a:cubicBezTo>
                        <a:pt x="327185" y="169466"/>
                        <a:pt x="326137" y="168704"/>
                        <a:pt x="325184" y="167846"/>
                      </a:cubicBezTo>
                      <a:lnTo>
                        <a:pt x="327470" y="165275"/>
                      </a:lnTo>
                      <a:lnTo>
                        <a:pt x="328804" y="166227"/>
                      </a:lnTo>
                      <a:cubicBezTo>
                        <a:pt x="325946" y="168227"/>
                        <a:pt x="327566" y="166894"/>
                        <a:pt x="328899" y="167656"/>
                      </a:cubicBezTo>
                      <a:close/>
                      <a:moveTo>
                        <a:pt x="214885" y="295481"/>
                      </a:moveTo>
                      <a:cubicBezTo>
                        <a:pt x="217171" y="292148"/>
                        <a:pt x="217647" y="295386"/>
                        <a:pt x="218980" y="295481"/>
                      </a:cubicBezTo>
                      <a:cubicBezTo>
                        <a:pt x="215837" y="299291"/>
                        <a:pt x="215361" y="296815"/>
                        <a:pt x="214885" y="295481"/>
                      </a:cubicBezTo>
                      <a:close/>
                      <a:moveTo>
                        <a:pt x="428816" y="52022"/>
                      </a:moveTo>
                      <a:cubicBezTo>
                        <a:pt x="430912" y="49165"/>
                        <a:pt x="432341" y="49546"/>
                        <a:pt x="434531" y="46307"/>
                      </a:cubicBezTo>
                      <a:cubicBezTo>
                        <a:pt x="435388" y="48022"/>
                        <a:pt x="438722" y="48689"/>
                        <a:pt x="436436" y="51737"/>
                      </a:cubicBezTo>
                      <a:cubicBezTo>
                        <a:pt x="433769" y="47736"/>
                        <a:pt x="431483" y="52308"/>
                        <a:pt x="428816" y="52022"/>
                      </a:cubicBezTo>
                      <a:close/>
                      <a:moveTo>
                        <a:pt x="358998" y="134699"/>
                      </a:moveTo>
                      <a:cubicBezTo>
                        <a:pt x="359951" y="134223"/>
                        <a:pt x="361760" y="132794"/>
                        <a:pt x="361284" y="132128"/>
                      </a:cubicBezTo>
                      <a:cubicBezTo>
                        <a:pt x="365475" y="130889"/>
                        <a:pt x="360808" y="134985"/>
                        <a:pt x="360522" y="137081"/>
                      </a:cubicBezTo>
                      <a:cubicBezTo>
                        <a:pt x="358427" y="138986"/>
                        <a:pt x="362046" y="134128"/>
                        <a:pt x="358998" y="134699"/>
                      </a:cubicBezTo>
                      <a:close/>
                      <a:moveTo>
                        <a:pt x="333185" y="169180"/>
                      </a:moveTo>
                      <a:cubicBezTo>
                        <a:pt x="335662" y="165751"/>
                        <a:pt x="336329" y="168989"/>
                        <a:pt x="338424" y="167275"/>
                      </a:cubicBezTo>
                      <a:cubicBezTo>
                        <a:pt x="339186" y="169085"/>
                        <a:pt x="336805" y="169275"/>
                        <a:pt x="336329" y="171371"/>
                      </a:cubicBezTo>
                      <a:cubicBezTo>
                        <a:pt x="338329" y="170418"/>
                        <a:pt x="339567" y="172418"/>
                        <a:pt x="341091" y="173276"/>
                      </a:cubicBezTo>
                      <a:cubicBezTo>
                        <a:pt x="334328" y="176324"/>
                        <a:pt x="334805" y="171656"/>
                        <a:pt x="333185" y="169180"/>
                      </a:cubicBezTo>
                      <a:close/>
                      <a:moveTo>
                        <a:pt x="339472" y="165275"/>
                      </a:moveTo>
                      <a:cubicBezTo>
                        <a:pt x="343758" y="163751"/>
                        <a:pt x="341377" y="170894"/>
                        <a:pt x="345663" y="169466"/>
                      </a:cubicBezTo>
                      <a:cubicBezTo>
                        <a:pt x="340805" y="172895"/>
                        <a:pt x="341281" y="166608"/>
                        <a:pt x="339472" y="165275"/>
                      </a:cubicBezTo>
                      <a:close/>
                      <a:moveTo>
                        <a:pt x="440913" y="50784"/>
                      </a:moveTo>
                      <a:cubicBezTo>
                        <a:pt x="442056" y="51737"/>
                        <a:pt x="438627" y="54594"/>
                        <a:pt x="439770" y="55547"/>
                      </a:cubicBezTo>
                      <a:cubicBezTo>
                        <a:pt x="436531" y="57547"/>
                        <a:pt x="438055" y="51546"/>
                        <a:pt x="440913" y="50784"/>
                      </a:cubicBezTo>
                      <a:close/>
                      <a:moveTo>
                        <a:pt x="392717" y="115268"/>
                      </a:moveTo>
                      <a:cubicBezTo>
                        <a:pt x="392717" y="120126"/>
                        <a:pt x="391002" y="119459"/>
                        <a:pt x="391573" y="124031"/>
                      </a:cubicBezTo>
                      <a:cubicBezTo>
                        <a:pt x="388621" y="122603"/>
                        <a:pt x="387192" y="120507"/>
                        <a:pt x="392717" y="115268"/>
                      </a:cubicBezTo>
                      <a:close/>
                      <a:moveTo>
                        <a:pt x="340234" y="178133"/>
                      </a:moveTo>
                      <a:cubicBezTo>
                        <a:pt x="343663" y="175181"/>
                        <a:pt x="345568" y="177943"/>
                        <a:pt x="348425" y="176895"/>
                      </a:cubicBezTo>
                      <a:cubicBezTo>
                        <a:pt x="344996" y="179753"/>
                        <a:pt x="348139" y="181181"/>
                        <a:pt x="350330" y="183658"/>
                      </a:cubicBezTo>
                      <a:cubicBezTo>
                        <a:pt x="349473" y="184229"/>
                        <a:pt x="348616" y="184706"/>
                        <a:pt x="347568" y="185944"/>
                      </a:cubicBezTo>
                      <a:cubicBezTo>
                        <a:pt x="345472" y="185753"/>
                        <a:pt x="347378" y="183658"/>
                        <a:pt x="346901" y="182705"/>
                      </a:cubicBezTo>
                      <a:cubicBezTo>
                        <a:pt x="344330" y="185944"/>
                        <a:pt x="345187" y="180610"/>
                        <a:pt x="341186" y="184325"/>
                      </a:cubicBezTo>
                      <a:cubicBezTo>
                        <a:pt x="341281" y="183277"/>
                        <a:pt x="344615" y="176895"/>
                        <a:pt x="340520" y="181086"/>
                      </a:cubicBezTo>
                      <a:cubicBezTo>
                        <a:pt x="340234" y="180134"/>
                        <a:pt x="340520" y="178991"/>
                        <a:pt x="340234" y="178133"/>
                      </a:cubicBezTo>
                      <a:close/>
                      <a:moveTo>
                        <a:pt x="371190" y="147177"/>
                      </a:moveTo>
                      <a:lnTo>
                        <a:pt x="373000" y="148415"/>
                      </a:lnTo>
                      <a:cubicBezTo>
                        <a:pt x="370428" y="151940"/>
                        <a:pt x="367856" y="150225"/>
                        <a:pt x="371190" y="147177"/>
                      </a:cubicBezTo>
                      <a:close/>
                      <a:moveTo>
                        <a:pt x="382620" y="139843"/>
                      </a:moveTo>
                      <a:cubicBezTo>
                        <a:pt x="387287" y="135461"/>
                        <a:pt x="386144" y="140891"/>
                        <a:pt x="389097" y="141557"/>
                      </a:cubicBezTo>
                      <a:cubicBezTo>
                        <a:pt x="385478" y="143272"/>
                        <a:pt x="385859" y="140605"/>
                        <a:pt x="382620" y="139843"/>
                      </a:cubicBezTo>
                      <a:close/>
                      <a:moveTo>
                        <a:pt x="373952" y="150416"/>
                      </a:moveTo>
                      <a:cubicBezTo>
                        <a:pt x="376238" y="146987"/>
                        <a:pt x="376810" y="150416"/>
                        <a:pt x="378143" y="150511"/>
                      </a:cubicBezTo>
                      <a:cubicBezTo>
                        <a:pt x="376238" y="152702"/>
                        <a:pt x="375191" y="151273"/>
                        <a:pt x="373952" y="150416"/>
                      </a:cubicBezTo>
                      <a:close/>
                      <a:moveTo>
                        <a:pt x="352616" y="185182"/>
                      </a:moveTo>
                      <a:cubicBezTo>
                        <a:pt x="353188" y="185658"/>
                        <a:pt x="353759" y="186230"/>
                        <a:pt x="354712" y="185277"/>
                      </a:cubicBezTo>
                      <a:cubicBezTo>
                        <a:pt x="354712" y="187849"/>
                        <a:pt x="347854" y="190040"/>
                        <a:pt x="352616" y="185182"/>
                      </a:cubicBezTo>
                      <a:close/>
                      <a:moveTo>
                        <a:pt x="371666" y="165275"/>
                      </a:moveTo>
                      <a:cubicBezTo>
                        <a:pt x="374333" y="163560"/>
                        <a:pt x="371952" y="168513"/>
                        <a:pt x="370904" y="170228"/>
                      </a:cubicBezTo>
                      <a:cubicBezTo>
                        <a:pt x="369571" y="169275"/>
                        <a:pt x="371857" y="166703"/>
                        <a:pt x="371666" y="165275"/>
                      </a:cubicBezTo>
                      <a:close/>
                      <a:moveTo>
                        <a:pt x="400051" y="134033"/>
                      </a:moveTo>
                      <a:cubicBezTo>
                        <a:pt x="403289" y="132509"/>
                        <a:pt x="404813" y="135747"/>
                        <a:pt x="408623" y="135842"/>
                      </a:cubicBezTo>
                      <a:cubicBezTo>
                        <a:pt x="406052" y="138033"/>
                        <a:pt x="405099" y="134318"/>
                        <a:pt x="402146" y="138224"/>
                      </a:cubicBezTo>
                      <a:cubicBezTo>
                        <a:pt x="401956" y="136604"/>
                        <a:pt x="399955" y="135842"/>
                        <a:pt x="400051" y="134033"/>
                      </a:cubicBezTo>
                      <a:close/>
                      <a:moveTo>
                        <a:pt x="403099" y="138890"/>
                      </a:moveTo>
                      <a:cubicBezTo>
                        <a:pt x="404909" y="138605"/>
                        <a:pt x="411386" y="136890"/>
                        <a:pt x="407195" y="141653"/>
                      </a:cubicBezTo>
                      <a:cubicBezTo>
                        <a:pt x="404909" y="140414"/>
                        <a:pt x="404146" y="141081"/>
                        <a:pt x="403099" y="138890"/>
                      </a:cubicBezTo>
                      <a:close/>
                      <a:moveTo>
                        <a:pt x="385001" y="168989"/>
                      </a:moveTo>
                      <a:cubicBezTo>
                        <a:pt x="386716" y="169561"/>
                        <a:pt x="385192" y="171656"/>
                        <a:pt x="387287" y="172037"/>
                      </a:cubicBezTo>
                      <a:cubicBezTo>
                        <a:pt x="385096" y="174895"/>
                        <a:pt x="383668" y="174895"/>
                        <a:pt x="381858" y="176514"/>
                      </a:cubicBezTo>
                      <a:lnTo>
                        <a:pt x="379667" y="174895"/>
                      </a:lnTo>
                      <a:cubicBezTo>
                        <a:pt x="381287" y="172228"/>
                        <a:pt x="382430" y="170990"/>
                        <a:pt x="385001" y="168989"/>
                      </a:cubicBezTo>
                      <a:close/>
                      <a:moveTo>
                        <a:pt x="283655" y="281956"/>
                      </a:moveTo>
                      <a:cubicBezTo>
                        <a:pt x="285941" y="278336"/>
                        <a:pt x="286322" y="281194"/>
                        <a:pt x="288322" y="278336"/>
                      </a:cubicBezTo>
                      <a:cubicBezTo>
                        <a:pt x="288704" y="279670"/>
                        <a:pt x="284036" y="283861"/>
                        <a:pt x="283655" y="281956"/>
                      </a:cubicBezTo>
                      <a:close/>
                      <a:moveTo>
                        <a:pt x="288037" y="280908"/>
                      </a:moveTo>
                      <a:cubicBezTo>
                        <a:pt x="290418" y="283289"/>
                        <a:pt x="291085" y="280813"/>
                        <a:pt x="294609" y="282813"/>
                      </a:cubicBezTo>
                      <a:cubicBezTo>
                        <a:pt x="293180" y="284337"/>
                        <a:pt x="293561" y="285004"/>
                        <a:pt x="291942" y="286528"/>
                      </a:cubicBezTo>
                      <a:cubicBezTo>
                        <a:pt x="291275" y="283575"/>
                        <a:pt x="285655" y="286337"/>
                        <a:pt x="285275" y="283194"/>
                      </a:cubicBezTo>
                      <a:cubicBezTo>
                        <a:pt x="287751" y="280622"/>
                        <a:pt x="290132" y="278336"/>
                        <a:pt x="291561" y="279289"/>
                      </a:cubicBezTo>
                      <a:cubicBezTo>
                        <a:pt x="290037" y="281194"/>
                        <a:pt x="288894" y="281765"/>
                        <a:pt x="288037" y="280908"/>
                      </a:cubicBezTo>
                      <a:close/>
                      <a:moveTo>
                        <a:pt x="387954" y="175276"/>
                      </a:moveTo>
                      <a:cubicBezTo>
                        <a:pt x="387573" y="174800"/>
                        <a:pt x="389002" y="173466"/>
                        <a:pt x="389764" y="172418"/>
                      </a:cubicBezTo>
                      <a:cubicBezTo>
                        <a:pt x="391002" y="172895"/>
                        <a:pt x="391288" y="173752"/>
                        <a:pt x="391193" y="174895"/>
                      </a:cubicBezTo>
                      <a:cubicBezTo>
                        <a:pt x="388335" y="178038"/>
                        <a:pt x="389478" y="173657"/>
                        <a:pt x="387954" y="175276"/>
                      </a:cubicBezTo>
                      <a:close/>
                      <a:moveTo>
                        <a:pt x="364332" y="201660"/>
                      </a:moveTo>
                      <a:cubicBezTo>
                        <a:pt x="365475" y="199088"/>
                        <a:pt x="368047" y="200231"/>
                        <a:pt x="366428" y="201755"/>
                      </a:cubicBezTo>
                      <a:cubicBezTo>
                        <a:pt x="368428" y="201755"/>
                        <a:pt x="367856" y="198993"/>
                        <a:pt x="369952" y="198707"/>
                      </a:cubicBezTo>
                      <a:cubicBezTo>
                        <a:pt x="370333" y="199946"/>
                        <a:pt x="369095" y="201851"/>
                        <a:pt x="367475" y="203851"/>
                      </a:cubicBezTo>
                      <a:lnTo>
                        <a:pt x="364332" y="201660"/>
                      </a:lnTo>
                      <a:close/>
                      <a:moveTo>
                        <a:pt x="371285" y="201089"/>
                      </a:moveTo>
                      <a:cubicBezTo>
                        <a:pt x="370809" y="199469"/>
                        <a:pt x="374619" y="199088"/>
                        <a:pt x="373381" y="201184"/>
                      </a:cubicBezTo>
                      <a:cubicBezTo>
                        <a:pt x="371762" y="203184"/>
                        <a:pt x="370428" y="204327"/>
                        <a:pt x="369476" y="203946"/>
                      </a:cubicBezTo>
                      <a:cubicBezTo>
                        <a:pt x="368713" y="205565"/>
                        <a:pt x="368904" y="206708"/>
                        <a:pt x="370428" y="206042"/>
                      </a:cubicBezTo>
                      <a:cubicBezTo>
                        <a:pt x="371571" y="204899"/>
                        <a:pt x="372619" y="203660"/>
                        <a:pt x="372333" y="203184"/>
                      </a:cubicBezTo>
                      <a:cubicBezTo>
                        <a:pt x="374429" y="200993"/>
                        <a:pt x="374333" y="208137"/>
                        <a:pt x="372523" y="206137"/>
                      </a:cubicBezTo>
                      <a:cubicBezTo>
                        <a:pt x="371190" y="208232"/>
                        <a:pt x="374810" y="207851"/>
                        <a:pt x="376524" y="204803"/>
                      </a:cubicBezTo>
                      <a:cubicBezTo>
                        <a:pt x="376429" y="205470"/>
                        <a:pt x="376429" y="206232"/>
                        <a:pt x="377096" y="206613"/>
                      </a:cubicBezTo>
                      <a:cubicBezTo>
                        <a:pt x="372714" y="211661"/>
                        <a:pt x="374810" y="207756"/>
                        <a:pt x="370142" y="212709"/>
                      </a:cubicBezTo>
                      <a:cubicBezTo>
                        <a:pt x="367761" y="211471"/>
                        <a:pt x="368047" y="208042"/>
                        <a:pt x="367094" y="204899"/>
                      </a:cubicBezTo>
                      <a:cubicBezTo>
                        <a:pt x="368428" y="203375"/>
                        <a:pt x="373952" y="200136"/>
                        <a:pt x="371285" y="201089"/>
                      </a:cubicBezTo>
                      <a:close/>
                      <a:moveTo>
                        <a:pt x="235554" y="353393"/>
                      </a:moveTo>
                      <a:lnTo>
                        <a:pt x="232506" y="356727"/>
                      </a:lnTo>
                      <a:cubicBezTo>
                        <a:pt x="230315" y="356346"/>
                        <a:pt x="234602" y="351679"/>
                        <a:pt x="235554" y="353393"/>
                      </a:cubicBezTo>
                      <a:close/>
                      <a:moveTo>
                        <a:pt x="232887" y="357108"/>
                      </a:moveTo>
                      <a:cubicBezTo>
                        <a:pt x="232030" y="359680"/>
                        <a:pt x="234983" y="357394"/>
                        <a:pt x="235745" y="359108"/>
                      </a:cubicBezTo>
                      <a:cubicBezTo>
                        <a:pt x="233554" y="360251"/>
                        <a:pt x="234792" y="360251"/>
                        <a:pt x="232696" y="362537"/>
                      </a:cubicBezTo>
                      <a:cubicBezTo>
                        <a:pt x="231172" y="361490"/>
                        <a:pt x="230220" y="360156"/>
                        <a:pt x="232887" y="357108"/>
                      </a:cubicBezTo>
                      <a:close/>
                      <a:moveTo>
                        <a:pt x="364999" y="216043"/>
                      </a:moveTo>
                      <a:cubicBezTo>
                        <a:pt x="366142" y="214614"/>
                        <a:pt x="366713" y="214900"/>
                        <a:pt x="367761" y="213852"/>
                      </a:cubicBezTo>
                      <a:cubicBezTo>
                        <a:pt x="369476" y="214043"/>
                        <a:pt x="367094" y="216138"/>
                        <a:pt x="367952" y="216805"/>
                      </a:cubicBezTo>
                      <a:cubicBezTo>
                        <a:pt x="366332" y="218615"/>
                        <a:pt x="366046" y="216043"/>
                        <a:pt x="364999" y="216043"/>
                      </a:cubicBezTo>
                      <a:close/>
                      <a:moveTo>
                        <a:pt x="380048" y="218519"/>
                      </a:moveTo>
                      <a:cubicBezTo>
                        <a:pt x="381191" y="217376"/>
                        <a:pt x="381953" y="220615"/>
                        <a:pt x="379953" y="222615"/>
                      </a:cubicBezTo>
                      <a:cubicBezTo>
                        <a:pt x="377381" y="222329"/>
                        <a:pt x="380048" y="219758"/>
                        <a:pt x="380048" y="218519"/>
                      </a:cubicBezTo>
                      <a:close/>
                      <a:moveTo>
                        <a:pt x="373476" y="231950"/>
                      </a:moveTo>
                      <a:cubicBezTo>
                        <a:pt x="373381" y="233950"/>
                        <a:pt x="375191" y="235188"/>
                        <a:pt x="372619" y="238331"/>
                      </a:cubicBezTo>
                      <a:cubicBezTo>
                        <a:pt x="370428" y="237284"/>
                        <a:pt x="371190" y="234902"/>
                        <a:pt x="373476" y="231950"/>
                      </a:cubicBezTo>
                      <a:close/>
                      <a:moveTo>
                        <a:pt x="376619" y="235569"/>
                      </a:moveTo>
                      <a:cubicBezTo>
                        <a:pt x="377096" y="236522"/>
                        <a:pt x="375191" y="238522"/>
                        <a:pt x="377286" y="238808"/>
                      </a:cubicBezTo>
                      <a:cubicBezTo>
                        <a:pt x="375762" y="239284"/>
                        <a:pt x="374047" y="240427"/>
                        <a:pt x="372809" y="239760"/>
                      </a:cubicBezTo>
                      <a:cubicBezTo>
                        <a:pt x="373476" y="237569"/>
                        <a:pt x="374429" y="238427"/>
                        <a:pt x="376619" y="235569"/>
                      </a:cubicBezTo>
                      <a:close/>
                      <a:moveTo>
                        <a:pt x="197549" y="434546"/>
                      </a:moveTo>
                      <a:cubicBezTo>
                        <a:pt x="198502" y="434737"/>
                        <a:pt x="197740" y="435689"/>
                        <a:pt x="196787" y="436832"/>
                      </a:cubicBezTo>
                      <a:cubicBezTo>
                        <a:pt x="197835" y="437785"/>
                        <a:pt x="200693" y="434356"/>
                        <a:pt x="199550" y="437404"/>
                      </a:cubicBezTo>
                      <a:cubicBezTo>
                        <a:pt x="197168" y="439214"/>
                        <a:pt x="194406" y="437690"/>
                        <a:pt x="197549" y="434546"/>
                      </a:cubicBezTo>
                      <a:close/>
                      <a:moveTo>
                        <a:pt x="395288" y="229473"/>
                      </a:moveTo>
                      <a:cubicBezTo>
                        <a:pt x="399479" y="225568"/>
                        <a:pt x="396908" y="232140"/>
                        <a:pt x="393193" y="234902"/>
                      </a:cubicBezTo>
                      <a:cubicBezTo>
                        <a:pt x="392812" y="233569"/>
                        <a:pt x="398051" y="229759"/>
                        <a:pt x="395288" y="229473"/>
                      </a:cubicBezTo>
                      <a:close/>
                      <a:moveTo>
                        <a:pt x="383287" y="243189"/>
                      </a:moveTo>
                      <a:cubicBezTo>
                        <a:pt x="383096" y="246047"/>
                        <a:pt x="384906" y="244904"/>
                        <a:pt x="385192" y="247380"/>
                      </a:cubicBezTo>
                      <a:cubicBezTo>
                        <a:pt x="383477" y="249476"/>
                        <a:pt x="383668" y="245475"/>
                        <a:pt x="381572" y="248999"/>
                      </a:cubicBezTo>
                      <a:cubicBezTo>
                        <a:pt x="382620" y="246809"/>
                        <a:pt x="381572" y="245666"/>
                        <a:pt x="383287" y="243189"/>
                      </a:cubicBezTo>
                      <a:close/>
                      <a:moveTo>
                        <a:pt x="197454" y="449596"/>
                      </a:moveTo>
                      <a:cubicBezTo>
                        <a:pt x="200216" y="446167"/>
                        <a:pt x="201073" y="449977"/>
                        <a:pt x="198692" y="451882"/>
                      </a:cubicBezTo>
                      <a:cubicBezTo>
                        <a:pt x="197454" y="451501"/>
                        <a:pt x="199264" y="449786"/>
                        <a:pt x="197454" y="449596"/>
                      </a:cubicBezTo>
                      <a:close/>
                      <a:moveTo>
                        <a:pt x="376714" y="256619"/>
                      </a:moveTo>
                      <a:cubicBezTo>
                        <a:pt x="377953" y="255857"/>
                        <a:pt x="379381" y="254810"/>
                        <a:pt x="381001" y="252714"/>
                      </a:cubicBezTo>
                      <a:cubicBezTo>
                        <a:pt x="382715" y="254905"/>
                        <a:pt x="376810" y="260429"/>
                        <a:pt x="376714" y="256619"/>
                      </a:cubicBezTo>
                      <a:close/>
                      <a:moveTo>
                        <a:pt x="369856" y="265573"/>
                      </a:moveTo>
                      <a:cubicBezTo>
                        <a:pt x="372905" y="262906"/>
                        <a:pt x="372238" y="265668"/>
                        <a:pt x="372047" y="267097"/>
                      </a:cubicBezTo>
                      <a:cubicBezTo>
                        <a:pt x="370047" y="269002"/>
                        <a:pt x="369666" y="266240"/>
                        <a:pt x="369856" y="265573"/>
                      </a:cubicBezTo>
                      <a:close/>
                      <a:moveTo>
                        <a:pt x="342615" y="300339"/>
                      </a:moveTo>
                      <a:cubicBezTo>
                        <a:pt x="342520" y="302720"/>
                        <a:pt x="344901" y="303959"/>
                        <a:pt x="340138" y="308340"/>
                      </a:cubicBezTo>
                      <a:cubicBezTo>
                        <a:pt x="342710" y="304054"/>
                        <a:pt x="337281" y="306054"/>
                        <a:pt x="342615" y="300339"/>
                      </a:cubicBezTo>
                      <a:close/>
                      <a:moveTo>
                        <a:pt x="209265" y="444167"/>
                      </a:moveTo>
                      <a:cubicBezTo>
                        <a:pt x="209646" y="445691"/>
                        <a:pt x="211742" y="446453"/>
                        <a:pt x="207836" y="449977"/>
                      </a:cubicBezTo>
                      <a:cubicBezTo>
                        <a:pt x="206693" y="448834"/>
                        <a:pt x="206312" y="447215"/>
                        <a:pt x="209265" y="444167"/>
                      </a:cubicBezTo>
                      <a:close/>
                      <a:moveTo>
                        <a:pt x="382334" y="260620"/>
                      </a:moveTo>
                      <a:cubicBezTo>
                        <a:pt x="385001" y="260810"/>
                        <a:pt x="381096" y="263763"/>
                        <a:pt x="382144" y="264716"/>
                      </a:cubicBezTo>
                      <a:cubicBezTo>
                        <a:pt x="380620" y="265668"/>
                        <a:pt x="379667" y="264906"/>
                        <a:pt x="378429" y="264811"/>
                      </a:cubicBezTo>
                      <a:cubicBezTo>
                        <a:pt x="379096" y="262620"/>
                        <a:pt x="380144" y="263477"/>
                        <a:pt x="382334" y="260620"/>
                      </a:cubicBezTo>
                      <a:close/>
                      <a:moveTo>
                        <a:pt x="383477" y="265573"/>
                      </a:moveTo>
                      <a:cubicBezTo>
                        <a:pt x="385954" y="263001"/>
                        <a:pt x="386906" y="265668"/>
                        <a:pt x="388526" y="266430"/>
                      </a:cubicBezTo>
                      <a:cubicBezTo>
                        <a:pt x="384906" y="269002"/>
                        <a:pt x="383858" y="266716"/>
                        <a:pt x="383477" y="265573"/>
                      </a:cubicBezTo>
                      <a:close/>
                      <a:moveTo>
                        <a:pt x="345187" y="309102"/>
                      </a:moveTo>
                      <a:cubicBezTo>
                        <a:pt x="347092" y="306816"/>
                        <a:pt x="348902" y="304816"/>
                        <a:pt x="349568" y="306721"/>
                      </a:cubicBezTo>
                      <a:cubicBezTo>
                        <a:pt x="347854" y="308150"/>
                        <a:pt x="346044" y="310150"/>
                        <a:pt x="345187" y="309102"/>
                      </a:cubicBezTo>
                      <a:close/>
                      <a:moveTo>
                        <a:pt x="364618" y="288242"/>
                      </a:moveTo>
                      <a:cubicBezTo>
                        <a:pt x="366523" y="286528"/>
                        <a:pt x="367475" y="289195"/>
                        <a:pt x="367189" y="290052"/>
                      </a:cubicBezTo>
                      <a:cubicBezTo>
                        <a:pt x="365666" y="291005"/>
                        <a:pt x="363856" y="293005"/>
                        <a:pt x="363094" y="291290"/>
                      </a:cubicBezTo>
                      <a:cubicBezTo>
                        <a:pt x="364904" y="290528"/>
                        <a:pt x="365951" y="288909"/>
                        <a:pt x="364618" y="288242"/>
                      </a:cubicBezTo>
                      <a:close/>
                      <a:moveTo>
                        <a:pt x="365856" y="304435"/>
                      </a:moveTo>
                      <a:lnTo>
                        <a:pt x="364142" y="303197"/>
                      </a:lnTo>
                      <a:cubicBezTo>
                        <a:pt x="366428" y="300815"/>
                        <a:pt x="367761" y="301673"/>
                        <a:pt x="369761" y="300244"/>
                      </a:cubicBezTo>
                      <a:cubicBezTo>
                        <a:pt x="369571" y="301958"/>
                        <a:pt x="367189" y="301292"/>
                        <a:pt x="365856" y="304435"/>
                      </a:cubicBezTo>
                      <a:close/>
                      <a:moveTo>
                        <a:pt x="224029" y="465598"/>
                      </a:moveTo>
                      <a:cubicBezTo>
                        <a:pt x="225553" y="464645"/>
                        <a:pt x="226696" y="464550"/>
                        <a:pt x="227553" y="465407"/>
                      </a:cubicBezTo>
                      <a:cubicBezTo>
                        <a:pt x="224791" y="469408"/>
                        <a:pt x="223457" y="467027"/>
                        <a:pt x="224029" y="465598"/>
                      </a:cubicBezTo>
                      <a:close/>
                      <a:moveTo>
                        <a:pt x="382334" y="315198"/>
                      </a:moveTo>
                      <a:cubicBezTo>
                        <a:pt x="385192" y="311864"/>
                        <a:pt x="386716" y="316246"/>
                        <a:pt x="383287" y="318722"/>
                      </a:cubicBezTo>
                      <a:cubicBezTo>
                        <a:pt x="380905" y="318437"/>
                        <a:pt x="384049" y="315770"/>
                        <a:pt x="382334" y="315198"/>
                      </a:cubicBezTo>
                      <a:close/>
                      <a:moveTo>
                        <a:pt x="294228" y="409210"/>
                      </a:moveTo>
                      <a:cubicBezTo>
                        <a:pt x="295562" y="408162"/>
                        <a:pt x="296800" y="407591"/>
                        <a:pt x="298229" y="406543"/>
                      </a:cubicBezTo>
                      <a:cubicBezTo>
                        <a:pt x="297276" y="408543"/>
                        <a:pt x="297371" y="410067"/>
                        <a:pt x="297562" y="411686"/>
                      </a:cubicBezTo>
                      <a:cubicBezTo>
                        <a:pt x="293466" y="414734"/>
                        <a:pt x="295276" y="410162"/>
                        <a:pt x="294228" y="409210"/>
                      </a:cubicBezTo>
                      <a:close/>
                      <a:moveTo>
                        <a:pt x="308135" y="428069"/>
                      </a:moveTo>
                      <a:cubicBezTo>
                        <a:pt x="310039" y="426355"/>
                        <a:pt x="311659" y="425688"/>
                        <a:pt x="312992" y="425974"/>
                      </a:cubicBezTo>
                      <a:lnTo>
                        <a:pt x="309754" y="429308"/>
                      </a:lnTo>
                      <a:lnTo>
                        <a:pt x="308135" y="428069"/>
                      </a:lnTo>
                      <a:close/>
                      <a:moveTo>
                        <a:pt x="224219" y="524843"/>
                      </a:moveTo>
                      <a:cubicBezTo>
                        <a:pt x="225458" y="526939"/>
                        <a:pt x="224505" y="529987"/>
                        <a:pt x="227363" y="531320"/>
                      </a:cubicBezTo>
                      <a:cubicBezTo>
                        <a:pt x="225172" y="533511"/>
                        <a:pt x="223648" y="531892"/>
                        <a:pt x="224219" y="530368"/>
                      </a:cubicBezTo>
                      <a:cubicBezTo>
                        <a:pt x="222314" y="531987"/>
                        <a:pt x="223267" y="532368"/>
                        <a:pt x="223838" y="532844"/>
                      </a:cubicBezTo>
                      <a:cubicBezTo>
                        <a:pt x="221838" y="531987"/>
                        <a:pt x="220981" y="528939"/>
                        <a:pt x="224219" y="524843"/>
                      </a:cubicBezTo>
                      <a:close/>
                      <a:moveTo>
                        <a:pt x="221933" y="574945"/>
                      </a:moveTo>
                      <a:cubicBezTo>
                        <a:pt x="223934" y="572754"/>
                        <a:pt x="224791" y="573516"/>
                        <a:pt x="225838" y="573707"/>
                      </a:cubicBezTo>
                      <a:cubicBezTo>
                        <a:pt x="223267" y="576850"/>
                        <a:pt x="220981" y="577136"/>
                        <a:pt x="221933" y="574945"/>
                      </a:cubicBezTo>
                      <a:close/>
                      <a:moveTo>
                        <a:pt x="454534" y="442547"/>
                      </a:moveTo>
                      <a:cubicBezTo>
                        <a:pt x="452534" y="445024"/>
                        <a:pt x="451867" y="444167"/>
                        <a:pt x="450057" y="446167"/>
                      </a:cubicBezTo>
                      <a:cubicBezTo>
                        <a:pt x="448819" y="445119"/>
                        <a:pt x="453772" y="440547"/>
                        <a:pt x="454534" y="442547"/>
                      </a:cubicBezTo>
                      <a:close/>
                      <a:moveTo>
                        <a:pt x="244984" y="651240"/>
                      </a:moveTo>
                      <a:cubicBezTo>
                        <a:pt x="247270" y="648097"/>
                        <a:pt x="251461" y="649430"/>
                        <a:pt x="248127" y="652193"/>
                      </a:cubicBezTo>
                      <a:cubicBezTo>
                        <a:pt x="248127" y="649716"/>
                        <a:pt x="246603" y="652002"/>
                        <a:pt x="244984" y="651240"/>
                      </a:cubicBezTo>
                      <a:close/>
                      <a:moveTo>
                        <a:pt x="206312" y="696865"/>
                      </a:moveTo>
                      <a:cubicBezTo>
                        <a:pt x="208598" y="695341"/>
                        <a:pt x="211646" y="692007"/>
                        <a:pt x="212694" y="693341"/>
                      </a:cubicBezTo>
                      <a:cubicBezTo>
                        <a:pt x="210980" y="695341"/>
                        <a:pt x="207455" y="697913"/>
                        <a:pt x="206312" y="696865"/>
                      </a:cubicBezTo>
                      <a:close/>
                      <a:moveTo>
                        <a:pt x="259843" y="711152"/>
                      </a:moveTo>
                      <a:cubicBezTo>
                        <a:pt x="262796" y="708200"/>
                        <a:pt x="263748" y="709914"/>
                        <a:pt x="265367" y="709819"/>
                      </a:cubicBezTo>
                      <a:cubicBezTo>
                        <a:pt x="260605" y="714486"/>
                        <a:pt x="262129" y="710867"/>
                        <a:pt x="259843" y="711152"/>
                      </a:cubicBezTo>
                      <a:close/>
                      <a:moveTo>
                        <a:pt x="828200" y="234140"/>
                      </a:moveTo>
                      <a:cubicBezTo>
                        <a:pt x="826390" y="232140"/>
                        <a:pt x="827533" y="228521"/>
                        <a:pt x="822961" y="231092"/>
                      </a:cubicBezTo>
                      <a:cubicBezTo>
                        <a:pt x="824675" y="224425"/>
                        <a:pt x="831057" y="227568"/>
                        <a:pt x="831533" y="229473"/>
                      </a:cubicBezTo>
                      <a:cubicBezTo>
                        <a:pt x="831343" y="228711"/>
                        <a:pt x="827533" y="232616"/>
                        <a:pt x="831152" y="230616"/>
                      </a:cubicBezTo>
                      <a:cubicBezTo>
                        <a:pt x="831057" y="231950"/>
                        <a:pt x="829723" y="231759"/>
                        <a:pt x="828200" y="234140"/>
                      </a:cubicBezTo>
                      <a:close/>
                      <a:moveTo>
                        <a:pt x="334519" y="680196"/>
                      </a:moveTo>
                      <a:cubicBezTo>
                        <a:pt x="335090" y="677815"/>
                        <a:pt x="338234" y="679244"/>
                        <a:pt x="339758" y="678672"/>
                      </a:cubicBezTo>
                      <a:cubicBezTo>
                        <a:pt x="339186" y="681149"/>
                        <a:pt x="336043" y="679625"/>
                        <a:pt x="334519" y="680196"/>
                      </a:cubicBezTo>
                      <a:close/>
                      <a:moveTo>
                        <a:pt x="339567" y="681530"/>
                      </a:moveTo>
                      <a:cubicBezTo>
                        <a:pt x="341281" y="680006"/>
                        <a:pt x="339662" y="679720"/>
                        <a:pt x="342234" y="677815"/>
                      </a:cubicBezTo>
                      <a:cubicBezTo>
                        <a:pt x="348235" y="679815"/>
                        <a:pt x="347282" y="684387"/>
                        <a:pt x="352997" y="685530"/>
                      </a:cubicBezTo>
                      <a:cubicBezTo>
                        <a:pt x="355283" y="680672"/>
                        <a:pt x="357379" y="683816"/>
                        <a:pt x="360617" y="678672"/>
                      </a:cubicBezTo>
                      <a:cubicBezTo>
                        <a:pt x="359284" y="678196"/>
                        <a:pt x="357760" y="678291"/>
                        <a:pt x="355855" y="679053"/>
                      </a:cubicBezTo>
                      <a:cubicBezTo>
                        <a:pt x="355664" y="677148"/>
                        <a:pt x="359284" y="676100"/>
                        <a:pt x="357379" y="674386"/>
                      </a:cubicBezTo>
                      <a:cubicBezTo>
                        <a:pt x="359951" y="672386"/>
                        <a:pt x="361855" y="671909"/>
                        <a:pt x="364427" y="670004"/>
                      </a:cubicBezTo>
                      <a:cubicBezTo>
                        <a:pt x="365570" y="671528"/>
                        <a:pt x="361094" y="672290"/>
                        <a:pt x="362998" y="673243"/>
                      </a:cubicBezTo>
                      <a:cubicBezTo>
                        <a:pt x="361094" y="675243"/>
                        <a:pt x="360427" y="674291"/>
                        <a:pt x="358331" y="676767"/>
                      </a:cubicBezTo>
                      <a:cubicBezTo>
                        <a:pt x="361855" y="674195"/>
                        <a:pt x="363284" y="676291"/>
                        <a:pt x="365856" y="675815"/>
                      </a:cubicBezTo>
                      <a:cubicBezTo>
                        <a:pt x="359474" y="680196"/>
                        <a:pt x="363475" y="680482"/>
                        <a:pt x="359379" y="682196"/>
                      </a:cubicBezTo>
                      <a:cubicBezTo>
                        <a:pt x="357474" y="683816"/>
                        <a:pt x="360331" y="683625"/>
                        <a:pt x="360331" y="684578"/>
                      </a:cubicBezTo>
                      <a:cubicBezTo>
                        <a:pt x="358903" y="686006"/>
                        <a:pt x="358046" y="685816"/>
                        <a:pt x="356521" y="687340"/>
                      </a:cubicBezTo>
                      <a:cubicBezTo>
                        <a:pt x="355950" y="686387"/>
                        <a:pt x="356617" y="684578"/>
                        <a:pt x="354331" y="685435"/>
                      </a:cubicBezTo>
                      <a:cubicBezTo>
                        <a:pt x="353283" y="687054"/>
                        <a:pt x="355474" y="687435"/>
                        <a:pt x="353569" y="689340"/>
                      </a:cubicBezTo>
                      <a:cubicBezTo>
                        <a:pt x="351569" y="689531"/>
                        <a:pt x="351473" y="688007"/>
                        <a:pt x="350235" y="686483"/>
                      </a:cubicBezTo>
                      <a:cubicBezTo>
                        <a:pt x="349473" y="688864"/>
                        <a:pt x="345568" y="692388"/>
                        <a:pt x="348044" y="693626"/>
                      </a:cubicBezTo>
                      <a:cubicBezTo>
                        <a:pt x="345854" y="696198"/>
                        <a:pt x="345758" y="694293"/>
                        <a:pt x="344901" y="693912"/>
                      </a:cubicBezTo>
                      <a:cubicBezTo>
                        <a:pt x="341948" y="696103"/>
                        <a:pt x="342996" y="696865"/>
                        <a:pt x="340615" y="697722"/>
                      </a:cubicBezTo>
                      <a:cubicBezTo>
                        <a:pt x="342615" y="697722"/>
                        <a:pt x="343472" y="698484"/>
                        <a:pt x="343568" y="700199"/>
                      </a:cubicBezTo>
                      <a:cubicBezTo>
                        <a:pt x="340520" y="702485"/>
                        <a:pt x="340901" y="698960"/>
                        <a:pt x="338234" y="703056"/>
                      </a:cubicBezTo>
                      <a:cubicBezTo>
                        <a:pt x="336329" y="702675"/>
                        <a:pt x="338424" y="700865"/>
                        <a:pt x="339377" y="699532"/>
                      </a:cubicBezTo>
                      <a:cubicBezTo>
                        <a:pt x="338805" y="699246"/>
                        <a:pt x="337471" y="700675"/>
                        <a:pt x="336424" y="701532"/>
                      </a:cubicBezTo>
                      <a:cubicBezTo>
                        <a:pt x="336138" y="700484"/>
                        <a:pt x="336995" y="699722"/>
                        <a:pt x="338614" y="698960"/>
                      </a:cubicBezTo>
                      <a:cubicBezTo>
                        <a:pt x="337376" y="698770"/>
                        <a:pt x="334995" y="700103"/>
                        <a:pt x="335947" y="698103"/>
                      </a:cubicBezTo>
                      <a:cubicBezTo>
                        <a:pt x="337186" y="696770"/>
                        <a:pt x="337757" y="697055"/>
                        <a:pt x="338900" y="696103"/>
                      </a:cubicBezTo>
                      <a:cubicBezTo>
                        <a:pt x="340615" y="691436"/>
                        <a:pt x="333662" y="693245"/>
                        <a:pt x="331947" y="690102"/>
                      </a:cubicBezTo>
                      <a:cubicBezTo>
                        <a:pt x="330518" y="691721"/>
                        <a:pt x="331471" y="692388"/>
                        <a:pt x="328423" y="694579"/>
                      </a:cubicBezTo>
                      <a:cubicBezTo>
                        <a:pt x="327375" y="693626"/>
                        <a:pt x="330899" y="690959"/>
                        <a:pt x="328804" y="690388"/>
                      </a:cubicBezTo>
                      <a:cubicBezTo>
                        <a:pt x="333471" y="687340"/>
                        <a:pt x="330709" y="686483"/>
                        <a:pt x="330804" y="684768"/>
                      </a:cubicBezTo>
                      <a:cubicBezTo>
                        <a:pt x="334805" y="681530"/>
                        <a:pt x="337853" y="680006"/>
                        <a:pt x="339567" y="681530"/>
                      </a:cubicBezTo>
                      <a:close/>
                      <a:moveTo>
                        <a:pt x="355188" y="672576"/>
                      </a:moveTo>
                      <a:cubicBezTo>
                        <a:pt x="356712" y="671909"/>
                        <a:pt x="358712" y="670100"/>
                        <a:pt x="360141" y="669338"/>
                      </a:cubicBezTo>
                      <a:lnTo>
                        <a:pt x="361951" y="670957"/>
                      </a:lnTo>
                      <a:cubicBezTo>
                        <a:pt x="358046" y="674005"/>
                        <a:pt x="359188" y="670671"/>
                        <a:pt x="355188" y="672576"/>
                      </a:cubicBezTo>
                      <a:close/>
                      <a:moveTo>
                        <a:pt x="354712" y="669147"/>
                      </a:moveTo>
                      <a:cubicBezTo>
                        <a:pt x="356236" y="668290"/>
                        <a:pt x="357474" y="668290"/>
                        <a:pt x="358236" y="669242"/>
                      </a:cubicBezTo>
                      <a:lnTo>
                        <a:pt x="355664" y="671528"/>
                      </a:lnTo>
                      <a:cubicBezTo>
                        <a:pt x="354426" y="671052"/>
                        <a:pt x="356426" y="669433"/>
                        <a:pt x="354712" y="669147"/>
                      </a:cubicBezTo>
                      <a:close/>
                      <a:moveTo>
                        <a:pt x="280131" y="739346"/>
                      </a:moveTo>
                      <a:cubicBezTo>
                        <a:pt x="282512" y="737441"/>
                        <a:pt x="283941" y="737537"/>
                        <a:pt x="285370" y="737822"/>
                      </a:cubicBezTo>
                      <a:cubicBezTo>
                        <a:pt x="282703" y="740299"/>
                        <a:pt x="281560" y="739632"/>
                        <a:pt x="280131" y="739346"/>
                      </a:cubicBezTo>
                      <a:close/>
                      <a:moveTo>
                        <a:pt x="833914" y="237569"/>
                      </a:moveTo>
                      <a:cubicBezTo>
                        <a:pt x="836963" y="239570"/>
                        <a:pt x="843344" y="239760"/>
                        <a:pt x="844011" y="243380"/>
                      </a:cubicBezTo>
                      <a:cubicBezTo>
                        <a:pt x="838582" y="245761"/>
                        <a:pt x="832010" y="242427"/>
                        <a:pt x="833914" y="237569"/>
                      </a:cubicBezTo>
                      <a:close/>
                      <a:moveTo>
                        <a:pt x="329471" y="698198"/>
                      </a:moveTo>
                      <a:cubicBezTo>
                        <a:pt x="331280" y="697436"/>
                        <a:pt x="332709" y="697817"/>
                        <a:pt x="333757" y="698865"/>
                      </a:cubicBezTo>
                      <a:cubicBezTo>
                        <a:pt x="331471" y="701437"/>
                        <a:pt x="330328" y="701342"/>
                        <a:pt x="328328" y="703151"/>
                      </a:cubicBezTo>
                      <a:cubicBezTo>
                        <a:pt x="327375" y="702008"/>
                        <a:pt x="331947" y="698865"/>
                        <a:pt x="329471" y="698198"/>
                      </a:cubicBezTo>
                      <a:close/>
                      <a:moveTo>
                        <a:pt x="326804" y="706390"/>
                      </a:moveTo>
                      <a:cubicBezTo>
                        <a:pt x="327661" y="705914"/>
                        <a:pt x="328518" y="705533"/>
                        <a:pt x="329756" y="704390"/>
                      </a:cubicBezTo>
                      <a:cubicBezTo>
                        <a:pt x="330995" y="705247"/>
                        <a:pt x="330423" y="706771"/>
                        <a:pt x="330613" y="708104"/>
                      </a:cubicBezTo>
                      <a:cubicBezTo>
                        <a:pt x="328994" y="707819"/>
                        <a:pt x="327185" y="707628"/>
                        <a:pt x="326804" y="706390"/>
                      </a:cubicBezTo>
                      <a:close/>
                      <a:moveTo>
                        <a:pt x="361475" y="682482"/>
                      </a:moveTo>
                      <a:cubicBezTo>
                        <a:pt x="363475" y="680196"/>
                        <a:pt x="363951" y="681625"/>
                        <a:pt x="365570" y="680101"/>
                      </a:cubicBezTo>
                      <a:cubicBezTo>
                        <a:pt x="366523" y="680672"/>
                        <a:pt x="362713" y="682958"/>
                        <a:pt x="361665" y="684197"/>
                      </a:cubicBezTo>
                      <a:cubicBezTo>
                        <a:pt x="361855" y="683530"/>
                        <a:pt x="362046" y="682863"/>
                        <a:pt x="361475" y="682482"/>
                      </a:cubicBezTo>
                      <a:close/>
                      <a:moveTo>
                        <a:pt x="849726" y="245285"/>
                      </a:moveTo>
                      <a:cubicBezTo>
                        <a:pt x="851917" y="243380"/>
                        <a:pt x="853346" y="244904"/>
                        <a:pt x="852774" y="246523"/>
                      </a:cubicBezTo>
                      <a:cubicBezTo>
                        <a:pt x="850869" y="247475"/>
                        <a:pt x="849059" y="247094"/>
                        <a:pt x="849726" y="245285"/>
                      </a:cubicBezTo>
                      <a:close/>
                      <a:moveTo>
                        <a:pt x="851441" y="286814"/>
                      </a:moveTo>
                      <a:cubicBezTo>
                        <a:pt x="857251" y="284147"/>
                        <a:pt x="856965" y="291290"/>
                        <a:pt x="862204" y="291957"/>
                      </a:cubicBezTo>
                      <a:cubicBezTo>
                        <a:pt x="856013" y="295672"/>
                        <a:pt x="852012" y="290338"/>
                        <a:pt x="851441" y="286814"/>
                      </a:cubicBezTo>
                      <a:close/>
                      <a:moveTo>
                        <a:pt x="387668" y="714010"/>
                      </a:moveTo>
                      <a:cubicBezTo>
                        <a:pt x="387954" y="716391"/>
                        <a:pt x="395098" y="714581"/>
                        <a:pt x="388621" y="720773"/>
                      </a:cubicBezTo>
                      <a:cubicBezTo>
                        <a:pt x="387668" y="719915"/>
                        <a:pt x="387097" y="718106"/>
                        <a:pt x="384144" y="721439"/>
                      </a:cubicBezTo>
                      <a:cubicBezTo>
                        <a:pt x="382430" y="720963"/>
                        <a:pt x="383668" y="719534"/>
                        <a:pt x="382811" y="718772"/>
                      </a:cubicBezTo>
                      <a:cubicBezTo>
                        <a:pt x="385763" y="716772"/>
                        <a:pt x="385668" y="715724"/>
                        <a:pt x="387668" y="714010"/>
                      </a:cubicBezTo>
                      <a:close/>
                      <a:moveTo>
                        <a:pt x="872872" y="287957"/>
                      </a:moveTo>
                      <a:cubicBezTo>
                        <a:pt x="876872" y="284147"/>
                        <a:pt x="876205" y="288528"/>
                        <a:pt x="876777" y="289957"/>
                      </a:cubicBezTo>
                      <a:cubicBezTo>
                        <a:pt x="873634" y="292338"/>
                        <a:pt x="873348" y="289195"/>
                        <a:pt x="872872" y="287957"/>
                      </a:cubicBezTo>
                      <a:close/>
                      <a:moveTo>
                        <a:pt x="396050" y="709247"/>
                      </a:moveTo>
                      <a:cubicBezTo>
                        <a:pt x="397955" y="707628"/>
                        <a:pt x="397955" y="710295"/>
                        <a:pt x="399098" y="710390"/>
                      </a:cubicBezTo>
                      <a:cubicBezTo>
                        <a:pt x="395669" y="712962"/>
                        <a:pt x="394907" y="711057"/>
                        <a:pt x="396050" y="709247"/>
                      </a:cubicBezTo>
                      <a:close/>
                      <a:moveTo>
                        <a:pt x="876777" y="291481"/>
                      </a:moveTo>
                      <a:lnTo>
                        <a:pt x="878492" y="293100"/>
                      </a:lnTo>
                      <a:cubicBezTo>
                        <a:pt x="875539" y="296243"/>
                        <a:pt x="873158" y="294053"/>
                        <a:pt x="876777" y="291481"/>
                      </a:cubicBezTo>
                      <a:close/>
                      <a:moveTo>
                        <a:pt x="894875" y="303482"/>
                      </a:moveTo>
                      <a:cubicBezTo>
                        <a:pt x="897446" y="301292"/>
                        <a:pt x="899732" y="303863"/>
                        <a:pt x="896208" y="306245"/>
                      </a:cubicBezTo>
                      <a:cubicBezTo>
                        <a:pt x="893065" y="307102"/>
                        <a:pt x="896684" y="304340"/>
                        <a:pt x="894875" y="303482"/>
                      </a:cubicBezTo>
                      <a:close/>
                      <a:moveTo>
                        <a:pt x="876491" y="325009"/>
                      </a:moveTo>
                      <a:cubicBezTo>
                        <a:pt x="886016" y="323485"/>
                        <a:pt x="885254" y="333391"/>
                        <a:pt x="894970" y="329676"/>
                      </a:cubicBezTo>
                      <a:cubicBezTo>
                        <a:pt x="897446" y="330057"/>
                        <a:pt x="892493" y="332438"/>
                        <a:pt x="894970" y="332724"/>
                      </a:cubicBezTo>
                      <a:cubicBezTo>
                        <a:pt x="890017" y="335772"/>
                        <a:pt x="887636" y="336820"/>
                        <a:pt x="882492" y="339773"/>
                      </a:cubicBezTo>
                      <a:cubicBezTo>
                        <a:pt x="883635" y="334915"/>
                        <a:pt x="876301" y="337487"/>
                        <a:pt x="873920" y="336534"/>
                      </a:cubicBezTo>
                      <a:cubicBezTo>
                        <a:pt x="872872" y="335105"/>
                        <a:pt x="875063" y="332819"/>
                        <a:pt x="872205" y="331867"/>
                      </a:cubicBezTo>
                      <a:cubicBezTo>
                        <a:pt x="876491" y="328343"/>
                        <a:pt x="874301" y="332343"/>
                        <a:pt x="877348" y="331962"/>
                      </a:cubicBezTo>
                      <a:cubicBezTo>
                        <a:pt x="882873" y="326247"/>
                        <a:pt x="875729" y="328057"/>
                        <a:pt x="876491" y="325009"/>
                      </a:cubicBezTo>
                      <a:close/>
                      <a:moveTo>
                        <a:pt x="903542" y="308245"/>
                      </a:moveTo>
                      <a:cubicBezTo>
                        <a:pt x="901161" y="310245"/>
                        <a:pt x="902495" y="310436"/>
                        <a:pt x="900113" y="311293"/>
                      </a:cubicBezTo>
                      <a:lnTo>
                        <a:pt x="900971" y="312055"/>
                      </a:lnTo>
                      <a:cubicBezTo>
                        <a:pt x="898399" y="315484"/>
                        <a:pt x="899923" y="305292"/>
                        <a:pt x="903542" y="308245"/>
                      </a:cubicBezTo>
                      <a:close/>
                      <a:moveTo>
                        <a:pt x="893731" y="317675"/>
                      </a:moveTo>
                      <a:cubicBezTo>
                        <a:pt x="896589" y="316246"/>
                        <a:pt x="897732" y="316627"/>
                        <a:pt x="898018" y="318532"/>
                      </a:cubicBezTo>
                      <a:cubicBezTo>
                        <a:pt x="895732" y="320437"/>
                        <a:pt x="894875" y="318722"/>
                        <a:pt x="893731" y="317675"/>
                      </a:cubicBezTo>
                      <a:close/>
                      <a:moveTo>
                        <a:pt x="811150" y="392732"/>
                      </a:moveTo>
                      <a:cubicBezTo>
                        <a:pt x="810673" y="390922"/>
                        <a:pt x="813436" y="392541"/>
                        <a:pt x="815055" y="390160"/>
                      </a:cubicBezTo>
                      <a:cubicBezTo>
                        <a:pt x="814674" y="391779"/>
                        <a:pt x="814960" y="393208"/>
                        <a:pt x="812483" y="395399"/>
                      </a:cubicBezTo>
                      <a:cubicBezTo>
                        <a:pt x="809626" y="395399"/>
                        <a:pt x="813912" y="391017"/>
                        <a:pt x="811150" y="392732"/>
                      </a:cubicBezTo>
                      <a:close/>
                      <a:moveTo>
                        <a:pt x="802482" y="404733"/>
                      </a:moveTo>
                      <a:cubicBezTo>
                        <a:pt x="803720" y="403590"/>
                        <a:pt x="806959" y="403971"/>
                        <a:pt x="805054" y="402447"/>
                      </a:cubicBezTo>
                      <a:cubicBezTo>
                        <a:pt x="815055" y="400447"/>
                        <a:pt x="803054" y="409115"/>
                        <a:pt x="803625" y="408829"/>
                      </a:cubicBezTo>
                      <a:cubicBezTo>
                        <a:pt x="802958" y="409496"/>
                        <a:pt x="802672" y="409400"/>
                        <a:pt x="802387" y="409210"/>
                      </a:cubicBezTo>
                      <a:lnTo>
                        <a:pt x="800672" y="410734"/>
                      </a:lnTo>
                      <a:cubicBezTo>
                        <a:pt x="800482" y="408924"/>
                        <a:pt x="802672" y="406448"/>
                        <a:pt x="802482" y="404733"/>
                      </a:cubicBezTo>
                      <a:close/>
                      <a:moveTo>
                        <a:pt x="897161" y="323961"/>
                      </a:moveTo>
                      <a:cubicBezTo>
                        <a:pt x="900399" y="320913"/>
                        <a:pt x="900780" y="325580"/>
                        <a:pt x="903638" y="323771"/>
                      </a:cubicBezTo>
                      <a:cubicBezTo>
                        <a:pt x="902590" y="326819"/>
                        <a:pt x="898018" y="326342"/>
                        <a:pt x="897161" y="323961"/>
                      </a:cubicBezTo>
                      <a:close/>
                      <a:moveTo>
                        <a:pt x="829152" y="384540"/>
                      </a:moveTo>
                      <a:cubicBezTo>
                        <a:pt x="831724" y="382349"/>
                        <a:pt x="834677" y="385112"/>
                        <a:pt x="830867" y="387588"/>
                      </a:cubicBezTo>
                      <a:cubicBezTo>
                        <a:pt x="828866" y="386445"/>
                        <a:pt x="828390" y="387112"/>
                        <a:pt x="829152" y="384540"/>
                      </a:cubicBezTo>
                      <a:close/>
                      <a:moveTo>
                        <a:pt x="899256" y="335201"/>
                      </a:moveTo>
                      <a:cubicBezTo>
                        <a:pt x="895446" y="338534"/>
                        <a:pt x="891827" y="341487"/>
                        <a:pt x="890207" y="339201"/>
                      </a:cubicBezTo>
                      <a:cubicBezTo>
                        <a:pt x="893827" y="339392"/>
                        <a:pt x="896970" y="331676"/>
                        <a:pt x="899256" y="335201"/>
                      </a:cubicBezTo>
                      <a:close/>
                      <a:moveTo>
                        <a:pt x="915639" y="317865"/>
                      </a:moveTo>
                      <a:cubicBezTo>
                        <a:pt x="914972" y="319484"/>
                        <a:pt x="920116" y="319865"/>
                        <a:pt x="922021" y="319294"/>
                      </a:cubicBezTo>
                      <a:cubicBezTo>
                        <a:pt x="917258" y="323390"/>
                        <a:pt x="912115" y="321675"/>
                        <a:pt x="911258" y="320056"/>
                      </a:cubicBezTo>
                      <a:cubicBezTo>
                        <a:pt x="913639" y="318151"/>
                        <a:pt x="914591" y="320818"/>
                        <a:pt x="915639" y="317865"/>
                      </a:cubicBezTo>
                      <a:close/>
                      <a:moveTo>
                        <a:pt x="880778" y="350441"/>
                      </a:moveTo>
                      <a:cubicBezTo>
                        <a:pt x="882206" y="349679"/>
                        <a:pt x="883254" y="349869"/>
                        <a:pt x="884206" y="350536"/>
                      </a:cubicBezTo>
                      <a:lnTo>
                        <a:pt x="880778" y="353584"/>
                      </a:lnTo>
                      <a:cubicBezTo>
                        <a:pt x="878301" y="353203"/>
                        <a:pt x="883159" y="350822"/>
                        <a:pt x="880778" y="350441"/>
                      </a:cubicBezTo>
                      <a:close/>
                      <a:moveTo>
                        <a:pt x="901256" y="343392"/>
                      </a:moveTo>
                      <a:cubicBezTo>
                        <a:pt x="902114" y="340820"/>
                        <a:pt x="902399" y="344916"/>
                        <a:pt x="902114" y="345773"/>
                      </a:cubicBezTo>
                      <a:cubicBezTo>
                        <a:pt x="896018" y="349488"/>
                        <a:pt x="893351" y="351869"/>
                        <a:pt x="888779" y="353393"/>
                      </a:cubicBezTo>
                      <a:cubicBezTo>
                        <a:pt x="889445" y="349774"/>
                        <a:pt x="893541" y="345297"/>
                        <a:pt x="894494" y="341582"/>
                      </a:cubicBezTo>
                      <a:cubicBezTo>
                        <a:pt x="897732" y="341773"/>
                        <a:pt x="899637" y="341201"/>
                        <a:pt x="899161" y="344440"/>
                      </a:cubicBezTo>
                      <a:cubicBezTo>
                        <a:pt x="899923" y="344726"/>
                        <a:pt x="901733" y="344154"/>
                        <a:pt x="901256" y="343392"/>
                      </a:cubicBezTo>
                      <a:close/>
                      <a:moveTo>
                        <a:pt x="903447" y="339201"/>
                      </a:moveTo>
                      <a:cubicBezTo>
                        <a:pt x="903256" y="337772"/>
                        <a:pt x="908305" y="335486"/>
                        <a:pt x="909924" y="334343"/>
                      </a:cubicBezTo>
                      <a:cubicBezTo>
                        <a:pt x="911829" y="335010"/>
                        <a:pt x="910591" y="336534"/>
                        <a:pt x="911639" y="337487"/>
                      </a:cubicBezTo>
                      <a:cubicBezTo>
                        <a:pt x="908686" y="338630"/>
                        <a:pt x="906781" y="337201"/>
                        <a:pt x="903447" y="339201"/>
                      </a:cubicBezTo>
                      <a:close/>
                      <a:moveTo>
                        <a:pt x="853727" y="382826"/>
                      </a:moveTo>
                      <a:cubicBezTo>
                        <a:pt x="853155" y="382064"/>
                        <a:pt x="857822" y="380159"/>
                        <a:pt x="859822" y="377587"/>
                      </a:cubicBezTo>
                      <a:cubicBezTo>
                        <a:pt x="860966" y="378825"/>
                        <a:pt x="858394" y="381016"/>
                        <a:pt x="858394" y="382540"/>
                      </a:cubicBezTo>
                      <a:cubicBezTo>
                        <a:pt x="855917" y="385112"/>
                        <a:pt x="855917" y="381302"/>
                        <a:pt x="853727" y="382826"/>
                      </a:cubicBezTo>
                      <a:close/>
                      <a:moveTo>
                        <a:pt x="913353" y="336058"/>
                      </a:moveTo>
                      <a:cubicBezTo>
                        <a:pt x="915830" y="335391"/>
                        <a:pt x="915544" y="334248"/>
                        <a:pt x="917639" y="332343"/>
                      </a:cubicBezTo>
                      <a:lnTo>
                        <a:pt x="918878" y="333581"/>
                      </a:lnTo>
                      <a:cubicBezTo>
                        <a:pt x="917449" y="335201"/>
                        <a:pt x="913829" y="335582"/>
                        <a:pt x="915830" y="337010"/>
                      </a:cubicBezTo>
                      <a:cubicBezTo>
                        <a:pt x="914591" y="337868"/>
                        <a:pt x="914115" y="336534"/>
                        <a:pt x="913353" y="336058"/>
                      </a:cubicBezTo>
                      <a:close/>
                      <a:moveTo>
                        <a:pt x="461296" y="722011"/>
                      </a:moveTo>
                      <a:cubicBezTo>
                        <a:pt x="465297" y="719153"/>
                        <a:pt x="465488" y="722392"/>
                        <a:pt x="466345" y="723535"/>
                      </a:cubicBezTo>
                      <a:cubicBezTo>
                        <a:pt x="464154" y="724011"/>
                        <a:pt x="460820" y="723440"/>
                        <a:pt x="461296" y="722011"/>
                      </a:cubicBezTo>
                      <a:close/>
                      <a:moveTo>
                        <a:pt x="430245" y="762492"/>
                      </a:moveTo>
                      <a:cubicBezTo>
                        <a:pt x="433103" y="759825"/>
                        <a:pt x="435293" y="758492"/>
                        <a:pt x="437579" y="756968"/>
                      </a:cubicBezTo>
                      <a:cubicBezTo>
                        <a:pt x="437675" y="759539"/>
                        <a:pt x="435865" y="760968"/>
                        <a:pt x="437008" y="762492"/>
                      </a:cubicBezTo>
                      <a:cubicBezTo>
                        <a:pt x="433864" y="764492"/>
                        <a:pt x="431960" y="763635"/>
                        <a:pt x="430245" y="762492"/>
                      </a:cubicBezTo>
                      <a:close/>
                      <a:moveTo>
                        <a:pt x="413862" y="781161"/>
                      </a:moveTo>
                      <a:cubicBezTo>
                        <a:pt x="418244" y="777542"/>
                        <a:pt x="415767" y="781352"/>
                        <a:pt x="418148" y="782018"/>
                      </a:cubicBezTo>
                      <a:cubicBezTo>
                        <a:pt x="413862" y="785066"/>
                        <a:pt x="415577" y="782114"/>
                        <a:pt x="413862" y="781161"/>
                      </a:cubicBezTo>
                      <a:close/>
                      <a:moveTo>
                        <a:pt x="478537" y="728583"/>
                      </a:moveTo>
                      <a:lnTo>
                        <a:pt x="479966" y="729917"/>
                      </a:lnTo>
                      <a:cubicBezTo>
                        <a:pt x="475298" y="734012"/>
                        <a:pt x="476060" y="733822"/>
                        <a:pt x="471964" y="737918"/>
                      </a:cubicBezTo>
                      <a:lnTo>
                        <a:pt x="470536" y="736584"/>
                      </a:lnTo>
                      <a:cubicBezTo>
                        <a:pt x="475775" y="734489"/>
                        <a:pt x="474727" y="732488"/>
                        <a:pt x="478537" y="728583"/>
                      </a:cubicBezTo>
                      <a:close/>
                      <a:moveTo>
                        <a:pt x="761905" y="494268"/>
                      </a:moveTo>
                      <a:cubicBezTo>
                        <a:pt x="761905" y="496364"/>
                        <a:pt x="759524" y="499221"/>
                        <a:pt x="759524" y="501317"/>
                      </a:cubicBezTo>
                      <a:cubicBezTo>
                        <a:pt x="760096" y="502079"/>
                        <a:pt x="761429" y="501221"/>
                        <a:pt x="762001" y="502079"/>
                      </a:cubicBezTo>
                      <a:cubicBezTo>
                        <a:pt x="764192" y="500269"/>
                        <a:pt x="765430" y="498840"/>
                        <a:pt x="765525" y="497602"/>
                      </a:cubicBezTo>
                      <a:cubicBezTo>
                        <a:pt x="764572" y="497411"/>
                        <a:pt x="764572" y="498650"/>
                        <a:pt x="762858" y="499793"/>
                      </a:cubicBezTo>
                      <a:cubicBezTo>
                        <a:pt x="762001" y="499221"/>
                        <a:pt x="763048" y="498078"/>
                        <a:pt x="762096" y="497507"/>
                      </a:cubicBezTo>
                      <a:cubicBezTo>
                        <a:pt x="764477" y="494935"/>
                        <a:pt x="764572" y="497888"/>
                        <a:pt x="767239" y="494649"/>
                      </a:cubicBezTo>
                      <a:cubicBezTo>
                        <a:pt x="769430" y="491982"/>
                        <a:pt x="764477" y="494268"/>
                        <a:pt x="766097" y="491982"/>
                      </a:cubicBezTo>
                      <a:cubicBezTo>
                        <a:pt x="769240" y="489315"/>
                        <a:pt x="769145" y="494459"/>
                        <a:pt x="772859" y="490553"/>
                      </a:cubicBezTo>
                      <a:cubicBezTo>
                        <a:pt x="774764" y="491220"/>
                        <a:pt x="773431" y="492649"/>
                        <a:pt x="774383" y="493601"/>
                      </a:cubicBezTo>
                      <a:cubicBezTo>
                        <a:pt x="777431" y="491792"/>
                        <a:pt x="775050" y="491411"/>
                        <a:pt x="774479" y="490649"/>
                      </a:cubicBezTo>
                      <a:lnTo>
                        <a:pt x="778003" y="487696"/>
                      </a:lnTo>
                      <a:cubicBezTo>
                        <a:pt x="779717" y="488648"/>
                        <a:pt x="779908" y="490172"/>
                        <a:pt x="780384" y="491506"/>
                      </a:cubicBezTo>
                      <a:cubicBezTo>
                        <a:pt x="781146" y="491601"/>
                        <a:pt x="785147" y="489982"/>
                        <a:pt x="782956" y="489315"/>
                      </a:cubicBezTo>
                      <a:cubicBezTo>
                        <a:pt x="785813" y="490744"/>
                        <a:pt x="787528" y="493792"/>
                        <a:pt x="785528" y="497983"/>
                      </a:cubicBezTo>
                      <a:cubicBezTo>
                        <a:pt x="787147" y="499126"/>
                        <a:pt x="788671" y="494078"/>
                        <a:pt x="789433" y="495411"/>
                      </a:cubicBezTo>
                      <a:cubicBezTo>
                        <a:pt x="788861" y="497126"/>
                        <a:pt x="785242" y="501412"/>
                        <a:pt x="782765" y="503126"/>
                      </a:cubicBezTo>
                      <a:cubicBezTo>
                        <a:pt x="781051" y="499983"/>
                        <a:pt x="782765" y="495887"/>
                        <a:pt x="781622" y="492649"/>
                      </a:cubicBezTo>
                      <a:cubicBezTo>
                        <a:pt x="779336" y="495221"/>
                        <a:pt x="780575" y="496840"/>
                        <a:pt x="781337" y="498650"/>
                      </a:cubicBezTo>
                      <a:cubicBezTo>
                        <a:pt x="777336" y="500650"/>
                        <a:pt x="779431" y="500745"/>
                        <a:pt x="779051" y="502745"/>
                      </a:cubicBezTo>
                      <a:cubicBezTo>
                        <a:pt x="774002" y="505698"/>
                        <a:pt x="774383" y="501412"/>
                        <a:pt x="771621" y="500364"/>
                      </a:cubicBezTo>
                      <a:cubicBezTo>
                        <a:pt x="769240" y="503793"/>
                        <a:pt x="772573" y="506270"/>
                        <a:pt x="776764" y="506841"/>
                      </a:cubicBezTo>
                      <a:cubicBezTo>
                        <a:pt x="774193" y="509318"/>
                        <a:pt x="773526" y="507317"/>
                        <a:pt x="770669" y="510461"/>
                      </a:cubicBezTo>
                      <a:cubicBezTo>
                        <a:pt x="770002" y="512556"/>
                        <a:pt x="771812" y="511604"/>
                        <a:pt x="773050" y="512747"/>
                      </a:cubicBezTo>
                      <a:cubicBezTo>
                        <a:pt x="769526" y="515699"/>
                        <a:pt x="768573" y="512747"/>
                        <a:pt x="766859" y="511508"/>
                      </a:cubicBezTo>
                      <a:cubicBezTo>
                        <a:pt x="768287" y="511794"/>
                        <a:pt x="772097" y="509413"/>
                        <a:pt x="771240" y="507889"/>
                      </a:cubicBezTo>
                      <a:cubicBezTo>
                        <a:pt x="766192" y="509508"/>
                        <a:pt x="765335" y="507032"/>
                        <a:pt x="759905" y="508079"/>
                      </a:cubicBezTo>
                      <a:cubicBezTo>
                        <a:pt x="758762" y="511604"/>
                        <a:pt x="765335" y="508365"/>
                        <a:pt x="766478" y="511127"/>
                      </a:cubicBezTo>
                      <a:cubicBezTo>
                        <a:pt x="762858" y="512651"/>
                        <a:pt x="766859" y="511794"/>
                        <a:pt x="765049" y="514461"/>
                      </a:cubicBezTo>
                      <a:cubicBezTo>
                        <a:pt x="762191" y="516842"/>
                        <a:pt x="759810" y="517890"/>
                        <a:pt x="758191" y="517319"/>
                      </a:cubicBezTo>
                      <a:cubicBezTo>
                        <a:pt x="759143" y="516842"/>
                        <a:pt x="760096" y="516366"/>
                        <a:pt x="760763" y="516557"/>
                      </a:cubicBezTo>
                      <a:cubicBezTo>
                        <a:pt x="759620" y="510080"/>
                        <a:pt x="753619" y="511223"/>
                        <a:pt x="754476" y="507508"/>
                      </a:cubicBezTo>
                      <a:lnTo>
                        <a:pt x="759715" y="503126"/>
                      </a:lnTo>
                      <a:cubicBezTo>
                        <a:pt x="756572" y="503222"/>
                        <a:pt x="758286" y="501126"/>
                        <a:pt x="757334" y="499412"/>
                      </a:cubicBezTo>
                      <a:cubicBezTo>
                        <a:pt x="762001" y="497411"/>
                        <a:pt x="758191" y="497316"/>
                        <a:pt x="761905" y="494268"/>
                      </a:cubicBezTo>
                      <a:close/>
                      <a:moveTo>
                        <a:pt x="782956" y="481505"/>
                      </a:moveTo>
                      <a:cubicBezTo>
                        <a:pt x="784004" y="483695"/>
                        <a:pt x="783908" y="484934"/>
                        <a:pt x="787147" y="480838"/>
                      </a:cubicBezTo>
                      <a:cubicBezTo>
                        <a:pt x="787718" y="482457"/>
                        <a:pt x="784385" y="486077"/>
                        <a:pt x="788671" y="483886"/>
                      </a:cubicBezTo>
                      <a:cubicBezTo>
                        <a:pt x="790385" y="484838"/>
                        <a:pt x="787242" y="487220"/>
                        <a:pt x="787242" y="488744"/>
                      </a:cubicBezTo>
                      <a:cubicBezTo>
                        <a:pt x="785337" y="488458"/>
                        <a:pt x="782956" y="489029"/>
                        <a:pt x="781432" y="487886"/>
                      </a:cubicBezTo>
                      <a:cubicBezTo>
                        <a:pt x="789528" y="482743"/>
                        <a:pt x="778098" y="485886"/>
                        <a:pt x="782956" y="481505"/>
                      </a:cubicBezTo>
                      <a:close/>
                      <a:moveTo>
                        <a:pt x="744856" y="509413"/>
                      </a:moveTo>
                      <a:cubicBezTo>
                        <a:pt x="747047" y="508079"/>
                        <a:pt x="749618" y="508746"/>
                        <a:pt x="749047" y="510175"/>
                      </a:cubicBezTo>
                      <a:cubicBezTo>
                        <a:pt x="745332" y="513413"/>
                        <a:pt x="745142" y="510746"/>
                        <a:pt x="744856" y="509413"/>
                      </a:cubicBezTo>
                      <a:close/>
                      <a:moveTo>
                        <a:pt x="792195" y="482457"/>
                      </a:moveTo>
                      <a:cubicBezTo>
                        <a:pt x="795434" y="481790"/>
                        <a:pt x="793433" y="486362"/>
                        <a:pt x="798101" y="483314"/>
                      </a:cubicBezTo>
                      <a:cubicBezTo>
                        <a:pt x="799815" y="484743"/>
                        <a:pt x="796672" y="484267"/>
                        <a:pt x="796291" y="486267"/>
                      </a:cubicBezTo>
                      <a:cubicBezTo>
                        <a:pt x="798767" y="486743"/>
                        <a:pt x="800387" y="489601"/>
                        <a:pt x="801625" y="489791"/>
                      </a:cubicBezTo>
                      <a:cubicBezTo>
                        <a:pt x="799434" y="492363"/>
                        <a:pt x="799148" y="490268"/>
                        <a:pt x="798291" y="489696"/>
                      </a:cubicBezTo>
                      <a:cubicBezTo>
                        <a:pt x="795053" y="492839"/>
                        <a:pt x="796481" y="494840"/>
                        <a:pt x="798863" y="496459"/>
                      </a:cubicBezTo>
                      <a:cubicBezTo>
                        <a:pt x="795719" y="498459"/>
                        <a:pt x="794005" y="498078"/>
                        <a:pt x="792386" y="499697"/>
                      </a:cubicBezTo>
                      <a:cubicBezTo>
                        <a:pt x="792290" y="497602"/>
                        <a:pt x="794195" y="497888"/>
                        <a:pt x="790862" y="496649"/>
                      </a:cubicBezTo>
                      <a:cubicBezTo>
                        <a:pt x="792767" y="495316"/>
                        <a:pt x="793624" y="496268"/>
                        <a:pt x="795529" y="494840"/>
                      </a:cubicBezTo>
                      <a:cubicBezTo>
                        <a:pt x="790862" y="495221"/>
                        <a:pt x="787433" y="494268"/>
                        <a:pt x="787337" y="490172"/>
                      </a:cubicBezTo>
                      <a:cubicBezTo>
                        <a:pt x="790195" y="491125"/>
                        <a:pt x="793243" y="491411"/>
                        <a:pt x="796577" y="491125"/>
                      </a:cubicBezTo>
                      <a:cubicBezTo>
                        <a:pt x="797148" y="488172"/>
                        <a:pt x="787433" y="487696"/>
                        <a:pt x="792195" y="482457"/>
                      </a:cubicBezTo>
                      <a:close/>
                      <a:moveTo>
                        <a:pt x="858394" y="431117"/>
                      </a:moveTo>
                      <a:cubicBezTo>
                        <a:pt x="860585" y="429974"/>
                        <a:pt x="862585" y="433022"/>
                        <a:pt x="859061" y="434927"/>
                      </a:cubicBezTo>
                      <a:cubicBezTo>
                        <a:pt x="856965" y="434261"/>
                        <a:pt x="858394" y="432546"/>
                        <a:pt x="858394" y="431117"/>
                      </a:cubicBezTo>
                      <a:close/>
                      <a:moveTo>
                        <a:pt x="515303" y="719344"/>
                      </a:moveTo>
                      <a:lnTo>
                        <a:pt x="516446" y="720392"/>
                      </a:lnTo>
                      <a:lnTo>
                        <a:pt x="511208" y="724773"/>
                      </a:lnTo>
                      <a:cubicBezTo>
                        <a:pt x="511112" y="723344"/>
                        <a:pt x="512541" y="721535"/>
                        <a:pt x="515303" y="719344"/>
                      </a:cubicBezTo>
                      <a:close/>
                      <a:moveTo>
                        <a:pt x="852964" y="441690"/>
                      </a:moveTo>
                      <a:cubicBezTo>
                        <a:pt x="852488" y="442643"/>
                        <a:pt x="852393" y="443500"/>
                        <a:pt x="852488" y="444357"/>
                      </a:cubicBezTo>
                      <a:cubicBezTo>
                        <a:pt x="850202" y="446167"/>
                        <a:pt x="848869" y="444643"/>
                        <a:pt x="849536" y="443119"/>
                      </a:cubicBezTo>
                      <a:cubicBezTo>
                        <a:pt x="851441" y="442738"/>
                        <a:pt x="854393" y="439595"/>
                        <a:pt x="855536" y="441023"/>
                      </a:cubicBezTo>
                      <a:cubicBezTo>
                        <a:pt x="854203" y="442357"/>
                        <a:pt x="853536" y="442071"/>
                        <a:pt x="852964" y="441690"/>
                      </a:cubicBezTo>
                      <a:close/>
                      <a:moveTo>
                        <a:pt x="789433" y="498459"/>
                      </a:moveTo>
                      <a:lnTo>
                        <a:pt x="791052" y="499983"/>
                      </a:lnTo>
                      <a:lnTo>
                        <a:pt x="787528" y="502936"/>
                      </a:lnTo>
                      <a:cubicBezTo>
                        <a:pt x="785813" y="502079"/>
                        <a:pt x="786480" y="500650"/>
                        <a:pt x="789433" y="498459"/>
                      </a:cubicBezTo>
                      <a:close/>
                      <a:moveTo>
                        <a:pt x="857632" y="441404"/>
                      </a:moveTo>
                      <a:cubicBezTo>
                        <a:pt x="862394" y="438452"/>
                        <a:pt x="859251" y="446167"/>
                        <a:pt x="856584" y="446643"/>
                      </a:cubicBezTo>
                      <a:cubicBezTo>
                        <a:pt x="855536" y="445310"/>
                        <a:pt x="857155" y="443214"/>
                        <a:pt x="857632" y="441404"/>
                      </a:cubicBezTo>
                      <a:close/>
                      <a:moveTo>
                        <a:pt x="762287" y="527415"/>
                      </a:moveTo>
                      <a:lnTo>
                        <a:pt x="765811" y="524462"/>
                      </a:lnTo>
                      <a:cubicBezTo>
                        <a:pt x="766097" y="525034"/>
                        <a:pt x="766668" y="524939"/>
                        <a:pt x="767525" y="524462"/>
                      </a:cubicBezTo>
                      <a:cubicBezTo>
                        <a:pt x="767811" y="525986"/>
                        <a:pt x="762668" y="528939"/>
                        <a:pt x="762287" y="527415"/>
                      </a:cubicBezTo>
                      <a:close/>
                      <a:moveTo>
                        <a:pt x="820008" y="483791"/>
                      </a:moveTo>
                      <a:cubicBezTo>
                        <a:pt x="823532" y="481314"/>
                        <a:pt x="823247" y="485029"/>
                        <a:pt x="820294" y="487220"/>
                      </a:cubicBezTo>
                      <a:cubicBezTo>
                        <a:pt x="819151" y="486362"/>
                        <a:pt x="820389" y="484838"/>
                        <a:pt x="820008" y="483791"/>
                      </a:cubicBezTo>
                      <a:close/>
                      <a:moveTo>
                        <a:pt x="827152" y="484362"/>
                      </a:moveTo>
                      <a:cubicBezTo>
                        <a:pt x="828390" y="485029"/>
                        <a:pt x="828580" y="485981"/>
                        <a:pt x="828295" y="487029"/>
                      </a:cubicBezTo>
                      <a:cubicBezTo>
                        <a:pt x="826390" y="488839"/>
                        <a:pt x="826104" y="486743"/>
                        <a:pt x="824485" y="488077"/>
                      </a:cubicBezTo>
                      <a:cubicBezTo>
                        <a:pt x="823913" y="487220"/>
                        <a:pt x="825056" y="485886"/>
                        <a:pt x="827152" y="484362"/>
                      </a:cubicBezTo>
                      <a:close/>
                      <a:moveTo>
                        <a:pt x="640843" y="672957"/>
                      </a:moveTo>
                      <a:cubicBezTo>
                        <a:pt x="643986" y="672386"/>
                        <a:pt x="641510" y="669338"/>
                        <a:pt x="645986" y="666861"/>
                      </a:cubicBezTo>
                      <a:cubicBezTo>
                        <a:pt x="645986" y="671719"/>
                        <a:pt x="653892" y="670862"/>
                        <a:pt x="651892" y="677434"/>
                      </a:cubicBezTo>
                      <a:cubicBezTo>
                        <a:pt x="648939" y="679815"/>
                        <a:pt x="645986" y="682196"/>
                        <a:pt x="648082" y="683149"/>
                      </a:cubicBezTo>
                      <a:cubicBezTo>
                        <a:pt x="644367" y="684959"/>
                        <a:pt x="643891" y="686673"/>
                        <a:pt x="640081" y="689531"/>
                      </a:cubicBezTo>
                      <a:cubicBezTo>
                        <a:pt x="639700" y="687911"/>
                        <a:pt x="641986" y="685625"/>
                        <a:pt x="642272" y="683816"/>
                      </a:cubicBezTo>
                      <a:cubicBezTo>
                        <a:pt x="637319" y="685054"/>
                        <a:pt x="638462" y="680768"/>
                        <a:pt x="635509" y="682006"/>
                      </a:cubicBezTo>
                      <a:cubicBezTo>
                        <a:pt x="635223" y="680387"/>
                        <a:pt x="637890" y="677910"/>
                        <a:pt x="640271" y="675529"/>
                      </a:cubicBezTo>
                      <a:cubicBezTo>
                        <a:pt x="636938" y="675910"/>
                        <a:pt x="636652" y="674576"/>
                        <a:pt x="640367" y="670862"/>
                      </a:cubicBezTo>
                      <a:cubicBezTo>
                        <a:pt x="641891" y="670385"/>
                        <a:pt x="642843" y="671243"/>
                        <a:pt x="640843" y="672957"/>
                      </a:cubicBezTo>
                      <a:close/>
                      <a:moveTo>
                        <a:pt x="637985" y="673338"/>
                      </a:moveTo>
                      <a:cubicBezTo>
                        <a:pt x="632366" y="675815"/>
                        <a:pt x="634271" y="678196"/>
                        <a:pt x="630175" y="681625"/>
                      </a:cubicBezTo>
                      <a:cubicBezTo>
                        <a:pt x="628460" y="675148"/>
                        <a:pt x="617030" y="672386"/>
                        <a:pt x="624269" y="663242"/>
                      </a:cubicBezTo>
                      <a:cubicBezTo>
                        <a:pt x="621983" y="663146"/>
                        <a:pt x="621412" y="662194"/>
                        <a:pt x="622460" y="660003"/>
                      </a:cubicBezTo>
                      <a:cubicBezTo>
                        <a:pt x="620745" y="659432"/>
                        <a:pt x="620936" y="661908"/>
                        <a:pt x="618935" y="662861"/>
                      </a:cubicBezTo>
                      <a:cubicBezTo>
                        <a:pt x="619030" y="660479"/>
                        <a:pt x="619316" y="658098"/>
                        <a:pt x="622079" y="654955"/>
                      </a:cubicBezTo>
                      <a:cubicBezTo>
                        <a:pt x="625317" y="659146"/>
                        <a:pt x="628365" y="659146"/>
                        <a:pt x="629222" y="663146"/>
                      </a:cubicBezTo>
                      <a:cubicBezTo>
                        <a:pt x="630175" y="662289"/>
                        <a:pt x="629318" y="661908"/>
                        <a:pt x="629032" y="661337"/>
                      </a:cubicBezTo>
                      <a:cubicBezTo>
                        <a:pt x="640081" y="657241"/>
                        <a:pt x="632937" y="665718"/>
                        <a:pt x="641510" y="667147"/>
                      </a:cubicBezTo>
                      <a:cubicBezTo>
                        <a:pt x="639795" y="669242"/>
                        <a:pt x="637795" y="671338"/>
                        <a:pt x="635128" y="673624"/>
                      </a:cubicBezTo>
                      <a:cubicBezTo>
                        <a:pt x="636080" y="673624"/>
                        <a:pt x="637509" y="672386"/>
                        <a:pt x="637985" y="673338"/>
                      </a:cubicBezTo>
                      <a:close/>
                      <a:moveTo>
                        <a:pt x="565500" y="718201"/>
                      </a:moveTo>
                      <a:cubicBezTo>
                        <a:pt x="568643" y="715153"/>
                        <a:pt x="570644" y="717153"/>
                        <a:pt x="566929" y="719630"/>
                      </a:cubicBezTo>
                      <a:lnTo>
                        <a:pt x="565500" y="718201"/>
                      </a:lnTo>
                      <a:close/>
                      <a:moveTo>
                        <a:pt x="780384" y="543036"/>
                      </a:moveTo>
                      <a:cubicBezTo>
                        <a:pt x="787337" y="537512"/>
                        <a:pt x="783813" y="545513"/>
                        <a:pt x="780384" y="543036"/>
                      </a:cubicBezTo>
                      <a:lnTo>
                        <a:pt x="780384" y="543036"/>
                      </a:lnTo>
                      <a:close/>
                      <a:moveTo>
                        <a:pt x="777241" y="546275"/>
                      </a:moveTo>
                      <a:cubicBezTo>
                        <a:pt x="779908" y="544179"/>
                        <a:pt x="781908" y="546656"/>
                        <a:pt x="778289" y="548942"/>
                      </a:cubicBezTo>
                      <a:cubicBezTo>
                        <a:pt x="777050" y="548275"/>
                        <a:pt x="779146" y="546751"/>
                        <a:pt x="777241" y="546275"/>
                      </a:cubicBezTo>
                      <a:close/>
                      <a:moveTo>
                        <a:pt x="560738" y="724678"/>
                      </a:moveTo>
                      <a:cubicBezTo>
                        <a:pt x="563309" y="725345"/>
                        <a:pt x="560261" y="727535"/>
                        <a:pt x="561500" y="728583"/>
                      </a:cubicBezTo>
                      <a:cubicBezTo>
                        <a:pt x="559595" y="729250"/>
                        <a:pt x="557975" y="729155"/>
                        <a:pt x="556642" y="728583"/>
                      </a:cubicBezTo>
                      <a:cubicBezTo>
                        <a:pt x="557404" y="727440"/>
                        <a:pt x="558642" y="726202"/>
                        <a:pt x="560738" y="724678"/>
                      </a:cubicBezTo>
                      <a:close/>
                      <a:moveTo>
                        <a:pt x="571787" y="730583"/>
                      </a:moveTo>
                      <a:cubicBezTo>
                        <a:pt x="574644" y="729155"/>
                        <a:pt x="577025" y="728678"/>
                        <a:pt x="579311" y="728393"/>
                      </a:cubicBezTo>
                      <a:cubicBezTo>
                        <a:pt x="583217" y="724868"/>
                        <a:pt x="576739" y="728297"/>
                        <a:pt x="578740" y="726297"/>
                      </a:cubicBezTo>
                      <a:cubicBezTo>
                        <a:pt x="581788" y="723344"/>
                        <a:pt x="581597" y="727059"/>
                        <a:pt x="583026" y="727345"/>
                      </a:cubicBezTo>
                      <a:cubicBezTo>
                        <a:pt x="579026" y="730298"/>
                        <a:pt x="582073" y="731250"/>
                        <a:pt x="578645" y="734108"/>
                      </a:cubicBezTo>
                      <a:cubicBezTo>
                        <a:pt x="577406" y="732679"/>
                        <a:pt x="576263" y="730869"/>
                        <a:pt x="573025" y="733441"/>
                      </a:cubicBezTo>
                      <a:cubicBezTo>
                        <a:pt x="571310" y="732869"/>
                        <a:pt x="572644" y="731441"/>
                        <a:pt x="571787" y="730583"/>
                      </a:cubicBezTo>
                      <a:close/>
                      <a:moveTo>
                        <a:pt x="784956" y="566658"/>
                      </a:moveTo>
                      <a:cubicBezTo>
                        <a:pt x="787718" y="564563"/>
                        <a:pt x="788861" y="567230"/>
                        <a:pt x="786004" y="569325"/>
                      </a:cubicBezTo>
                      <a:cubicBezTo>
                        <a:pt x="784861" y="568658"/>
                        <a:pt x="784670" y="567706"/>
                        <a:pt x="784956" y="566658"/>
                      </a:cubicBezTo>
                      <a:close/>
                      <a:moveTo>
                        <a:pt x="772764" y="584946"/>
                      </a:moveTo>
                      <a:cubicBezTo>
                        <a:pt x="772955" y="583613"/>
                        <a:pt x="770669" y="582946"/>
                        <a:pt x="773526" y="580850"/>
                      </a:cubicBezTo>
                      <a:cubicBezTo>
                        <a:pt x="774479" y="581898"/>
                        <a:pt x="776764" y="582565"/>
                        <a:pt x="772764" y="584946"/>
                      </a:cubicBezTo>
                      <a:close/>
                      <a:moveTo>
                        <a:pt x="781718" y="582565"/>
                      </a:moveTo>
                      <a:cubicBezTo>
                        <a:pt x="779051" y="585327"/>
                        <a:pt x="780860" y="586375"/>
                        <a:pt x="776764" y="587232"/>
                      </a:cubicBezTo>
                      <a:cubicBezTo>
                        <a:pt x="776384" y="590280"/>
                        <a:pt x="782765" y="589804"/>
                        <a:pt x="776574" y="595043"/>
                      </a:cubicBezTo>
                      <a:cubicBezTo>
                        <a:pt x="773621" y="592852"/>
                        <a:pt x="768764" y="591233"/>
                        <a:pt x="772764" y="584851"/>
                      </a:cubicBezTo>
                      <a:cubicBezTo>
                        <a:pt x="775050" y="583517"/>
                        <a:pt x="776003" y="585232"/>
                        <a:pt x="777717" y="585041"/>
                      </a:cubicBezTo>
                      <a:cubicBezTo>
                        <a:pt x="778289" y="581708"/>
                        <a:pt x="778003" y="578088"/>
                        <a:pt x="773240" y="578945"/>
                      </a:cubicBezTo>
                      <a:cubicBezTo>
                        <a:pt x="777812" y="573897"/>
                        <a:pt x="782098" y="578564"/>
                        <a:pt x="780003" y="582565"/>
                      </a:cubicBezTo>
                      <a:cubicBezTo>
                        <a:pt x="780194" y="583232"/>
                        <a:pt x="783908" y="581803"/>
                        <a:pt x="783051" y="580755"/>
                      </a:cubicBezTo>
                      <a:cubicBezTo>
                        <a:pt x="785813" y="579898"/>
                        <a:pt x="784956" y="584089"/>
                        <a:pt x="784766" y="585613"/>
                      </a:cubicBezTo>
                      <a:cubicBezTo>
                        <a:pt x="780670" y="588851"/>
                        <a:pt x="781527" y="583613"/>
                        <a:pt x="781718" y="582565"/>
                      </a:cubicBezTo>
                      <a:close/>
                      <a:moveTo>
                        <a:pt x="633794" y="694579"/>
                      </a:moveTo>
                      <a:cubicBezTo>
                        <a:pt x="638080" y="691817"/>
                        <a:pt x="636556" y="695341"/>
                        <a:pt x="639033" y="694960"/>
                      </a:cubicBezTo>
                      <a:cubicBezTo>
                        <a:pt x="641319" y="693055"/>
                        <a:pt x="639128" y="692483"/>
                        <a:pt x="639890" y="690959"/>
                      </a:cubicBezTo>
                      <a:cubicBezTo>
                        <a:pt x="643034" y="688959"/>
                        <a:pt x="645605" y="688197"/>
                        <a:pt x="647415" y="688864"/>
                      </a:cubicBezTo>
                      <a:cubicBezTo>
                        <a:pt x="643510" y="695150"/>
                        <a:pt x="638843" y="696389"/>
                        <a:pt x="634461" y="703151"/>
                      </a:cubicBezTo>
                      <a:cubicBezTo>
                        <a:pt x="633794" y="700675"/>
                        <a:pt x="629698" y="705533"/>
                        <a:pt x="629222" y="702770"/>
                      </a:cubicBezTo>
                      <a:cubicBezTo>
                        <a:pt x="632651" y="701151"/>
                        <a:pt x="634747" y="699818"/>
                        <a:pt x="636366" y="697055"/>
                      </a:cubicBezTo>
                      <a:cubicBezTo>
                        <a:pt x="634175" y="696674"/>
                        <a:pt x="631985" y="697627"/>
                        <a:pt x="633794" y="694579"/>
                      </a:cubicBezTo>
                      <a:close/>
                      <a:moveTo>
                        <a:pt x="785813" y="588280"/>
                      </a:moveTo>
                      <a:cubicBezTo>
                        <a:pt x="789909" y="586565"/>
                        <a:pt x="787909" y="589232"/>
                        <a:pt x="789814" y="590661"/>
                      </a:cubicBezTo>
                      <a:cubicBezTo>
                        <a:pt x="786575" y="591614"/>
                        <a:pt x="784766" y="591137"/>
                        <a:pt x="785813" y="588280"/>
                      </a:cubicBezTo>
                      <a:close/>
                      <a:moveTo>
                        <a:pt x="369095" y="64691"/>
                      </a:moveTo>
                      <a:cubicBezTo>
                        <a:pt x="371666" y="66405"/>
                        <a:pt x="374047" y="65834"/>
                        <a:pt x="374143" y="68120"/>
                      </a:cubicBezTo>
                      <a:cubicBezTo>
                        <a:pt x="372523" y="69644"/>
                        <a:pt x="371476" y="68786"/>
                        <a:pt x="369571" y="71834"/>
                      </a:cubicBezTo>
                      <a:cubicBezTo>
                        <a:pt x="371762" y="67167"/>
                        <a:pt x="366237" y="70120"/>
                        <a:pt x="369095" y="64691"/>
                      </a:cubicBezTo>
                      <a:close/>
                      <a:moveTo>
                        <a:pt x="371857" y="85836"/>
                      </a:moveTo>
                      <a:cubicBezTo>
                        <a:pt x="368523" y="88217"/>
                        <a:pt x="370428" y="84026"/>
                        <a:pt x="367094" y="88027"/>
                      </a:cubicBezTo>
                      <a:cubicBezTo>
                        <a:pt x="364713" y="87074"/>
                        <a:pt x="365856" y="85265"/>
                        <a:pt x="363475" y="85550"/>
                      </a:cubicBezTo>
                      <a:cubicBezTo>
                        <a:pt x="368142" y="80978"/>
                        <a:pt x="370047" y="83931"/>
                        <a:pt x="371857" y="85836"/>
                      </a:cubicBezTo>
                      <a:close/>
                      <a:moveTo>
                        <a:pt x="370904" y="81074"/>
                      </a:moveTo>
                      <a:cubicBezTo>
                        <a:pt x="369666" y="77645"/>
                        <a:pt x="373857" y="78788"/>
                        <a:pt x="374238" y="80597"/>
                      </a:cubicBezTo>
                      <a:cubicBezTo>
                        <a:pt x="372523" y="81836"/>
                        <a:pt x="370904" y="82598"/>
                        <a:pt x="369476" y="82788"/>
                      </a:cubicBezTo>
                      <a:cubicBezTo>
                        <a:pt x="368999" y="81455"/>
                        <a:pt x="367856" y="80407"/>
                        <a:pt x="367761" y="78883"/>
                      </a:cubicBezTo>
                      <a:cubicBezTo>
                        <a:pt x="371952" y="75359"/>
                        <a:pt x="368618" y="80693"/>
                        <a:pt x="370904" y="810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6" name="Freeform: Shape 455">
                  <a:extLst>
                    <a:ext uri="{FF2B5EF4-FFF2-40B4-BE49-F238E27FC236}">
                      <a16:creationId xmlns:a16="http://schemas.microsoft.com/office/drawing/2014/main" id="{FB0FC2EA-7A81-45CD-9D77-0F7C20321D1A}"/>
                    </a:ext>
                  </a:extLst>
                </p:cNvPr>
                <p:cNvSpPr/>
                <p:nvPr/>
              </p:nvSpPr>
              <p:spPr>
                <a:xfrm>
                  <a:off x="3158299" y="2044829"/>
                  <a:ext cx="8858" cy="12981"/>
                </a:xfrm>
                <a:custGeom>
                  <a:avLst/>
                  <a:gdLst>
                    <a:gd name="connsiteX0" fmla="*/ 8858 w 8858"/>
                    <a:gd name="connsiteY0" fmla="*/ 1997 h 12981"/>
                    <a:gd name="connsiteX1" fmla="*/ 7716 w 8858"/>
                    <a:gd name="connsiteY1" fmla="*/ 5521 h 12981"/>
                    <a:gd name="connsiteX2" fmla="*/ 3905 w 8858"/>
                    <a:gd name="connsiteY2" fmla="*/ 12665 h 12981"/>
                    <a:gd name="connsiteX3" fmla="*/ 0 w 8858"/>
                    <a:gd name="connsiteY3" fmla="*/ 12284 h 12981"/>
                    <a:gd name="connsiteX4" fmla="*/ 4858 w 8858"/>
                    <a:gd name="connsiteY4" fmla="*/ 1616 h 12981"/>
                    <a:gd name="connsiteX5" fmla="*/ 8858 w 8858"/>
                    <a:gd name="connsiteY5" fmla="*/ 1997 h 12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58" h="12981">
                      <a:moveTo>
                        <a:pt x="8858" y="1997"/>
                      </a:moveTo>
                      <a:cubicBezTo>
                        <a:pt x="6477" y="3902"/>
                        <a:pt x="7429" y="4569"/>
                        <a:pt x="7716" y="5521"/>
                      </a:cubicBezTo>
                      <a:cubicBezTo>
                        <a:pt x="2381" y="8284"/>
                        <a:pt x="6477" y="9617"/>
                        <a:pt x="3905" y="12665"/>
                      </a:cubicBezTo>
                      <a:cubicBezTo>
                        <a:pt x="2096" y="13618"/>
                        <a:pt x="1429" y="12094"/>
                        <a:pt x="0" y="12284"/>
                      </a:cubicBezTo>
                      <a:cubicBezTo>
                        <a:pt x="3620" y="9332"/>
                        <a:pt x="8858" y="1807"/>
                        <a:pt x="4858" y="1616"/>
                      </a:cubicBezTo>
                      <a:cubicBezTo>
                        <a:pt x="9049" y="-1908"/>
                        <a:pt x="6858" y="1331"/>
                        <a:pt x="8858" y="19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7" name="Freeform: Shape 456">
                  <a:extLst>
                    <a:ext uri="{FF2B5EF4-FFF2-40B4-BE49-F238E27FC236}">
                      <a16:creationId xmlns:a16="http://schemas.microsoft.com/office/drawing/2014/main" id="{14BCD2A6-CB3A-4A1A-9E8F-689E5A6A9305}"/>
                    </a:ext>
                  </a:extLst>
                </p:cNvPr>
                <p:cNvSpPr/>
                <p:nvPr/>
              </p:nvSpPr>
              <p:spPr>
                <a:xfrm>
                  <a:off x="3315652" y="2113667"/>
                  <a:ext cx="4095" cy="3204"/>
                </a:xfrm>
                <a:custGeom>
                  <a:avLst/>
                  <a:gdLst>
                    <a:gd name="connsiteX0" fmla="*/ 2667 w 4095"/>
                    <a:gd name="connsiteY0" fmla="*/ 502 h 3204"/>
                    <a:gd name="connsiteX1" fmla="*/ 4096 w 4095"/>
                    <a:gd name="connsiteY1" fmla="*/ 1930 h 3204"/>
                    <a:gd name="connsiteX2" fmla="*/ 0 w 4095"/>
                    <a:gd name="connsiteY2" fmla="*/ 2692 h 3204"/>
                    <a:gd name="connsiteX3" fmla="*/ 2667 w 4095"/>
                    <a:gd name="connsiteY3" fmla="*/ 502 h 3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5" h="3204">
                      <a:moveTo>
                        <a:pt x="2667" y="502"/>
                      </a:moveTo>
                      <a:cubicBezTo>
                        <a:pt x="5048" y="-1213"/>
                        <a:pt x="2096" y="2026"/>
                        <a:pt x="4096" y="1930"/>
                      </a:cubicBezTo>
                      <a:cubicBezTo>
                        <a:pt x="1810" y="3931"/>
                        <a:pt x="1048" y="3073"/>
                        <a:pt x="0" y="2692"/>
                      </a:cubicBezTo>
                      <a:cubicBezTo>
                        <a:pt x="1429" y="1359"/>
                        <a:pt x="2857" y="1359"/>
                        <a:pt x="2667" y="5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8" name="Freeform: Shape 457">
                  <a:extLst>
                    <a:ext uri="{FF2B5EF4-FFF2-40B4-BE49-F238E27FC236}">
                      <a16:creationId xmlns:a16="http://schemas.microsoft.com/office/drawing/2014/main" id="{1A7CF32B-9B3C-4998-B13A-588C6BE10516}"/>
                    </a:ext>
                  </a:extLst>
                </p:cNvPr>
                <p:cNvSpPr/>
                <p:nvPr/>
              </p:nvSpPr>
              <p:spPr>
                <a:xfrm>
                  <a:off x="3654713" y="1726120"/>
                  <a:ext cx="3038" cy="3905"/>
                </a:xfrm>
                <a:custGeom>
                  <a:avLst/>
                  <a:gdLst>
                    <a:gd name="connsiteX0" fmla="*/ 124 w 3038"/>
                    <a:gd name="connsiteY0" fmla="*/ 0 h 3905"/>
                    <a:gd name="connsiteX1" fmla="*/ 886 w 3038"/>
                    <a:gd name="connsiteY1" fmla="*/ 3905 h 3905"/>
                    <a:gd name="connsiteX2" fmla="*/ 1839 w 3038"/>
                    <a:gd name="connsiteY2" fmla="*/ 1619 h 3905"/>
                    <a:gd name="connsiteX3" fmla="*/ 124 w 3038"/>
                    <a:gd name="connsiteY3" fmla="*/ 0 h 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38" h="3905">
                      <a:moveTo>
                        <a:pt x="124" y="0"/>
                      </a:moveTo>
                      <a:cubicBezTo>
                        <a:pt x="1172" y="95"/>
                        <a:pt x="5649" y="-476"/>
                        <a:pt x="886" y="3905"/>
                      </a:cubicBezTo>
                      <a:cubicBezTo>
                        <a:pt x="-162" y="3524"/>
                        <a:pt x="791" y="2572"/>
                        <a:pt x="1839" y="1619"/>
                      </a:cubicBezTo>
                      <a:cubicBezTo>
                        <a:pt x="219" y="1905"/>
                        <a:pt x="-257" y="1429"/>
                        <a:pt x="12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9" name="Freeform: Shape 458">
                  <a:extLst>
                    <a:ext uri="{FF2B5EF4-FFF2-40B4-BE49-F238E27FC236}">
                      <a16:creationId xmlns:a16="http://schemas.microsoft.com/office/drawing/2014/main" id="{DE48124A-F982-47EC-8A67-392EB79A8A6C}"/>
                    </a:ext>
                  </a:extLst>
                </p:cNvPr>
                <p:cNvSpPr/>
                <p:nvPr/>
              </p:nvSpPr>
              <p:spPr>
                <a:xfrm>
                  <a:off x="3118294" y="1440841"/>
                  <a:ext cx="2857" cy="4336"/>
                </a:xfrm>
                <a:custGeom>
                  <a:avLst/>
                  <a:gdLst>
                    <a:gd name="connsiteX0" fmla="*/ 2857 w 2857"/>
                    <a:gd name="connsiteY0" fmla="*/ 4006 h 4336"/>
                    <a:gd name="connsiteX1" fmla="*/ 0 w 2857"/>
                    <a:gd name="connsiteY1" fmla="*/ 672 h 4336"/>
                    <a:gd name="connsiteX2" fmla="*/ 2857 w 2857"/>
                    <a:gd name="connsiteY2" fmla="*/ 4006 h 4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4336">
                      <a:moveTo>
                        <a:pt x="2857" y="4006"/>
                      </a:moveTo>
                      <a:cubicBezTo>
                        <a:pt x="667" y="5529"/>
                        <a:pt x="1333" y="1339"/>
                        <a:pt x="0" y="672"/>
                      </a:cubicBezTo>
                      <a:cubicBezTo>
                        <a:pt x="4286" y="-1519"/>
                        <a:pt x="1714" y="2196"/>
                        <a:pt x="2857" y="40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0" name="Freeform: Shape 459">
                  <a:extLst>
                    <a:ext uri="{FF2B5EF4-FFF2-40B4-BE49-F238E27FC236}">
                      <a16:creationId xmlns:a16="http://schemas.microsoft.com/office/drawing/2014/main" id="{EE133FBC-6DE9-413F-9B8A-8F36AE12671C}"/>
                    </a:ext>
                  </a:extLst>
                </p:cNvPr>
                <p:cNvSpPr/>
                <p:nvPr/>
              </p:nvSpPr>
              <p:spPr>
                <a:xfrm>
                  <a:off x="3114960" y="1590960"/>
                  <a:ext cx="19335" cy="20886"/>
                </a:xfrm>
                <a:custGeom>
                  <a:avLst/>
                  <a:gdLst>
                    <a:gd name="connsiteX0" fmla="*/ 3620 w 19335"/>
                    <a:gd name="connsiteY0" fmla="*/ 3429 h 20886"/>
                    <a:gd name="connsiteX1" fmla="*/ 10954 w 19335"/>
                    <a:gd name="connsiteY1" fmla="*/ 10096 h 20886"/>
                    <a:gd name="connsiteX2" fmla="*/ 15049 w 19335"/>
                    <a:gd name="connsiteY2" fmla="*/ 10287 h 20886"/>
                    <a:gd name="connsiteX3" fmla="*/ 19336 w 19335"/>
                    <a:gd name="connsiteY3" fmla="*/ 6382 h 20886"/>
                    <a:gd name="connsiteX4" fmla="*/ 12763 w 19335"/>
                    <a:gd name="connsiteY4" fmla="*/ 19812 h 20886"/>
                    <a:gd name="connsiteX5" fmla="*/ 8572 w 19335"/>
                    <a:gd name="connsiteY5" fmla="*/ 18193 h 20886"/>
                    <a:gd name="connsiteX6" fmla="*/ 8382 w 19335"/>
                    <a:gd name="connsiteY6" fmla="*/ 15240 h 20886"/>
                    <a:gd name="connsiteX7" fmla="*/ 8572 w 19335"/>
                    <a:gd name="connsiteY7" fmla="*/ 11144 h 20886"/>
                    <a:gd name="connsiteX8" fmla="*/ 6287 w 19335"/>
                    <a:gd name="connsiteY8" fmla="*/ 13716 h 20886"/>
                    <a:gd name="connsiteX9" fmla="*/ 8382 w 19335"/>
                    <a:gd name="connsiteY9" fmla="*/ 8287 h 20886"/>
                    <a:gd name="connsiteX10" fmla="*/ 6763 w 19335"/>
                    <a:gd name="connsiteY10" fmla="*/ 8477 h 20886"/>
                    <a:gd name="connsiteX11" fmla="*/ 3334 w 19335"/>
                    <a:gd name="connsiteY11" fmla="*/ 13049 h 20886"/>
                    <a:gd name="connsiteX12" fmla="*/ 2381 w 19335"/>
                    <a:gd name="connsiteY12" fmla="*/ 10954 h 20886"/>
                    <a:gd name="connsiteX13" fmla="*/ 4953 w 19335"/>
                    <a:gd name="connsiteY13" fmla="*/ 5810 h 20886"/>
                    <a:gd name="connsiteX14" fmla="*/ 0 w 19335"/>
                    <a:gd name="connsiteY14" fmla="*/ 5048 h 20886"/>
                    <a:gd name="connsiteX15" fmla="*/ 1905 w 19335"/>
                    <a:gd name="connsiteY15" fmla="*/ 2191 h 20886"/>
                    <a:gd name="connsiteX16" fmla="*/ 6668 w 19335"/>
                    <a:gd name="connsiteY16" fmla="*/ 0 h 20886"/>
                    <a:gd name="connsiteX17" fmla="*/ 3620 w 19335"/>
                    <a:gd name="connsiteY17" fmla="*/ 3429 h 20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335" h="20886">
                      <a:moveTo>
                        <a:pt x="3620" y="3429"/>
                      </a:moveTo>
                      <a:cubicBezTo>
                        <a:pt x="8668" y="2953"/>
                        <a:pt x="8858" y="6668"/>
                        <a:pt x="10954" y="10096"/>
                      </a:cubicBezTo>
                      <a:cubicBezTo>
                        <a:pt x="12002" y="10287"/>
                        <a:pt x="16478" y="7525"/>
                        <a:pt x="15049" y="10287"/>
                      </a:cubicBezTo>
                      <a:cubicBezTo>
                        <a:pt x="16669" y="9716"/>
                        <a:pt x="16288" y="7048"/>
                        <a:pt x="19336" y="6382"/>
                      </a:cubicBezTo>
                      <a:cubicBezTo>
                        <a:pt x="15621" y="12383"/>
                        <a:pt x="12668" y="15240"/>
                        <a:pt x="12763" y="19812"/>
                      </a:cubicBezTo>
                      <a:cubicBezTo>
                        <a:pt x="8001" y="23336"/>
                        <a:pt x="11811" y="16954"/>
                        <a:pt x="8572" y="18193"/>
                      </a:cubicBezTo>
                      <a:cubicBezTo>
                        <a:pt x="11335" y="16002"/>
                        <a:pt x="8954" y="16002"/>
                        <a:pt x="8382" y="15240"/>
                      </a:cubicBezTo>
                      <a:cubicBezTo>
                        <a:pt x="13906" y="12097"/>
                        <a:pt x="7334" y="12859"/>
                        <a:pt x="8572" y="11144"/>
                      </a:cubicBezTo>
                      <a:cubicBezTo>
                        <a:pt x="7620" y="11049"/>
                        <a:pt x="7715" y="12383"/>
                        <a:pt x="6287" y="13716"/>
                      </a:cubicBezTo>
                      <a:cubicBezTo>
                        <a:pt x="5429" y="12573"/>
                        <a:pt x="6858" y="10477"/>
                        <a:pt x="8382" y="8287"/>
                      </a:cubicBezTo>
                      <a:cubicBezTo>
                        <a:pt x="7906" y="8192"/>
                        <a:pt x="7144" y="8858"/>
                        <a:pt x="6763" y="8477"/>
                      </a:cubicBezTo>
                      <a:cubicBezTo>
                        <a:pt x="4763" y="10382"/>
                        <a:pt x="5905" y="10858"/>
                        <a:pt x="3334" y="13049"/>
                      </a:cubicBezTo>
                      <a:cubicBezTo>
                        <a:pt x="1238" y="13430"/>
                        <a:pt x="5048" y="8763"/>
                        <a:pt x="2381" y="10954"/>
                      </a:cubicBezTo>
                      <a:cubicBezTo>
                        <a:pt x="2667" y="9525"/>
                        <a:pt x="4667" y="7239"/>
                        <a:pt x="4953" y="5810"/>
                      </a:cubicBezTo>
                      <a:cubicBezTo>
                        <a:pt x="3334" y="5429"/>
                        <a:pt x="1619" y="5429"/>
                        <a:pt x="0" y="5048"/>
                      </a:cubicBezTo>
                      <a:cubicBezTo>
                        <a:pt x="2762" y="2096"/>
                        <a:pt x="5048" y="2667"/>
                        <a:pt x="1905" y="2191"/>
                      </a:cubicBezTo>
                      <a:cubicBezTo>
                        <a:pt x="4096" y="-667"/>
                        <a:pt x="4286" y="3429"/>
                        <a:pt x="6668" y="0"/>
                      </a:cubicBezTo>
                      <a:cubicBezTo>
                        <a:pt x="7525" y="1524"/>
                        <a:pt x="4667" y="1524"/>
                        <a:pt x="362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1" name="Freeform: Shape 460">
                  <a:extLst>
                    <a:ext uri="{FF2B5EF4-FFF2-40B4-BE49-F238E27FC236}">
                      <a16:creationId xmlns:a16="http://schemas.microsoft.com/office/drawing/2014/main" id="{12330C4D-8303-4561-AD86-7EB872595256}"/>
                    </a:ext>
                  </a:extLst>
                </p:cNvPr>
                <p:cNvSpPr/>
                <p:nvPr/>
              </p:nvSpPr>
              <p:spPr>
                <a:xfrm>
                  <a:off x="2965894" y="1540287"/>
                  <a:ext cx="9239" cy="5905"/>
                </a:xfrm>
                <a:custGeom>
                  <a:avLst/>
                  <a:gdLst>
                    <a:gd name="connsiteX0" fmla="*/ 9239 w 9239"/>
                    <a:gd name="connsiteY0" fmla="*/ 0 h 5905"/>
                    <a:gd name="connsiteX1" fmla="*/ 1619 w 9239"/>
                    <a:gd name="connsiteY1" fmla="*/ 5906 h 5905"/>
                    <a:gd name="connsiteX2" fmla="*/ 0 w 9239"/>
                    <a:gd name="connsiteY2" fmla="*/ 2191 h 5905"/>
                    <a:gd name="connsiteX3" fmla="*/ 9239 w 9239"/>
                    <a:gd name="connsiteY3" fmla="*/ 0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39" h="5905">
                      <a:moveTo>
                        <a:pt x="9239" y="0"/>
                      </a:moveTo>
                      <a:cubicBezTo>
                        <a:pt x="6953" y="1048"/>
                        <a:pt x="4286" y="3429"/>
                        <a:pt x="1619" y="5906"/>
                      </a:cubicBezTo>
                      <a:cubicBezTo>
                        <a:pt x="1905" y="4286"/>
                        <a:pt x="2096" y="2667"/>
                        <a:pt x="0" y="2191"/>
                      </a:cubicBezTo>
                      <a:cubicBezTo>
                        <a:pt x="2857" y="1619"/>
                        <a:pt x="4953" y="2477"/>
                        <a:pt x="923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2" name="Freeform: Shape 461">
                  <a:extLst>
                    <a:ext uri="{FF2B5EF4-FFF2-40B4-BE49-F238E27FC236}">
                      <a16:creationId xmlns:a16="http://schemas.microsoft.com/office/drawing/2014/main" id="{38960654-20AB-424C-B9E0-B825726C8E80}"/>
                    </a:ext>
                  </a:extLst>
                </p:cNvPr>
                <p:cNvSpPr/>
                <p:nvPr/>
              </p:nvSpPr>
              <p:spPr>
                <a:xfrm>
                  <a:off x="2887225" y="1429043"/>
                  <a:ext cx="2284" cy="3611"/>
                </a:xfrm>
                <a:custGeom>
                  <a:avLst/>
                  <a:gdLst>
                    <a:gd name="connsiteX0" fmla="*/ 87 w 2284"/>
                    <a:gd name="connsiteY0" fmla="*/ 183 h 3611"/>
                    <a:gd name="connsiteX1" fmla="*/ 1421 w 2284"/>
                    <a:gd name="connsiteY1" fmla="*/ 3612 h 3611"/>
                    <a:gd name="connsiteX2" fmla="*/ 87 w 2284"/>
                    <a:gd name="connsiteY2" fmla="*/ 183 h 3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4" h="3611">
                      <a:moveTo>
                        <a:pt x="87" y="183"/>
                      </a:moveTo>
                      <a:cubicBezTo>
                        <a:pt x="278" y="-579"/>
                        <a:pt x="3897" y="1135"/>
                        <a:pt x="1421" y="3612"/>
                      </a:cubicBezTo>
                      <a:cubicBezTo>
                        <a:pt x="-770" y="3421"/>
                        <a:pt x="278" y="1421"/>
                        <a:pt x="87" y="1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3" name="Freeform: Shape 462">
                  <a:extLst>
                    <a:ext uri="{FF2B5EF4-FFF2-40B4-BE49-F238E27FC236}">
                      <a16:creationId xmlns:a16="http://schemas.microsoft.com/office/drawing/2014/main" id="{BBA4F3B2-E132-4FFA-AC97-5E48A8169332}"/>
                    </a:ext>
                  </a:extLst>
                </p:cNvPr>
                <p:cNvSpPr/>
                <p:nvPr/>
              </p:nvSpPr>
              <p:spPr>
                <a:xfrm>
                  <a:off x="2911697" y="1394450"/>
                  <a:ext cx="8000" cy="5533"/>
                </a:xfrm>
                <a:custGeom>
                  <a:avLst/>
                  <a:gdLst>
                    <a:gd name="connsiteX0" fmla="*/ 4858 w 8000"/>
                    <a:gd name="connsiteY0" fmla="*/ 771 h 5533"/>
                    <a:gd name="connsiteX1" fmla="*/ 1810 w 8000"/>
                    <a:gd name="connsiteY1" fmla="*/ 5534 h 5533"/>
                    <a:gd name="connsiteX2" fmla="*/ 0 w 8000"/>
                    <a:gd name="connsiteY2" fmla="*/ 4486 h 5533"/>
                    <a:gd name="connsiteX3" fmla="*/ 3238 w 8000"/>
                    <a:gd name="connsiteY3" fmla="*/ 1152 h 5533"/>
                    <a:gd name="connsiteX4" fmla="*/ 8001 w 8000"/>
                    <a:gd name="connsiteY4" fmla="*/ 104 h 5533"/>
                    <a:gd name="connsiteX5" fmla="*/ 4858 w 8000"/>
                    <a:gd name="connsiteY5" fmla="*/ 771 h 5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000" h="5533">
                      <a:moveTo>
                        <a:pt x="4858" y="771"/>
                      </a:moveTo>
                      <a:cubicBezTo>
                        <a:pt x="2572" y="3057"/>
                        <a:pt x="3715" y="3533"/>
                        <a:pt x="1810" y="5534"/>
                      </a:cubicBezTo>
                      <a:lnTo>
                        <a:pt x="0" y="4486"/>
                      </a:lnTo>
                      <a:cubicBezTo>
                        <a:pt x="857" y="3248"/>
                        <a:pt x="4000" y="2867"/>
                        <a:pt x="3238" y="1152"/>
                      </a:cubicBezTo>
                      <a:cubicBezTo>
                        <a:pt x="4953" y="104"/>
                        <a:pt x="6572" y="-181"/>
                        <a:pt x="8001" y="104"/>
                      </a:cubicBezTo>
                      <a:cubicBezTo>
                        <a:pt x="6477" y="3057"/>
                        <a:pt x="5810" y="1057"/>
                        <a:pt x="4858" y="7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4" name="Freeform: Shape 463">
                  <a:extLst>
                    <a:ext uri="{FF2B5EF4-FFF2-40B4-BE49-F238E27FC236}">
                      <a16:creationId xmlns:a16="http://schemas.microsoft.com/office/drawing/2014/main" id="{3839EAEB-2295-4CBA-988A-F30FD1A2D94E}"/>
                    </a:ext>
                  </a:extLst>
                </p:cNvPr>
                <p:cNvSpPr/>
                <p:nvPr/>
              </p:nvSpPr>
              <p:spPr>
                <a:xfrm>
                  <a:off x="2820828" y="1521428"/>
                  <a:ext cx="3009" cy="9429"/>
                </a:xfrm>
                <a:custGeom>
                  <a:avLst/>
                  <a:gdLst>
                    <a:gd name="connsiteX0" fmla="*/ 2096 w 3009"/>
                    <a:gd name="connsiteY0" fmla="*/ 0 h 9429"/>
                    <a:gd name="connsiteX1" fmla="*/ 2381 w 3009"/>
                    <a:gd name="connsiteY1" fmla="*/ 9430 h 9429"/>
                    <a:gd name="connsiteX2" fmla="*/ 0 w 3009"/>
                    <a:gd name="connsiteY2" fmla="*/ 2762 h 9429"/>
                    <a:gd name="connsiteX3" fmla="*/ 2096 w 3009"/>
                    <a:gd name="connsiteY3" fmla="*/ 0 h 9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09" h="9429">
                      <a:moveTo>
                        <a:pt x="2096" y="0"/>
                      </a:moveTo>
                      <a:cubicBezTo>
                        <a:pt x="-190" y="667"/>
                        <a:pt x="4667" y="5524"/>
                        <a:pt x="2381" y="9430"/>
                      </a:cubicBezTo>
                      <a:cubicBezTo>
                        <a:pt x="2191" y="6001"/>
                        <a:pt x="286" y="6953"/>
                        <a:pt x="0" y="2762"/>
                      </a:cubicBezTo>
                      <a:lnTo>
                        <a:pt x="2096" y="0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5" name="Freeform: Shape 464">
                  <a:extLst>
                    <a:ext uri="{FF2B5EF4-FFF2-40B4-BE49-F238E27FC236}">
                      <a16:creationId xmlns:a16="http://schemas.microsoft.com/office/drawing/2014/main" id="{4F289EA5-F80B-43E6-BE27-2D855709BB1D}"/>
                    </a:ext>
                  </a:extLst>
                </p:cNvPr>
                <p:cNvSpPr/>
                <p:nvPr/>
              </p:nvSpPr>
              <p:spPr>
                <a:xfrm>
                  <a:off x="2716671" y="1675923"/>
                  <a:ext cx="6615" cy="11811"/>
                </a:xfrm>
                <a:custGeom>
                  <a:avLst/>
                  <a:gdLst>
                    <a:gd name="connsiteX0" fmla="*/ 2430 w 6615"/>
                    <a:gd name="connsiteY0" fmla="*/ 7620 h 11811"/>
                    <a:gd name="connsiteX1" fmla="*/ 5955 w 6615"/>
                    <a:gd name="connsiteY1" fmla="*/ 7049 h 11811"/>
                    <a:gd name="connsiteX2" fmla="*/ 5193 w 6615"/>
                    <a:gd name="connsiteY2" fmla="*/ 11811 h 11811"/>
                    <a:gd name="connsiteX3" fmla="*/ 621 w 6615"/>
                    <a:gd name="connsiteY3" fmla="*/ 0 h 11811"/>
                    <a:gd name="connsiteX4" fmla="*/ 3097 w 6615"/>
                    <a:gd name="connsiteY4" fmla="*/ 1429 h 11811"/>
                    <a:gd name="connsiteX5" fmla="*/ 2430 w 6615"/>
                    <a:gd name="connsiteY5" fmla="*/ 7620 h 11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615" h="11811">
                      <a:moveTo>
                        <a:pt x="2430" y="7620"/>
                      </a:moveTo>
                      <a:cubicBezTo>
                        <a:pt x="3192" y="9049"/>
                        <a:pt x="5193" y="5620"/>
                        <a:pt x="5955" y="7049"/>
                      </a:cubicBezTo>
                      <a:cubicBezTo>
                        <a:pt x="3192" y="11144"/>
                        <a:pt x="9193" y="7049"/>
                        <a:pt x="5193" y="11811"/>
                      </a:cubicBezTo>
                      <a:cubicBezTo>
                        <a:pt x="4240" y="7620"/>
                        <a:pt x="-1951" y="7144"/>
                        <a:pt x="621" y="0"/>
                      </a:cubicBezTo>
                      <a:cubicBezTo>
                        <a:pt x="2430" y="0"/>
                        <a:pt x="811" y="6001"/>
                        <a:pt x="3097" y="1429"/>
                      </a:cubicBezTo>
                      <a:cubicBezTo>
                        <a:pt x="1668" y="4382"/>
                        <a:pt x="5573" y="3143"/>
                        <a:pt x="2430" y="7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6" name="Freeform: Shape 465">
                  <a:extLst>
                    <a:ext uri="{FF2B5EF4-FFF2-40B4-BE49-F238E27FC236}">
                      <a16:creationId xmlns:a16="http://schemas.microsoft.com/office/drawing/2014/main" id="{E23805F5-24CA-4CF6-B476-0A4B323D10A3}"/>
                    </a:ext>
                  </a:extLst>
                </p:cNvPr>
                <p:cNvSpPr/>
                <p:nvPr/>
              </p:nvSpPr>
              <p:spPr>
                <a:xfrm>
                  <a:off x="2821603" y="1544644"/>
                  <a:ext cx="2255" cy="5739"/>
                </a:xfrm>
                <a:custGeom>
                  <a:avLst/>
                  <a:gdLst>
                    <a:gd name="connsiteX0" fmla="*/ 844 w 2255"/>
                    <a:gd name="connsiteY0" fmla="*/ 311 h 5739"/>
                    <a:gd name="connsiteX1" fmla="*/ 1035 w 2255"/>
                    <a:gd name="connsiteY1" fmla="*/ 5740 h 5739"/>
                    <a:gd name="connsiteX2" fmla="*/ 844 w 2255"/>
                    <a:gd name="connsiteY2" fmla="*/ 311 h 5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55" h="5739">
                      <a:moveTo>
                        <a:pt x="844" y="311"/>
                      </a:moveTo>
                      <a:cubicBezTo>
                        <a:pt x="3511" y="-1309"/>
                        <a:pt x="1702" y="3835"/>
                        <a:pt x="1035" y="5740"/>
                      </a:cubicBezTo>
                      <a:cubicBezTo>
                        <a:pt x="-2108" y="5645"/>
                        <a:pt x="3130" y="787"/>
                        <a:pt x="844" y="3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7" name="Freeform: Shape 466">
                  <a:extLst>
                    <a:ext uri="{FF2B5EF4-FFF2-40B4-BE49-F238E27FC236}">
                      <a16:creationId xmlns:a16="http://schemas.microsoft.com/office/drawing/2014/main" id="{9F1F0EF3-C150-4155-9E19-BEC8EE5D84E6}"/>
                    </a:ext>
                  </a:extLst>
                </p:cNvPr>
                <p:cNvSpPr/>
                <p:nvPr/>
              </p:nvSpPr>
              <p:spPr>
                <a:xfrm>
                  <a:off x="2895847" y="1444370"/>
                  <a:ext cx="9086" cy="11504"/>
                </a:xfrm>
                <a:custGeom>
                  <a:avLst/>
                  <a:gdLst>
                    <a:gd name="connsiteX0" fmla="*/ 5944 w 9086"/>
                    <a:gd name="connsiteY0" fmla="*/ 6763 h 11504"/>
                    <a:gd name="connsiteX1" fmla="*/ 419 w 9086"/>
                    <a:gd name="connsiteY1" fmla="*/ 11335 h 11504"/>
                    <a:gd name="connsiteX2" fmla="*/ 1657 w 9086"/>
                    <a:gd name="connsiteY2" fmla="*/ 5525 h 11504"/>
                    <a:gd name="connsiteX3" fmla="*/ 4991 w 9086"/>
                    <a:gd name="connsiteY3" fmla="*/ 6191 h 11504"/>
                    <a:gd name="connsiteX4" fmla="*/ 7849 w 9086"/>
                    <a:gd name="connsiteY4" fmla="*/ 0 h 11504"/>
                    <a:gd name="connsiteX5" fmla="*/ 9087 w 9086"/>
                    <a:gd name="connsiteY5" fmla="*/ 3429 h 11504"/>
                    <a:gd name="connsiteX6" fmla="*/ 7849 w 9086"/>
                    <a:gd name="connsiteY6" fmla="*/ 9239 h 11504"/>
                    <a:gd name="connsiteX7" fmla="*/ 5944 w 9086"/>
                    <a:gd name="connsiteY7" fmla="*/ 6763 h 11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86" h="11504">
                      <a:moveTo>
                        <a:pt x="5944" y="6763"/>
                      </a:moveTo>
                      <a:cubicBezTo>
                        <a:pt x="4419" y="6953"/>
                        <a:pt x="2610" y="8001"/>
                        <a:pt x="419" y="11335"/>
                      </a:cubicBezTo>
                      <a:cubicBezTo>
                        <a:pt x="-1486" y="12668"/>
                        <a:pt x="3848" y="5715"/>
                        <a:pt x="1657" y="5525"/>
                      </a:cubicBezTo>
                      <a:cubicBezTo>
                        <a:pt x="3753" y="4096"/>
                        <a:pt x="2515" y="7334"/>
                        <a:pt x="4991" y="6191"/>
                      </a:cubicBezTo>
                      <a:cubicBezTo>
                        <a:pt x="8134" y="2953"/>
                        <a:pt x="4229" y="3524"/>
                        <a:pt x="7849" y="0"/>
                      </a:cubicBezTo>
                      <a:cubicBezTo>
                        <a:pt x="10230" y="0"/>
                        <a:pt x="7372" y="3048"/>
                        <a:pt x="9087" y="3429"/>
                      </a:cubicBezTo>
                      <a:cubicBezTo>
                        <a:pt x="5086" y="5810"/>
                        <a:pt x="8325" y="7239"/>
                        <a:pt x="7849" y="9239"/>
                      </a:cubicBezTo>
                      <a:cubicBezTo>
                        <a:pt x="6706" y="9716"/>
                        <a:pt x="5467" y="9049"/>
                        <a:pt x="5944" y="6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8" name="Freeform: Shape 467">
                  <a:extLst>
                    <a:ext uri="{FF2B5EF4-FFF2-40B4-BE49-F238E27FC236}">
                      <a16:creationId xmlns:a16="http://schemas.microsoft.com/office/drawing/2014/main" id="{149FCDBE-11C2-4764-AA58-5AA202CED0C5}"/>
                    </a:ext>
                  </a:extLst>
                </p:cNvPr>
                <p:cNvSpPr/>
                <p:nvPr/>
              </p:nvSpPr>
              <p:spPr>
                <a:xfrm>
                  <a:off x="3023425" y="1293391"/>
                  <a:ext cx="4517" cy="4865"/>
                </a:xfrm>
                <a:custGeom>
                  <a:avLst/>
                  <a:gdLst>
                    <a:gd name="connsiteX0" fmla="*/ 1905 w 4517"/>
                    <a:gd name="connsiteY0" fmla="*/ 675 h 4865"/>
                    <a:gd name="connsiteX1" fmla="*/ 4477 w 4517"/>
                    <a:gd name="connsiteY1" fmla="*/ 3627 h 4865"/>
                    <a:gd name="connsiteX2" fmla="*/ 0 w 4517"/>
                    <a:gd name="connsiteY2" fmla="*/ 4866 h 4865"/>
                    <a:gd name="connsiteX3" fmla="*/ 1905 w 4517"/>
                    <a:gd name="connsiteY3" fmla="*/ 675 h 48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17" h="4865">
                      <a:moveTo>
                        <a:pt x="1905" y="675"/>
                      </a:moveTo>
                      <a:cubicBezTo>
                        <a:pt x="3429" y="-2278"/>
                        <a:pt x="1238" y="5532"/>
                        <a:pt x="4477" y="3627"/>
                      </a:cubicBezTo>
                      <a:cubicBezTo>
                        <a:pt x="4953" y="4675"/>
                        <a:pt x="1143" y="4866"/>
                        <a:pt x="0" y="4866"/>
                      </a:cubicBezTo>
                      <a:cubicBezTo>
                        <a:pt x="1333" y="3151"/>
                        <a:pt x="2096" y="1627"/>
                        <a:pt x="1905" y="6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69" name="Freeform: Shape 468">
                  <a:extLst>
                    <a:ext uri="{FF2B5EF4-FFF2-40B4-BE49-F238E27FC236}">
                      <a16:creationId xmlns:a16="http://schemas.microsoft.com/office/drawing/2014/main" id="{E57E1D18-A2A3-4C92-97D9-0F3111AD7D6D}"/>
                    </a:ext>
                  </a:extLst>
                </p:cNvPr>
                <p:cNvSpPr/>
                <p:nvPr/>
              </p:nvSpPr>
              <p:spPr>
                <a:xfrm>
                  <a:off x="2898824" y="1454750"/>
                  <a:ext cx="73737" cy="63724"/>
                </a:xfrm>
                <a:custGeom>
                  <a:avLst/>
                  <a:gdLst>
                    <a:gd name="connsiteX0" fmla="*/ 23064 w 73737"/>
                    <a:gd name="connsiteY0" fmla="*/ 33531 h 63724"/>
                    <a:gd name="connsiteX1" fmla="*/ 19445 w 73737"/>
                    <a:gd name="connsiteY1" fmla="*/ 34007 h 63724"/>
                    <a:gd name="connsiteX2" fmla="*/ 25255 w 73737"/>
                    <a:gd name="connsiteY2" fmla="*/ 37436 h 63724"/>
                    <a:gd name="connsiteX3" fmla="*/ 21255 w 73737"/>
                    <a:gd name="connsiteY3" fmla="*/ 35055 h 63724"/>
                    <a:gd name="connsiteX4" fmla="*/ 24683 w 73737"/>
                    <a:gd name="connsiteY4" fmla="*/ 33150 h 63724"/>
                    <a:gd name="connsiteX5" fmla="*/ 27065 w 73737"/>
                    <a:gd name="connsiteY5" fmla="*/ 35912 h 63724"/>
                    <a:gd name="connsiteX6" fmla="*/ 25731 w 73737"/>
                    <a:gd name="connsiteY6" fmla="*/ 41722 h 63724"/>
                    <a:gd name="connsiteX7" fmla="*/ 30208 w 73737"/>
                    <a:gd name="connsiteY7" fmla="*/ 37817 h 63724"/>
                    <a:gd name="connsiteX8" fmla="*/ 33732 w 73737"/>
                    <a:gd name="connsiteY8" fmla="*/ 42579 h 63724"/>
                    <a:gd name="connsiteX9" fmla="*/ 28684 w 73737"/>
                    <a:gd name="connsiteY9" fmla="*/ 44770 h 63724"/>
                    <a:gd name="connsiteX10" fmla="*/ 33542 w 73737"/>
                    <a:gd name="connsiteY10" fmla="*/ 43722 h 63724"/>
                    <a:gd name="connsiteX11" fmla="*/ 33161 w 73737"/>
                    <a:gd name="connsiteY11" fmla="*/ 47437 h 63724"/>
                    <a:gd name="connsiteX12" fmla="*/ 44686 w 73737"/>
                    <a:gd name="connsiteY12" fmla="*/ 47914 h 63724"/>
                    <a:gd name="connsiteX13" fmla="*/ 45162 w 73737"/>
                    <a:gd name="connsiteY13" fmla="*/ 52200 h 63724"/>
                    <a:gd name="connsiteX14" fmla="*/ 42019 w 73737"/>
                    <a:gd name="connsiteY14" fmla="*/ 52866 h 63724"/>
                    <a:gd name="connsiteX15" fmla="*/ 51734 w 73737"/>
                    <a:gd name="connsiteY15" fmla="*/ 52295 h 63724"/>
                    <a:gd name="connsiteX16" fmla="*/ 53925 w 73737"/>
                    <a:gd name="connsiteY16" fmla="*/ 57724 h 63724"/>
                    <a:gd name="connsiteX17" fmla="*/ 53735 w 73737"/>
                    <a:gd name="connsiteY17" fmla="*/ 56295 h 63724"/>
                    <a:gd name="connsiteX18" fmla="*/ 56211 w 73737"/>
                    <a:gd name="connsiteY18" fmla="*/ 56581 h 63724"/>
                    <a:gd name="connsiteX19" fmla="*/ 59069 w 73737"/>
                    <a:gd name="connsiteY19" fmla="*/ 63725 h 63724"/>
                    <a:gd name="connsiteX20" fmla="*/ 64117 w 73737"/>
                    <a:gd name="connsiteY20" fmla="*/ 61629 h 63724"/>
                    <a:gd name="connsiteX21" fmla="*/ 59640 w 73737"/>
                    <a:gd name="connsiteY21" fmla="*/ 50771 h 63724"/>
                    <a:gd name="connsiteX22" fmla="*/ 68308 w 73737"/>
                    <a:gd name="connsiteY22" fmla="*/ 54962 h 63724"/>
                    <a:gd name="connsiteX23" fmla="*/ 64974 w 73737"/>
                    <a:gd name="connsiteY23" fmla="*/ 58200 h 63724"/>
                    <a:gd name="connsiteX24" fmla="*/ 73737 w 73737"/>
                    <a:gd name="connsiteY24" fmla="*/ 59724 h 63724"/>
                    <a:gd name="connsiteX25" fmla="*/ 73261 w 73737"/>
                    <a:gd name="connsiteY25" fmla="*/ 51343 h 63724"/>
                    <a:gd name="connsiteX26" fmla="*/ 71832 w 73737"/>
                    <a:gd name="connsiteY26" fmla="*/ 49056 h 63724"/>
                    <a:gd name="connsiteX27" fmla="*/ 63546 w 73737"/>
                    <a:gd name="connsiteY27" fmla="*/ 47818 h 63724"/>
                    <a:gd name="connsiteX28" fmla="*/ 61164 w 73737"/>
                    <a:gd name="connsiteY28" fmla="*/ 44961 h 63724"/>
                    <a:gd name="connsiteX29" fmla="*/ 63260 w 73737"/>
                    <a:gd name="connsiteY29" fmla="*/ 38293 h 63724"/>
                    <a:gd name="connsiteX30" fmla="*/ 54973 w 73737"/>
                    <a:gd name="connsiteY30" fmla="*/ 30387 h 63724"/>
                    <a:gd name="connsiteX31" fmla="*/ 51258 w 73737"/>
                    <a:gd name="connsiteY31" fmla="*/ 33340 h 63724"/>
                    <a:gd name="connsiteX32" fmla="*/ 51449 w 73737"/>
                    <a:gd name="connsiteY32" fmla="*/ 28197 h 63724"/>
                    <a:gd name="connsiteX33" fmla="*/ 50687 w 73737"/>
                    <a:gd name="connsiteY33" fmla="*/ 31626 h 63724"/>
                    <a:gd name="connsiteX34" fmla="*/ 48496 w 73737"/>
                    <a:gd name="connsiteY34" fmla="*/ 27720 h 63724"/>
                    <a:gd name="connsiteX35" fmla="*/ 44591 w 73737"/>
                    <a:gd name="connsiteY35" fmla="*/ 29340 h 63724"/>
                    <a:gd name="connsiteX36" fmla="*/ 45162 w 73737"/>
                    <a:gd name="connsiteY36" fmla="*/ 24482 h 63724"/>
                    <a:gd name="connsiteX37" fmla="*/ 42686 w 73737"/>
                    <a:gd name="connsiteY37" fmla="*/ 24291 h 63724"/>
                    <a:gd name="connsiteX38" fmla="*/ 36304 w 73737"/>
                    <a:gd name="connsiteY38" fmla="*/ 16481 h 63724"/>
                    <a:gd name="connsiteX39" fmla="*/ 30780 w 73737"/>
                    <a:gd name="connsiteY39" fmla="*/ 18481 h 63724"/>
                    <a:gd name="connsiteX40" fmla="*/ 31923 w 73737"/>
                    <a:gd name="connsiteY40" fmla="*/ 11242 h 63724"/>
                    <a:gd name="connsiteX41" fmla="*/ 27255 w 73737"/>
                    <a:gd name="connsiteY41" fmla="*/ 7147 h 63724"/>
                    <a:gd name="connsiteX42" fmla="*/ 24207 w 73737"/>
                    <a:gd name="connsiteY42" fmla="*/ 11909 h 63724"/>
                    <a:gd name="connsiteX43" fmla="*/ 21064 w 73737"/>
                    <a:gd name="connsiteY43" fmla="*/ 10004 h 63724"/>
                    <a:gd name="connsiteX44" fmla="*/ 25446 w 73737"/>
                    <a:gd name="connsiteY44" fmla="*/ 6099 h 63724"/>
                    <a:gd name="connsiteX45" fmla="*/ 21255 w 73737"/>
                    <a:gd name="connsiteY45" fmla="*/ 2289 h 63724"/>
                    <a:gd name="connsiteX46" fmla="*/ 17730 w 73737"/>
                    <a:gd name="connsiteY46" fmla="*/ 6766 h 63724"/>
                    <a:gd name="connsiteX47" fmla="*/ 12206 w 73737"/>
                    <a:gd name="connsiteY47" fmla="*/ 8766 h 63724"/>
                    <a:gd name="connsiteX48" fmla="*/ 12491 w 73737"/>
                    <a:gd name="connsiteY48" fmla="*/ 4956 h 63724"/>
                    <a:gd name="connsiteX49" fmla="*/ 18016 w 73737"/>
                    <a:gd name="connsiteY49" fmla="*/ 2955 h 63724"/>
                    <a:gd name="connsiteX50" fmla="*/ 14015 w 73737"/>
                    <a:gd name="connsiteY50" fmla="*/ 574 h 63724"/>
                    <a:gd name="connsiteX51" fmla="*/ 11158 w 73737"/>
                    <a:gd name="connsiteY51" fmla="*/ 4194 h 63724"/>
                    <a:gd name="connsiteX52" fmla="*/ 8586 w 73737"/>
                    <a:gd name="connsiteY52" fmla="*/ 3 h 63724"/>
                    <a:gd name="connsiteX53" fmla="*/ 5824 w 73737"/>
                    <a:gd name="connsiteY53" fmla="*/ 3622 h 63724"/>
                    <a:gd name="connsiteX54" fmla="*/ 9634 w 73737"/>
                    <a:gd name="connsiteY54" fmla="*/ 7147 h 63724"/>
                    <a:gd name="connsiteX55" fmla="*/ 7253 w 73737"/>
                    <a:gd name="connsiteY55" fmla="*/ 11052 h 63724"/>
                    <a:gd name="connsiteX56" fmla="*/ 10015 w 73737"/>
                    <a:gd name="connsiteY56" fmla="*/ 16672 h 63724"/>
                    <a:gd name="connsiteX57" fmla="*/ 3729 w 73737"/>
                    <a:gd name="connsiteY57" fmla="*/ 12957 h 63724"/>
                    <a:gd name="connsiteX58" fmla="*/ 681 w 73737"/>
                    <a:gd name="connsiteY58" fmla="*/ 17719 h 63724"/>
                    <a:gd name="connsiteX59" fmla="*/ 5729 w 73737"/>
                    <a:gd name="connsiteY59" fmla="*/ 15433 h 63724"/>
                    <a:gd name="connsiteX60" fmla="*/ 11920 w 73737"/>
                    <a:gd name="connsiteY60" fmla="*/ 21720 h 63724"/>
                    <a:gd name="connsiteX61" fmla="*/ 10110 w 73737"/>
                    <a:gd name="connsiteY61" fmla="*/ 20672 h 63724"/>
                    <a:gd name="connsiteX62" fmla="*/ 11730 w 73737"/>
                    <a:gd name="connsiteY62" fmla="*/ 17719 h 63724"/>
                    <a:gd name="connsiteX63" fmla="*/ 21540 w 73737"/>
                    <a:gd name="connsiteY63" fmla="*/ 16957 h 63724"/>
                    <a:gd name="connsiteX64" fmla="*/ 21350 w 73737"/>
                    <a:gd name="connsiteY64" fmla="*/ 24768 h 63724"/>
                    <a:gd name="connsiteX65" fmla="*/ 29541 w 73737"/>
                    <a:gd name="connsiteY65" fmla="*/ 24387 h 63724"/>
                    <a:gd name="connsiteX66" fmla="*/ 27446 w 73737"/>
                    <a:gd name="connsiteY66" fmla="*/ 27054 h 63724"/>
                    <a:gd name="connsiteX67" fmla="*/ 34494 w 73737"/>
                    <a:gd name="connsiteY67" fmla="*/ 27339 h 63724"/>
                    <a:gd name="connsiteX68" fmla="*/ 32780 w 73737"/>
                    <a:gd name="connsiteY68" fmla="*/ 30292 h 63724"/>
                    <a:gd name="connsiteX69" fmla="*/ 26303 w 73737"/>
                    <a:gd name="connsiteY69" fmla="*/ 25149 h 63724"/>
                    <a:gd name="connsiteX70" fmla="*/ 15921 w 73737"/>
                    <a:gd name="connsiteY70" fmla="*/ 21529 h 63724"/>
                    <a:gd name="connsiteX71" fmla="*/ 13063 w 73737"/>
                    <a:gd name="connsiteY71" fmla="*/ 25149 h 63724"/>
                    <a:gd name="connsiteX72" fmla="*/ 18111 w 73737"/>
                    <a:gd name="connsiteY72" fmla="*/ 29530 h 63724"/>
                    <a:gd name="connsiteX73" fmla="*/ 23064 w 73737"/>
                    <a:gd name="connsiteY73" fmla="*/ 33531 h 63724"/>
                    <a:gd name="connsiteX74" fmla="*/ 22969 w 73737"/>
                    <a:gd name="connsiteY74" fmla="*/ 13719 h 63724"/>
                    <a:gd name="connsiteX75" fmla="*/ 27922 w 73737"/>
                    <a:gd name="connsiteY75" fmla="*/ 14100 h 63724"/>
                    <a:gd name="connsiteX76" fmla="*/ 22969 w 73737"/>
                    <a:gd name="connsiteY76" fmla="*/ 13719 h 63724"/>
                    <a:gd name="connsiteX77" fmla="*/ 32970 w 73737"/>
                    <a:gd name="connsiteY77" fmla="*/ 34293 h 63724"/>
                    <a:gd name="connsiteX78" fmla="*/ 40209 w 73737"/>
                    <a:gd name="connsiteY78" fmla="*/ 29435 h 63724"/>
                    <a:gd name="connsiteX79" fmla="*/ 41066 w 73737"/>
                    <a:gd name="connsiteY79" fmla="*/ 32578 h 63724"/>
                    <a:gd name="connsiteX80" fmla="*/ 32970 w 73737"/>
                    <a:gd name="connsiteY80" fmla="*/ 34293 h 63724"/>
                    <a:gd name="connsiteX81" fmla="*/ 43733 w 73737"/>
                    <a:gd name="connsiteY81" fmla="*/ 40770 h 63724"/>
                    <a:gd name="connsiteX82" fmla="*/ 48782 w 73737"/>
                    <a:gd name="connsiteY82" fmla="*/ 45247 h 63724"/>
                    <a:gd name="connsiteX83" fmla="*/ 43733 w 73737"/>
                    <a:gd name="connsiteY83" fmla="*/ 40770 h 63724"/>
                    <a:gd name="connsiteX84" fmla="*/ 53258 w 73737"/>
                    <a:gd name="connsiteY84" fmla="*/ 45342 h 63724"/>
                    <a:gd name="connsiteX85" fmla="*/ 55640 w 73737"/>
                    <a:gd name="connsiteY85" fmla="*/ 48199 h 63724"/>
                    <a:gd name="connsiteX86" fmla="*/ 53258 w 73737"/>
                    <a:gd name="connsiteY86" fmla="*/ 45342 h 63724"/>
                    <a:gd name="connsiteX87" fmla="*/ 53163 w 73737"/>
                    <a:gd name="connsiteY87" fmla="*/ 52009 h 63724"/>
                    <a:gd name="connsiteX88" fmla="*/ 58116 w 73737"/>
                    <a:gd name="connsiteY88" fmla="*/ 52485 h 63724"/>
                    <a:gd name="connsiteX89" fmla="*/ 53163 w 73737"/>
                    <a:gd name="connsiteY89" fmla="*/ 52009 h 63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</a:cxnLst>
                  <a:rect l="l" t="t" r="r" b="b"/>
                  <a:pathLst>
                    <a:path w="73737" h="63724">
                      <a:moveTo>
                        <a:pt x="23064" y="33531"/>
                      </a:moveTo>
                      <a:cubicBezTo>
                        <a:pt x="22016" y="32769"/>
                        <a:pt x="21064" y="32102"/>
                        <a:pt x="19445" y="34007"/>
                      </a:cubicBezTo>
                      <a:cubicBezTo>
                        <a:pt x="19540" y="38484"/>
                        <a:pt x="19445" y="40103"/>
                        <a:pt x="25255" y="37436"/>
                      </a:cubicBezTo>
                      <a:cubicBezTo>
                        <a:pt x="24398" y="35626"/>
                        <a:pt x="20016" y="38389"/>
                        <a:pt x="21255" y="35055"/>
                      </a:cubicBezTo>
                      <a:cubicBezTo>
                        <a:pt x="22493" y="33912"/>
                        <a:pt x="23731" y="33245"/>
                        <a:pt x="24683" y="33150"/>
                      </a:cubicBezTo>
                      <a:cubicBezTo>
                        <a:pt x="24017" y="35912"/>
                        <a:pt x="25065" y="35341"/>
                        <a:pt x="27065" y="35912"/>
                      </a:cubicBezTo>
                      <a:cubicBezTo>
                        <a:pt x="23540" y="39436"/>
                        <a:pt x="26874" y="39436"/>
                        <a:pt x="25731" y="41722"/>
                      </a:cubicBezTo>
                      <a:cubicBezTo>
                        <a:pt x="28208" y="40579"/>
                        <a:pt x="28017" y="37436"/>
                        <a:pt x="30208" y="37817"/>
                      </a:cubicBezTo>
                      <a:cubicBezTo>
                        <a:pt x="31256" y="40008"/>
                        <a:pt x="35066" y="37817"/>
                        <a:pt x="33732" y="42579"/>
                      </a:cubicBezTo>
                      <a:cubicBezTo>
                        <a:pt x="32018" y="43532"/>
                        <a:pt x="30589" y="43056"/>
                        <a:pt x="28684" y="44770"/>
                      </a:cubicBezTo>
                      <a:cubicBezTo>
                        <a:pt x="29922" y="46199"/>
                        <a:pt x="32304" y="42294"/>
                        <a:pt x="33542" y="43722"/>
                      </a:cubicBezTo>
                      <a:cubicBezTo>
                        <a:pt x="31541" y="46008"/>
                        <a:pt x="32589" y="46580"/>
                        <a:pt x="33161" y="47437"/>
                      </a:cubicBezTo>
                      <a:cubicBezTo>
                        <a:pt x="37733" y="45818"/>
                        <a:pt x="39542" y="50866"/>
                        <a:pt x="44686" y="47914"/>
                      </a:cubicBezTo>
                      <a:cubicBezTo>
                        <a:pt x="43733" y="49914"/>
                        <a:pt x="45734" y="50390"/>
                        <a:pt x="45162" y="52200"/>
                      </a:cubicBezTo>
                      <a:cubicBezTo>
                        <a:pt x="44400" y="51343"/>
                        <a:pt x="43353" y="51343"/>
                        <a:pt x="42019" y="52866"/>
                      </a:cubicBezTo>
                      <a:cubicBezTo>
                        <a:pt x="47067" y="51343"/>
                        <a:pt x="47163" y="58486"/>
                        <a:pt x="51734" y="52295"/>
                      </a:cubicBezTo>
                      <a:cubicBezTo>
                        <a:pt x="53830" y="53057"/>
                        <a:pt x="50210" y="59439"/>
                        <a:pt x="53925" y="57724"/>
                      </a:cubicBezTo>
                      <a:cubicBezTo>
                        <a:pt x="53735" y="57343"/>
                        <a:pt x="53068" y="57153"/>
                        <a:pt x="53735" y="56295"/>
                      </a:cubicBezTo>
                      <a:cubicBezTo>
                        <a:pt x="54401" y="57058"/>
                        <a:pt x="55545" y="55914"/>
                        <a:pt x="56211" y="56581"/>
                      </a:cubicBezTo>
                      <a:cubicBezTo>
                        <a:pt x="53449" y="60772"/>
                        <a:pt x="61355" y="58581"/>
                        <a:pt x="59069" y="63725"/>
                      </a:cubicBezTo>
                      <a:cubicBezTo>
                        <a:pt x="61545" y="59724"/>
                        <a:pt x="62212" y="63344"/>
                        <a:pt x="64117" y="61629"/>
                      </a:cubicBezTo>
                      <a:cubicBezTo>
                        <a:pt x="63165" y="57724"/>
                        <a:pt x="61069" y="54295"/>
                        <a:pt x="59640" y="50771"/>
                      </a:cubicBezTo>
                      <a:cubicBezTo>
                        <a:pt x="63831" y="51057"/>
                        <a:pt x="65260" y="52771"/>
                        <a:pt x="68308" y="54962"/>
                      </a:cubicBezTo>
                      <a:cubicBezTo>
                        <a:pt x="67165" y="56486"/>
                        <a:pt x="62974" y="56867"/>
                        <a:pt x="64974" y="58200"/>
                      </a:cubicBezTo>
                      <a:cubicBezTo>
                        <a:pt x="70880" y="53724"/>
                        <a:pt x="68975" y="61820"/>
                        <a:pt x="73737" y="59724"/>
                      </a:cubicBezTo>
                      <a:cubicBezTo>
                        <a:pt x="72594" y="57439"/>
                        <a:pt x="69070" y="56391"/>
                        <a:pt x="73261" y="51343"/>
                      </a:cubicBezTo>
                      <a:cubicBezTo>
                        <a:pt x="69451" y="55629"/>
                        <a:pt x="72404" y="49628"/>
                        <a:pt x="71832" y="49056"/>
                      </a:cubicBezTo>
                      <a:cubicBezTo>
                        <a:pt x="67165" y="54010"/>
                        <a:pt x="67546" y="47342"/>
                        <a:pt x="63546" y="47818"/>
                      </a:cubicBezTo>
                      <a:cubicBezTo>
                        <a:pt x="66498" y="44008"/>
                        <a:pt x="63926" y="45151"/>
                        <a:pt x="61164" y="44961"/>
                      </a:cubicBezTo>
                      <a:cubicBezTo>
                        <a:pt x="65165" y="40960"/>
                        <a:pt x="61736" y="40960"/>
                        <a:pt x="63260" y="38293"/>
                      </a:cubicBezTo>
                      <a:cubicBezTo>
                        <a:pt x="52973" y="46008"/>
                        <a:pt x="55164" y="32959"/>
                        <a:pt x="54973" y="30387"/>
                      </a:cubicBezTo>
                      <a:cubicBezTo>
                        <a:pt x="55830" y="30864"/>
                        <a:pt x="52211" y="32388"/>
                        <a:pt x="51258" y="33340"/>
                      </a:cubicBezTo>
                      <a:cubicBezTo>
                        <a:pt x="50401" y="32388"/>
                        <a:pt x="54973" y="26006"/>
                        <a:pt x="51449" y="28197"/>
                      </a:cubicBezTo>
                      <a:cubicBezTo>
                        <a:pt x="51068" y="29435"/>
                        <a:pt x="52878" y="29435"/>
                        <a:pt x="50687" y="31626"/>
                      </a:cubicBezTo>
                      <a:cubicBezTo>
                        <a:pt x="49067" y="30768"/>
                        <a:pt x="47067" y="30102"/>
                        <a:pt x="48496" y="27720"/>
                      </a:cubicBezTo>
                      <a:cubicBezTo>
                        <a:pt x="47067" y="28768"/>
                        <a:pt x="45543" y="30102"/>
                        <a:pt x="44591" y="29340"/>
                      </a:cubicBezTo>
                      <a:cubicBezTo>
                        <a:pt x="43638" y="27816"/>
                        <a:pt x="44019" y="25911"/>
                        <a:pt x="45162" y="24482"/>
                      </a:cubicBezTo>
                      <a:cubicBezTo>
                        <a:pt x="44400" y="26387"/>
                        <a:pt x="43067" y="21148"/>
                        <a:pt x="42686" y="24291"/>
                      </a:cubicBezTo>
                      <a:cubicBezTo>
                        <a:pt x="42495" y="33531"/>
                        <a:pt x="29732" y="22291"/>
                        <a:pt x="36304" y="16481"/>
                      </a:cubicBezTo>
                      <a:cubicBezTo>
                        <a:pt x="34685" y="16195"/>
                        <a:pt x="32208" y="19434"/>
                        <a:pt x="30780" y="18481"/>
                      </a:cubicBezTo>
                      <a:cubicBezTo>
                        <a:pt x="31732" y="15719"/>
                        <a:pt x="29827" y="14576"/>
                        <a:pt x="31923" y="11242"/>
                      </a:cubicBezTo>
                      <a:cubicBezTo>
                        <a:pt x="29446" y="9623"/>
                        <a:pt x="25826" y="11433"/>
                        <a:pt x="27255" y="7147"/>
                      </a:cubicBezTo>
                      <a:cubicBezTo>
                        <a:pt x="25160" y="8194"/>
                        <a:pt x="25350" y="9909"/>
                        <a:pt x="24207" y="11909"/>
                      </a:cubicBezTo>
                      <a:cubicBezTo>
                        <a:pt x="22302" y="12099"/>
                        <a:pt x="19635" y="13147"/>
                        <a:pt x="21064" y="10004"/>
                      </a:cubicBezTo>
                      <a:cubicBezTo>
                        <a:pt x="22969" y="9528"/>
                        <a:pt x="25541" y="9147"/>
                        <a:pt x="25446" y="6099"/>
                      </a:cubicBezTo>
                      <a:cubicBezTo>
                        <a:pt x="22874" y="7813"/>
                        <a:pt x="20873" y="3051"/>
                        <a:pt x="21255" y="2289"/>
                      </a:cubicBezTo>
                      <a:cubicBezTo>
                        <a:pt x="19349" y="2289"/>
                        <a:pt x="19254" y="5337"/>
                        <a:pt x="17730" y="6766"/>
                      </a:cubicBezTo>
                      <a:cubicBezTo>
                        <a:pt x="16111" y="6385"/>
                        <a:pt x="14111" y="8004"/>
                        <a:pt x="12206" y="8766"/>
                      </a:cubicBezTo>
                      <a:cubicBezTo>
                        <a:pt x="12301" y="7527"/>
                        <a:pt x="12015" y="6480"/>
                        <a:pt x="12491" y="4956"/>
                      </a:cubicBezTo>
                      <a:cubicBezTo>
                        <a:pt x="14397" y="3908"/>
                        <a:pt x="16016" y="4194"/>
                        <a:pt x="18016" y="2955"/>
                      </a:cubicBezTo>
                      <a:cubicBezTo>
                        <a:pt x="15063" y="3718"/>
                        <a:pt x="16968" y="-188"/>
                        <a:pt x="14015" y="574"/>
                      </a:cubicBezTo>
                      <a:cubicBezTo>
                        <a:pt x="11825" y="2289"/>
                        <a:pt x="12491" y="4670"/>
                        <a:pt x="11158" y="4194"/>
                      </a:cubicBezTo>
                      <a:cubicBezTo>
                        <a:pt x="9539" y="2289"/>
                        <a:pt x="10872" y="-93"/>
                        <a:pt x="8586" y="3"/>
                      </a:cubicBezTo>
                      <a:lnTo>
                        <a:pt x="5824" y="3622"/>
                      </a:lnTo>
                      <a:cubicBezTo>
                        <a:pt x="7539" y="5622"/>
                        <a:pt x="8396" y="5718"/>
                        <a:pt x="9634" y="7147"/>
                      </a:cubicBezTo>
                      <a:cubicBezTo>
                        <a:pt x="8681" y="8575"/>
                        <a:pt x="6872" y="10385"/>
                        <a:pt x="7253" y="11052"/>
                      </a:cubicBezTo>
                      <a:cubicBezTo>
                        <a:pt x="10301" y="9147"/>
                        <a:pt x="14301" y="11147"/>
                        <a:pt x="10015" y="16672"/>
                      </a:cubicBezTo>
                      <a:cubicBezTo>
                        <a:pt x="7157" y="16100"/>
                        <a:pt x="6967" y="14385"/>
                        <a:pt x="3729" y="12957"/>
                      </a:cubicBezTo>
                      <a:cubicBezTo>
                        <a:pt x="1823" y="14576"/>
                        <a:pt x="-1415" y="16576"/>
                        <a:pt x="681" y="17719"/>
                      </a:cubicBezTo>
                      <a:cubicBezTo>
                        <a:pt x="1633" y="16862"/>
                        <a:pt x="3824" y="14862"/>
                        <a:pt x="5729" y="15433"/>
                      </a:cubicBezTo>
                      <a:cubicBezTo>
                        <a:pt x="5443" y="18958"/>
                        <a:pt x="8872" y="21148"/>
                        <a:pt x="11920" y="21720"/>
                      </a:cubicBezTo>
                      <a:cubicBezTo>
                        <a:pt x="12206" y="19720"/>
                        <a:pt x="11253" y="21434"/>
                        <a:pt x="10110" y="20672"/>
                      </a:cubicBezTo>
                      <a:cubicBezTo>
                        <a:pt x="11063" y="19434"/>
                        <a:pt x="11444" y="18576"/>
                        <a:pt x="11730" y="17719"/>
                      </a:cubicBezTo>
                      <a:cubicBezTo>
                        <a:pt x="14682" y="17052"/>
                        <a:pt x="17349" y="18100"/>
                        <a:pt x="21540" y="16957"/>
                      </a:cubicBezTo>
                      <a:cubicBezTo>
                        <a:pt x="23826" y="18767"/>
                        <a:pt x="18778" y="22482"/>
                        <a:pt x="21350" y="24768"/>
                      </a:cubicBezTo>
                      <a:cubicBezTo>
                        <a:pt x="26112" y="19624"/>
                        <a:pt x="27350" y="22387"/>
                        <a:pt x="29541" y="24387"/>
                      </a:cubicBezTo>
                      <a:lnTo>
                        <a:pt x="27446" y="27054"/>
                      </a:lnTo>
                      <a:cubicBezTo>
                        <a:pt x="31065" y="25816"/>
                        <a:pt x="29065" y="30102"/>
                        <a:pt x="34494" y="27339"/>
                      </a:cubicBezTo>
                      <a:cubicBezTo>
                        <a:pt x="33542" y="28578"/>
                        <a:pt x="33161" y="29435"/>
                        <a:pt x="32780" y="30292"/>
                      </a:cubicBezTo>
                      <a:cubicBezTo>
                        <a:pt x="29827" y="32102"/>
                        <a:pt x="21921" y="28578"/>
                        <a:pt x="26303" y="25149"/>
                      </a:cubicBezTo>
                      <a:cubicBezTo>
                        <a:pt x="20873" y="26006"/>
                        <a:pt x="17064" y="26958"/>
                        <a:pt x="15921" y="21529"/>
                      </a:cubicBezTo>
                      <a:cubicBezTo>
                        <a:pt x="15063" y="23434"/>
                        <a:pt x="12206" y="23720"/>
                        <a:pt x="13063" y="25149"/>
                      </a:cubicBezTo>
                      <a:cubicBezTo>
                        <a:pt x="16016" y="24958"/>
                        <a:pt x="18492" y="26292"/>
                        <a:pt x="18111" y="29530"/>
                      </a:cubicBezTo>
                      <a:cubicBezTo>
                        <a:pt x="22588" y="24958"/>
                        <a:pt x="24779" y="29625"/>
                        <a:pt x="23064" y="33531"/>
                      </a:cubicBezTo>
                      <a:close/>
                      <a:moveTo>
                        <a:pt x="22969" y="13719"/>
                      </a:moveTo>
                      <a:cubicBezTo>
                        <a:pt x="26112" y="9337"/>
                        <a:pt x="27446" y="12766"/>
                        <a:pt x="27922" y="14100"/>
                      </a:cubicBezTo>
                      <a:cubicBezTo>
                        <a:pt x="25350" y="17148"/>
                        <a:pt x="21255" y="16291"/>
                        <a:pt x="22969" y="13719"/>
                      </a:cubicBezTo>
                      <a:close/>
                      <a:moveTo>
                        <a:pt x="32970" y="34293"/>
                      </a:moveTo>
                      <a:cubicBezTo>
                        <a:pt x="36018" y="29816"/>
                        <a:pt x="36875" y="34864"/>
                        <a:pt x="40209" y="29435"/>
                      </a:cubicBezTo>
                      <a:cubicBezTo>
                        <a:pt x="42114" y="29625"/>
                        <a:pt x="38304" y="32864"/>
                        <a:pt x="41066" y="32578"/>
                      </a:cubicBezTo>
                      <a:cubicBezTo>
                        <a:pt x="36780" y="36960"/>
                        <a:pt x="35161" y="34102"/>
                        <a:pt x="32970" y="34293"/>
                      </a:cubicBezTo>
                      <a:close/>
                      <a:moveTo>
                        <a:pt x="43733" y="40770"/>
                      </a:moveTo>
                      <a:cubicBezTo>
                        <a:pt x="47448" y="39055"/>
                        <a:pt x="49353" y="42008"/>
                        <a:pt x="48782" y="45247"/>
                      </a:cubicBezTo>
                      <a:cubicBezTo>
                        <a:pt x="46400" y="46104"/>
                        <a:pt x="45067" y="42960"/>
                        <a:pt x="43733" y="40770"/>
                      </a:cubicBezTo>
                      <a:close/>
                      <a:moveTo>
                        <a:pt x="53258" y="45342"/>
                      </a:moveTo>
                      <a:cubicBezTo>
                        <a:pt x="55449" y="42675"/>
                        <a:pt x="59069" y="44866"/>
                        <a:pt x="55640" y="48199"/>
                      </a:cubicBezTo>
                      <a:cubicBezTo>
                        <a:pt x="52973" y="49628"/>
                        <a:pt x="53449" y="46770"/>
                        <a:pt x="53258" y="45342"/>
                      </a:cubicBezTo>
                      <a:close/>
                      <a:moveTo>
                        <a:pt x="53163" y="52009"/>
                      </a:moveTo>
                      <a:cubicBezTo>
                        <a:pt x="56306" y="49628"/>
                        <a:pt x="55068" y="53343"/>
                        <a:pt x="58116" y="52485"/>
                      </a:cubicBezTo>
                      <a:cubicBezTo>
                        <a:pt x="54306" y="57915"/>
                        <a:pt x="54592" y="52485"/>
                        <a:pt x="53163" y="520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0" name="Freeform: Shape 469">
                  <a:extLst>
                    <a:ext uri="{FF2B5EF4-FFF2-40B4-BE49-F238E27FC236}">
                      <a16:creationId xmlns:a16="http://schemas.microsoft.com/office/drawing/2014/main" id="{29A747F2-4C0E-4AEA-ADE3-3BC9CAB29852}"/>
                    </a:ext>
                  </a:extLst>
                </p:cNvPr>
                <p:cNvSpPr/>
                <p:nvPr/>
              </p:nvSpPr>
              <p:spPr>
                <a:xfrm>
                  <a:off x="2848102" y="1537811"/>
                  <a:ext cx="4349" cy="2667"/>
                </a:xfrm>
                <a:custGeom>
                  <a:avLst/>
                  <a:gdLst>
                    <a:gd name="connsiteX0" fmla="*/ 63 w 4349"/>
                    <a:gd name="connsiteY0" fmla="*/ 2667 h 2667"/>
                    <a:gd name="connsiteX1" fmla="*/ 2158 w 4349"/>
                    <a:gd name="connsiteY1" fmla="*/ 0 h 2667"/>
                    <a:gd name="connsiteX2" fmla="*/ 4349 w 4349"/>
                    <a:gd name="connsiteY2" fmla="*/ 1333 h 2667"/>
                    <a:gd name="connsiteX3" fmla="*/ 63 w 4349"/>
                    <a:gd name="connsiteY3" fmla="*/ 2667 h 2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49" h="2667">
                      <a:moveTo>
                        <a:pt x="63" y="2667"/>
                      </a:moveTo>
                      <a:cubicBezTo>
                        <a:pt x="-318" y="1905"/>
                        <a:pt x="1111" y="1619"/>
                        <a:pt x="2158" y="0"/>
                      </a:cubicBezTo>
                      <a:lnTo>
                        <a:pt x="4349" y="1333"/>
                      </a:lnTo>
                      <a:cubicBezTo>
                        <a:pt x="2349" y="4191"/>
                        <a:pt x="1873" y="762"/>
                        <a:pt x="63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1" name="Freeform: Shape 470">
                  <a:extLst>
                    <a:ext uri="{FF2B5EF4-FFF2-40B4-BE49-F238E27FC236}">
                      <a16:creationId xmlns:a16="http://schemas.microsoft.com/office/drawing/2014/main" id="{B5827960-3DC1-44CB-9DB4-86DB4753AA72}"/>
                    </a:ext>
                  </a:extLst>
                </p:cNvPr>
                <p:cNvSpPr/>
                <p:nvPr/>
              </p:nvSpPr>
              <p:spPr>
                <a:xfrm>
                  <a:off x="2989897" y="1358514"/>
                  <a:ext cx="16450" cy="7051"/>
                </a:xfrm>
                <a:custGeom>
                  <a:avLst/>
                  <a:gdLst>
                    <a:gd name="connsiteX0" fmla="*/ 0 w 16450"/>
                    <a:gd name="connsiteY0" fmla="*/ 4227 h 7051"/>
                    <a:gd name="connsiteX1" fmla="*/ 6287 w 16450"/>
                    <a:gd name="connsiteY1" fmla="*/ 1465 h 7051"/>
                    <a:gd name="connsiteX2" fmla="*/ 10001 w 16450"/>
                    <a:gd name="connsiteY2" fmla="*/ 3751 h 7051"/>
                    <a:gd name="connsiteX3" fmla="*/ 10763 w 16450"/>
                    <a:gd name="connsiteY3" fmla="*/ 226 h 7051"/>
                    <a:gd name="connsiteX4" fmla="*/ 13335 w 16450"/>
                    <a:gd name="connsiteY4" fmla="*/ 3084 h 7051"/>
                    <a:gd name="connsiteX5" fmla="*/ 16383 w 16450"/>
                    <a:gd name="connsiteY5" fmla="*/ 988 h 7051"/>
                    <a:gd name="connsiteX6" fmla="*/ 16383 w 16450"/>
                    <a:gd name="connsiteY6" fmla="*/ 3655 h 7051"/>
                    <a:gd name="connsiteX7" fmla="*/ 14764 w 16450"/>
                    <a:gd name="connsiteY7" fmla="*/ 6608 h 7051"/>
                    <a:gd name="connsiteX8" fmla="*/ 12478 w 16450"/>
                    <a:gd name="connsiteY8" fmla="*/ 2512 h 7051"/>
                    <a:gd name="connsiteX9" fmla="*/ 0 w 16450"/>
                    <a:gd name="connsiteY9" fmla="*/ 4227 h 7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450" h="7051">
                      <a:moveTo>
                        <a:pt x="0" y="4227"/>
                      </a:moveTo>
                      <a:cubicBezTo>
                        <a:pt x="2477" y="1179"/>
                        <a:pt x="3620" y="5275"/>
                        <a:pt x="6287" y="1465"/>
                      </a:cubicBezTo>
                      <a:cubicBezTo>
                        <a:pt x="7620" y="3370"/>
                        <a:pt x="7811" y="2608"/>
                        <a:pt x="10001" y="3751"/>
                      </a:cubicBezTo>
                      <a:cubicBezTo>
                        <a:pt x="12097" y="1560"/>
                        <a:pt x="12383" y="417"/>
                        <a:pt x="10763" y="226"/>
                      </a:cubicBezTo>
                      <a:cubicBezTo>
                        <a:pt x="12859" y="-631"/>
                        <a:pt x="15335" y="1084"/>
                        <a:pt x="13335" y="3084"/>
                      </a:cubicBezTo>
                      <a:cubicBezTo>
                        <a:pt x="14288" y="2703"/>
                        <a:pt x="15335" y="1846"/>
                        <a:pt x="16383" y="988"/>
                      </a:cubicBezTo>
                      <a:cubicBezTo>
                        <a:pt x="16954" y="1941"/>
                        <a:pt x="13621" y="3084"/>
                        <a:pt x="16383" y="3655"/>
                      </a:cubicBezTo>
                      <a:cubicBezTo>
                        <a:pt x="15335" y="4894"/>
                        <a:pt x="14288" y="6132"/>
                        <a:pt x="14764" y="6608"/>
                      </a:cubicBezTo>
                      <a:cubicBezTo>
                        <a:pt x="11430" y="8704"/>
                        <a:pt x="14859" y="2703"/>
                        <a:pt x="12478" y="2512"/>
                      </a:cubicBezTo>
                      <a:cubicBezTo>
                        <a:pt x="5429" y="8513"/>
                        <a:pt x="4858" y="2417"/>
                        <a:pt x="0" y="422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2" name="Freeform: Shape 471">
                  <a:extLst>
                    <a:ext uri="{FF2B5EF4-FFF2-40B4-BE49-F238E27FC236}">
                      <a16:creationId xmlns:a16="http://schemas.microsoft.com/office/drawing/2014/main" id="{29B84E20-BD5C-450F-ADCC-D10DD8220675}"/>
                    </a:ext>
                  </a:extLst>
                </p:cNvPr>
                <p:cNvSpPr/>
                <p:nvPr/>
              </p:nvSpPr>
              <p:spPr>
                <a:xfrm>
                  <a:off x="2831087" y="1563421"/>
                  <a:ext cx="13839" cy="17537"/>
                </a:xfrm>
                <a:custGeom>
                  <a:avLst/>
                  <a:gdLst>
                    <a:gd name="connsiteX0" fmla="*/ 9743 w 13839"/>
                    <a:gd name="connsiteY0" fmla="*/ 8203 h 17537"/>
                    <a:gd name="connsiteX1" fmla="*/ 9077 w 13839"/>
                    <a:gd name="connsiteY1" fmla="*/ 13061 h 17537"/>
                    <a:gd name="connsiteX2" fmla="*/ 5552 w 13839"/>
                    <a:gd name="connsiteY2" fmla="*/ 17538 h 17537"/>
                    <a:gd name="connsiteX3" fmla="*/ 8315 w 13839"/>
                    <a:gd name="connsiteY3" fmla="*/ 10013 h 17537"/>
                    <a:gd name="connsiteX4" fmla="*/ 5648 w 13839"/>
                    <a:gd name="connsiteY4" fmla="*/ 11061 h 17537"/>
                    <a:gd name="connsiteX5" fmla="*/ 4791 w 13839"/>
                    <a:gd name="connsiteY5" fmla="*/ 14490 h 17537"/>
                    <a:gd name="connsiteX6" fmla="*/ 218 w 13839"/>
                    <a:gd name="connsiteY6" fmla="*/ 17062 h 17537"/>
                    <a:gd name="connsiteX7" fmla="*/ 2790 w 13839"/>
                    <a:gd name="connsiteY7" fmla="*/ 14680 h 17537"/>
                    <a:gd name="connsiteX8" fmla="*/ 3457 w 13839"/>
                    <a:gd name="connsiteY8" fmla="*/ 9823 h 17537"/>
                    <a:gd name="connsiteX9" fmla="*/ 885 w 13839"/>
                    <a:gd name="connsiteY9" fmla="*/ 12299 h 17537"/>
                    <a:gd name="connsiteX10" fmla="*/ 885 w 13839"/>
                    <a:gd name="connsiteY10" fmla="*/ 1822 h 17537"/>
                    <a:gd name="connsiteX11" fmla="*/ 6029 w 13839"/>
                    <a:gd name="connsiteY11" fmla="*/ 4870 h 17537"/>
                    <a:gd name="connsiteX12" fmla="*/ 4600 w 13839"/>
                    <a:gd name="connsiteY12" fmla="*/ 2679 h 17537"/>
                    <a:gd name="connsiteX13" fmla="*/ 11553 w 13839"/>
                    <a:gd name="connsiteY13" fmla="*/ 6775 h 17537"/>
                    <a:gd name="connsiteX14" fmla="*/ 10505 w 13839"/>
                    <a:gd name="connsiteY14" fmla="*/ 869 h 17537"/>
                    <a:gd name="connsiteX15" fmla="*/ 13839 w 13839"/>
                    <a:gd name="connsiteY15" fmla="*/ 5441 h 17537"/>
                    <a:gd name="connsiteX16" fmla="*/ 10982 w 13839"/>
                    <a:gd name="connsiteY16" fmla="*/ 8965 h 17537"/>
                    <a:gd name="connsiteX17" fmla="*/ 9743 w 13839"/>
                    <a:gd name="connsiteY17" fmla="*/ 8203 h 17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839" h="17537">
                      <a:moveTo>
                        <a:pt x="9743" y="8203"/>
                      </a:moveTo>
                      <a:cubicBezTo>
                        <a:pt x="10410" y="9346"/>
                        <a:pt x="6505" y="12966"/>
                        <a:pt x="9077" y="13061"/>
                      </a:cubicBezTo>
                      <a:cubicBezTo>
                        <a:pt x="6886" y="14299"/>
                        <a:pt x="8029" y="14871"/>
                        <a:pt x="5552" y="17538"/>
                      </a:cubicBezTo>
                      <a:cubicBezTo>
                        <a:pt x="5171" y="15157"/>
                        <a:pt x="6600" y="14109"/>
                        <a:pt x="8315" y="10013"/>
                      </a:cubicBezTo>
                      <a:cubicBezTo>
                        <a:pt x="7458" y="10299"/>
                        <a:pt x="6219" y="11823"/>
                        <a:pt x="5648" y="11061"/>
                      </a:cubicBezTo>
                      <a:cubicBezTo>
                        <a:pt x="5457" y="12204"/>
                        <a:pt x="3171" y="14395"/>
                        <a:pt x="4791" y="14490"/>
                      </a:cubicBezTo>
                      <a:cubicBezTo>
                        <a:pt x="3171" y="15823"/>
                        <a:pt x="2028" y="15061"/>
                        <a:pt x="218" y="17062"/>
                      </a:cubicBezTo>
                      <a:cubicBezTo>
                        <a:pt x="-925" y="16966"/>
                        <a:pt x="2790" y="12585"/>
                        <a:pt x="2790" y="14680"/>
                      </a:cubicBezTo>
                      <a:cubicBezTo>
                        <a:pt x="4600" y="11156"/>
                        <a:pt x="-353" y="14109"/>
                        <a:pt x="3457" y="9823"/>
                      </a:cubicBezTo>
                      <a:cubicBezTo>
                        <a:pt x="2790" y="9727"/>
                        <a:pt x="1838" y="11251"/>
                        <a:pt x="885" y="12299"/>
                      </a:cubicBezTo>
                      <a:cubicBezTo>
                        <a:pt x="1266" y="8584"/>
                        <a:pt x="4028" y="3536"/>
                        <a:pt x="885" y="1822"/>
                      </a:cubicBezTo>
                      <a:cubicBezTo>
                        <a:pt x="4409" y="-2369"/>
                        <a:pt x="8219" y="1536"/>
                        <a:pt x="6029" y="4870"/>
                      </a:cubicBezTo>
                      <a:cubicBezTo>
                        <a:pt x="4695" y="4584"/>
                        <a:pt x="6410" y="2679"/>
                        <a:pt x="4600" y="2679"/>
                      </a:cubicBezTo>
                      <a:cubicBezTo>
                        <a:pt x="1361" y="8965"/>
                        <a:pt x="6219" y="10870"/>
                        <a:pt x="11553" y="6775"/>
                      </a:cubicBezTo>
                      <a:cubicBezTo>
                        <a:pt x="12220" y="4203"/>
                        <a:pt x="8886" y="4012"/>
                        <a:pt x="10505" y="869"/>
                      </a:cubicBezTo>
                      <a:cubicBezTo>
                        <a:pt x="12410" y="12"/>
                        <a:pt x="10791" y="5346"/>
                        <a:pt x="13839" y="5441"/>
                      </a:cubicBezTo>
                      <a:lnTo>
                        <a:pt x="10982" y="8965"/>
                      </a:lnTo>
                      <a:lnTo>
                        <a:pt x="9743" y="8203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3" name="Freeform: Shape 472">
                  <a:extLst>
                    <a:ext uri="{FF2B5EF4-FFF2-40B4-BE49-F238E27FC236}">
                      <a16:creationId xmlns:a16="http://schemas.microsoft.com/office/drawing/2014/main" id="{DED23641-5578-45AD-9CC2-8D340A460883}"/>
                    </a:ext>
                  </a:extLst>
                </p:cNvPr>
                <p:cNvSpPr/>
                <p:nvPr/>
              </p:nvSpPr>
              <p:spPr>
                <a:xfrm>
                  <a:off x="2829782" y="1568086"/>
                  <a:ext cx="2159" cy="6110"/>
                </a:xfrm>
                <a:custGeom>
                  <a:avLst/>
                  <a:gdLst>
                    <a:gd name="connsiteX0" fmla="*/ 953 w 2159"/>
                    <a:gd name="connsiteY0" fmla="*/ 110 h 6110"/>
                    <a:gd name="connsiteX1" fmla="*/ 0 w 2159"/>
                    <a:gd name="connsiteY1" fmla="*/ 6111 h 6110"/>
                    <a:gd name="connsiteX2" fmla="*/ 953 w 2159"/>
                    <a:gd name="connsiteY2" fmla="*/ 110 h 6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9" h="6110">
                      <a:moveTo>
                        <a:pt x="953" y="110"/>
                      </a:moveTo>
                      <a:cubicBezTo>
                        <a:pt x="2000" y="-652"/>
                        <a:pt x="3429" y="2682"/>
                        <a:pt x="0" y="6111"/>
                      </a:cubicBezTo>
                      <a:cubicBezTo>
                        <a:pt x="0" y="4396"/>
                        <a:pt x="95" y="2491"/>
                        <a:pt x="953" y="1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4" name="Freeform: Shape 473">
                  <a:extLst>
                    <a:ext uri="{FF2B5EF4-FFF2-40B4-BE49-F238E27FC236}">
                      <a16:creationId xmlns:a16="http://schemas.microsoft.com/office/drawing/2014/main" id="{0D292C5D-064A-4626-A297-3E3AB1363B7F}"/>
                    </a:ext>
                  </a:extLst>
                </p:cNvPr>
                <p:cNvSpPr/>
                <p:nvPr/>
              </p:nvSpPr>
              <p:spPr>
                <a:xfrm>
                  <a:off x="2732627" y="1695926"/>
                  <a:ext cx="3143" cy="5492"/>
                </a:xfrm>
                <a:custGeom>
                  <a:avLst/>
                  <a:gdLst>
                    <a:gd name="connsiteX0" fmla="*/ 0 w 3143"/>
                    <a:gd name="connsiteY0" fmla="*/ 4667 h 5492"/>
                    <a:gd name="connsiteX1" fmla="*/ 3143 w 3143"/>
                    <a:gd name="connsiteY1" fmla="*/ 0 h 5492"/>
                    <a:gd name="connsiteX2" fmla="*/ 0 w 3143"/>
                    <a:gd name="connsiteY2" fmla="*/ 4667 h 5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3" h="5492">
                      <a:moveTo>
                        <a:pt x="0" y="4667"/>
                      </a:moveTo>
                      <a:cubicBezTo>
                        <a:pt x="2381" y="2381"/>
                        <a:pt x="1238" y="2000"/>
                        <a:pt x="3143" y="0"/>
                      </a:cubicBezTo>
                      <a:cubicBezTo>
                        <a:pt x="2000" y="4477"/>
                        <a:pt x="3524" y="6858"/>
                        <a:pt x="0" y="4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5" name="Freeform: Shape 474">
                  <a:extLst>
                    <a:ext uri="{FF2B5EF4-FFF2-40B4-BE49-F238E27FC236}">
                      <a16:creationId xmlns:a16="http://schemas.microsoft.com/office/drawing/2014/main" id="{0926A505-77B8-412B-8641-D795CB3D2F59}"/>
                    </a:ext>
                  </a:extLst>
                </p:cNvPr>
                <p:cNvSpPr/>
                <p:nvPr/>
              </p:nvSpPr>
              <p:spPr>
                <a:xfrm>
                  <a:off x="2907172" y="1479306"/>
                  <a:ext cx="7390" cy="6974"/>
                </a:xfrm>
                <a:custGeom>
                  <a:avLst/>
                  <a:gdLst>
                    <a:gd name="connsiteX0" fmla="*/ 905 w 7390"/>
                    <a:gd name="connsiteY0" fmla="*/ 688 h 6974"/>
                    <a:gd name="connsiteX1" fmla="*/ 4239 w 7390"/>
                    <a:gd name="connsiteY1" fmla="*/ 1354 h 6974"/>
                    <a:gd name="connsiteX2" fmla="*/ 1477 w 7390"/>
                    <a:gd name="connsiteY2" fmla="*/ 2307 h 6974"/>
                    <a:gd name="connsiteX3" fmla="*/ 7001 w 7390"/>
                    <a:gd name="connsiteY3" fmla="*/ 6974 h 6974"/>
                    <a:gd name="connsiteX4" fmla="*/ 905 w 7390"/>
                    <a:gd name="connsiteY4" fmla="*/ 688 h 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0" h="6974">
                      <a:moveTo>
                        <a:pt x="905" y="688"/>
                      </a:moveTo>
                      <a:cubicBezTo>
                        <a:pt x="2524" y="-1217"/>
                        <a:pt x="3096" y="1450"/>
                        <a:pt x="4239" y="1354"/>
                      </a:cubicBezTo>
                      <a:cubicBezTo>
                        <a:pt x="1286" y="5736"/>
                        <a:pt x="4048" y="-550"/>
                        <a:pt x="1477" y="2307"/>
                      </a:cubicBezTo>
                      <a:cubicBezTo>
                        <a:pt x="715" y="6974"/>
                        <a:pt x="9287" y="1450"/>
                        <a:pt x="7001" y="6974"/>
                      </a:cubicBezTo>
                      <a:cubicBezTo>
                        <a:pt x="6049" y="4593"/>
                        <a:pt x="-2810" y="8308"/>
                        <a:pt x="905" y="6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6" name="Freeform: Shape 475">
                  <a:extLst>
                    <a:ext uri="{FF2B5EF4-FFF2-40B4-BE49-F238E27FC236}">
                      <a16:creationId xmlns:a16="http://schemas.microsoft.com/office/drawing/2014/main" id="{5BA81714-4F99-4D5D-B8FC-4F9E77301294}"/>
                    </a:ext>
                  </a:extLst>
                </p:cNvPr>
                <p:cNvSpPr/>
                <p:nvPr/>
              </p:nvSpPr>
              <p:spPr>
                <a:xfrm>
                  <a:off x="2936938" y="1439703"/>
                  <a:ext cx="2857" cy="5377"/>
                </a:xfrm>
                <a:custGeom>
                  <a:avLst/>
                  <a:gdLst>
                    <a:gd name="connsiteX0" fmla="*/ 0 w 2857"/>
                    <a:gd name="connsiteY0" fmla="*/ 3619 h 5377"/>
                    <a:gd name="connsiteX1" fmla="*/ 2858 w 2857"/>
                    <a:gd name="connsiteY1" fmla="*/ 0 h 5377"/>
                    <a:gd name="connsiteX2" fmla="*/ 0 w 2857"/>
                    <a:gd name="connsiteY2" fmla="*/ 3619 h 5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5377">
                      <a:moveTo>
                        <a:pt x="0" y="3619"/>
                      </a:moveTo>
                      <a:lnTo>
                        <a:pt x="2858" y="0"/>
                      </a:lnTo>
                      <a:cubicBezTo>
                        <a:pt x="1238" y="4096"/>
                        <a:pt x="3334" y="7620"/>
                        <a:pt x="0" y="3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7" name="Freeform: Shape 476">
                  <a:extLst>
                    <a:ext uri="{FF2B5EF4-FFF2-40B4-BE49-F238E27FC236}">
                      <a16:creationId xmlns:a16="http://schemas.microsoft.com/office/drawing/2014/main" id="{643E2F5F-CAA9-44C6-B8D2-ED1CA25A72BA}"/>
                    </a:ext>
                  </a:extLst>
                </p:cNvPr>
                <p:cNvSpPr/>
                <p:nvPr/>
              </p:nvSpPr>
              <p:spPr>
                <a:xfrm>
                  <a:off x="2901600" y="1489516"/>
                  <a:ext cx="3273" cy="5622"/>
                </a:xfrm>
                <a:custGeom>
                  <a:avLst/>
                  <a:gdLst>
                    <a:gd name="connsiteX0" fmla="*/ 0 w 3273"/>
                    <a:gd name="connsiteY0" fmla="*/ 1146 h 5622"/>
                    <a:gd name="connsiteX1" fmla="*/ 3048 w 3273"/>
                    <a:gd name="connsiteY1" fmla="*/ 5622 h 5622"/>
                    <a:gd name="connsiteX2" fmla="*/ 0 w 3273"/>
                    <a:gd name="connsiteY2" fmla="*/ 1146 h 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73" h="5622">
                      <a:moveTo>
                        <a:pt x="0" y="1146"/>
                      </a:moveTo>
                      <a:cubicBezTo>
                        <a:pt x="2191" y="-2760"/>
                        <a:pt x="3905" y="4479"/>
                        <a:pt x="3048" y="5622"/>
                      </a:cubicBezTo>
                      <a:cubicBezTo>
                        <a:pt x="1143" y="4956"/>
                        <a:pt x="2286" y="3"/>
                        <a:pt x="0" y="11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8" name="Freeform: Shape 477">
                  <a:extLst>
                    <a:ext uri="{FF2B5EF4-FFF2-40B4-BE49-F238E27FC236}">
                      <a16:creationId xmlns:a16="http://schemas.microsoft.com/office/drawing/2014/main" id="{28F3B343-EC50-46F9-8186-982BE4F9E57E}"/>
                    </a:ext>
                  </a:extLst>
                </p:cNvPr>
                <p:cNvSpPr/>
                <p:nvPr/>
              </p:nvSpPr>
              <p:spPr>
                <a:xfrm>
                  <a:off x="2884265" y="1512990"/>
                  <a:ext cx="7048" cy="7241"/>
                </a:xfrm>
                <a:custGeom>
                  <a:avLst/>
                  <a:gdLst>
                    <a:gd name="connsiteX0" fmla="*/ 7048 w 7048"/>
                    <a:gd name="connsiteY0" fmla="*/ 7104 h 7241"/>
                    <a:gd name="connsiteX1" fmla="*/ 0 w 7048"/>
                    <a:gd name="connsiteY1" fmla="*/ 2913 h 7241"/>
                    <a:gd name="connsiteX2" fmla="*/ 7048 w 7048"/>
                    <a:gd name="connsiteY2" fmla="*/ 7104 h 7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048" h="7241">
                      <a:moveTo>
                        <a:pt x="7048" y="7104"/>
                      </a:moveTo>
                      <a:cubicBezTo>
                        <a:pt x="2096" y="7771"/>
                        <a:pt x="1524" y="5961"/>
                        <a:pt x="0" y="2913"/>
                      </a:cubicBezTo>
                      <a:cubicBezTo>
                        <a:pt x="3429" y="-5183"/>
                        <a:pt x="5239" y="6056"/>
                        <a:pt x="7048" y="71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9" name="Freeform: Shape 478">
                  <a:extLst>
                    <a:ext uri="{FF2B5EF4-FFF2-40B4-BE49-F238E27FC236}">
                      <a16:creationId xmlns:a16="http://schemas.microsoft.com/office/drawing/2014/main" id="{E3DD5667-32AE-4E1D-A7F9-645CBF2E9C45}"/>
                    </a:ext>
                  </a:extLst>
                </p:cNvPr>
                <p:cNvSpPr/>
                <p:nvPr/>
              </p:nvSpPr>
              <p:spPr>
                <a:xfrm>
                  <a:off x="2999098" y="1361122"/>
                  <a:ext cx="54711" cy="56747"/>
                </a:xfrm>
                <a:custGeom>
                  <a:avLst/>
                  <a:gdLst>
                    <a:gd name="connsiteX0" fmla="*/ 9278 w 54711"/>
                    <a:gd name="connsiteY0" fmla="*/ 12954 h 56747"/>
                    <a:gd name="connsiteX1" fmla="*/ 6039 w 54711"/>
                    <a:gd name="connsiteY1" fmla="*/ 8382 h 56747"/>
                    <a:gd name="connsiteX2" fmla="*/ 14040 w 54711"/>
                    <a:gd name="connsiteY2" fmla="*/ 0 h 56747"/>
                    <a:gd name="connsiteX3" fmla="*/ 12802 w 54711"/>
                    <a:gd name="connsiteY3" fmla="*/ 5905 h 56747"/>
                    <a:gd name="connsiteX4" fmla="*/ 11659 w 54711"/>
                    <a:gd name="connsiteY4" fmla="*/ 3905 h 56747"/>
                    <a:gd name="connsiteX5" fmla="*/ 8611 w 54711"/>
                    <a:gd name="connsiteY5" fmla="*/ 6001 h 56747"/>
                    <a:gd name="connsiteX6" fmla="*/ 14231 w 54711"/>
                    <a:gd name="connsiteY6" fmla="*/ 6763 h 56747"/>
                    <a:gd name="connsiteX7" fmla="*/ 20422 w 54711"/>
                    <a:gd name="connsiteY7" fmla="*/ 14478 h 56747"/>
                    <a:gd name="connsiteX8" fmla="*/ 17850 w 54711"/>
                    <a:gd name="connsiteY8" fmla="*/ 16859 h 56747"/>
                    <a:gd name="connsiteX9" fmla="*/ 20613 w 54711"/>
                    <a:gd name="connsiteY9" fmla="*/ 21146 h 56747"/>
                    <a:gd name="connsiteX10" fmla="*/ 24327 w 54711"/>
                    <a:gd name="connsiteY10" fmla="*/ 18098 h 56747"/>
                    <a:gd name="connsiteX11" fmla="*/ 29661 w 54711"/>
                    <a:gd name="connsiteY11" fmla="*/ 20002 h 56747"/>
                    <a:gd name="connsiteX12" fmla="*/ 26994 w 54711"/>
                    <a:gd name="connsiteY12" fmla="*/ 25051 h 56747"/>
                    <a:gd name="connsiteX13" fmla="*/ 29566 w 54711"/>
                    <a:gd name="connsiteY13" fmla="*/ 25336 h 56747"/>
                    <a:gd name="connsiteX14" fmla="*/ 29566 w 54711"/>
                    <a:gd name="connsiteY14" fmla="*/ 22669 h 56747"/>
                    <a:gd name="connsiteX15" fmla="*/ 32328 w 54711"/>
                    <a:gd name="connsiteY15" fmla="*/ 24384 h 56747"/>
                    <a:gd name="connsiteX16" fmla="*/ 30423 w 54711"/>
                    <a:gd name="connsiteY16" fmla="*/ 25908 h 56747"/>
                    <a:gd name="connsiteX17" fmla="*/ 32519 w 54711"/>
                    <a:gd name="connsiteY17" fmla="*/ 25813 h 56747"/>
                    <a:gd name="connsiteX18" fmla="*/ 29947 w 54711"/>
                    <a:gd name="connsiteY18" fmla="*/ 28194 h 56747"/>
                    <a:gd name="connsiteX19" fmla="*/ 34424 w 54711"/>
                    <a:gd name="connsiteY19" fmla="*/ 26956 h 56747"/>
                    <a:gd name="connsiteX20" fmla="*/ 41091 w 54711"/>
                    <a:gd name="connsiteY20" fmla="*/ 29813 h 56747"/>
                    <a:gd name="connsiteX21" fmla="*/ 37472 w 54711"/>
                    <a:gd name="connsiteY21" fmla="*/ 34290 h 56747"/>
                    <a:gd name="connsiteX22" fmla="*/ 49473 w 54711"/>
                    <a:gd name="connsiteY22" fmla="*/ 50197 h 56747"/>
                    <a:gd name="connsiteX23" fmla="*/ 54712 w 54711"/>
                    <a:gd name="connsiteY23" fmla="*/ 52292 h 56747"/>
                    <a:gd name="connsiteX24" fmla="*/ 48997 w 54711"/>
                    <a:gd name="connsiteY24" fmla="*/ 56674 h 56747"/>
                    <a:gd name="connsiteX25" fmla="*/ 45378 w 54711"/>
                    <a:gd name="connsiteY25" fmla="*/ 54292 h 56747"/>
                    <a:gd name="connsiteX26" fmla="*/ 48902 w 54711"/>
                    <a:gd name="connsiteY26" fmla="*/ 45720 h 56747"/>
                    <a:gd name="connsiteX27" fmla="*/ 44330 w 54711"/>
                    <a:gd name="connsiteY27" fmla="*/ 42767 h 56747"/>
                    <a:gd name="connsiteX28" fmla="*/ 41758 w 54711"/>
                    <a:gd name="connsiteY28" fmla="*/ 45148 h 56747"/>
                    <a:gd name="connsiteX29" fmla="*/ 35853 w 54711"/>
                    <a:gd name="connsiteY29" fmla="*/ 34576 h 56747"/>
                    <a:gd name="connsiteX30" fmla="*/ 31852 w 54711"/>
                    <a:gd name="connsiteY30" fmla="*/ 38767 h 56747"/>
                    <a:gd name="connsiteX31" fmla="*/ 21374 w 54711"/>
                    <a:gd name="connsiteY31" fmla="*/ 24384 h 56747"/>
                    <a:gd name="connsiteX32" fmla="*/ 22994 w 54711"/>
                    <a:gd name="connsiteY32" fmla="*/ 24098 h 56747"/>
                    <a:gd name="connsiteX33" fmla="*/ 18993 w 54711"/>
                    <a:gd name="connsiteY33" fmla="*/ 25622 h 56747"/>
                    <a:gd name="connsiteX34" fmla="*/ 17184 w 54711"/>
                    <a:gd name="connsiteY34" fmla="*/ 21907 h 56747"/>
                    <a:gd name="connsiteX35" fmla="*/ 12326 w 54711"/>
                    <a:gd name="connsiteY35" fmla="*/ 22860 h 56747"/>
                    <a:gd name="connsiteX36" fmla="*/ 13564 w 54711"/>
                    <a:gd name="connsiteY36" fmla="*/ 19621 h 56747"/>
                    <a:gd name="connsiteX37" fmla="*/ 18422 w 54711"/>
                    <a:gd name="connsiteY37" fmla="*/ 21241 h 56747"/>
                    <a:gd name="connsiteX38" fmla="*/ 8897 w 54711"/>
                    <a:gd name="connsiteY38" fmla="*/ 16764 h 56747"/>
                    <a:gd name="connsiteX39" fmla="*/ 324 w 54711"/>
                    <a:gd name="connsiteY39" fmla="*/ 15526 h 56747"/>
                    <a:gd name="connsiteX40" fmla="*/ 1086 w 54711"/>
                    <a:gd name="connsiteY40" fmla="*/ 12002 h 56747"/>
                    <a:gd name="connsiteX41" fmla="*/ 4134 w 54711"/>
                    <a:gd name="connsiteY41" fmla="*/ 9906 h 56747"/>
                    <a:gd name="connsiteX42" fmla="*/ 7087 w 54711"/>
                    <a:gd name="connsiteY42" fmla="*/ 13049 h 56747"/>
                    <a:gd name="connsiteX43" fmla="*/ 9278 w 54711"/>
                    <a:gd name="connsiteY43" fmla="*/ 12954 h 567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54711" h="56747">
                      <a:moveTo>
                        <a:pt x="9278" y="12954"/>
                      </a:moveTo>
                      <a:cubicBezTo>
                        <a:pt x="12802" y="10001"/>
                        <a:pt x="7563" y="8953"/>
                        <a:pt x="6039" y="8382"/>
                      </a:cubicBezTo>
                      <a:cubicBezTo>
                        <a:pt x="10040" y="1715"/>
                        <a:pt x="8802" y="4000"/>
                        <a:pt x="14040" y="0"/>
                      </a:cubicBezTo>
                      <a:cubicBezTo>
                        <a:pt x="13469" y="1905"/>
                        <a:pt x="9849" y="4858"/>
                        <a:pt x="12802" y="5905"/>
                      </a:cubicBezTo>
                      <a:cubicBezTo>
                        <a:pt x="11659" y="7620"/>
                        <a:pt x="8992" y="5905"/>
                        <a:pt x="11659" y="3905"/>
                      </a:cubicBezTo>
                      <a:cubicBezTo>
                        <a:pt x="10706" y="4286"/>
                        <a:pt x="9659" y="5144"/>
                        <a:pt x="8611" y="6001"/>
                      </a:cubicBezTo>
                      <a:cubicBezTo>
                        <a:pt x="9278" y="7525"/>
                        <a:pt x="11278" y="10954"/>
                        <a:pt x="14231" y="6763"/>
                      </a:cubicBezTo>
                      <a:cubicBezTo>
                        <a:pt x="14326" y="10954"/>
                        <a:pt x="16898" y="13335"/>
                        <a:pt x="20422" y="14478"/>
                      </a:cubicBezTo>
                      <a:cubicBezTo>
                        <a:pt x="19565" y="15050"/>
                        <a:pt x="18803" y="15621"/>
                        <a:pt x="17850" y="16859"/>
                      </a:cubicBezTo>
                      <a:cubicBezTo>
                        <a:pt x="20327" y="15526"/>
                        <a:pt x="25089" y="17907"/>
                        <a:pt x="20613" y="21146"/>
                      </a:cubicBezTo>
                      <a:cubicBezTo>
                        <a:pt x="21565" y="21431"/>
                        <a:pt x="22898" y="20288"/>
                        <a:pt x="24327" y="18098"/>
                      </a:cubicBezTo>
                      <a:cubicBezTo>
                        <a:pt x="25185" y="21241"/>
                        <a:pt x="26042" y="21431"/>
                        <a:pt x="29661" y="20002"/>
                      </a:cubicBezTo>
                      <a:cubicBezTo>
                        <a:pt x="27089" y="22574"/>
                        <a:pt x="30423" y="22098"/>
                        <a:pt x="26994" y="25051"/>
                      </a:cubicBezTo>
                      <a:cubicBezTo>
                        <a:pt x="27756" y="25717"/>
                        <a:pt x="28804" y="24575"/>
                        <a:pt x="29566" y="25336"/>
                      </a:cubicBezTo>
                      <a:cubicBezTo>
                        <a:pt x="29852" y="24289"/>
                        <a:pt x="29756" y="23527"/>
                        <a:pt x="29566" y="22669"/>
                      </a:cubicBezTo>
                      <a:cubicBezTo>
                        <a:pt x="31947" y="20479"/>
                        <a:pt x="30042" y="24765"/>
                        <a:pt x="32328" y="24384"/>
                      </a:cubicBezTo>
                      <a:cubicBezTo>
                        <a:pt x="31662" y="25051"/>
                        <a:pt x="31185" y="24955"/>
                        <a:pt x="30423" y="25908"/>
                      </a:cubicBezTo>
                      <a:cubicBezTo>
                        <a:pt x="31185" y="25622"/>
                        <a:pt x="31947" y="25432"/>
                        <a:pt x="32519" y="25813"/>
                      </a:cubicBezTo>
                      <a:cubicBezTo>
                        <a:pt x="31471" y="27337"/>
                        <a:pt x="30804" y="27051"/>
                        <a:pt x="29947" y="28194"/>
                      </a:cubicBezTo>
                      <a:cubicBezTo>
                        <a:pt x="31185" y="28765"/>
                        <a:pt x="32423" y="29432"/>
                        <a:pt x="34424" y="26956"/>
                      </a:cubicBezTo>
                      <a:cubicBezTo>
                        <a:pt x="34233" y="30385"/>
                        <a:pt x="37567" y="30956"/>
                        <a:pt x="41091" y="29813"/>
                      </a:cubicBezTo>
                      <a:cubicBezTo>
                        <a:pt x="38901" y="30956"/>
                        <a:pt x="39281" y="32004"/>
                        <a:pt x="37472" y="34290"/>
                      </a:cubicBezTo>
                      <a:cubicBezTo>
                        <a:pt x="40234" y="39815"/>
                        <a:pt x="50235" y="40196"/>
                        <a:pt x="49473" y="50197"/>
                      </a:cubicBezTo>
                      <a:cubicBezTo>
                        <a:pt x="52712" y="48768"/>
                        <a:pt x="52902" y="50102"/>
                        <a:pt x="54712" y="52292"/>
                      </a:cubicBezTo>
                      <a:cubicBezTo>
                        <a:pt x="52426" y="55245"/>
                        <a:pt x="48140" y="53816"/>
                        <a:pt x="48997" y="56674"/>
                      </a:cubicBezTo>
                      <a:cubicBezTo>
                        <a:pt x="46235" y="57436"/>
                        <a:pt x="50045" y="52006"/>
                        <a:pt x="45378" y="54292"/>
                      </a:cubicBezTo>
                      <a:cubicBezTo>
                        <a:pt x="49473" y="51244"/>
                        <a:pt x="49854" y="47720"/>
                        <a:pt x="48902" y="45720"/>
                      </a:cubicBezTo>
                      <a:cubicBezTo>
                        <a:pt x="47568" y="47625"/>
                        <a:pt x="42901" y="45625"/>
                        <a:pt x="44330" y="42767"/>
                      </a:cubicBezTo>
                      <a:cubicBezTo>
                        <a:pt x="43663" y="42577"/>
                        <a:pt x="42615" y="44101"/>
                        <a:pt x="41758" y="45148"/>
                      </a:cubicBezTo>
                      <a:cubicBezTo>
                        <a:pt x="43377" y="37528"/>
                        <a:pt x="33852" y="40862"/>
                        <a:pt x="35853" y="34576"/>
                      </a:cubicBezTo>
                      <a:cubicBezTo>
                        <a:pt x="34900" y="34100"/>
                        <a:pt x="33852" y="38386"/>
                        <a:pt x="31852" y="38767"/>
                      </a:cubicBezTo>
                      <a:cubicBezTo>
                        <a:pt x="33757" y="28765"/>
                        <a:pt x="21470" y="33147"/>
                        <a:pt x="21374" y="24384"/>
                      </a:cubicBezTo>
                      <a:cubicBezTo>
                        <a:pt x="22041" y="23527"/>
                        <a:pt x="22518" y="24003"/>
                        <a:pt x="22994" y="24098"/>
                      </a:cubicBezTo>
                      <a:cubicBezTo>
                        <a:pt x="24232" y="21907"/>
                        <a:pt x="20613" y="22574"/>
                        <a:pt x="18993" y="25622"/>
                      </a:cubicBezTo>
                      <a:cubicBezTo>
                        <a:pt x="18898" y="24003"/>
                        <a:pt x="15945" y="25051"/>
                        <a:pt x="17184" y="21907"/>
                      </a:cubicBezTo>
                      <a:cubicBezTo>
                        <a:pt x="15755" y="24384"/>
                        <a:pt x="13088" y="23146"/>
                        <a:pt x="12326" y="22860"/>
                      </a:cubicBezTo>
                      <a:cubicBezTo>
                        <a:pt x="11849" y="22288"/>
                        <a:pt x="14231" y="20098"/>
                        <a:pt x="13564" y="19621"/>
                      </a:cubicBezTo>
                      <a:cubicBezTo>
                        <a:pt x="15183" y="19240"/>
                        <a:pt x="15945" y="20574"/>
                        <a:pt x="18422" y="21241"/>
                      </a:cubicBezTo>
                      <a:cubicBezTo>
                        <a:pt x="19374" y="16669"/>
                        <a:pt x="12707" y="12192"/>
                        <a:pt x="8897" y="16764"/>
                      </a:cubicBezTo>
                      <a:cubicBezTo>
                        <a:pt x="3563" y="19240"/>
                        <a:pt x="4611" y="10287"/>
                        <a:pt x="324" y="15526"/>
                      </a:cubicBezTo>
                      <a:cubicBezTo>
                        <a:pt x="-914" y="15145"/>
                        <a:pt x="1848" y="12668"/>
                        <a:pt x="1086" y="12002"/>
                      </a:cubicBezTo>
                      <a:cubicBezTo>
                        <a:pt x="2134" y="11335"/>
                        <a:pt x="2896" y="11716"/>
                        <a:pt x="4134" y="9906"/>
                      </a:cubicBezTo>
                      <a:cubicBezTo>
                        <a:pt x="5182" y="12002"/>
                        <a:pt x="5658" y="11144"/>
                        <a:pt x="7087" y="13049"/>
                      </a:cubicBezTo>
                      <a:cubicBezTo>
                        <a:pt x="7468" y="13811"/>
                        <a:pt x="11088" y="10192"/>
                        <a:pt x="9278" y="12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0" name="Freeform: Shape 479">
                  <a:extLst>
                    <a:ext uri="{FF2B5EF4-FFF2-40B4-BE49-F238E27FC236}">
                      <a16:creationId xmlns:a16="http://schemas.microsoft.com/office/drawing/2014/main" id="{5C3017CC-EB72-4ABA-9BBE-D4774F77E93E}"/>
                    </a:ext>
                  </a:extLst>
                </p:cNvPr>
                <p:cNvSpPr/>
                <p:nvPr/>
              </p:nvSpPr>
              <p:spPr>
                <a:xfrm>
                  <a:off x="2893409" y="1513951"/>
                  <a:ext cx="7160" cy="3659"/>
                </a:xfrm>
                <a:custGeom>
                  <a:avLst/>
                  <a:gdLst>
                    <a:gd name="connsiteX0" fmla="*/ 0 w 7160"/>
                    <a:gd name="connsiteY0" fmla="*/ 3477 h 3659"/>
                    <a:gd name="connsiteX1" fmla="*/ 6191 w 7160"/>
                    <a:gd name="connsiteY1" fmla="*/ 619 h 3659"/>
                    <a:gd name="connsiteX2" fmla="*/ 0 w 7160"/>
                    <a:gd name="connsiteY2" fmla="*/ 3477 h 3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160" h="3659">
                      <a:moveTo>
                        <a:pt x="0" y="3477"/>
                      </a:moveTo>
                      <a:cubicBezTo>
                        <a:pt x="2286" y="48"/>
                        <a:pt x="9811" y="-714"/>
                        <a:pt x="6191" y="619"/>
                      </a:cubicBezTo>
                      <a:cubicBezTo>
                        <a:pt x="4191" y="1381"/>
                        <a:pt x="1619" y="4429"/>
                        <a:pt x="0" y="3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Freeform: Shape 480">
                  <a:extLst>
                    <a:ext uri="{FF2B5EF4-FFF2-40B4-BE49-F238E27FC236}">
                      <a16:creationId xmlns:a16="http://schemas.microsoft.com/office/drawing/2014/main" id="{7BE8E27B-D6D5-4A06-B79D-C7613913465C}"/>
                    </a:ext>
                  </a:extLst>
                </p:cNvPr>
                <p:cNvSpPr/>
                <p:nvPr/>
              </p:nvSpPr>
              <p:spPr>
                <a:xfrm>
                  <a:off x="2956607" y="1435989"/>
                  <a:ext cx="10811" cy="9525"/>
                </a:xfrm>
                <a:custGeom>
                  <a:avLst/>
                  <a:gdLst>
                    <a:gd name="connsiteX0" fmla="*/ 143 w 10811"/>
                    <a:gd name="connsiteY0" fmla="*/ 3334 h 9525"/>
                    <a:gd name="connsiteX1" fmla="*/ 3382 w 10811"/>
                    <a:gd name="connsiteY1" fmla="*/ 0 h 9525"/>
                    <a:gd name="connsiteX2" fmla="*/ 10811 w 10811"/>
                    <a:gd name="connsiteY2" fmla="*/ 5810 h 9525"/>
                    <a:gd name="connsiteX3" fmla="*/ 6906 w 10811"/>
                    <a:gd name="connsiteY3" fmla="*/ 4763 h 9525"/>
                    <a:gd name="connsiteX4" fmla="*/ 3762 w 10811"/>
                    <a:gd name="connsiteY4" fmla="*/ 9525 h 9525"/>
                    <a:gd name="connsiteX5" fmla="*/ 143 w 10811"/>
                    <a:gd name="connsiteY5" fmla="*/ 3334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11" h="9525">
                      <a:moveTo>
                        <a:pt x="143" y="3334"/>
                      </a:moveTo>
                      <a:cubicBezTo>
                        <a:pt x="-714" y="2476"/>
                        <a:pt x="2524" y="1238"/>
                        <a:pt x="3382" y="0"/>
                      </a:cubicBezTo>
                      <a:cubicBezTo>
                        <a:pt x="4715" y="3619"/>
                        <a:pt x="7477" y="4000"/>
                        <a:pt x="10811" y="5810"/>
                      </a:cubicBezTo>
                      <a:cubicBezTo>
                        <a:pt x="8144" y="8001"/>
                        <a:pt x="6049" y="7334"/>
                        <a:pt x="6906" y="4763"/>
                      </a:cubicBezTo>
                      <a:cubicBezTo>
                        <a:pt x="4525" y="7048"/>
                        <a:pt x="5668" y="7429"/>
                        <a:pt x="3762" y="9525"/>
                      </a:cubicBezTo>
                      <a:cubicBezTo>
                        <a:pt x="3858" y="5905"/>
                        <a:pt x="4144" y="1429"/>
                        <a:pt x="143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2" name="Freeform: Shape 481">
                  <a:extLst>
                    <a:ext uri="{FF2B5EF4-FFF2-40B4-BE49-F238E27FC236}">
                      <a16:creationId xmlns:a16="http://schemas.microsoft.com/office/drawing/2014/main" id="{5202CE96-D0DD-4C9C-90D9-655B3223E3CF}"/>
                    </a:ext>
                  </a:extLst>
                </p:cNvPr>
                <p:cNvSpPr/>
                <p:nvPr/>
              </p:nvSpPr>
              <p:spPr>
                <a:xfrm>
                  <a:off x="2857634" y="1570443"/>
                  <a:ext cx="7104" cy="6101"/>
                </a:xfrm>
                <a:custGeom>
                  <a:avLst/>
                  <a:gdLst>
                    <a:gd name="connsiteX0" fmla="*/ 1104 w 7104"/>
                    <a:gd name="connsiteY0" fmla="*/ 2610 h 6101"/>
                    <a:gd name="connsiteX1" fmla="*/ 5486 w 7104"/>
                    <a:gd name="connsiteY1" fmla="*/ 5182 h 6101"/>
                    <a:gd name="connsiteX2" fmla="*/ 6629 w 7104"/>
                    <a:gd name="connsiteY2" fmla="*/ 610 h 6101"/>
                    <a:gd name="connsiteX3" fmla="*/ 7105 w 7104"/>
                    <a:gd name="connsiteY3" fmla="*/ 4801 h 6101"/>
                    <a:gd name="connsiteX4" fmla="*/ 1104 w 7104"/>
                    <a:gd name="connsiteY4" fmla="*/ 2610 h 6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04" h="6101">
                      <a:moveTo>
                        <a:pt x="1104" y="2610"/>
                      </a:moveTo>
                      <a:cubicBezTo>
                        <a:pt x="1580" y="5658"/>
                        <a:pt x="4724" y="2229"/>
                        <a:pt x="5486" y="5182"/>
                      </a:cubicBezTo>
                      <a:cubicBezTo>
                        <a:pt x="7010" y="2991"/>
                        <a:pt x="5771" y="2420"/>
                        <a:pt x="6629" y="610"/>
                      </a:cubicBezTo>
                      <a:cubicBezTo>
                        <a:pt x="7391" y="-1867"/>
                        <a:pt x="6724" y="3944"/>
                        <a:pt x="7105" y="4801"/>
                      </a:cubicBezTo>
                      <a:cubicBezTo>
                        <a:pt x="4724" y="6039"/>
                        <a:pt x="-2801" y="7754"/>
                        <a:pt x="1104" y="26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3" name="Freeform: Shape 482">
                  <a:extLst>
                    <a:ext uri="{FF2B5EF4-FFF2-40B4-BE49-F238E27FC236}">
                      <a16:creationId xmlns:a16="http://schemas.microsoft.com/office/drawing/2014/main" id="{BC5916E2-210D-4213-8961-E9FC1C7E891F}"/>
                    </a:ext>
                  </a:extLst>
                </p:cNvPr>
                <p:cNvSpPr/>
                <p:nvPr/>
              </p:nvSpPr>
              <p:spPr>
                <a:xfrm>
                  <a:off x="3035331" y="1356985"/>
                  <a:ext cx="7524" cy="6232"/>
                </a:xfrm>
                <a:custGeom>
                  <a:avLst/>
                  <a:gdLst>
                    <a:gd name="connsiteX0" fmla="*/ 0 w 7524"/>
                    <a:gd name="connsiteY0" fmla="*/ 422 h 6232"/>
                    <a:gd name="connsiteX1" fmla="*/ 7525 w 7524"/>
                    <a:gd name="connsiteY1" fmla="*/ 2327 h 6232"/>
                    <a:gd name="connsiteX2" fmla="*/ 7525 w 7524"/>
                    <a:gd name="connsiteY2" fmla="*/ 4994 h 6232"/>
                    <a:gd name="connsiteX3" fmla="*/ 3048 w 7524"/>
                    <a:gd name="connsiteY3" fmla="*/ 6232 h 6232"/>
                    <a:gd name="connsiteX4" fmla="*/ 0 w 7524"/>
                    <a:gd name="connsiteY4" fmla="*/ 422 h 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24" h="6232">
                      <a:moveTo>
                        <a:pt x="0" y="422"/>
                      </a:moveTo>
                      <a:cubicBezTo>
                        <a:pt x="4000" y="-1959"/>
                        <a:pt x="2762" y="6709"/>
                        <a:pt x="7525" y="2327"/>
                      </a:cubicBezTo>
                      <a:cubicBezTo>
                        <a:pt x="7525" y="3184"/>
                        <a:pt x="6382" y="4708"/>
                        <a:pt x="7525" y="4994"/>
                      </a:cubicBezTo>
                      <a:cubicBezTo>
                        <a:pt x="3238" y="8804"/>
                        <a:pt x="7620" y="1279"/>
                        <a:pt x="3048" y="6232"/>
                      </a:cubicBezTo>
                      <a:cubicBezTo>
                        <a:pt x="4000" y="3280"/>
                        <a:pt x="2381" y="1660"/>
                        <a:pt x="0" y="4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4" name="Freeform: Shape 483">
                  <a:extLst>
                    <a:ext uri="{FF2B5EF4-FFF2-40B4-BE49-F238E27FC236}">
                      <a16:creationId xmlns:a16="http://schemas.microsoft.com/office/drawing/2014/main" id="{1E1D9052-256D-4F81-AB39-679750A1D243}"/>
                    </a:ext>
                  </a:extLst>
                </p:cNvPr>
                <p:cNvSpPr/>
                <p:nvPr/>
              </p:nvSpPr>
              <p:spPr>
                <a:xfrm>
                  <a:off x="3031331" y="1360550"/>
                  <a:ext cx="6716" cy="5015"/>
                </a:xfrm>
                <a:custGeom>
                  <a:avLst/>
                  <a:gdLst>
                    <a:gd name="connsiteX0" fmla="*/ 4667 w 6716"/>
                    <a:gd name="connsiteY0" fmla="*/ 3810 h 5015"/>
                    <a:gd name="connsiteX1" fmla="*/ 0 w 6716"/>
                    <a:gd name="connsiteY1" fmla="*/ 3620 h 5015"/>
                    <a:gd name="connsiteX2" fmla="*/ 2857 w 6716"/>
                    <a:gd name="connsiteY2" fmla="*/ 0 h 5015"/>
                    <a:gd name="connsiteX3" fmla="*/ 6382 w 6716"/>
                    <a:gd name="connsiteY3" fmla="*/ 857 h 5015"/>
                    <a:gd name="connsiteX4" fmla="*/ 4667 w 6716"/>
                    <a:gd name="connsiteY4" fmla="*/ 3810 h 5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16" h="5015">
                      <a:moveTo>
                        <a:pt x="4667" y="3810"/>
                      </a:moveTo>
                      <a:cubicBezTo>
                        <a:pt x="2572" y="6287"/>
                        <a:pt x="1429" y="4286"/>
                        <a:pt x="0" y="3620"/>
                      </a:cubicBezTo>
                      <a:lnTo>
                        <a:pt x="2857" y="0"/>
                      </a:lnTo>
                      <a:cubicBezTo>
                        <a:pt x="4858" y="95"/>
                        <a:pt x="5334" y="1334"/>
                        <a:pt x="6382" y="857"/>
                      </a:cubicBezTo>
                      <a:cubicBezTo>
                        <a:pt x="8001" y="1524"/>
                        <a:pt x="3143" y="2762"/>
                        <a:pt x="4667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2AB37EB6-B5A7-43EB-978F-33D41B4F74E2}"/>
                    </a:ext>
                  </a:extLst>
                </p:cNvPr>
                <p:cNvSpPr/>
                <p:nvPr/>
              </p:nvSpPr>
              <p:spPr>
                <a:xfrm>
                  <a:off x="2960655" y="1452861"/>
                  <a:ext cx="6799" cy="5064"/>
                </a:xfrm>
                <a:custGeom>
                  <a:avLst/>
                  <a:gdLst>
                    <a:gd name="connsiteX0" fmla="*/ 0 w 6799"/>
                    <a:gd name="connsiteY0" fmla="*/ 3415 h 5064"/>
                    <a:gd name="connsiteX1" fmla="*/ 2572 w 6799"/>
                    <a:gd name="connsiteY1" fmla="*/ 1034 h 5064"/>
                    <a:gd name="connsiteX2" fmla="*/ 6668 w 6799"/>
                    <a:gd name="connsiteY2" fmla="*/ 939 h 5064"/>
                    <a:gd name="connsiteX3" fmla="*/ 5906 w 6799"/>
                    <a:gd name="connsiteY3" fmla="*/ 4463 h 5064"/>
                    <a:gd name="connsiteX4" fmla="*/ 4572 w 6799"/>
                    <a:gd name="connsiteY4" fmla="*/ 1034 h 5064"/>
                    <a:gd name="connsiteX5" fmla="*/ 0 w 6799"/>
                    <a:gd name="connsiteY5" fmla="*/ 3415 h 5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99" h="5064">
                      <a:moveTo>
                        <a:pt x="0" y="3415"/>
                      </a:moveTo>
                      <a:cubicBezTo>
                        <a:pt x="762" y="1987"/>
                        <a:pt x="3524" y="2272"/>
                        <a:pt x="2572" y="1034"/>
                      </a:cubicBezTo>
                      <a:cubicBezTo>
                        <a:pt x="5620" y="-1919"/>
                        <a:pt x="4667" y="2558"/>
                        <a:pt x="6668" y="939"/>
                      </a:cubicBezTo>
                      <a:cubicBezTo>
                        <a:pt x="7429" y="1606"/>
                        <a:pt x="4572" y="4082"/>
                        <a:pt x="5906" y="4463"/>
                      </a:cubicBezTo>
                      <a:cubicBezTo>
                        <a:pt x="2477" y="6844"/>
                        <a:pt x="5906" y="1415"/>
                        <a:pt x="4572" y="1034"/>
                      </a:cubicBezTo>
                      <a:cubicBezTo>
                        <a:pt x="3334" y="939"/>
                        <a:pt x="953" y="5320"/>
                        <a:pt x="0" y="34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AFE48E39-75A1-404A-B192-F9CC7D7BBA5D}"/>
                    </a:ext>
                  </a:extLst>
                </p:cNvPr>
                <p:cNvSpPr/>
                <p:nvPr/>
              </p:nvSpPr>
              <p:spPr>
                <a:xfrm>
                  <a:off x="2883217" y="1555051"/>
                  <a:ext cx="2762" cy="5714"/>
                </a:xfrm>
                <a:custGeom>
                  <a:avLst/>
                  <a:gdLst>
                    <a:gd name="connsiteX0" fmla="*/ 2762 w 2762"/>
                    <a:gd name="connsiteY0" fmla="*/ 0 h 5714"/>
                    <a:gd name="connsiteX1" fmla="*/ 1333 w 2762"/>
                    <a:gd name="connsiteY1" fmla="*/ 5715 h 5714"/>
                    <a:gd name="connsiteX2" fmla="*/ 0 w 2762"/>
                    <a:gd name="connsiteY2" fmla="*/ 4953 h 5714"/>
                    <a:gd name="connsiteX3" fmla="*/ 2762 w 2762"/>
                    <a:gd name="connsiteY3" fmla="*/ 0 h 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2" h="5714">
                      <a:moveTo>
                        <a:pt x="2762" y="0"/>
                      </a:moveTo>
                      <a:cubicBezTo>
                        <a:pt x="1905" y="2096"/>
                        <a:pt x="2953" y="3143"/>
                        <a:pt x="1333" y="5715"/>
                      </a:cubicBezTo>
                      <a:lnTo>
                        <a:pt x="0" y="4953"/>
                      </a:lnTo>
                      <a:cubicBezTo>
                        <a:pt x="2667" y="2476"/>
                        <a:pt x="286" y="2572"/>
                        <a:pt x="276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7" name="Freeform: Shape 486">
                  <a:extLst>
                    <a:ext uri="{FF2B5EF4-FFF2-40B4-BE49-F238E27FC236}">
                      <a16:creationId xmlns:a16="http://schemas.microsoft.com/office/drawing/2014/main" id="{83AC5732-F45F-47AA-87DC-19270AA66F0C}"/>
                    </a:ext>
                  </a:extLst>
                </p:cNvPr>
                <p:cNvSpPr/>
                <p:nvPr/>
              </p:nvSpPr>
              <p:spPr>
                <a:xfrm>
                  <a:off x="2967990" y="1458218"/>
                  <a:ext cx="12573" cy="14822"/>
                </a:xfrm>
                <a:custGeom>
                  <a:avLst/>
                  <a:gdLst>
                    <a:gd name="connsiteX0" fmla="*/ 7429 w 12573"/>
                    <a:gd name="connsiteY0" fmla="*/ 9774 h 14822"/>
                    <a:gd name="connsiteX1" fmla="*/ 4286 w 12573"/>
                    <a:gd name="connsiteY1" fmla="*/ 14537 h 14822"/>
                    <a:gd name="connsiteX2" fmla="*/ 6763 w 12573"/>
                    <a:gd name="connsiteY2" fmla="*/ 14822 h 14822"/>
                    <a:gd name="connsiteX3" fmla="*/ 12573 w 12573"/>
                    <a:gd name="connsiteY3" fmla="*/ 5107 h 14822"/>
                    <a:gd name="connsiteX4" fmla="*/ 9715 w 12573"/>
                    <a:gd name="connsiteY4" fmla="*/ 1964 h 14822"/>
                    <a:gd name="connsiteX5" fmla="*/ 2476 w 12573"/>
                    <a:gd name="connsiteY5" fmla="*/ 154 h 14822"/>
                    <a:gd name="connsiteX6" fmla="*/ 2476 w 12573"/>
                    <a:gd name="connsiteY6" fmla="*/ 6821 h 14822"/>
                    <a:gd name="connsiteX7" fmla="*/ 0 w 12573"/>
                    <a:gd name="connsiteY7" fmla="*/ 6631 h 14822"/>
                    <a:gd name="connsiteX8" fmla="*/ 7429 w 12573"/>
                    <a:gd name="connsiteY8" fmla="*/ 9774 h 14822"/>
                    <a:gd name="connsiteX9" fmla="*/ 4858 w 12573"/>
                    <a:gd name="connsiteY9" fmla="*/ 5393 h 14822"/>
                    <a:gd name="connsiteX10" fmla="*/ 9430 w 12573"/>
                    <a:gd name="connsiteY10" fmla="*/ 5583 h 14822"/>
                    <a:gd name="connsiteX11" fmla="*/ 4858 w 12573"/>
                    <a:gd name="connsiteY11" fmla="*/ 5393 h 148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573" h="14822">
                      <a:moveTo>
                        <a:pt x="7429" y="9774"/>
                      </a:moveTo>
                      <a:cubicBezTo>
                        <a:pt x="5048" y="12060"/>
                        <a:pt x="6191" y="12441"/>
                        <a:pt x="4286" y="14537"/>
                      </a:cubicBezTo>
                      <a:cubicBezTo>
                        <a:pt x="4953" y="15299"/>
                        <a:pt x="6096" y="14156"/>
                        <a:pt x="6763" y="14822"/>
                      </a:cubicBezTo>
                      <a:cubicBezTo>
                        <a:pt x="10192" y="9393"/>
                        <a:pt x="9239" y="8822"/>
                        <a:pt x="12573" y="5107"/>
                      </a:cubicBezTo>
                      <a:cubicBezTo>
                        <a:pt x="10763" y="3392"/>
                        <a:pt x="8763" y="5107"/>
                        <a:pt x="9715" y="1964"/>
                      </a:cubicBezTo>
                      <a:cubicBezTo>
                        <a:pt x="4191" y="7869"/>
                        <a:pt x="4953" y="-1275"/>
                        <a:pt x="2476" y="154"/>
                      </a:cubicBezTo>
                      <a:cubicBezTo>
                        <a:pt x="1429" y="2916"/>
                        <a:pt x="5905" y="2821"/>
                        <a:pt x="2476" y="6821"/>
                      </a:cubicBezTo>
                      <a:cubicBezTo>
                        <a:pt x="95" y="8631"/>
                        <a:pt x="2381" y="4440"/>
                        <a:pt x="0" y="6631"/>
                      </a:cubicBezTo>
                      <a:cubicBezTo>
                        <a:pt x="2286" y="7964"/>
                        <a:pt x="3810" y="11393"/>
                        <a:pt x="7429" y="9774"/>
                      </a:cubicBezTo>
                      <a:close/>
                      <a:moveTo>
                        <a:pt x="4858" y="5393"/>
                      </a:moveTo>
                      <a:cubicBezTo>
                        <a:pt x="7429" y="3773"/>
                        <a:pt x="6191" y="8060"/>
                        <a:pt x="9430" y="5583"/>
                      </a:cubicBezTo>
                      <a:cubicBezTo>
                        <a:pt x="8763" y="9012"/>
                        <a:pt x="4572" y="7583"/>
                        <a:pt x="4858" y="53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8" name="Freeform: Shape 487">
                  <a:extLst>
                    <a:ext uri="{FF2B5EF4-FFF2-40B4-BE49-F238E27FC236}">
                      <a16:creationId xmlns:a16="http://schemas.microsoft.com/office/drawing/2014/main" id="{76CBE8FA-D034-4B57-8027-ACDB284F33C5}"/>
                    </a:ext>
                  </a:extLst>
                </p:cNvPr>
                <p:cNvSpPr/>
                <p:nvPr/>
              </p:nvSpPr>
              <p:spPr>
                <a:xfrm>
                  <a:off x="2809113" y="1658874"/>
                  <a:ext cx="17144" cy="23431"/>
                </a:xfrm>
                <a:custGeom>
                  <a:avLst/>
                  <a:gdLst>
                    <a:gd name="connsiteX0" fmla="*/ 2572 w 17144"/>
                    <a:gd name="connsiteY0" fmla="*/ 4477 h 23431"/>
                    <a:gd name="connsiteX1" fmla="*/ 6191 w 17144"/>
                    <a:gd name="connsiteY1" fmla="*/ 0 h 23431"/>
                    <a:gd name="connsiteX2" fmla="*/ 12573 w 17144"/>
                    <a:gd name="connsiteY2" fmla="*/ 6667 h 23431"/>
                    <a:gd name="connsiteX3" fmla="*/ 13525 w 17144"/>
                    <a:gd name="connsiteY3" fmla="*/ 8572 h 23431"/>
                    <a:gd name="connsiteX4" fmla="*/ 11716 w 17144"/>
                    <a:gd name="connsiteY4" fmla="*/ 11525 h 23431"/>
                    <a:gd name="connsiteX5" fmla="*/ 17145 w 17144"/>
                    <a:gd name="connsiteY5" fmla="*/ 20193 h 23431"/>
                    <a:gd name="connsiteX6" fmla="*/ 13811 w 17144"/>
                    <a:gd name="connsiteY6" fmla="*/ 23431 h 23431"/>
                    <a:gd name="connsiteX7" fmla="*/ 4191 w 17144"/>
                    <a:gd name="connsiteY7" fmla="*/ 16097 h 23431"/>
                    <a:gd name="connsiteX8" fmla="*/ 6286 w 17144"/>
                    <a:gd name="connsiteY8" fmla="*/ 12001 h 23431"/>
                    <a:gd name="connsiteX9" fmla="*/ 0 w 17144"/>
                    <a:gd name="connsiteY9" fmla="*/ 12097 h 23431"/>
                    <a:gd name="connsiteX10" fmla="*/ 5239 w 17144"/>
                    <a:gd name="connsiteY10" fmla="*/ 3334 h 23431"/>
                    <a:gd name="connsiteX11" fmla="*/ 2572 w 17144"/>
                    <a:gd name="connsiteY11" fmla="*/ 4477 h 2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7144" h="23431">
                      <a:moveTo>
                        <a:pt x="2572" y="4477"/>
                      </a:moveTo>
                      <a:cubicBezTo>
                        <a:pt x="1714" y="3810"/>
                        <a:pt x="4953" y="2572"/>
                        <a:pt x="6191" y="0"/>
                      </a:cubicBezTo>
                      <a:cubicBezTo>
                        <a:pt x="8096" y="2286"/>
                        <a:pt x="9239" y="6667"/>
                        <a:pt x="12573" y="6667"/>
                      </a:cubicBezTo>
                      <a:cubicBezTo>
                        <a:pt x="11621" y="8001"/>
                        <a:pt x="10477" y="12478"/>
                        <a:pt x="13525" y="8572"/>
                      </a:cubicBezTo>
                      <a:cubicBezTo>
                        <a:pt x="13906" y="9049"/>
                        <a:pt x="12573" y="10382"/>
                        <a:pt x="11716" y="11525"/>
                      </a:cubicBezTo>
                      <a:cubicBezTo>
                        <a:pt x="18002" y="8763"/>
                        <a:pt x="13621" y="19812"/>
                        <a:pt x="17145" y="20193"/>
                      </a:cubicBezTo>
                      <a:cubicBezTo>
                        <a:pt x="14192" y="21431"/>
                        <a:pt x="15907" y="19812"/>
                        <a:pt x="13811" y="23431"/>
                      </a:cubicBezTo>
                      <a:cubicBezTo>
                        <a:pt x="14097" y="18002"/>
                        <a:pt x="7906" y="18002"/>
                        <a:pt x="4191" y="16097"/>
                      </a:cubicBezTo>
                      <a:cubicBezTo>
                        <a:pt x="4096" y="15240"/>
                        <a:pt x="6953" y="12668"/>
                        <a:pt x="6286" y="12001"/>
                      </a:cubicBezTo>
                      <a:cubicBezTo>
                        <a:pt x="3238" y="16669"/>
                        <a:pt x="3715" y="8287"/>
                        <a:pt x="0" y="12097"/>
                      </a:cubicBezTo>
                      <a:cubicBezTo>
                        <a:pt x="3048" y="8382"/>
                        <a:pt x="667" y="8763"/>
                        <a:pt x="5239" y="3334"/>
                      </a:cubicBezTo>
                      <a:cubicBezTo>
                        <a:pt x="4286" y="4096"/>
                        <a:pt x="3715" y="3334"/>
                        <a:pt x="2572" y="4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9" name="Freeform: Shape 488">
                  <a:extLst>
                    <a:ext uri="{FF2B5EF4-FFF2-40B4-BE49-F238E27FC236}">
                      <a16:creationId xmlns:a16="http://schemas.microsoft.com/office/drawing/2014/main" id="{755FF0D2-D99E-4373-9D40-E909A148887C}"/>
                    </a:ext>
                  </a:extLst>
                </p:cNvPr>
                <p:cNvSpPr/>
                <p:nvPr/>
              </p:nvSpPr>
              <p:spPr>
                <a:xfrm>
                  <a:off x="3050285" y="1378259"/>
                  <a:ext cx="7621" cy="4558"/>
                </a:xfrm>
                <a:custGeom>
                  <a:avLst/>
                  <a:gdLst>
                    <a:gd name="connsiteX0" fmla="*/ 2953 w 7621"/>
                    <a:gd name="connsiteY0" fmla="*/ 3532 h 4558"/>
                    <a:gd name="connsiteX1" fmla="*/ 0 w 7621"/>
                    <a:gd name="connsiteY1" fmla="*/ 293 h 4558"/>
                    <a:gd name="connsiteX2" fmla="*/ 7620 w 7621"/>
                    <a:gd name="connsiteY2" fmla="*/ 3818 h 4558"/>
                    <a:gd name="connsiteX3" fmla="*/ 2953 w 7621"/>
                    <a:gd name="connsiteY3" fmla="*/ 3532 h 4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21" h="4558">
                      <a:moveTo>
                        <a:pt x="2953" y="3532"/>
                      </a:moveTo>
                      <a:cubicBezTo>
                        <a:pt x="1334" y="2770"/>
                        <a:pt x="2286" y="674"/>
                        <a:pt x="0" y="293"/>
                      </a:cubicBezTo>
                      <a:cubicBezTo>
                        <a:pt x="3429" y="-469"/>
                        <a:pt x="7715" y="103"/>
                        <a:pt x="7620" y="3818"/>
                      </a:cubicBezTo>
                      <a:cubicBezTo>
                        <a:pt x="4477" y="6866"/>
                        <a:pt x="5525" y="-754"/>
                        <a:pt x="2953" y="353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0" name="Freeform: Shape 489">
                  <a:extLst>
                    <a:ext uri="{FF2B5EF4-FFF2-40B4-BE49-F238E27FC236}">
                      <a16:creationId xmlns:a16="http://schemas.microsoft.com/office/drawing/2014/main" id="{A2F98054-A11A-474E-84B1-73D906869DF4}"/>
                    </a:ext>
                  </a:extLst>
                </p:cNvPr>
                <p:cNvSpPr/>
                <p:nvPr/>
              </p:nvSpPr>
              <p:spPr>
                <a:xfrm>
                  <a:off x="2976276" y="1460849"/>
                  <a:ext cx="20427" cy="22574"/>
                </a:xfrm>
                <a:custGeom>
                  <a:avLst/>
                  <a:gdLst>
                    <a:gd name="connsiteX0" fmla="*/ 14669 w 20427"/>
                    <a:gd name="connsiteY0" fmla="*/ 12954 h 22574"/>
                    <a:gd name="connsiteX1" fmla="*/ 13240 w 20427"/>
                    <a:gd name="connsiteY1" fmla="*/ 14764 h 22574"/>
                    <a:gd name="connsiteX2" fmla="*/ 17050 w 20427"/>
                    <a:gd name="connsiteY2" fmla="*/ 22574 h 22574"/>
                    <a:gd name="connsiteX3" fmla="*/ 9715 w 20427"/>
                    <a:gd name="connsiteY3" fmla="*/ 19240 h 22574"/>
                    <a:gd name="connsiteX4" fmla="*/ 11525 w 20427"/>
                    <a:gd name="connsiteY4" fmla="*/ 20383 h 22574"/>
                    <a:gd name="connsiteX5" fmla="*/ 7620 w 20427"/>
                    <a:gd name="connsiteY5" fmla="*/ 21907 h 22574"/>
                    <a:gd name="connsiteX6" fmla="*/ 10096 w 20427"/>
                    <a:gd name="connsiteY6" fmla="*/ 18097 h 22574"/>
                    <a:gd name="connsiteX7" fmla="*/ 8287 w 20427"/>
                    <a:gd name="connsiteY7" fmla="*/ 12859 h 22574"/>
                    <a:gd name="connsiteX8" fmla="*/ 1333 w 20427"/>
                    <a:gd name="connsiteY8" fmla="*/ 16478 h 22574"/>
                    <a:gd name="connsiteX9" fmla="*/ 5239 w 20427"/>
                    <a:gd name="connsiteY9" fmla="*/ 10858 h 22574"/>
                    <a:gd name="connsiteX10" fmla="*/ 0 w 20427"/>
                    <a:gd name="connsiteY10" fmla="*/ 11525 h 22574"/>
                    <a:gd name="connsiteX11" fmla="*/ 6668 w 20427"/>
                    <a:gd name="connsiteY11" fmla="*/ 5048 h 22574"/>
                    <a:gd name="connsiteX12" fmla="*/ 7715 w 20427"/>
                    <a:gd name="connsiteY12" fmla="*/ 7048 h 22574"/>
                    <a:gd name="connsiteX13" fmla="*/ 7906 w 20427"/>
                    <a:gd name="connsiteY13" fmla="*/ 1810 h 22574"/>
                    <a:gd name="connsiteX14" fmla="*/ 11430 w 20427"/>
                    <a:gd name="connsiteY14" fmla="*/ 0 h 22574"/>
                    <a:gd name="connsiteX15" fmla="*/ 12859 w 20427"/>
                    <a:gd name="connsiteY15" fmla="*/ 4953 h 22574"/>
                    <a:gd name="connsiteX16" fmla="*/ 10096 w 20427"/>
                    <a:gd name="connsiteY16" fmla="*/ 5905 h 22574"/>
                    <a:gd name="connsiteX17" fmla="*/ 9049 w 20427"/>
                    <a:gd name="connsiteY17" fmla="*/ 8001 h 22574"/>
                    <a:gd name="connsiteX18" fmla="*/ 12573 w 20427"/>
                    <a:gd name="connsiteY18" fmla="*/ 6191 h 22574"/>
                    <a:gd name="connsiteX19" fmla="*/ 14097 w 20427"/>
                    <a:gd name="connsiteY19" fmla="*/ 12573 h 22574"/>
                    <a:gd name="connsiteX20" fmla="*/ 18955 w 20427"/>
                    <a:gd name="connsiteY20" fmla="*/ 11620 h 22574"/>
                    <a:gd name="connsiteX21" fmla="*/ 19431 w 20427"/>
                    <a:gd name="connsiteY21" fmla="*/ 16002 h 22574"/>
                    <a:gd name="connsiteX22" fmla="*/ 18669 w 20427"/>
                    <a:gd name="connsiteY22" fmla="*/ 12859 h 22574"/>
                    <a:gd name="connsiteX23" fmla="*/ 14669 w 20427"/>
                    <a:gd name="connsiteY23" fmla="*/ 12954 h 22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427" h="22574">
                      <a:moveTo>
                        <a:pt x="14669" y="12954"/>
                      </a:moveTo>
                      <a:lnTo>
                        <a:pt x="13240" y="14764"/>
                      </a:lnTo>
                      <a:cubicBezTo>
                        <a:pt x="15049" y="15811"/>
                        <a:pt x="22860" y="17812"/>
                        <a:pt x="17050" y="22574"/>
                      </a:cubicBezTo>
                      <a:cubicBezTo>
                        <a:pt x="16573" y="21050"/>
                        <a:pt x="14097" y="17335"/>
                        <a:pt x="9715" y="19240"/>
                      </a:cubicBezTo>
                      <a:cubicBezTo>
                        <a:pt x="7811" y="22098"/>
                        <a:pt x="11335" y="19050"/>
                        <a:pt x="11525" y="20383"/>
                      </a:cubicBezTo>
                      <a:cubicBezTo>
                        <a:pt x="9430" y="24289"/>
                        <a:pt x="9335" y="19431"/>
                        <a:pt x="7620" y="21907"/>
                      </a:cubicBezTo>
                      <a:cubicBezTo>
                        <a:pt x="6953" y="20288"/>
                        <a:pt x="8191" y="20288"/>
                        <a:pt x="10096" y="18097"/>
                      </a:cubicBezTo>
                      <a:cubicBezTo>
                        <a:pt x="10001" y="16478"/>
                        <a:pt x="3810" y="16288"/>
                        <a:pt x="8287" y="12859"/>
                      </a:cubicBezTo>
                      <a:cubicBezTo>
                        <a:pt x="6477" y="11811"/>
                        <a:pt x="4191" y="12954"/>
                        <a:pt x="1333" y="16478"/>
                      </a:cubicBezTo>
                      <a:cubicBezTo>
                        <a:pt x="0" y="14383"/>
                        <a:pt x="2477" y="13811"/>
                        <a:pt x="5239" y="10858"/>
                      </a:cubicBezTo>
                      <a:cubicBezTo>
                        <a:pt x="3905" y="9430"/>
                        <a:pt x="1143" y="13716"/>
                        <a:pt x="0" y="11525"/>
                      </a:cubicBezTo>
                      <a:cubicBezTo>
                        <a:pt x="3238" y="9715"/>
                        <a:pt x="3143" y="8477"/>
                        <a:pt x="6668" y="5048"/>
                      </a:cubicBezTo>
                      <a:cubicBezTo>
                        <a:pt x="7906" y="5239"/>
                        <a:pt x="7334" y="6382"/>
                        <a:pt x="7715" y="7048"/>
                      </a:cubicBezTo>
                      <a:cubicBezTo>
                        <a:pt x="12002" y="3143"/>
                        <a:pt x="6858" y="4096"/>
                        <a:pt x="7906" y="1810"/>
                      </a:cubicBezTo>
                      <a:cubicBezTo>
                        <a:pt x="9430" y="-381"/>
                        <a:pt x="9525" y="3619"/>
                        <a:pt x="11430" y="0"/>
                      </a:cubicBezTo>
                      <a:cubicBezTo>
                        <a:pt x="10192" y="2572"/>
                        <a:pt x="10382" y="4286"/>
                        <a:pt x="12859" y="4953"/>
                      </a:cubicBezTo>
                      <a:cubicBezTo>
                        <a:pt x="11811" y="5905"/>
                        <a:pt x="10858" y="6382"/>
                        <a:pt x="10096" y="5905"/>
                      </a:cubicBezTo>
                      <a:cubicBezTo>
                        <a:pt x="9620" y="6667"/>
                        <a:pt x="9811" y="7048"/>
                        <a:pt x="9049" y="8001"/>
                      </a:cubicBezTo>
                      <a:cubicBezTo>
                        <a:pt x="9906" y="8763"/>
                        <a:pt x="11049" y="8192"/>
                        <a:pt x="12573" y="6191"/>
                      </a:cubicBezTo>
                      <a:cubicBezTo>
                        <a:pt x="12097" y="9906"/>
                        <a:pt x="16288" y="8096"/>
                        <a:pt x="14097" y="12573"/>
                      </a:cubicBezTo>
                      <a:cubicBezTo>
                        <a:pt x="15430" y="13430"/>
                        <a:pt x="17336" y="11811"/>
                        <a:pt x="18955" y="11620"/>
                      </a:cubicBezTo>
                      <a:cubicBezTo>
                        <a:pt x="18764" y="13240"/>
                        <a:pt x="22003" y="13144"/>
                        <a:pt x="19431" y="16002"/>
                      </a:cubicBezTo>
                      <a:cubicBezTo>
                        <a:pt x="18193" y="15430"/>
                        <a:pt x="19145" y="13716"/>
                        <a:pt x="18669" y="12859"/>
                      </a:cubicBezTo>
                      <a:cubicBezTo>
                        <a:pt x="17145" y="12478"/>
                        <a:pt x="15430" y="14669"/>
                        <a:pt x="14669" y="12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1" name="Freeform: Shape 490">
                  <a:extLst>
                    <a:ext uri="{FF2B5EF4-FFF2-40B4-BE49-F238E27FC236}">
                      <a16:creationId xmlns:a16="http://schemas.microsoft.com/office/drawing/2014/main" id="{9352A561-CF91-4CB7-AE1D-DEB8265586CF}"/>
                    </a:ext>
                  </a:extLst>
                </p:cNvPr>
                <p:cNvSpPr/>
                <p:nvPr/>
              </p:nvSpPr>
              <p:spPr>
                <a:xfrm>
                  <a:off x="3083361" y="1348358"/>
                  <a:ext cx="8103" cy="11647"/>
                </a:xfrm>
                <a:custGeom>
                  <a:avLst/>
                  <a:gdLst>
                    <a:gd name="connsiteX0" fmla="*/ 3786 w 8103"/>
                    <a:gd name="connsiteY0" fmla="*/ 8001 h 11647"/>
                    <a:gd name="connsiteX1" fmla="*/ 929 w 8103"/>
                    <a:gd name="connsiteY1" fmla="*/ 8858 h 11647"/>
                    <a:gd name="connsiteX2" fmla="*/ 5406 w 8103"/>
                    <a:gd name="connsiteY2" fmla="*/ 5048 h 11647"/>
                    <a:gd name="connsiteX3" fmla="*/ 72 w 8103"/>
                    <a:gd name="connsiteY3" fmla="*/ 286 h 11647"/>
                    <a:gd name="connsiteX4" fmla="*/ 5882 w 8103"/>
                    <a:gd name="connsiteY4" fmla="*/ 0 h 11647"/>
                    <a:gd name="connsiteX5" fmla="*/ 7882 w 8103"/>
                    <a:gd name="connsiteY5" fmla="*/ 5334 h 11647"/>
                    <a:gd name="connsiteX6" fmla="*/ 6834 w 8103"/>
                    <a:gd name="connsiteY6" fmla="*/ 10097 h 11647"/>
                    <a:gd name="connsiteX7" fmla="*/ 3786 w 8103"/>
                    <a:gd name="connsiteY7" fmla="*/ 8001 h 11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03" h="11647">
                      <a:moveTo>
                        <a:pt x="3786" y="8001"/>
                      </a:moveTo>
                      <a:cubicBezTo>
                        <a:pt x="4453" y="10763"/>
                        <a:pt x="548" y="10573"/>
                        <a:pt x="929" y="8858"/>
                      </a:cubicBezTo>
                      <a:cubicBezTo>
                        <a:pt x="2834" y="5906"/>
                        <a:pt x="3405" y="8858"/>
                        <a:pt x="5406" y="5048"/>
                      </a:cubicBezTo>
                      <a:cubicBezTo>
                        <a:pt x="6358" y="953"/>
                        <a:pt x="-786" y="4191"/>
                        <a:pt x="72" y="286"/>
                      </a:cubicBezTo>
                      <a:cubicBezTo>
                        <a:pt x="2262" y="286"/>
                        <a:pt x="2548" y="1810"/>
                        <a:pt x="5882" y="0"/>
                      </a:cubicBezTo>
                      <a:cubicBezTo>
                        <a:pt x="2453" y="3810"/>
                        <a:pt x="9406" y="2477"/>
                        <a:pt x="7882" y="5334"/>
                      </a:cubicBezTo>
                      <a:cubicBezTo>
                        <a:pt x="4644" y="5810"/>
                        <a:pt x="3882" y="9716"/>
                        <a:pt x="6834" y="10097"/>
                      </a:cubicBezTo>
                      <a:cubicBezTo>
                        <a:pt x="3120" y="14383"/>
                        <a:pt x="4834" y="8477"/>
                        <a:pt x="3786" y="8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2" name="Freeform: Shape 491">
                  <a:extLst>
                    <a:ext uri="{FF2B5EF4-FFF2-40B4-BE49-F238E27FC236}">
                      <a16:creationId xmlns:a16="http://schemas.microsoft.com/office/drawing/2014/main" id="{49275A55-129D-4ACF-AD2A-61959FC350E0}"/>
                    </a:ext>
                  </a:extLst>
                </p:cNvPr>
                <p:cNvSpPr/>
                <p:nvPr/>
              </p:nvSpPr>
              <p:spPr>
                <a:xfrm>
                  <a:off x="3012471" y="1447364"/>
                  <a:ext cx="7167" cy="5103"/>
                </a:xfrm>
                <a:custGeom>
                  <a:avLst/>
                  <a:gdLst>
                    <a:gd name="connsiteX0" fmla="*/ 0 w 7167"/>
                    <a:gd name="connsiteY0" fmla="*/ 2531 h 5103"/>
                    <a:gd name="connsiteX1" fmla="*/ 6763 w 7167"/>
                    <a:gd name="connsiteY1" fmla="*/ 150 h 5103"/>
                    <a:gd name="connsiteX2" fmla="*/ 4096 w 7167"/>
                    <a:gd name="connsiteY2" fmla="*/ 5103 h 5103"/>
                    <a:gd name="connsiteX3" fmla="*/ 0 w 7167"/>
                    <a:gd name="connsiteY3" fmla="*/ 2531 h 51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167" h="5103">
                      <a:moveTo>
                        <a:pt x="0" y="2531"/>
                      </a:moveTo>
                      <a:cubicBezTo>
                        <a:pt x="1810" y="-802"/>
                        <a:pt x="2858" y="4722"/>
                        <a:pt x="6763" y="150"/>
                      </a:cubicBezTo>
                      <a:cubicBezTo>
                        <a:pt x="8477" y="-802"/>
                        <a:pt x="4191" y="3008"/>
                        <a:pt x="4096" y="5103"/>
                      </a:cubicBezTo>
                      <a:cubicBezTo>
                        <a:pt x="2858" y="3389"/>
                        <a:pt x="1238" y="2531"/>
                        <a:pt x="0" y="253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3" name="Freeform: Shape 492">
                  <a:extLst>
                    <a:ext uri="{FF2B5EF4-FFF2-40B4-BE49-F238E27FC236}">
                      <a16:creationId xmlns:a16="http://schemas.microsoft.com/office/drawing/2014/main" id="{8DA955F9-CCFD-48A4-9802-8FEA1AC25852}"/>
                    </a:ext>
                  </a:extLst>
                </p:cNvPr>
                <p:cNvSpPr/>
                <p:nvPr/>
              </p:nvSpPr>
              <p:spPr>
                <a:xfrm>
                  <a:off x="3202971" y="1225814"/>
                  <a:ext cx="7535" cy="9200"/>
                </a:xfrm>
                <a:custGeom>
                  <a:avLst/>
                  <a:gdLst>
                    <a:gd name="connsiteX0" fmla="*/ 0 w 7535"/>
                    <a:gd name="connsiteY0" fmla="*/ 148 h 9200"/>
                    <a:gd name="connsiteX1" fmla="*/ 7429 w 7535"/>
                    <a:gd name="connsiteY1" fmla="*/ 9197 h 9200"/>
                    <a:gd name="connsiteX2" fmla="*/ 0 w 7535"/>
                    <a:gd name="connsiteY2" fmla="*/ 148 h 9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535" h="9200">
                      <a:moveTo>
                        <a:pt x="0" y="148"/>
                      </a:moveTo>
                      <a:cubicBezTo>
                        <a:pt x="4763" y="-900"/>
                        <a:pt x="8192" y="3768"/>
                        <a:pt x="7429" y="9197"/>
                      </a:cubicBezTo>
                      <a:cubicBezTo>
                        <a:pt x="2667" y="9387"/>
                        <a:pt x="6096" y="1005"/>
                        <a:pt x="0" y="1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4" name="Freeform: Shape 493">
                  <a:extLst>
                    <a:ext uri="{FF2B5EF4-FFF2-40B4-BE49-F238E27FC236}">
                      <a16:creationId xmlns:a16="http://schemas.microsoft.com/office/drawing/2014/main" id="{072F98CC-01AA-473C-BDEF-90C1DB2C07D0}"/>
                    </a:ext>
                  </a:extLst>
                </p:cNvPr>
                <p:cNvSpPr/>
                <p:nvPr/>
              </p:nvSpPr>
              <p:spPr>
                <a:xfrm>
                  <a:off x="3099625" y="1349502"/>
                  <a:ext cx="10191" cy="11715"/>
                </a:xfrm>
                <a:custGeom>
                  <a:avLst/>
                  <a:gdLst>
                    <a:gd name="connsiteX0" fmla="*/ 1238 w 10191"/>
                    <a:gd name="connsiteY0" fmla="*/ 11716 h 11715"/>
                    <a:gd name="connsiteX1" fmla="*/ 0 w 10191"/>
                    <a:gd name="connsiteY1" fmla="*/ 5525 h 11715"/>
                    <a:gd name="connsiteX2" fmla="*/ 10192 w 10191"/>
                    <a:gd name="connsiteY2" fmla="*/ 0 h 11715"/>
                    <a:gd name="connsiteX3" fmla="*/ 1238 w 10191"/>
                    <a:gd name="connsiteY3" fmla="*/ 11716 h 11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91" h="11715">
                      <a:moveTo>
                        <a:pt x="1238" y="11716"/>
                      </a:moveTo>
                      <a:cubicBezTo>
                        <a:pt x="2191" y="8382"/>
                        <a:pt x="3905" y="5144"/>
                        <a:pt x="0" y="5525"/>
                      </a:cubicBezTo>
                      <a:cubicBezTo>
                        <a:pt x="3619" y="2572"/>
                        <a:pt x="6286" y="4191"/>
                        <a:pt x="10192" y="0"/>
                      </a:cubicBezTo>
                      <a:cubicBezTo>
                        <a:pt x="9049" y="2858"/>
                        <a:pt x="3429" y="7810"/>
                        <a:pt x="1238" y="1171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5" name="Freeform: Shape 494">
                  <a:extLst>
                    <a:ext uri="{FF2B5EF4-FFF2-40B4-BE49-F238E27FC236}">
                      <a16:creationId xmlns:a16="http://schemas.microsoft.com/office/drawing/2014/main" id="{7E9A4FAA-CA70-4DAC-A23C-BD2DD7A1CEC0}"/>
                    </a:ext>
                  </a:extLst>
                </p:cNvPr>
                <p:cNvSpPr/>
                <p:nvPr/>
              </p:nvSpPr>
              <p:spPr>
                <a:xfrm>
                  <a:off x="2994278" y="1479518"/>
                  <a:ext cx="93630" cy="84867"/>
                </a:xfrm>
                <a:custGeom>
                  <a:avLst/>
                  <a:gdLst>
                    <a:gd name="connsiteX0" fmla="*/ 14002 w 93630"/>
                    <a:gd name="connsiteY0" fmla="*/ 5429 h 84867"/>
                    <a:gd name="connsiteX1" fmla="*/ 9620 w 93630"/>
                    <a:gd name="connsiteY1" fmla="*/ 0 h 84867"/>
                    <a:gd name="connsiteX2" fmla="*/ 2477 w 93630"/>
                    <a:gd name="connsiteY2" fmla="*/ 2096 h 84867"/>
                    <a:gd name="connsiteX3" fmla="*/ 0 w 93630"/>
                    <a:gd name="connsiteY3" fmla="*/ 5905 h 84867"/>
                    <a:gd name="connsiteX4" fmla="*/ 2667 w 93630"/>
                    <a:gd name="connsiteY4" fmla="*/ 7620 h 84867"/>
                    <a:gd name="connsiteX5" fmla="*/ 6953 w 93630"/>
                    <a:gd name="connsiteY5" fmla="*/ 9049 h 84867"/>
                    <a:gd name="connsiteX6" fmla="*/ 3620 w 93630"/>
                    <a:gd name="connsiteY6" fmla="*/ 12287 h 84867"/>
                    <a:gd name="connsiteX7" fmla="*/ 6572 w 93630"/>
                    <a:gd name="connsiteY7" fmla="*/ 12859 h 84867"/>
                    <a:gd name="connsiteX8" fmla="*/ 8573 w 93630"/>
                    <a:gd name="connsiteY8" fmla="*/ 8763 h 84867"/>
                    <a:gd name="connsiteX9" fmla="*/ 11525 w 93630"/>
                    <a:gd name="connsiteY9" fmla="*/ 9334 h 84867"/>
                    <a:gd name="connsiteX10" fmla="*/ 15716 w 93630"/>
                    <a:gd name="connsiteY10" fmla="*/ 17431 h 84867"/>
                    <a:gd name="connsiteX11" fmla="*/ 12383 w 93630"/>
                    <a:gd name="connsiteY11" fmla="*/ 24670 h 84867"/>
                    <a:gd name="connsiteX12" fmla="*/ 16478 w 93630"/>
                    <a:gd name="connsiteY12" fmla="*/ 24575 h 84867"/>
                    <a:gd name="connsiteX13" fmla="*/ 14764 w 93630"/>
                    <a:gd name="connsiteY13" fmla="*/ 27527 h 84867"/>
                    <a:gd name="connsiteX14" fmla="*/ 18288 w 93630"/>
                    <a:gd name="connsiteY14" fmla="*/ 25717 h 84867"/>
                    <a:gd name="connsiteX15" fmla="*/ 18669 w 93630"/>
                    <a:gd name="connsiteY15" fmla="*/ 21907 h 84867"/>
                    <a:gd name="connsiteX16" fmla="*/ 26003 w 93630"/>
                    <a:gd name="connsiteY16" fmla="*/ 36004 h 84867"/>
                    <a:gd name="connsiteX17" fmla="*/ 22479 w 93630"/>
                    <a:gd name="connsiteY17" fmla="*/ 33719 h 84867"/>
                    <a:gd name="connsiteX18" fmla="*/ 20288 w 93630"/>
                    <a:gd name="connsiteY18" fmla="*/ 36385 h 84867"/>
                    <a:gd name="connsiteX19" fmla="*/ 25908 w 93630"/>
                    <a:gd name="connsiteY19" fmla="*/ 38576 h 84867"/>
                    <a:gd name="connsiteX20" fmla="*/ 26480 w 93630"/>
                    <a:gd name="connsiteY20" fmla="*/ 36290 h 84867"/>
                    <a:gd name="connsiteX21" fmla="*/ 29909 w 93630"/>
                    <a:gd name="connsiteY21" fmla="*/ 37148 h 84867"/>
                    <a:gd name="connsiteX22" fmla="*/ 37624 w 93630"/>
                    <a:gd name="connsiteY22" fmla="*/ 39338 h 84867"/>
                    <a:gd name="connsiteX23" fmla="*/ 33528 w 93630"/>
                    <a:gd name="connsiteY23" fmla="*/ 39433 h 84867"/>
                    <a:gd name="connsiteX24" fmla="*/ 35052 w 93630"/>
                    <a:gd name="connsiteY24" fmla="*/ 41719 h 84867"/>
                    <a:gd name="connsiteX25" fmla="*/ 34766 w 93630"/>
                    <a:gd name="connsiteY25" fmla="*/ 42863 h 84867"/>
                    <a:gd name="connsiteX26" fmla="*/ 37719 w 93630"/>
                    <a:gd name="connsiteY26" fmla="*/ 39338 h 84867"/>
                    <a:gd name="connsiteX27" fmla="*/ 41815 w 93630"/>
                    <a:gd name="connsiteY27" fmla="*/ 39338 h 84867"/>
                    <a:gd name="connsiteX28" fmla="*/ 42005 w 93630"/>
                    <a:gd name="connsiteY28" fmla="*/ 44767 h 84867"/>
                    <a:gd name="connsiteX29" fmla="*/ 43053 w 93630"/>
                    <a:gd name="connsiteY29" fmla="*/ 38671 h 84867"/>
                    <a:gd name="connsiteX30" fmla="*/ 46292 w 93630"/>
                    <a:gd name="connsiteY30" fmla="*/ 42100 h 84867"/>
                    <a:gd name="connsiteX31" fmla="*/ 43053 w 93630"/>
                    <a:gd name="connsiteY31" fmla="*/ 46768 h 84867"/>
                    <a:gd name="connsiteX32" fmla="*/ 52864 w 93630"/>
                    <a:gd name="connsiteY32" fmla="*/ 50673 h 84867"/>
                    <a:gd name="connsiteX33" fmla="*/ 49054 w 93630"/>
                    <a:gd name="connsiteY33" fmla="*/ 53530 h 84867"/>
                    <a:gd name="connsiteX34" fmla="*/ 68104 w 93630"/>
                    <a:gd name="connsiteY34" fmla="*/ 65056 h 84867"/>
                    <a:gd name="connsiteX35" fmla="*/ 66104 w 93630"/>
                    <a:gd name="connsiteY35" fmla="*/ 70580 h 84867"/>
                    <a:gd name="connsiteX36" fmla="*/ 75343 w 93630"/>
                    <a:gd name="connsiteY36" fmla="*/ 72676 h 84867"/>
                    <a:gd name="connsiteX37" fmla="*/ 76486 w 93630"/>
                    <a:gd name="connsiteY37" fmla="*/ 72104 h 84867"/>
                    <a:gd name="connsiteX38" fmla="*/ 72581 w 93630"/>
                    <a:gd name="connsiteY38" fmla="*/ 74962 h 84867"/>
                    <a:gd name="connsiteX39" fmla="*/ 75914 w 93630"/>
                    <a:gd name="connsiteY39" fmla="*/ 75914 h 84867"/>
                    <a:gd name="connsiteX40" fmla="*/ 76581 w 93630"/>
                    <a:gd name="connsiteY40" fmla="*/ 73628 h 84867"/>
                    <a:gd name="connsiteX41" fmla="*/ 80296 w 93630"/>
                    <a:gd name="connsiteY41" fmla="*/ 82963 h 84867"/>
                    <a:gd name="connsiteX42" fmla="*/ 78391 w 93630"/>
                    <a:gd name="connsiteY42" fmla="*/ 80391 h 84867"/>
                    <a:gd name="connsiteX43" fmla="*/ 75819 w 93630"/>
                    <a:gd name="connsiteY43" fmla="*/ 84106 h 84867"/>
                    <a:gd name="connsiteX44" fmla="*/ 91154 w 93630"/>
                    <a:gd name="connsiteY44" fmla="*/ 84868 h 84867"/>
                    <a:gd name="connsiteX45" fmla="*/ 93631 w 93630"/>
                    <a:gd name="connsiteY45" fmla="*/ 79724 h 84867"/>
                    <a:gd name="connsiteX46" fmla="*/ 88773 w 93630"/>
                    <a:gd name="connsiteY46" fmla="*/ 80486 h 84867"/>
                    <a:gd name="connsiteX47" fmla="*/ 78200 w 93630"/>
                    <a:gd name="connsiteY47" fmla="*/ 71914 h 84867"/>
                    <a:gd name="connsiteX48" fmla="*/ 82106 w 93630"/>
                    <a:gd name="connsiteY48" fmla="*/ 69056 h 84867"/>
                    <a:gd name="connsiteX49" fmla="*/ 77629 w 93630"/>
                    <a:gd name="connsiteY49" fmla="*/ 70199 h 84867"/>
                    <a:gd name="connsiteX50" fmla="*/ 75248 w 93630"/>
                    <a:gd name="connsiteY50" fmla="*/ 61722 h 84867"/>
                    <a:gd name="connsiteX51" fmla="*/ 78962 w 93630"/>
                    <a:gd name="connsiteY51" fmla="*/ 57436 h 84867"/>
                    <a:gd name="connsiteX52" fmla="*/ 65342 w 93630"/>
                    <a:gd name="connsiteY52" fmla="*/ 56388 h 84867"/>
                    <a:gd name="connsiteX53" fmla="*/ 59531 w 93630"/>
                    <a:gd name="connsiteY53" fmla="*/ 55150 h 84867"/>
                    <a:gd name="connsiteX54" fmla="*/ 60484 w 93630"/>
                    <a:gd name="connsiteY54" fmla="*/ 51625 h 84867"/>
                    <a:gd name="connsiteX55" fmla="*/ 52388 w 93630"/>
                    <a:gd name="connsiteY55" fmla="*/ 53054 h 84867"/>
                    <a:gd name="connsiteX56" fmla="*/ 54197 w 93630"/>
                    <a:gd name="connsiteY56" fmla="*/ 50101 h 84867"/>
                    <a:gd name="connsiteX57" fmla="*/ 58579 w 93630"/>
                    <a:gd name="connsiteY57" fmla="*/ 48958 h 84867"/>
                    <a:gd name="connsiteX58" fmla="*/ 48006 w 93630"/>
                    <a:gd name="connsiteY58" fmla="*/ 40386 h 84867"/>
                    <a:gd name="connsiteX59" fmla="*/ 51721 w 93630"/>
                    <a:gd name="connsiteY59" fmla="*/ 36004 h 84867"/>
                    <a:gd name="connsiteX60" fmla="*/ 48292 w 93630"/>
                    <a:gd name="connsiteY60" fmla="*/ 35147 h 84867"/>
                    <a:gd name="connsiteX61" fmla="*/ 48959 w 93630"/>
                    <a:gd name="connsiteY61" fmla="*/ 30290 h 84867"/>
                    <a:gd name="connsiteX62" fmla="*/ 46292 w 93630"/>
                    <a:gd name="connsiteY62" fmla="*/ 36671 h 84867"/>
                    <a:gd name="connsiteX63" fmla="*/ 43625 w 93630"/>
                    <a:gd name="connsiteY63" fmla="*/ 34957 h 84867"/>
                    <a:gd name="connsiteX64" fmla="*/ 47339 w 93630"/>
                    <a:gd name="connsiteY64" fmla="*/ 30575 h 84867"/>
                    <a:gd name="connsiteX65" fmla="*/ 44768 w 93630"/>
                    <a:gd name="connsiteY65" fmla="*/ 22193 h 84867"/>
                    <a:gd name="connsiteX66" fmla="*/ 42863 w 93630"/>
                    <a:gd name="connsiteY66" fmla="*/ 27718 h 84867"/>
                    <a:gd name="connsiteX67" fmla="*/ 40196 w 93630"/>
                    <a:gd name="connsiteY67" fmla="*/ 26003 h 84867"/>
                    <a:gd name="connsiteX68" fmla="*/ 42291 w 93630"/>
                    <a:gd name="connsiteY68" fmla="*/ 21907 h 84867"/>
                    <a:gd name="connsiteX69" fmla="*/ 26194 w 93630"/>
                    <a:gd name="connsiteY69" fmla="*/ 22288 h 84867"/>
                    <a:gd name="connsiteX70" fmla="*/ 30004 w 93630"/>
                    <a:gd name="connsiteY70" fmla="*/ 19336 h 84867"/>
                    <a:gd name="connsiteX71" fmla="*/ 30099 w 93630"/>
                    <a:gd name="connsiteY71" fmla="*/ 16764 h 84867"/>
                    <a:gd name="connsiteX72" fmla="*/ 26766 w 93630"/>
                    <a:gd name="connsiteY72" fmla="*/ 20002 h 84867"/>
                    <a:gd name="connsiteX73" fmla="*/ 27813 w 93630"/>
                    <a:gd name="connsiteY73" fmla="*/ 18002 h 84867"/>
                    <a:gd name="connsiteX74" fmla="*/ 22193 w 93630"/>
                    <a:gd name="connsiteY74" fmla="*/ 19812 h 84867"/>
                    <a:gd name="connsiteX75" fmla="*/ 22384 w 93630"/>
                    <a:gd name="connsiteY75" fmla="*/ 14573 h 84867"/>
                    <a:gd name="connsiteX76" fmla="*/ 18383 w 93630"/>
                    <a:gd name="connsiteY76" fmla="*/ 12001 h 84867"/>
                    <a:gd name="connsiteX77" fmla="*/ 18383 w 93630"/>
                    <a:gd name="connsiteY77" fmla="*/ 16097 h 84867"/>
                    <a:gd name="connsiteX78" fmla="*/ 16002 w 93630"/>
                    <a:gd name="connsiteY78" fmla="*/ 17335 h 84867"/>
                    <a:gd name="connsiteX79" fmla="*/ 14002 w 93630"/>
                    <a:gd name="connsiteY79" fmla="*/ 5429 h 84867"/>
                    <a:gd name="connsiteX80" fmla="*/ 18669 w 93630"/>
                    <a:gd name="connsiteY80" fmla="*/ 21812 h 84867"/>
                    <a:gd name="connsiteX81" fmla="*/ 16193 w 93630"/>
                    <a:gd name="connsiteY81" fmla="*/ 21526 h 84867"/>
                    <a:gd name="connsiteX82" fmla="*/ 18860 w 93630"/>
                    <a:gd name="connsiteY82" fmla="*/ 19145 h 84867"/>
                    <a:gd name="connsiteX83" fmla="*/ 18669 w 93630"/>
                    <a:gd name="connsiteY83" fmla="*/ 17717 h 84867"/>
                    <a:gd name="connsiteX84" fmla="*/ 18669 w 93630"/>
                    <a:gd name="connsiteY84" fmla="*/ 21812 h 84867"/>
                    <a:gd name="connsiteX85" fmla="*/ 26861 w 93630"/>
                    <a:gd name="connsiteY85" fmla="*/ 28384 h 84867"/>
                    <a:gd name="connsiteX86" fmla="*/ 33909 w 93630"/>
                    <a:gd name="connsiteY86" fmla="*/ 28861 h 84867"/>
                    <a:gd name="connsiteX87" fmla="*/ 26861 w 93630"/>
                    <a:gd name="connsiteY87" fmla="*/ 28384 h 84867"/>
                    <a:gd name="connsiteX88" fmla="*/ 37529 w 93630"/>
                    <a:gd name="connsiteY88" fmla="*/ 31242 h 84867"/>
                    <a:gd name="connsiteX89" fmla="*/ 39434 w 93630"/>
                    <a:gd name="connsiteY89" fmla="*/ 33814 h 84867"/>
                    <a:gd name="connsiteX90" fmla="*/ 37529 w 93630"/>
                    <a:gd name="connsiteY90" fmla="*/ 31242 h 84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</a:cxnLst>
                  <a:rect l="l" t="t" r="r" b="b"/>
                  <a:pathLst>
                    <a:path w="93630" h="84867">
                      <a:moveTo>
                        <a:pt x="14002" y="5429"/>
                      </a:moveTo>
                      <a:cubicBezTo>
                        <a:pt x="13526" y="2191"/>
                        <a:pt x="8477" y="3238"/>
                        <a:pt x="9620" y="0"/>
                      </a:cubicBezTo>
                      <a:cubicBezTo>
                        <a:pt x="4858" y="6001"/>
                        <a:pt x="5620" y="1619"/>
                        <a:pt x="2477" y="2096"/>
                      </a:cubicBezTo>
                      <a:cubicBezTo>
                        <a:pt x="1048" y="3715"/>
                        <a:pt x="1334" y="4381"/>
                        <a:pt x="0" y="5905"/>
                      </a:cubicBezTo>
                      <a:lnTo>
                        <a:pt x="2667" y="7620"/>
                      </a:lnTo>
                      <a:cubicBezTo>
                        <a:pt x="5810" y="4286"/>
                        <a:pt x="6763" y="8668"/>
                        <a:pt x="6953" y="9049"/>
                      </a:cubicBezTo>
                      <a:cubicBezTo>
                        <a:pt x="5810" y="10192"/>
                        <a:pt x="4953" y="10287"/>
                        <a:pt x="3620" y="12287"/>
                      </a:cubicBezTo>
                      <a:cubicBezTo>
                        <a:pt x="4382" y="13335"/>
                        <a:pt x="5906" y="11335"/>
                        <a:pt x="6572" y="12859"/>
                      </a:cubicBezTo>
                      <a:cubicBezTo>
                        <a:pt x="9430" y="10382"/>
                        <a:pt x="5715" y="11240"/>
                        <a:pt x="8573" y="8763"/>
                      </a:cubicBezTo>
                      <a:cubicBezTo>
                        <a:pt x="9239" y="10287"/>
                        <a:pt x="10763" y="8287"/>
                        <a:pt x="11525" y="9334"/>
                      </a:cubicBezTo>
                      <a:cubicBezTo>
                        <a:pt x="8954" y="15526"/>
                        <a:pt x="12668" y="17526"/>
                        <a:pt x="15716" y="17431"/>
                      </a:cubicBezTo>
                      <a:cubicBezTo>
                        <a:pt x="14383" y="20002"/>
                        <a:pt x="12287" y="22860"/>
                        <a:pt x="12383" y="24670"/>
                      </a:cubicBezTo>
                      <a:cubicBezTo>
                        <a:pt x="17145" y="18955"/>
                        <a:pt x="13049" y="26384"/>
                        <a:pt x="16478" y="24575"/>
                      </a:cubicBezTo>
                      <a:cubicBezTo>
                        <a:pt x="14954" y="25527"/>
                        <a:pt x="14192" y="26384"/>
                        <a:pt x="14764" y="27527"/>
                      </a:cubicBezTo>
                      <a:cubicBezTo>
                        <a:pt x="16288" y="25432"/>
                        <a:pt x="16859" y="27337"/>
                        <a:pt x="18288" y="25717"/>
                      </a:cubicBezTo>
                      <a:cubicBezTo>
                        <a:pt x="17717" y="24765"/>
                        <a:pt x="16669" y="24194"/>
                        <a:pt x="18669" y="21907"/>
                      </a:cubicBezTo>
                      <a:cubicBezTo>
                        <a:pt x="24194" y="23431"/>
                        <a:pt x="23813" y="29051"/>
                        <a:pt x="26003" y="36004"/>
                      </a:cubicBezTo>
                      <a:cubicBezTo>
                        <a:pt x="22384" y="38767"/>
                        <a:pt x="23813" y="32099"/>
                        <a:pt x="22479" y="33719"/>
                      </a:cubicBezTo>
                      <a:cubicBezTo>
                        <a:pt x="22955" y="34385"/>
                        <a:pt x="21146" y="35814"/>
                        <a:pt x="20288" y="36385"/>
                      </a:cubicBezTo>
                      <a:cubicBezTo>
                        <a:pt x="23051" y="37528"/>
                        <a:pt x="22384" y="40100"/>
                        <a:pt x="25908" y="38576"/>
                      </a:cubicBezTo>
                      <a:cubicBezTo>
                        <a:pt x="25432" y="38100"/>
                        <a:pt x="25051" y="37624"/>
                        <a:pt x="26480" y="36290"/>
                      </a:cubicBezTo>
                      <a:cubicBezTo>
                        <a:pt x="28861" y="36290"/>
                        <a:pt x="27813" y="38100"/>
                        <a:pt x="29909" y="37148"/>
                      </a:cubicBezTo>
                      <a:cubicBezTo>
                        <a:pt x="34481" y="28861"/>
                        <a:pt x="37433" y="37052"/>
                        <a:pt x="37624" y="39338"/>
                      </a:cubicBezTo>
                      <a:cubicBezTo>
                        <a:pt x="35719" y="40196"/>
                        <a:pt x="36481" y="37052"/>
                        <a:pt x="33528" y="39433"/>
                      </a:cubicBezTo>
                      <a:cubicBezTo>
                        <a:pt x="33814" y="40291"/>
                        <a:pt x="36671" y="39910"/>
                        <a:pt x="35052" y="41719"/>
                      </a:cubicBezTo>
                      <a:cubicBezTo>
                        <a:pt x="34195" y="42672"/>
                        <a:pt x="33433" y="44101"/>
                        <a:pt x="34766" y="42863"/>
                      </a:cubicBezTo>
                      <a:lnTo>
                        <a:pt x="37719" y="39338"/>
                      </a:lnTo>
                      <a:cubicBezTo>
                        <a:pt x="38576" y="41338"/>
                        <a:pt x="40767" y="38005"/>
                        <a:pt x="41815" y="39338"/>
                      </a:cubicBezTo>
                      <a:cubicBezTo>
                        <a:pt x="39243" y="42863"/>
                        <a:pt x="39529" y="45148"/>
                        <a:pt x="42005" y="44767"/>
                      </a:cubicBezTo>
                      <a:cubicBezTo>
                        <a:pt x="46006" y="40957"/>
                        <a:pt x="40386" y="41910"/>
                        <a:pt x="43053" y="38671"/>
                      </a:cubicBezTo>
                      <a:cubicBezTo>
                        <a:pt x="45244" y="39243"/>
                        <a:pt x="42767" y="43720"/>
                        <a:pt x="46292" y="42100"/>
                      </a:cubicBezTo>
                      <a:cubicBezTo>
                        <a:pt x="43815" y="43244"/>
                        <a:pt x="43910" y="44958"/>
                        <a:pt x="43053" y="46768"/>
                      </a:cubicBezTo>
                      <a:cubicBezTo>
                        <a:pt x="48387" y="47053"/>
                        <a:pt x="48197" y="50673"/>
                        <a:pt x="52864" y="50673"/>
                      </a:cubicBezTo>
                      <a:cubicBezTo>
                        <a:pt x="51340" y="52388"/>
                        <a:pt x="50768" y="50959"/>
                        <a:pt x="49054" y="53530"/>
                      </a:cubicBezTo>
                      <a:cubicBezTo>
                        <a:pt x="56007" y="56483"/>
                        <a:pt x="60008" y="63151"/>
                        <a:pt x="68104" y="65056"/>
                      </a:cubicBezTo>
                      <a:cubicBezTo>
                        <a:pt x="64866" y="68199"/>
                        <a:pt x="71342" y="68008"/>
                        <a:pt x="66104" y="70580"/>
                      </a:cubicBezTo>
                      <a:cubicBezTo>
                        <a:pt x="72104" y="66770"/>
                        <a:pt x="69247" y="75057"/>
                        <a:pt x="75343" y="72676"/>
                      </a:cubicBezTo>
                      <a:cubicBezTo>
                        <a:pt x="74962" y="72295"/>
                        <a:pt x="76010" y="71342"/>
                        <a:pt x="76486" y="72104"/>
                      </a:cubicBezTo>
                      <a:cubicBezTo>
                        <a:pt x="74771" y="74676"/>
                        <a:pt x="74105" y="73247"/>
                        <a:pt x="72581" y="74962"/>
                      </a:cubicBezTo>
                      <a:cubicBezTo>
                        <a:pt x="73819" y="74962"/>
                        <a:pt x="74200" y="77724"/>
                        <a:pt x="75914" y="75914"/>
                      </a:cubicBezTo>
                      <a:cubicBezTo>
                        <a:pt x="75438" y="75438"/>
                        <a:pt x="75057" y="74962"/>
                        <a:pt x="76581" y="73628"/>
                      </a:cubicBezTo>
                      <a:cubicBezTo>
                        <a:pt x="79439" y="75914"/>
                        <a:pt x="79915" y="79438"/>
                        <a:pt x="80296" y="82963"/>
                      </a:cubicBezTo>
                      <a:cubicBezTo>
                        <a:pt x="78010" y="83153"/>
                        <a:pt x="78010" y="82486"/>
                        <a:pt x="78391" y="80391"/>
                      </a:cubicBezTo>
                      <a:cubicBezTo>
                        <a:pt x="76867" y="81915"/>
                        <a:pt x="77248" y="82582"/>
                        <a:pt x="75819" y="84106"/>
                      </a:cubicBezTo>
                      <a:cubicBezTo>
                        <a:pt x="81629" y="84773"/>
                        <a:pt x="87249" y="80867"/>
                        <a:pt x="91154" y="84868"/>
                      </a:cubicBezTo>
                      <a:cubicBezTo>
                        <a:pt x="94679" y="81915"/>
                        <a:pt x="91726" y="81915"/>
                        <a:pt x="93631" y="79724"/>
                      </a:cubicBezTo>
                      <a:cubicBezTo>
                        <a:pt x="92297" y="78867"/>
                        <a:pt x="90202" y="80963"/>
                        <a:pt x="88773" y="80486"/>
                      </a:cubicBezTo>
                      <a:cubicBezTo>
                        <a:pt x="89440" y="74486"/>
                        <a:pt x="80963" y="74009"/>
                        <a:pt x="78200" y="71914"/>
                      </a:cubicBezTo>
                      <a:cubicBezTo>
                        <a:pt x="79534" y="70675"/>
                        <a:pt x="80201" y="72104"/>
                        <a:pt x="82106" y="69056"/>
                      </a:cubicBezTo>
                      <a:cubicBezTo>
                        <a:pt x="81058" y="68008"/>
                        <a:pt x="79153" y="69628"/>
                        <a:pt x="77629" y="70199"/>
                      </a:cubicBezTo>
                      <a:cubicBezTo>
                        <a:pt x="80963" y="65437"/>
                        <a:pt x="72771" y="66103"/>
                        <a:pt x="75248" y="61722"/>
                      </a:cubicBezTo>
                      <a:cubicBezTo>
                        <a:pt x="76486" y="63055"/>
                        <a:pt x="81439" y="58007"/>
                        <a:pt x="78962" y="57436"/>
                      </a:cubicBezTo>
                      <a:cubicBezTo>
                        <a:pt x="74391" y="64770"/>
                        <a:pt x="67437" y="58198"/>
                        <a:pt x="65342" y="56388"/>
                      </a:cubicBezTo>
                      <a:cubicBezTo>
                        <a:pt x="63532" y="58674"/>
                        <a:pt x="62389" y="53054"/>
                        <a:pt x="59531" y="55150"/>
                      </a:cubicBezTo>
                      <a:cubicBezTo>
                        <a:pt x="59722" y="54007"/>
                        <a:pt x="62103" y="51911"/>
                        <a:pt x="60484" y="51625"/>
                      </a:cubicBezTo>
                      <a:cubicBezTo>
                        <a:pt x="58484" y="54864"/>
                        <a:pt x="55341" y="52102"/>
                        <a:pt x="52388" y="53054"/>
                      </a:cubicBezTo>
                      <a:cubicBezTo>
                        <a:pt x="53340" y="51911"/>
                        <a:pt x="52864" y="51435"/>
                        <a:pt x="54197" y="50101"/>
                      </a:cubicBezTo>
                      <a:cubicBezTo>
                        <a:pt x="55341" y="51149"/>
                        <a:pt x="56483" y="51816"/>
                        <a:pt x="58579" y="48958"/>
                      </a:cubicBezTo>
                      <a:cubicBezTo>
                        <a:pt x="52959" y="50578"/>
                        <a:pt x="52864" y="39052"/>
                        <a:pt x="48006" y="40386"/>
                      </a:cubicBezTo>
                      <a:cubicBezTo>
                        <a:pt x="50578" y="37909"/>
                        <a:pt x="49721" y="38957"/>
                        <a:pt x="51721" y="36004"/>
                      </a:cubicBezTo>
                      <a:cubicBezTo>
                        <a:pt x="50673" y="35242"/>
                        <a:pt x="49149" y="36671"/>
                        <a:pt x="48292" y="35147"/>
                      </a:cubicBezTo>
                      <a:cubicBezTo>
                        <a:pt x="51340" y="32099"/>
                        <a:pt x="50864" y="30861"/>
                        <a:pt x="48959" y="30290"/>
                      </a:cubicBezTo>
                      <a:cubicBezTo>
                        <a:pt x="48006" y="33052"/>
                        <a:pt x="48483" y="32671"/>
                        <a:pt x="46292" y="36671"/>
                      </a:cubicBezTo>
                      <a:cubicBezTo>
                        <a:pt x="45244" y="36481"/>
                        <a:pt x="43339" y="36576"/>
                        <a:pt x="43625" y="34957"/>
                      </a:cubicBezTo>
                      <a:cubicBezTo>
                        <a:pt x="48863" y="32480"/>
                        <a:pt x="43053" y="33719"/>
                        <a:pt x="47339" y="30575"/>
                      </a:cubicBezTo>
                      <a:cubicBezTo>
                        <a:pt x="46006" y="28003"/>
                        <a:pt x="45625" y="25051"/>
                        <a:pt x="44768" y="22193"/>
                      </a:cubicBezTo>
                      <a:cubicBezTo>
                        <a:pt x="41624" y="25241"/>
                        <a:pt x="46673" y="24289"/>
                        <a:pt x="42863" y="27718"/>
                      </a:cubicBezTo>
                      <a:lnTo>
                        <a:pt x="40196" y="26003"/>
                      </a:lnTo>
                      <a:cubicBezTo>
                        <a:pt x="42005" y="24098"/>
                        <a:pt x="42863" y="22669"/>
                        <a:pt x="42291" y="21907"/>
                      </a:cubicBezTo>
                      <a:cubicBezTo>
                        <a:pt x="35624" y="30480"/>
                        <a:pt x="33814" y="17621"/>
                        <a:pt x="26194" y="22288"/>
                      </a:cubicBezTo>
                      <a:cubicBezTo>
                        <a:pt x="27527" y="21146"/>
                        <a:pt x="28670" y="20479"/>
                        <a:pt x="30004" y="19336"/>
                      </a:cubicBezTo>
                      <a:cubicBezTo>
                        <a:pt x="28956" y="19050"/>
                        <a:pt x="30099" y="17621"/>
                        <a:pt x="30099" y="16764"/>
                      </a:cubicBezTo>
                      <a:cubicBezTo>
                        <a:pt x="28004" y="17240"/>
                        <a:pt x="28670" y="19907"/>
                        <a:pt x="26766" y="20002"/>
                      </a:cubicBezTo>
                      <a:cubicBezTo>
                        <a:pt x="24765" y="18955"/>
                        <a:pt x="26099" y="18859"/>
                        <a:pt x="27813" y="18002"/>
                      </a:cubicBezTo>
                      <a:cubicBezTo>
                        <a:pt x="26575" y="16097"/>
                        <a:pt x="23527" y="21622"/>
                        <a:pt x="22193" y="19812"/>
                      </a:cubicBezTo>
                      <a:cubicBezTo>
                        <a:pt x="27146" y="14478"/>
                        <a:pt x="19431" y="18669"/>
                        <a:pt x="22384" y="14573"/>
                      </a:cubicBezTo>
                      <a:cubicBezTo>
                        <a:pt x="18383" y="17431"/>
                        <a:pt x="20384" y="12954"/>
                        <a:pt x="18383" y="12001"/>
                      </a:cubicBezTo>
                      <a:cubicBezTo>
                        <a:pt x="14669" y="15240"/>
                        <a:pt x="20574" y="13621"/>
                        <a:pt x="18383" y="16097"/>
                      </a:cubicBezTo>
                      <a:cubicBezTo>
                        <a:pt x="17812" y="15716"/>
                        <a:pt x="16669" y="17335"/>
                        <a:pt x="16002" y="17335"/>
                      </a:cubicBezTo>
                      <a:cubicBezTo>
                        <a:pt x="19431" y="10763"/>
                        <a:pt x="7620" y="7429"/>
                        <a:pt x="14002" y="5429"/>
                      </a:cubicBezTo>
                      <a:close/>
                      <a:moveTo>
                        <a:pt x="18669" y="21812"/>
                      </a:moveTo>
                      <a:cubicBezTo>
                        <a:pt x="17717" y="22288"/>
                        <a:pt x="16859" y="22098"/>
                        <a:pt x="16193" y="21526"/>
                      </a:cubicBezTo>
                      <a:cubicBezTo>
                        <a:pt x="17241" y="20002"/>
                        <a:pt x="17907" y="20288"/>
                        <a:pt x="18860" y="19145"/>
                      </a:cubicBezTo>
                      <a:cubicBezTo>
                        <a:pt x="19526" y="18288"/>
                        <a:pt x="18860" y="18098"/>
                        <a:pt x="18669" y="17717"/>
                      </a:cubicBezTo>
                      <a:cubicBezTo>
                        <a:pt x="21146" y="15907"/>
                        <a:pt x="22003" y="19145"/>
                        <a:pt x="18669" y="21812"/>
                      </a:cubicBezTo>
                      <a:close/>
                      <a:moveTo>
                        <a:pt x="26861" y="28384"/>
                      </a:moveTo>
                      <a:cubicBezTo>
                        <a:pt x="29909" y="26003"/>
                        <a:pt x="31337" y="29623"/>
                        <a:pt x="33909" y="28861"/>
                      </a:cubicBezTo>
                      <a:cubicBezTo>
                        <a:pt x="29051" y="34290"/>
                        <a:pt x="30004" y="29242"/>
                        <a:pt x="26861" y="28384"/>
                      </a:cubicBezTo>
                      <a:close/>
                      <a:moveTo>
                        <a:pt x="37529" y="31242"/>
                      </a:moveTo>
                      <a:cubicBezTo>
                        <a:pt x="37814" y="33433"/>
                        <a:pt x="39529" y="32099"/>
                        <a:pt x="39434" y="33814"/>
                      </a:cubicBezTo>
                      <a:cubicBezTo>
                        <a:pt x="36386" y="36385"/>
                        <a:pt x="34100" y="35242"/>
                        <a:pt x="37529" y="312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6" name="Freeform: Shape 495">
                  <a:extLst>
                    <a:ext uri="{FF2B5EF4-FFF2-40B4-BE49-F238E27FC236}">
                      <a16:creationId xmlns:a16="http://schemas.microsoft.com/office/drawing/2014/main" id="{B46A344F-4CE8-4F1C-82AC-99AC54A654BF}"/>
                    </a:ext>
                  </a:extLst>
                </p:cNvPr>
                <p:cNvSpPr/>
                <p:nvPr/>
              </p:nvSpPr>
              <p:spPr>
                <a:xfrm>
                  <a:off x="3002628" y="1495043"/>
                  <a:ext cx="5938" cy="7810"/>
                </a:xfrm>
                <a:custGeom>
                  <a:avLst/>
                  <a:gdLst>
                    <a:gd name="connsiteX0" fmla="*/ 1652 w 5938"/>
                    <a:gd name="connsiteY0" fmla="*/ 6096 h 7810"/>
                    <a:gd name="connsiteX1" fmla="*/ 5938 w 5938"/>
                    <a:gd name="connsiteY1" fmla="*/ 3429 h 7810"/>
                    <a:gd name="connsiteX2" fmla="*/ 4890 w 5938"/>
                    <a:gd name="connsiteY2" fmla="*/ 5429 h 7810"/>
                    <a:gd name="connsiteX3" fmla="*/ 2223 w 5938"/>
                    <a:gd name="connsiteY3" fmla="*/ 7810 h 7810"/>
                    <a:gd name="connsiteX4" fmla="*/ 509 w 5938"/>
                    <a:gd name="connsiteY4" fmla="*/ 0 h 7810"/>
                    <a:gd name="connsiteX5" fmla="*/ 1652 w 5938"/>
                    <a:gd name="connsiteY5" fmla="*/ 6096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38" h="7810">
                      <a:moveTo>
                        <a:pt x="1652" y="6096"/>
                      </a:moveTo>
                      <a:cubicBezTo>
                        <a:pt x="2509" y="6477"/>
                        <a:pt x="4224" y="2000"/>
                        <a:pt x="5938" y="3429"/>
                      </a:cubicBezTo>
                      <a:cubicBezTo>
                        <a:pt x="4986" y="4381"/>
                        <a:pt x="4700" y="5048"/>
                        <a:pt x="4890" y="5429"/>
                      </a:cubicBezTo>
                      <a:cubicBezTo>
                        <a:pt x="4224" y="6382"/>
                        <a:pt x="1462" y="6001"/>
                        <a:pt x="2223" y="7810"/>
                      </a:cubicBezTo>
                      <a:cubicBezTo>
                        <a:pt x="985" y="7620"/>
                        <a:pt x="-920" y="3334"/>
                        <a:pt x="509" y="0"/>
                      </a:cubicBezTo>
                      <a:cubicBezTo>
                        <a:pt x="1462" y="1810"/>
                        <a:pt x="3271" y="3143"/>
                        <a:pt x="1652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7" name="Freeform: Shape 496">
                  <a:extLst>
                    <a:ext uri="{FF2B5EF4-FFF2-40B4-BE49-F238E27FC236}">
                      <a16:creationId xmlns:a16="http://schemas.microsoft.com/office/drawing/2014/main" id="{908F639A-5477-4CB7-9926-288C69C05F5B}"/>
                    </a:ext>
                  </a:extLst>
                </p:cNvPr>
                <p:cNvSpPr/>
                <p:nvPr/>
              </p:nvSpPr>
              <p:spPr>
                <a:xfrm>
                  <a:off x="3107529" y="1345560"/>
                  <a:ext cx="4948" cy="2451"/>
                </a:xfrm>
                <a:custGeom>
                  <a:avLst/>
                  <a:gdLst>
                    <a:gd name="connsiteX0" fmla="*/ 192 w 4948"/>
                    <a:gd name="connsiteY0" fmla="*/ 1180 h 2451"/>
                    <a:gd name="connsiteX1" fmla="*/ 4859 w 4948"/>
                    <a:gd name="connsiteY1" fmla="*/ 1561 h 2451"/>
                    <a:gd name="connsiteX2" fmla="*/ 192 w 4948"/>
                    <a:gd name="connsiteY2" fmla="*/ 1180 h 24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8" h="2451">
                      <a:moveTo>
                        <a:pt x="192" y="1180"/>
                      </a:moveTo>
                      <a:cubicBezTo>
                        <a:pt x="-1237" y="1465"/>
                        <a:pt x="5812" y="-1868"/>
                        <a:pt x="4859" y="1561"/>
                      </a:cubicBezTo>
                      <a:cubicBezTo>
                        <a:pt x="2097" y="3847"/>
                        <a:pt x="2954" y="989"/>
                        <a:pt x="192" y="11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8" name="Freeform: Shape 497">
                  <a:extLst>
                    <a:ext uri="{FF2B5EF4-FFF2-40B4-BE49-F238E27FC236}">
                      <a16:creationId xmlns:a16="http://schemas.microsoft.com/office/drawing/2014/main" id="{A8733C99-00AA-47D7-A1E4-CF3F6329A574}"/>
                    </a:ext>
                  </a:extLst>
                </p:cNvPr>
                <p:cNvSpPr/>
                <p:nvPr/>
              </p:nvSpPr>
              <p:spPr>
                <a:xfrm>
                  <a:off x="3030639" y="1440180"/>
                  <a:ext cx="5073" cy="2856"/>
                </a:xfrm>
                <a:custGeom>
                  <a:avLst/>
                  <a:gdLst>
                    <a:gd name="connsiteX0" fmla="*/ 406 w 5073"/>
                    <a:gd name="connsiteY0" fmla="*/ 2857 h 2856"/>
                    <a:gd name="connsiteX1" fmla="*/ 5073 w 5073"/>
                    <a:gd name="connsiteY1" fmla="*/ 475 h 2856"/>
                    <a:gd name="connsiteX2" fmla="*/ 406 w 5073"/>
                    <a:gd name="connsiteY2" fmla="*/ 2857 h 2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73" h="2856">
                      <a:moveTo>
                        <a:pt x="406" y="2857"/>
                      </a:moveTo>
                      <a:cubicBezTo>
                        <a:pt x="-1594" y="1809"/>
                        <a:pt x="4407" y="-1144"/>
                        <a:pt x="5073" y="475"/>
                      </a:cubicBezTo>
                      <a:cubicBezTo>
                        <a:pt x="2788" y="4666"/>
                        <a:pt x="2788" y="-1334"/>
                        <a:pt x="406" y="28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9" name="Freeform: Shape 498">
                  <a:extLst>
                    <a:ext uri="{FF2B5EF4-FFF2-40B4-BE49-F238E27FC236}">
                      <a16:creationId xmlns:a16="http://schemas.microsoft.com/office/drawing/2014/main" id="{10FFB6B0-F725-4E64-8151-24A378A1D0B5}"/>
                    </a:ext>
                  </a:extLst>
                </p:cNvPr>
                <p:cNvSpPr/>
                <p:nvPr/>
              </p:nvSpPr>
              <p:spPr>
                <a:xfrm>
                  <a:off x="3035426" y="1432750"/>
                  <a:ext cx="2952" cy="6270"/>
                </a:xfrm>
                <a:custGeom>
                  <a:avLst/>
                  <a:gdLst>
                    <a:gd name="connsiteX0" fmla="*/ 2667 w 2952"/>
                    <a:gd name="connsiteY0" fmla="*/ 0 h 6270"/>
                    <a:gd name="connsiteX1" fmla="*/ 2953 w 2952"/>
                    <a:gd name="connsiteY1" fmla="*/ 5525 h 6270"/>
                    <a:gd name="connsiteX2" fmla="*/ 0 w 2952"/>
                    <a:gd name="connsiteY2" fmla="*/ 4953 h 6270"/>
                    <a:gd name="connsiteX3" fmla="*/ 2667 w 2952"/>
                    <a:gd name="connsiteY3" fmla="*/ 0 h 6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2" h="6270">
                      <a:moveTo>
                        <a:pt x="2667" y="0"/>
                      </a:moveTo>
                      <a:cubicBezTo>
                        <a:pt x="3810" y="1333"/>
                        <a:pt x="-286" y="5239"/>
                        <a:pt x="2953" y="5525"/>
                      </a:cubicBezTo>
                      <a:cubicBezTo>
                        <a:pt x="1429" y="7525"/>
                        <a:pt x="1048" y="4858"/>
                        <a:pt x="0" y="4953"/>
                      </a:cubicBezTo>
                      <a:cubicBezTo>
                        <a:pt x="2572" y="2477"/>
                        <a:pt x="191" y="2477"/>
                        <a:pt x="266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0" name="Freeform: Shape 499">
                  <a:extLst>
                    <a:ext uri="{FF2B5EF4-FFF2-40B4-BE49-F238E27FC236}">
                      <a16:creationId xmlns:a16="http://schemas.microsoft.com/office/drawing/2014/main" id="{5138CFA9-7912-47A8-BF01-B530DAD16AE6}"/>
                    </a:ext>
                  </a:extLst>
                </p:cNvPr>
                <p:cNvSpPr/>
                <p:nvPr/>
              </p:nvSpPr>
              <p:spPr>
                <a:xfrm>
                  <a:off x="3080691" y="1376407"/>
                  <a:ext cx="5027" cy="5748"/>
                </a:xfrm>
                <a:custGeom>
                  <a:avLst/>
                  <a:gdLst>
                    <a:gd name="connsiteX0" fmla="*/ 5027 w 5027"/>
                    <a:gd name="connsiteY0" fmla="*/ 717 h 5748"/>
                    <a:gd name="connsiteX1" fmla="*/ 1408 w 5027"/>
                    <a:gd name="connsiteY1" fmla="*/ 5099 h 5748"/>
                    <a:gd name="connsiteX2" fmla="*/ 5027 w 5027"/>
                    <a:gd name="connsiteY2" fmla="*/ 717 h 57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27" h="5748">
                      <a:moveTo>
                        <a:pt x="5027" y="717"/>
                      </a:moveTo>
                      <a:cubicBezTo>
                        <a:pt x="3789" y="2527"/>
                        <a:pt x="-593" y="3289"/>
                        <a:pt x="1408" y="5099"/>
                      </a:cubicBezTo>
                      <a:cubicBezTo>
                        <a:pt x="-2879" y="8528"/>
                        <a:pt x="3884" y="-2902"/>
                        <a:pt x="5027" y="7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1" name="Freeform: Shape 500">
                  <a:extLst>
                    <a:ext uri="{FF2B5EF4-FFF2-40B4-BE49-F238E27FC236}">
                      <a16:creationId xmlns:a16="http://schemas.microsoft.com/office/drawing/2014/main" id="{D239FF64-D88D-4C45-B1C9-2023C6F18124}"/>
                    </a:ext>
                  </a:extLst>
                </p:cNvPr>
                <p:cNvSpPr/>
                <p:nvPr/>
              </p:nvSpPr>
              <p:spPr>
                <a:xfrm>
                  <a:off x="3095089" y="1362464"/>
                  <a:ext cx="4250" cy="4754"/>
                </a:xfrm>
                <a:custGeom>
                  <a:avLst/>
                  <a:gdLst>
                    <a:gd name="connsiteX0" fmla="*/ 2631 w 4250"/>
                    <a:gd name="connsiteY0" fmla="*/ 849 h 4754"/>
                    <a:gd name="connsiteX1" fmla="*/ 4250 w 4250"/>
                    <a:gd name="connsiteY1" fmla="*/ 3230 h 4754"/>
                    <a:gd name="connsiteX2" fmla="*/ 1678 w 4250"/>
                    <a:gd name="connsiteY2" fmla="*/ 2945 h 4754"/>
                    <a:gd name="connsiteX3" fmla="*/ 249 w 4250"/>
                    <a:gd name="connsiteY3" fmla="*/ 4754 h 4754"/>
                    <a:gd name="connsiteX4" fmla="*/ 2631 w 4250"/>
                    <a:gd name="connsiteY4" fmla="*/ 849 h 4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50" h="4754">
                      <a:moveTo>
                        <a:pt x="2631" y="849"/>
                      </a:moveTo>
                      <a:cubicBezTo>
                        <a:pt x="2916" y="-1723"/>
                        <a:pt x="4250" y="2278"/>
                        <a:pt x="4250" y="3230"/>
                      </a:cubicBezTo>
                      <a:cubicBezTo>
                        <a:pt x="3107" y="4373"/>
                        <a:pt x="2535" y="3230"/>
                        <a:pt x="1678" y="2945"/>
                      </a:cubicBezTo>
                      <a:lnTo>
                        <a:pt x="249" y="4754"/>
                      </a:lnTo>
                      <a:cubicBezTo>
                        <a:pt x="-1179" y="3326"/>
                        <a:pt x="4059" y="2087"/>
                        <a:pt x="2631" y="8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2" name="Freeform: Shape 501">
                  <a:extLst>
                    <a:ext uri="{FF2B5EF4-FFF2-40B4-BE49-F238E27FC236}">
                      <a16:creationId xmlns:a16="http://schemas.microsoft.com/office/drawing/2014/main" id="{647EFA62-389D-4B36-84DF-4153783414A3}"/>
                    </a:ext>
                  </a:extLst>
                </p:cNvPr>
                <p:cNvSpPr/>
                <p:nvPr/>
              </p:nvSpPr>
              <p:spPr>
                <a:xfrm>
                  <a:off x="3190774" y="1248781"/>
                  <a:ext cx="3571" cy="5374"/>
                </a:xfrm>
                <a:custGeom>
                  <a:avLst/>
                  <a:gdLst>
                    <a:gd name="connsiteX0" fmla="*/ 5 w 3571"/>
                    <a:gd name="connsiteY0" fmla="*/ 422 h 5374"/>
                    <a:gd name="connsiteX1" fmla="*/ 3339 w 3571"/>
                    <a:gd name="connsiteY1" fmla="*/ 5375 h 5374"/>
                    <a:gd name="connsiteX2" fmla="*/ 5 w 3571"/>
                    <a:gd name="connsiteY2" fmla="*/ 3184 h 5374"/>
                    <a:gd name="connsiteX3" fmla="*/ 5 w 3571"/>
                    <a:gd name="connsiteY3" fmla="*/ 422 h 53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71" h="5374">
                      <a:moveTo>
                        <a:pt x="5" y="422"/>
                      </a:moveTo>
                      <a:cubicBezTo>
                        <a:pt x="-185" y="-1769"/>
                        <a:pt x="4673" y="5280"/>
                        <a:pt x="3339" y="5375"/>
                      </a:cubicBezTo>
                      <a:lnTo>
                        <a:pt x="5" y="3184"/>
                      </a:lnTo>
                      <a:cubicBezTo>
                        <a:pt x="291" y="2041"/>
                        <a:pt x="196" y="1184"/>
                        <a:pt x="5" y="4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3" name="Freeform: Shape 502">
                  <a:extLst>
                    <a:ext uri="{FF2B5EF4-FFF2-40B4-BE49-F238E27FC236}">
                      <a16:creationId xmlns:a16="http://schemas.microsoft.com/office/drawing/2014/main" id="{13533CC8-EEF1-443F-BA9E-F56D2B94C92C}"/>
                    </a:ext>
                  </a:extLst>
                </p:cNvPr>
                <p:cNvSpPr/>
                <p:nvPr/>
              </p:nvSpPr>
              <p:spPr>
                <a:xfrm>
                  <a:off x="3093815" y="1372171"/>
                  <a:ext cx="5906" cy="8858"/>
                </a:xfrm>
                <a:custGeom>
                  <a:avLst/>
                  <a:gdLst>
                    <a:gd name="connsiteX0" fmla="*/ 5048 w 5906"/>
                    <a:gd name="connsiteY0" fmla="*/ 2667 h 8858"/>
                    <a:gd name="connsiteX1" fmla="*/ 3810 w 5906"/>
                    <a:gd name="connsiteY1" fmla="*/ 5906 h 8858"/>
                    <a:gd name="connsiteX2" fmla="*/ 0 w 5906"/>
                    <a:gd name="connsiteY2" fmla="*/ 8858 h 8858"/>
                    <a:gd name="connsiteX3" fmla="*/ 3048 w 5906"/>
                    <a:gd name="connsiteY3" fmla="*/ 0 h 8858"/>
                    <a:gd name="connsiteX4" fmla="*/ 5810 w 5906"/>
                    <a:gd name="connsiteY4" fmla="*/ 1810 h 8858"/>
                    <a:gd name="connsiteX5" fmla="*/ 5048 w 5906"/>
                    <a:gd name="connsiteY5" fmla="*/ 2667 h 8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06" h="8858">
                      <a:moveTo>
                        <a:pt x="5048" y="2667"/>
                      </a:moveTo>
                      <a:cubicBezTo>
                        <a:pt x="3429" y="4286"/>
                        <a:pt x="2857" y="5525"/>
                        <a:pt x="3810" y="5906"/>
                      </a:cubicBezTo>
                      <a:cubicBezTo>
                        <a:pt x="2191" y="8477"/>
                        <a:pt x="1429" y="7049"/>
                        <a:pt x="0" y="8858"/>
                      </a:cubicBezTo>
                      <a:cubicBezTo>
                        <a:pt x="3429" y="4667"/>
                        <a:pt x="1238" y="3334"/>
                        <a:pt x="3048" y="0"/>
                      </a:cubicBezTo>
                      <a:cubicBezTo>
                        <a:pt x="4572" y="667"/>
                        <a:pt x="2477" y="4953"/>
                        <a:pt x="5810" y="1810"/>
                      </a:cubicBezTo>
                      <a:cubicBezTo>
                        <a:pt x="6191" y="2286"/>
                        <a:pt x="5334" y="2858"/>
                        <a:pt x="5048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4" name="Freeform: Shape 503">
                  <a:extLst>
                    <a:ext uri="{FF2B5EF4-FFF2-40B4-BE49-F238E27FC236}">
                      <a16:creationId xmlns:a16="http://schemas.microsoft.com/office/drawing/2014/main" id="{474BBFAA-A2CD-4A27-A1D6-107C5D0DA781}"/>
                    </a:ext>
                  </a:extLst>
                </p:cNvPr>
                <p:cNvSpPr/>
                <p:nvPr/>
              </p:nvSpPr>
              <p:spPr>
                <a:xfrm>
                  <a:off x="3094386" y="1386077"/>
                  <a:ext cx="13811" cy="10001"/>
                </a:xfrm>
                <a:custGeom>
                  <a:avLst/>
                  <a:gdLst>
                    <a:gd name="connsiteX0" fmla="*/ 9430 w 13811"/>
                    <a:gd name="connsiteY0" fmla="*/ 0 h 10001"/>
                    <a:gd name="connsiteX1" fmla="*/ 13811 w 13811"/>
                    <a:gd name="connsiteY1" fmla="*/ 4191 h 10001"/>
                    <a:gd name="connsiteX2" fmla="*/ 7334 w 13811"/>
                    <a:gd name="connsiteY2" fmla="*/ 2667 h 10001"/>
                    <a:gd name="connsiteX3" fmla="*/ 9811 w 13811"/>
                    <a:gd name="connsiteY3" fmla="*/ 5620 h 10001"/>
                    <a:gd name="connsiteX4" fmla="*/ 5525 w 13811"/>
                    <a:gd name="connsiteY4" fmla="*/ 8192 h 10001"/>
                    <a:gd name="connsiteX5" fmla="*/ 8858 w 13811"/>
                    <a:gd name="connsiteY5" fmla="*/ 7620 h 10001"/>
                    <a:gd name="connsiteX6" fmla="*/ 6191 w 13811"/>
                    <a:gd name="connsiteY6" fmla="*/ 10001 h 10001"/>
                    <a:gd name="connsiteX7" fmla="*/ 0 w 13811"/>
                    <a:gd name="connsiteY7" fmla="*/ 4667 h 10001"/>
                    <a:gd name="connsiteX8" fmla="*/ 9430 w 13811"/>
                    <a:gd name="connsiteY8" fmla="*/ 0 h 10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811" h="10001">
                      <a:moveTo>
                        <a:pt x="9430" y="0"/>
                      </a:moveTo>
                      <a:cubicBezTo>
                        <a:pt x="13145" y="1905"/>
                        <a:pt x="13430" y="0"/>
                        <a:pt x="13811" y="4191"/>
                      </a:cubicBezTo>
                      <a:cubicBezTo>
                        <a:pt x="9906" y="7620"/>
                        <a:pt x="11144" y="953"/>
                        <a:pt x="7334" y="2667"/>
                      </a:cubicBezTo>
                      <a:cubicBezTo>
                        <a:pt x="4953" y="6382"/>
                        <a:pt x="8763" y="3810"/>
                        <a:pt x="9811" y="5620"/>
                      </a:cubicBezTo>
                      <a:cubicBezTo>
                        <a:pt x="8192" y="7334"/>
                        <a:pt x="7144" y="6572"/>
                        <a:pt x="5525" y="8192"/>
                      </a:cubicBezTo>
                      <a:cubicBezTo>
                        <a:pt x="6096" y="10192"/>
                        <a:pt x="8192" y="5525"/>
                        <a:pt x="8858" y="7620"/>
                      </a:cubicBezTo>
                      <a:cubicBezTo>
                        <a:pt x="8001" y="8192"/>
                        <a:pt x="7144" y="8763"/>
                        <a:pt x="6191" y="10001"/>
                      </a:cubicBezTo>
                      <a:cubicBezTo>
                        <a:pt x="5334" y="6287"/>
                        <a:pt x="4763" y="4382"/>
                        <a:pt x="0" y="4667"/>
                      </a:cubicBezTo>
                      <a:cubicBezTo>
                        <a:pt x="5334" y="1429"/>
                        <a:pt x="4953" y="4191"/>
                        <a:pt x="943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5" name="Freeform: Shape 504">
                  <a:extLst>
                    <a:ext uri="{FF2B5EF4-FFF2-40B4-BE49-F238E27FC236}">
                      <a16:creationId xmlns:a16="http://schemas.microsoft.com/office/drawing/2014/main" id="{32601E50-0866-411C-9F5F-A6624643F17C}"/>
                    </a:ext>
                  </a:extLst>
                </p:cNvPr>
                <p:cNvSpPr/>
                <p:nvPr/>
              </p:nvSpPr>
              <p:spPr>
                <a:xfrm>
                  <a:off x="2999657" y="1504845"/>
                  <a:ext cx="4623" cy="2081"/>
                </a:xfrm>
                <a:custGeom>
                  <a:avLst/>
                  <a:gdLst>
                    <a:gd name="connsiteX0" fmla="*/ 51 w 4623"/>
                    <a:gd name="connsiteY0" fmla="*/ 200 h 2081"/>
                    <a:gd name="connsiteX1" fmla="*/ 4623 w 4623"/>
                    <a:gd name="connsiteY1" fmla="*/ 390 h 2081"/>
                    <a:gd name="connsiteX2" fmla="*/ 51 w 4623"/>
                    <a:gd name="connsiteY2" fmla="*/ 200 h 2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623" h="2081">
                      <a:moveTo>
                        <a:pt x="51" y="200"/>
                      </a:moveTo>
                      <a:cubicBezTo>
                        <a:pt x="2528" y="-753"/>
                        <a:pt x="1480" y="2105"/>
                        <a:pt x="4623" y="390"/>
                      </a:cubicBezTo>
                      <a:cubicBezTo>
                        <a:pt x="2528" y="2676"/>
                        <a:pt x="-425" y="2676"/>
                        <a:pt x="51" y="2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6" name="Freeform: Shape 505">
                  <a:extLst>
                    <a:ext uri="{FF2B5EF4-FFF2-40B4-BE49-F238E27FC236}">
                      <a16:creationId xmlns:a16="http://schemas.microsoft.com/office/drawing/2014/main" id="{10A0C2F3-5DFD-4A05-9A9A-EA6CE925E035}"/>
                    </a:ext>
                  </a:extLst>
                </p:cNvPr>
                <p:cNvSpPr/>
                <p:nvPr/>
              </p:nvSpPr>
              <p:spPr>
                <a:xfrm>
                  <a:off x="2915514" y="1607248"/>
                  <a:ext cx="2896" cy="3357"/>
                </a:xfrm>
                <a:custGeom>
                  <a:avLst/>
                  <a:gdLst>
                    <a:gd name="connsiteX0" fmla="*/ 469 w 2896"/>
                    <a:gd name="connsiteY0" fmla="*/ 0 h 3357"/>
                    <a:gd name="connsiteX1" fmla="*/ 469 w 2896"/>
                    <a:gd name="connsiteY1" fmla="*/ 0 h 3357"/>
                    <a:gd name="connsiteX2" fmla="*/ 469 w 2896"/>
                    <a:gd name="connsiteY2" fmla="*/ 0 h 3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96" h="3357">
                      <a:moveTo>
                        <a:pt x="469" y="0"/>
                      </a:moveTo>
                      <a:cubicBezTo>
                        <a:pt x="7041" y="1619"/>
                        <a:pt x="-2103" y="6668"/>
                        <a:pt x="469" y="0"/>
                      </a:cubicBezTo>
                      <a:lnTo>
                        <a:pt x="469" y="0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7" name="Freeform: Shape 506">
                  <a:extLst>
                    <a:ext uri="{FF2B5EF4-FFF2-40B4-BE49-F238E27FC236}">
                      <a16:creationId xmlns:a16="http://schemas.microsoft.com/office/drawing/2014/main" id="{70A44DAE-9C9A-4D99-8CCC-A71DF6C127C3}"/>
                    </a:ext>
                  </a:extLst>
                </p:cNvPr>
                <p:cNvSpPr/>
                <p:nvPr/>
              </p:nvSpPr>
              <p:spPr>
                <a:xfrm>
                  <a:off x="3113722" y="1369980"/>
                  <a:ext cx="11144" cy="2285"/>
                </a:xfrm>
                <a:custGeom>
                  <a:avLst/>
                  <a:gdLst>
                    <a:gd name="connsiteX0" fmla="*/ 0 w 11144"/>
                    <a:gd name="connsiteY0" fmla="*/ 2286 h 2285"/>
                    <a:gd name="connsiteX1" fmla="*/ 11144 w 11144"/>
                    <a:gd name="connsiteY1" fmla="*/ 0 h 2285"/>
                    <a:gd name="connsiteX2" fmla="*/ 0 w 11144"/>
                    <a:gd name="connsiteY2" fmla="*/ 2286 h 2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44" h="2285">
                      <a:moveTo>
                        <a:pt x="0" y="2286"/>
                      </a:moveTo>
                      <a:cubicBezTo>
                        <a:pt x="4191" y="-762"/>
                        <a:pt x="7429" y="762"/>
                        <a:pt x="11144" y="0"/>
                      </a:cubicBezTo>
                      <a:cubicBezTo>
                        <a:pt x="7239" y="4000"/>
                        <a:pt x="4667" y="190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8" name="Freeform: Shape 507">
                  <a:extLst>
                    <a:ext uri="{FF2B5EF4-FFF2-40B4-BE49-F238E27FC236}">
                      <a16:creationId xmlns:a16="http://schemas.microsoft.com/office/drawing/2014/main" id="{97FECB27-BD7B-4340-9090-9E8915F218D2}"/>
                    </a:ext>
                  </a:extLst>
                </p:cNvPr>
                <p:cNvSpPr/>
                <p:nvPr/>
              </p:nvSpPr>
              <p:spPr>
                <a:xfrm>
                  <a:off x="2929318" y="1596473"/>
                  <a:ext cx="8477" cy="2652"/>
                </a:xfrm>
                <a:custGeom>
                  <a:avLst/>
                  <a:gdLst>
                    <a:gd name="connsiteX0" fmla="*/ 0 w 8477"/>
                    <a:gd name="connsiteY0" fmla="*/ 1822 h 2652"/>
                    <a:gd name="connsiteX1" fmla="*/ 8477 w 8477"/>
                    <a:gd name="connsiteY1" fmla="*/ 1822 h 2652"/>
                    <a:gd name="connsiteX2" fmla="*/ 0 w 8477"/>
                    <a:gd name="connsiteY2" fmla="*/ 1822 h 2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477" h="2652">
                      <a:moveTo>
                        <a:pt x="0" y="1822"/>
                      </a:moveTo>
                      <a:cubicBezTo>
                        <a:pt x="2286" y="-655"/>
                        <a:pt x="6858" y="-559"/>
                        <a:pt x="8477" y="1822"/>
                      </a:cubicBezTo>
                      <a:cubicBezTo>
                        <a:pt x="5048" y="4298"/>
                        <a:pt x="3334" y="298"/>
                        <a:pt x="0" y="18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9" name="Freeform: Shape 508">
                  <a:extLst>
                    <a:ext uri="{FF2B5EF4-FFF2-40B4-BE49-F238E27FC236}">
                      <a16:creationId xmlns:a16="http://schemas.microsoft.com/office/drawing/2014/main" id="{971BCC14-16CB-4DFC-919A-09F498F67300}"/>
                    </a:ext>
                  </a:extLst>
                </p:cNvPr>
                <p:cNvSpPr/>
                <p:nvPr/>
              </p:nvSpPr>
              <p:spPr>
                <a:xfrm>
                  <a:off x="3102768" y="1391509"/>
                  <a:ext cx="18536" cy="13951"/>
                </a:xfrm>
                <a:custGeom>
                  <a:avLst/>
                  <a:gdLst>
                    <a:gd name="connsiteX0" fmla="*/ 2191 w 18536"/>
                    <a:gd name="connsiteY0" fmla="*/ 10190 h 13951"/>
                    <a:gd name="connsiteX1" fmla="*/ 6001 w 18536"/>
                    <a:gd name="connsiteY1" fmla="*/ 7237 h 13951"/>
                    <a:gd name="connsiteX2" fmla="*/ 0 w 18536"/>
                    <a:gd name="connsiteY2" fmla="*/ 3331 h 13951"/>
                    <a:gd name="connsiteX3" fmla="*/ 5524 w 18536"/>
                    <a:gd name="connsiteY3" fmla="*/ 93 h 13951"/>
                    <a:gd name="connsiteX4" fmla="*/ 13335 w 18536"/>
                    <a:gd name="connsiteY4" fmla="*/ 5141 h 13951"/>
                    <a:gd name="connsiteX5" fmla="*/ 17812 w 18536"/>
                    <a:gd name="connsiteY5" fmla="*/ 3998 h 13951"/>
                    <a:gd name="connsiteX6" fmla="*/ 14954 w 18536"/>
                    <a:gd name="connsiteY6" fmla="*/ 4855 h 13951"/>
                    <a:gd name="connsiteX7" fmla="*/ 14002 w 18536"/>
                    <a:gd name="connsiteY7" fmla="*/ 6951 h 13951"/>
                    <a:gd name="connsiteX8" fmla="*/ 18479 w 18536"/>
                    <a:gd name="connsiteY8" fmla="*/ 5808 h 13951"/>
                    <a:gd name="connsiteX9" fmla="*/ 18097 w 18536"/>
                    <a:gd name="connsiteY9" fmla="*/ 9618 h 13951"/>
                    <a:gd name="connsiteX10" fmla="*/ 11430 w 18536"/>
                    <a:gd name="connsiteY10" fmla="*/ 13333 h 13951"/>
                    <a:gd name="connsiteX11" fmla="*/ 11811 w 18536"/>
                    <a:gd name="connsiteY11" fmla="*/ 9523 h 13951"/>
                    <a:gd name="connsiteX12" fmla="*/ 8382 w 18536"/>
                    <a:gd name="connsiteY12" fmla="*/ 12761 h 13951"/>
                    <a:gd name="connsiteX13" fmla="*/ 6858 w 18536"/>
                    <a:gd name="connsiteY13" fmla="*/ 7713 h 13951"/>
                    <a:gd name="connsiteX14" fmla="*/ 2191 w 18536"/>
                    <a:gd name="connsiteY14" fmla="*/ 10190 h 13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8536" h="13951">
                      <a:moveTo>
                        <a:pt x="2191" y="10190"/>
                      </a:moveTo>
                      <a:cubicBezTo>
                        <a:pt x="2477" y="8856"/>
                        <a:pt x="4191" y="6951"/>
                        <a:pt x="6001" y="7237"/>
                      </a:cubicBezTo>
                      <a:cubicBezTo>
                        <a:pt x="8572" y="1236"/>
                        <a:pt x="1619" y="6189"/>
                        <a:pt x="0" y="3331"/>
                      </a:cubicBezTo>
                      <a:cubicBezTo>
                        <a:pt x="1429" y="2474"/>
                        <a:pt x="5715" y="1331"/>
                        <a:pt x="5524" y="93"/>
                      </a:cubicBezTo>
                      <a:cubicBezTo>
                        <a:pt x="10287" y="-574"/>
                        <a:pt x="9239" y="2474"/>
                        <a:pt x="13335" y="5141"/>
                      </a:cubicBezTo>
                      <a:cubicBezTo>
                        <a:pt x="15145" y="4189"/>
                        <a:pt x="18669" y="474"/>
                        <a:pt x="17812" y="3998"/>
                      </a:cubicBezTo>
                      <a:cubicBezTo>
                        <a:pt x="16764" y="4570"/>
                        <a:pt x="15907" y="4760"/>
                        <a:pt x="14954" y="4855"/>
                      </a:cubicBezTo>
                      <a:cubicBezTo>
                        <a:pt x="14478" y="5617"/>
                        <a:pt x="14669" y="5998"/>
                        <a:pt x="14002" y="6951"/>
                      </a:cubicBezTo>
                      <a:cubicBezTo>
                        <a:pt x="16954" y="4284"/>
                        <a:pt x="15240" y="8761"/>
                        <a:pt x="18479" y="5808"/>
                      </a:cubicBezTo>
                      <a:cubicBezTo>
                        <a:pt x="19050" y="6761"/>
                        <a:pt x="15145" y="9808"/>
                        <a:pt x="18097" y="9618"/>
                      </a:cubicBezTo>
                      <a:cubicBezTo>
                        <a:pt x="15907" y="12190"/>
                        <a:pt x="11811" y="11142"/>
                        <a:pt x="11430" y="13333"/>
                      </a:cubicBezTo>
                      <a:cubicBezTo>
                        <a:pt x="7906" y="15809"/>
                        <a:pt x="12573" y="10094"/>
                        <a:pt x="11811" y="9523"/>
                      </a:cubicBezTo>
                      <a:cubicBezTo>
                        <a:pt x="10954" y="9427"/>
                        <a:pt x="9620" y="11428"/>
                        <a:pt x="8382" y="12761"/>
                      </a:cubicBezTo>
                      <a:cubicBezTo>
                        <a:pt x="8191" y="10951"/>
                        <a:pt x="9335" y="8475"/>
                        <a:pt x="6858" y="7713"/>
                      </a:cubicBezTo>
                      <a:cubicBezTo>
                        <a:pt x="5334" y="8856"/>
                        <a:pt x="3715" y="9618"/>
                        <a:pt x="2191" y="101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0" name="Freeform: Shape 509">
                  <a:extLst>
                    <a:ext uri="{FF2B5EF4-FFF2-40B4-BE49-F238E27FC236}">
                      <a16:creationId xmlns:a16="http://schemas.microsoft.com/office/drawing/2014/main" id="{47116117-B77D-4894-AC81-BE645401123D}"/>
                    </a:ext>
                  </a:extLst>
                </p:cNvPr>
                <p:cNvSpPr/>
                <p:nvPr/>
              </p:nvSpPr>
              <p:spPr>
                <a:xfrm>
                  <a:off x="2971609" y="1548860"/>
                  <a:ext cx="6628" cy="5823"/>
                </a:xfrm>
                <a:custGeom>
                  <a:avLst/>
                  <a:gdLst>
                    <a:gd name="connsiteX0" fmla="*/ 5810 w 6628"/>
                    <a:gd name="connsiteY0" fmla="*/ 2286 h 5823"/>
                    <a:gd name="connsiteX1" fmla="*/ 0 w 6628"/>
                    <a:gd name="connsiteY1" fmla="*/ 5239 h 5823"/>
                    <a:gd name="connsiteX2" fmla="*/ 4381 w 6628"/>
                    <a:gd name="connsiteY2" fmla="*/ 0 h 5823"/>
                    <a:gd name="connsiteX3" fmla="*/ 6287 w 6628"/>
                    <a:gd name="connsiteY3" fmla="*/ 2572 h 5823"/>
                    <a:gd name="connsiteX4" fmla="*/ 5810 w 6628"/>
                    <a:gd name="connsiteY4" fmla="*/ 2286 h 5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28" h="5823">
                      <a:moveTo>
                        <a:pt x="5810" y="2286"/>
                      </a:moveTo>
                      <a:cubicBezTo>
                        <a:pt x="4572" y="476"/>
                        <a:pt x="952" y="7906"/>
                        <a:pt x="0" y="5239"/>
                      </a:cubicBezTo>
                      <a:cubicBezTo>
                        <a:pt x="2572" y="2953"/>
                        <a:pt x="2667" y="2762"/>
                        <a:pt x="4381" y="0"/>
                      </a:cubicBezTo>
                      <a:cubicBezTo>
                        <a:pt x="4191" y="2381"/>
                        <a:pt x="7715" y="-1333"/>
                        <a:pt x="6287" y="2572"/>
                      </a:cubicBezTo>
                      <a:cubicBezTo>
                        <a:pt x="5334" y="3524"/>
                        <a:pt x="5429" y="2762"/>
                        <a:pt x="581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1" name="Freeform: Shape 510">
                  <a:extLst>
                    <a:ext uri="{FF2B5EF4-FFF2-40B4-BE49-F238E27FC236}">
                      <a16:creationId xmlns:a16="http://schemas.microsoft.com/office/drawing/2014/main" id="{F830952A-4142-439A-917A-2BB49DC61593}"/>
                    </a:ext>
                  </a:extLst>
                </p:cNvPr>
                <p:cNvSpPr/>
                <p:nvPr/>
              </p:nvSpPr>
              <p:spPr>
                <a:xfrm>
                  <a:off x="3051238" y="1457515"/>
                  <a:ext cx="4476" cy="6096"/>
                </a:xfrm>
                <a:custGeom>
                  <a:avLst/>
                  <a:gdLst>
                    <a:gd name="connsiteX0" fmla="*/ 0 w 4476"/>
                    <a:gd name="connsiteY0" fmla="*/ 1143 h 6096"/>
                    <a:gd name="connsiteX1" fmla="*/ 4477 w 4476"/>
                    <a:gd name="connsiteY1" fmla="*/ 0 h 6096"/>
                    <a:gd name="connsiteX2" fmla="*/ 3524 w 4476"/>
                    <a:gd name="connsiteY2" fmla="*/ 6096 h 6096"/>
                    <a:gd name="connsiteX3" fmla="*/ 0 w 4476"/>
                    <a:gd name="connsiteY3" fmla="*/ 1143 h 6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76" h="6096">
                      <a:moveTo>
                        <a:pt x="0" y="1143"/>
                      </a:moveTo>
                      <a:cubicBezTo>
                        <a:pt x="1810" y="-476"/>
                        <a:pt x="2572" y="1905"/>
                        <a:pt x="4477" y="0"/>
                      </a:cubicBezTo>
                      <a:cubicBezTo>
                        <a:pt x="3429" y="2381"/>
                        <a:pt x="5429" y="3239"/>
                        <a:pt x="3524" y="6096"/>
                      </a:cubicBezTo>
                      <a:cubicBezTo>
                        <a:pt x="4477" y="1524"/>
                        <a:pt x="1238" y="3239"/>
                        <a:pt x="0" y="1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2" name="Freeform: Shape 511">
                  <a:extLst>
                    <a:ext uri="{FF2B5EF4-FFF2-40B4-BE49-F238E27FC236}">
                      <a16:creationId xmlns:a16="http://schemas.microsoft.com/office/drawing/2014/main" id="{C0E6C135-8755-4234-B375-11B4F3239717}"/>
                    </a:ext>
                  </a:extLst>
                </p:cNvPr>
                <p:cNvSpPr/>
                <p:nvPr/>
              </p:nvSpPr>
              <p:spPr>
                <a:xfrm>
                  <a:off x="3124104" y="1371314"/>
                  <a:ext cx="5429" cy="3413"/>
                </a:xfrm>
                <a:custGeom>
                  <a:avLst/>
                  <a:gdLst>
                    <a:gd name="connsiteX0" fmla="*/ 0 w 5429"/>
                    <a:gd name="connsiteY0" fmla="*/ 2286 h 3413"/>
                    <a:gd name="connsiteX1" fmla="*/ 2667 w 5429"/>
                    <a:gd name="connsiteY1" fmla="*/ 0 h 3413"/>
                    <a:gd name="connsiteX2" fmla="*/ 5429 w 5429"/>
                    <a:gd name="connsiteY2" fmla="*/ 1810 h 3413"/>
                    <a:gd name="connsiteX3" fmla="*/ 0 w 5429"/>
                    <a:gd name="connsiteY3" fmla="*/ 2286 h 34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29" h="3413">
                      <a:moveTo>
                        <a:pt x="0" y="2286"/>
                      </a:moveTo>
                      <a:cubicBezTo>
                        <a:pt x="857" y="1715"/>
                        <a:pt x="1619" y="1143"/>
                        <a:pt x="2667" y="0"/>
                      </a:cubicBezTo>
                      <a:cubicBezTo>
                        <a:pt x="1905" y="3143"/>
                        <a:pt x="3048" y="2096"/>
                        <a:pt x="5429" y="1810"/>
                      </a:cubicBezTo>
                      <a:cubicBezTo>
                        <a:pt x="3143" y="3810"/>
                        <a:pt x="1334" y="3905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3" name="Freeform: Shape 512">
                  <a:extLst>
                    <a:ext uri="{FF2B5EF4-FFF2-40B4-BE49-F238E27FC236}">
                      <a16:creationId xmlns:a16="http://schemas.microsoft.com/office/drawing/2014/main" id="{957A66EB-2876-47B4-AA19-9055E2CA7E39}"/>
                    </a:ext>
                  </a:extLst>
                </p:cNvPr>
                <p:cNvSpPr/>
                <p:nvPr/>
              </p:nvSpPr>
              <p:spPr>
                <a:xfrm>
                  <a:off x="3130861" y="1363434"/>
                  <a:ext cx="4096" cy="7022"/>
                </a:xfrm>
                <a:custGeom>
                  <a:avLst/>
                  <a:gdLst>
                    <a:gd name="connsiteX0" fmla="*/ 1244 w 4096"/>
                    <a:gd name="connsiteY0" fmla="*/ 546 h 7022"/>
                    <a:gd name="connsiteX1" fmla="*/ 958 w 4096"/>
                    <a:gd name="connsiteY1" fmla="*/ 4356 h 7022"/>
                    <a:gd name="connsiteX2" fmla="*/ 4006 w 4096"/>
                    <a:gd name="connsiteY2" fmla="*/ 5023 h 7022"/>
                    <a:gd name="connsiteX3" fmla="*/ 863 w 4096"/>
                    <a:gd name="connsiteY3" fmla="*/ 7023 h 7022"/>
                    <a:gd name="connsiteX4" fmla="*/ 6 w 4096"/>
                    <a:gd name="connsiteY4" fmla="*/ 3784 h 7022"/>
                    <a:gd name="connsiteX5" fmla="*/ 1244 w 4096"/>
                    <a:gd name="connsiteY5" fmla="*/ 546 h 70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96" h="7022">
                      <a:moveTo>
                        <a:pt x="1244" y="546"/>
                      </a:moveTo>
                      <a:cubicBezTo>
                        <a:pt x="4102" y="-1645"/>
                        <a:pt x="1054" y="3403"/>
                        <a:pt x="958" y="4356"/>
                      </a:cubicBezTo>
                      <a:cubicBezTo>
                        <a:pt x="2292" y="4451"/>
                        <a:pt x="4578" y="2832"/>
                        <a:pt x="4006" y="5023"/>
                      </a:cubicBezTo>
                      <a:cubicBezTo>
                        <a:pt x="2959" y="5689"/>
                        <a:pt x="2197" y="5213"/>
                        <a:pt x="863" y="7023"/>
                      </a:cubicBezTo>
                      <a:cubicBezTo>
                        <a:pt x="958" y="5689"/>
                        <a:pt x="-89" y="5023"/>
                        <a:pt x="6" y="3784"/>
                      </a:cubicBezTo>
                      <a:cubicBezTo>
                        <a:pt x="1244" y="2260"/>
                        <a:pt x="1530" y="1308"/>
                        <a:pt x="1244" y="5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4" name="Freeform: Shape 513">
                  <a:extLst>
                    <a:ext uri="{FF2B5EF4-FFF2-40B4-BE49-F238E27FC236}">
                      <a16:creationId xmlns:a16="http://schemas.microsoft.com/office/drawing/2014/main" id="{AF3E5A73-5B4D-46BA-8C9E-8C613C41B281}"/>
                    </a:ext>
                  </a:extLst>
                </p:cNvPr>
                <p:cNvSpPr/>
                <p:nvPr/>
              </p:nvSpPr>
              <p:spPr>
                <a:xfrm>
                  <a:off x="2971330" y="1551812"/>
                  <a:ext cx="8160" cy="8102"/>
                </a:xfrm>
                <a:custGeom>
                  <a:avLst/>
                  <a:gdLst>
                    <a:gd name="connsiteX0" fmla="*/ 4756 w 8160"/>
                    <a:gd name="connsiteY0" fmla="*/ 2572 h 8102"/>
                    <a:gd name="connsiteX1" fmla="*/ 755 w 8160"/>
                    <a:gd name="connsiteY1" fmla="*/ 8096 h 8102"/>
                    <a:gd name="connsiteX2" fmla="*/ 1231 w 8160"/>
                    <a:gd name="connsiteY2" fmla="*/ 4381 h 8102"/>
                    <a:gd name="connsiteX3" fmla="*/ 6946 w 8160"/>
                    <a:gd name="connsiteY3" fmla="*/ 0 h 8102"/>
                    <a:gd name="connsiteX4" fmla="*/ 8089 w 8160"/>
                    <a:gd name="connsiteY4" fmla="*/ 3429 h 8102"/>
                    <a:gd name="connsiteX5" fmla="*/ 4756 w 8160"/>
                    <a:gd name="connsiteY5" fmla="*/ 2572 h 8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60" h="8102">
                      <a:moveTo>
                        <a:pt x="4756" y="2572"/>
                      </a:moveTo>
                      <a:cubicBezTo>
                        <a:pt x="3041" y="4667"/>
                        <a:pt x="3327" y="5620"/>
                        <a:pt x="755" y="8096"/>
                      </a:cubicBezTo>
                      <a:cubicBezTo>
                        <a:pt x="-2007" y="8287"/>
                        <a:pt x="3898" y="4191"/>
                        <a:pt x="1231" y="4381"/>
                      </a:cubicBezTo>
                      <a:cubicBezTo>
                        <a:pt x="3708" y="762"/>
                        <a:pt x="4375" y="4191"/>
                        <a:pt x="6946" y="0"/>
                      </a:cubicBezTo>
                      <a:cubicBezTo>
                        <a:pt x="6470" y="1619"/>
                        <a:pt x="8566" y="1810"/>
                        <a:pt x="8089" y="3429"/>
                      </a:cubicBezTo>
                      <a:cubicBezTo>
                        <a:pt x="5422" y="6001"/>
                        <a:pt x="5422" y="3524"/>
                        <a:pt x="4756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5" name="Freeform: Shape 514">
                  <a:extLst>
                    <a:ext uri="{FF2B5EF4-FFF2-40B4-BE49-F238E27FC236}">
                      <a16:creationId xmlns:a16="http://schemas.microsoft.com/office/drawing/2014/main" id="{46AD0E6D-E983-481A-B219-1AFB7F871456}"/>
                    </a:ext>
                  </a:extLst>
                </p:cNvPr>
                <p:cNvSpPr/>
                <p:nvPr/>
              </p:nvSpPr>
              <p:spPr>
                <a:xfrm>
                  <a:off x="2955627" y="1577254"/>
                  <a:ext cx="4456" cy="3670"/>
                </a:xfrm>
                <a:custGeom>
                  <a:avLst/>
                  <a:gdLst>
                    <a:gd name="connsiteX0" fmla="*/ 265 w 4456"/>
                    <a:gd name="connsiteY0" fmla="*/ 371 h 3670"/>
                    <a:gd name="connsiteX1" fmla="*/ 4456 w 4456"/>
                    <a:gd name="connsiteY1" fmla="*/ 1705 h 3670"/>
                    <a:gd name="connsiteX2" fmla="*/ 3028 w 4456"/>
                    <a:gd name="connsiteY2" fmla="*/ 3419 h 3670"/>
                    <a:gd name="connsiteX3" fmla="*/ 265 w 4456"/>
                    <a:gd name="connsiteY3" fmla="*/ 371 h 36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56" h="3670">
                      <a:moveTo>
                        <a:pt x="265" y="371"/>
                      </a:moveTo>
                      <a:cubicBezTo>
                        <a:pt x="2837" y="-1248"/>
                        <a:pt x="1503" y="3038"/>
                        <a:pt x="4456" y="1705"/>
                      </a:cubicBezTo>
                      <a:cubicBezTo>
                        <a:pt x="3504" y="2276"/>
                        <a:pt x="2646" y="2943"/>
                        <a:pt x="3028" y="3419"/>
                      </a:cubicBezTo>
                      <a:cubicBezTo>
                        <a:pt x="1980" y="4181"/>
                        <a:pt x="-878" y="3229"/>
                        <a:pt x="265" y="3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6" name="Freeform: Shape 515">
                  <a:extLst>
                    <a:ext uri="{FF2B5EF4-FFF2-40B4-BE49-F238E27FC236}">
                      <a16:creationId xmlns:a16="http://schemas.microsoft.com/office/drawing/2014/main" id="{AF11A2C9-47CC-4E93-B4D6-2711E80DF1B5}"/>
                    </a:ext>
                  </a:extLst>
                </p:cNvPr>
                <p:cNvSpPr/>
                <p:nvPr/>
              </p:nvSpPr>
              <p:spPr>
                <a:xfrm>
                  <a:off x="3039427" y="1478231"/>
                  <a:ext cx="7002" cy="8049"/>
                </a:xfrm>
                <a:custGeom>
                  <a:avLst/>
                  <a:gdLst>
                    <a:gd name="connsiteX0" fmla="*/ 0 w 7002"/>
                    <a:gd name="connsiteY0" fmla="*/ 3763 h 8049"/>
                    <a:gd name="connsiteX1" fmla="*/ 5048 w 7002"/>
                    <a:gd name="connsiteY1" fmla="*/ 239 h 8049"/>
                    <a:gd name="connsiteX2" fmla="*/ 4667 w 7002"/>
                    <a:gd name="connsiteY2" fmla="*/ 8050 h 8049"/>
                    <a:gd name="connsiteX3" fmla="*/ 0 w 7002"/>
                    <a:gd name="connsiteY3" fmla="*/ 3763 h 8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02" h="8049">
                      <a:moveTo>
                        <a:pt x="0" y="3763"/>
                      </a:moveTo>
                      <a:cubicBezTo>
                        <a:pt x="1333" y="2620"/>
                        <a:pt x="4858" y="3478"/>
                        <a:pt x="5048" y="239"/>
                      </a:cubicBezTo>
                      <a:cubicBezTo>
                        <a:pt x="9430" y="-1380"/>
                        <a:pt x="5144" y="5668"/>
                        <a:pt x="4667" y="8050"/>
                      </a:cubicBezTo>
                      <a:cubicBezTo>
                        <a:pt x="4953" y="5478"/>
                        <a:pt x="1810" y="6145"/>
                        <a:pt x="0" y="3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7" name="Freeform: Shape 516">
                  <a:extLst>
                    <a:ext uri="{FF2B5EF4-FFF2-40B4-BE49-F238E27FC236}">
                      <a16:creationId xmlns:a16="http://schemas.microsoft.com/office/drawing/2014/main" id="{F0766B57-21DE-4570-93DC-E8F7AB090A7A}"/>
                    </a:ext>
                  </a:extLst>
                </p:cNvPr>
                <p:cNvSpPr/>
                <p:nvPr/>
              </p:nvSpPr>
              <p:spPr>
                <a:xfrm>
                  <a:off x="3079051" y="1435729"/>
                  <a:ext cx="4191" cy="3021"/>
                </a:xfrm>
                <a:custGeom>
                  <a:avLst/>
                  <a:gdLst>
                    <a:gd name="connsiteX0" fmla="*/ 1048 w 4191"/>
                    <a:gd name="connsiteY0" fmla="*/ 2546 h 3021"/>
                    <a:gd name="connsiteX1" fmla="*/ 0 w 4191"/>
                    <a:gd name="connsiteY1" fmla="*/ 450 h 3021"/>
                    <a:gd name="connsiteX2" fmla="*/ 4191 w 4191"/>
                    <a:gd name="connsiteY2" fmla="*/ 450 h 3021"/>
                    <a:gd name="connsiteX3" fmla="*/ 2000 w 4191"/>
                    <a:gd name="connsiteY3" fmla="*/ 3022 h 3021"/>
                    <a:gd name="connsiteX4" fmla="*/ 3048 w 4191"/>
                    <a:gd name="connsiteY4" fmla="*/ 926 h 3021"/>
                    <a:gd name="connsiteX5" fmla="*/ 1048 w 4191"/>
                    <a:gd name="connsiteY5" fmla="*/ 2546 h 3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91" h="3021">
                      <a:moveTo>
                        <a:pt x="1048" y="2546"/>
                      </a:moveTo>
                      <a:cubicBezTo>
                        <a:pt x="95" y="2165"/>
                        <a:pt x="952" y="831"/>
                        <a:pt x="0" y="450"/>
                      </a:cubicBezTo>
                      <a:cubicBezTo>
                        <a:pt x="1714" y="-693"/>
                        <a:pt x="2762" y="736"/>
                        <a:pt x="4191" y="450"/>
                      </a:cubicBezTo>
                      <a:lnTo>
                        <a:pt x="2000" y="3022"/>
                      </a:lnTo>
                      <a:cubicBezTo>
                        <a:pt x="1619" y="2736"/>
                        <a:pt x="2572" y="1688"/>
                        <a:pt x="3048" y="926"/>
                      </a:cubicBezTo>
                      <a:cubicBezTo>
                        <a:pt x="2572" y="831"/>
                        <a:pt x="1714" y="1879"/>
                        <a:pt x="1048" y="25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8" name="Freeform: Shape 517">
                  <a:extLst>
                    <a:ext uri="{FF2B5EF4-FFF2-40B4-BE49-F238E27FC236}">
                      <a16:creationId xmlns:a16="http://schemas.microsoft.com/office/drawing/2014/main" id="{7E4F1142-2926-4BF8-AAF3-182B0AB8FD73}"/>
                    </a:ext>
                  </a:extLst>
                </p:cNvPr>
                <p:cNvSpPr/>
                <p:nvPr/>
              </p:nvSpPr>
              <p:spPr>
                <a:xfrm>
                  <a:off x="3127708" y="1376614"/>
                  <a:ext cx="4016" cy="4133"/>
                </a:xfrm>
                <a:custGeom>
                  <a:avLst/>
                  <a:gdLst>
                    <a:gd name="connsiteX0" fmla="*/ 16 w 4016"/>
                    <a:gd name="connsiteY0" fmla="*/ 2034 h 4133"/>
                    <a:gd name="connsiteX1" fmla="*/ 4017 w 4016"/>
                    <a:gd name="connsiteY1" fmla="*/ 605 h 4133"/>
                    <a:gd name="connsiteX2" fmla="*/ 683 w 4016"/>
                    <a:gd name="connsiteY2" fmla="*/ 3844 h 4133"/>
                    <a:gd name="connsiteX3" fmla="*/ 3350 w 4016"/>
                    <a:gd name="connsiteY3" fmla="*/ 1558 h 4133"/>
                    <a:gd name="connsiteX4" fmla="*/ 16 w 4016"/>
                    <a:gd name="connsiteY4" fmla="*/ 2034 h 4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16" h="4133">
                      <a:moveTo>
                        <a:pt x="16" y="2034"/>
                      </a:moveTo>
                      <a:cubicBezTo>
                        <a:pt x="-270" y="-62"/>
                        <a:pt x="3350" y="-538"/>
                        <a:pt x="4017" y="605"/>
                      </a:cubicBezTo>
                      <a:cubicBezTo>
                        <a:pt x="3445" y="2510"/>
                        <a:pt x="2683" y="4987"/>
                        <a:pt x="683" y="3844"/>
                      </a:cubicBezTo>
                      <a:cubicBezTo>
                        <a:pt x="1540" y="3272"/>
                        <a:pt x="2397" y="2701"/>
                        <a:pt x="3350" y="1558"/>
                      </a:cubicBezTo>
                      <a:cubicBezTo>
                        <a:pt x="2493" y="605"/>
                        <a:pt x="1350" y="605"/>
                        <a:pt x="16" y="20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9" name="Freeform: Shape 518">
                  <a:extLst>
                    <a:ext uri="{FF2B5EF4-FFF2-40B4-BE49-F238E27FC236}">
                      <a16:creationId xmlns:a16="http://schemas.microsoft.com/office/drawing/2014/main" id="{F6021272-4904-4B98-A05E-8429E7106FB9}"/>
                    </a:ext>
                  </a:extLst>
                </p:cNvPr>
                <p:cNvSpPr/>
                <p:nvPr/>
              </p:nvSpPr>
              <p:spPr>
                <a:xfrm>
                  <a:off x="2869215" y="1686401"/>
                  <a:ext cx="9259" cy="5071"/>
                </a:xfrm>
                <a:custGeom>
                  <a:avLst/>
                  <a:gdLst>
                    <a:gd name="connsiteX0" fmla="*/ 9239 w 9259"/>
                    <a:gd name="connsiteY0" fmla="*/ 0 h 5071"/>
                    <a:gd name="connsiteX1" fmla="*/ 5143 w 9259"/>
                    <a:gd name="connsiteY1" fmla="*/ 4096 h 5071"/>
                    <a:gd name="connsiteX2" fmla="*/ 0 w 9259"/>
                    <a:gd name="connsiteY2" fmla="*/ 4858 h 5071"/>
                    <a:gd name="connsiteX3" fmla="*/ 6096 w 9259"/>
                    <a:gd name="connsiteY3" fmla="*/ 667 h 5071"/>
                    <a:gd name="connsiteX4" fmla="*/ 9239 w 9259"/>
                    <a:gd name="connsiteY4" fmla="*/ 0 h 5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59" h="5071">
                      <a:moveTo>
                        <a:pt x="9239" y="0"/>
                      </a:moveTo>
                      <a:cubicBezTo>
                        <a:pt x="9620" y="2953"/>
                        <a:pt x="4381" y="2381"/>
                        <a:pt x="5143" y="4096"/>
                      </a:cubicBezTo>
                      <a:cubicBezTo>
                        <a:pt x="3524" y="4096"/>
                        <a:pt x="1429" y="5620"/>
                        <a:pt x="0" y="4858"/>
                      </a:cubicBezTo>
                      <a:cubicBezTo>
                        <a:pt x="1810" y="4191"/>
                        <a:pt x="4763" y="-191"/>
                        <a:pt x="6096" y="667"/>
                      </a:cubicBezTo>
                      <a:cubicBezTo>
                        <a:pt x="762" y="4953"/>
                        <a:pt x="7048" y="2381"/>
                        <a:pt x="923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0" name="Freeform: Shape 519">
                  <a:extLst>
                    <a:ext uri="{FF2B5EF4-FFF2-40B4-BE49-F238E27FC236}">
                      <a16:creationId xmlns:a16="http://schemas.microsoft.com/office/drawing/2014/main" id="{E3FB80AB-C324-4986-B8CC-12A0A46EECE0}"/>
                    </a:ext>
                  </a:extLst>
                </p:cNvPr>
                <p:cNvSpPr/>
                <p:nvPr/>
              </p:nvSpPr>
              <p:spPr>
                <a:xfrm>
                  <a:off x="3165728" y="1338167"/>
                  <a:ext cx="8572" cy="4996"/>
                </a:xfrm>
                <a:custGeom>
                  <a:avLst/>
                  <a:gdLst>
                    <a:gd name="connsiteX0" fmla="*/ 0 w 8572"/>
                    <a:gd name="connsiteY0" fmla="*/ 1715 h 4996"/>
                    <a:gd name="connsiteX1" fmla="*/ 3620 w 8572"/>
                    <a:gd name="connsiteY1" fmla="*/ 0 h 4996"/>
                    <a:gd name="connsiteX2" fmla="*/ 8573 w 8572"/>
                    <a:gd name="connsiteY2" fmla="*/ 4572 h 4996"/>
                    <a:gd name="connsiteX3" fmla="*/ 0 w 8572"/>
                    <a:gd name="connsiteY3" fmla="*/ 1715 h 49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572" h="4996">
                      <a:moveTo>
                        <a:pt x="0" y="1715"/>
                      </a:moveTo>
                      <a:cubicBezTo>
                        <a:pt x="1524" y="-476"/>
                        <a:pt x="1715" y="3620"/>
                        <a:pt x="3620" y="0"/>
                      </a:cubicBezTo>
                      <a:cubicBezTo>
                        <a:pt x="4286" y="2953"/>
                        <a:pt x="5715" y="3715"/>
                        <a:pt x="8573" y="4572"/>
                      </a:cubicBezTo>
                      <a:cubicBezTo>
                        <a:pt x="4667" y="6287"/>
                        <a:pt x="2762" y="2286"/>
                        <a:pt x="0" y="1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1" name="Freeform: Shape 520">
                  <a:extLst>
                    <a:ext uri="{FF2B5EF4-FFF2-40B4-BE49-F238E27FC236}">
                      <a16:creationId xmlns:a16="http://schemas.microsoft.com/office/drawing/2014/main" id="{2F1BB6CD-0FAC-40FF-9571-8DB5DF53735B}"/>
                    </a:ext>
                  </a:extLst>
                </p:cNvPr>
                <p:cNvSpPr/>
                <p:nvPr/>
              </p:nvSpPr>
              <p:spPr>
                <a:xfrm>
                  <a:off x="3125957" y="1380091"/>
                  <a:ext cx="19101" cy="17702"/>
                </a:xfrm>
                <a:custGeom>
                  <a:avLst/>
                  <a:gdLst>
                    <a:gd name="connsiteX0" fmla="*/ 52 w 19101"/>
                    <a:gd name="connsiteY0" fmla="*/ 17702 h 17702"/>
                    <a:gd name="connsiteX1" fmla="*/ 2528 w 19101"/>
                    <a:gd name="connsiteY1" fmla="*/ 13892 h 17702"/>
                    <a:gd name="connsiteX2" fmla="*/ 1576 w 19101"/>
                    <a:gd name="connsiteY2" fmla="*/ 15893 h 17702"/>
                    <a:gd name="connsiteX3" fmla="*/ 8624 w 19101"/>
                    <a:gd name="connsiteY3" fmla="*/ 8368 h 17702"/>
                    <a:gd name="connsiteX4" fmla="*/ 4243 w 19101"/>
                    <a:gd name="connsiteY4" fmla="*/ 4177 h 17702"/>
                    <a:gd name="connsiteX5" fmla="*/ 8339 w 19101"/>
                    <a:gd name="connsiteY5" fmla="*/ 81 h 17702"/>
                    <a:gd name="connsiteX6" fmla="*/ 19102 w 19101"/>
                    <a:gd name="connsiteY6" fmla="*/ 4367 h 17702"/>
                    <a:gd name="connsiteX7" fmla="*/ 13673 w 19101"/>
                    <a:gd name="connsiteY7" fmla="*/ 4844 h 17702"/>
                    <a:gd name="connsiteX8" fmla="*/ 14054 w 19101"/>
                    <a:gd name="connsiteY8" fmla="*/ 7796 h 17702"/>
                    <a:gd name="connsiteX9" fmla="*/ 3386 w 19101"/>
                    <a:gd name="connsiteY9" fmla="*/ 17036 h 17702"/>
                    <a:gd name="connsiteX10" fmla="*/ 52 w 19101"/>
                    <a:gd name="connsiteY10" fmla="*/ 17702 h 1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101" h="17702">
                      <a:moveTo>
                        <a:pt x="52" y="17702"/>
                      </a:moveTo>
                      <a:cubicBezTo>
                        <a:pt x="-329" y="17036"/>
                        <a:pt x="1481" y="15226"/>
                        <a:pt x="2528" y="13892"/>
                      </a:cubicBezTo>
                      <a:cubicBezTo>
                        <a:pt x="3005" y="14178"/>
                        <a:pt x="1957" y="15226"/>
                        <a:pt x="1576" y="15893"/>
                      </a:cubicBezTo>
                      <a:cubicBezTo>
                        <a:pt x="4719" y="16083"/>
                        <a:pt x="6243" y="11797"/>
                        <a:pt x="8624" y="8368"/>
                      </a:cubicBezTo>
                      <a:cubicBezTo>
                        <a:pt x="3957" y="10654"/>
                        <a:pt x="6719" y="5796"/>
                        <a:pt x="4243" y="4177"/>
                      </a:cubicBezTo>
                      <a:cubicBezTo>
                        <a:pt x="5290" y="3129"/>
                        <a:pt x="9196" y="748"/>
                        <a:pt x="8339" y="81"/>
                      </a:cubicBezTo>
                      <a:cubicBezTo>
                        <a:pt x="12053" y="-681"/>
                        <a:pt x="13006" y="4177"/>
                        <a:pt x="19102" y="4367"/>
                      </a:cubicBezTo>
                      <a:cubicBezTo>
                        <a:pt x="15482" y="8558"/>
                        <a:pt x="15482" y="3891"/>
                        <a:pt x="13673" y="4844"/>
                      </a:cubicBezTo>
                      <a:cubicBezTo>
                        <a:pt x="12339" y="6558"/>
                        <a:pt x="14815" y="6368"/>
                        <a:pt x="14054" y="7796"/>
                      </a:cubicBezTo>
                      <a:cubicBezTo>
                        <a:pt x="9386" y="12463"/>
                        <a:pt x="8624" y="11797"/>
                        <a:pt x="3386" y="17036"/>
                      </a:cubicBezTo>
                      <a:cubicBezTo>
                        <a:pt x="2528" y="16274"/>
                        <a:pt x="1481" y="16274"/>
                        <a:pt x="52" y="177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Freeform: Shape 521">
                  <a:extLst>
                    <a:ext uri="{FF2B5EF4-FFF2-40B4-BE49-F238E27FC236}">
                      <a16:creationId xmlns:a16="http://schemas.microsoft.com/office/drawing/2014/main" id="{2660AA4C-F75E-43E6-9883-34057E291C8C}"/>
                    </a:ext>
                  </a:extLst>
                </p:cNvPr>
                <p:cNvSpPr/>
                <p:nvPr/>
              </p:nvSpPr>
              <p:spPr>
                <a:xfrm>
                  <a:off x="3009669" y="1531620"/>
                  <a:ext cx="5849" cy="6953"/>
                </a:xfrm>
                <a:custGeom>
                  <a:avLst/>
                  <a:gdLst>
                    <a:gd name="connsiteX0" fmla="*/ 1373 w 5849"/>
                    <a:gd name="connsiteY0" fmla="*/ 2095 h 6953"/>
                    <a:gd name="connsiteX1" fmla="*/ 4516 w 5849"/>
                    <a:gd name="connsiteY1" fmla="*/ 0 h 6953"/>
                    <a:gd name="connsiteX2" fmla="*/ 1564 w 5849"/>
                    <a:gd name="connsiteY2" fmla="*/ 3524 h 6953"/>
                    <a:gd name="connsiteX3" fmla="*/ 5850 w 5849"/>
                    <a:gd name="connsiteY3" fmla="*/ 857 h 6953"/>
                    <a:gd name="connsiteX4" fmla="*/ 706 w 5849"/>
                    <a:gd name="connsiteY4" fmla="*/ 6953 h 6953"/>
                    <a:gd name="connsiteX5" fmla="*/ 1373 w 5849"/>
                    <a:gd name="connsiteY5" fmla="*/ 2095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49" h="6953">
                      <a:moveTo>
                        <a:pt x="1373" y="2095"/>
                      </a:moveTo>
                      <a:cubicBezTo>
                        <a:pt x="2421" y="1429"/>
                        <a:pt x="3183" y="1810"/>
                        <a:pt x="4516" y="0"/>
                      </a:cubicBezTo>
                      <a:cubicBezTo>
                        <a:pt x="5469" y="857"/>
                        <a:pt x="2135" y="3048"/>
                        <a:pt x="1564" y="3524"/>
                      </a:cubicBezTo>
                      <a:cubicBezTo>
                        <a:pt x="2516" y="4572"/>
                        <a:pt x="4040" y="3238"/>
                        <a:pt x="5850" y="857"/>
                      </a:cubicBezTo>
                      <a:cubicBezTo>
                        <a:pt x="4993" y="3524"/>
                        <a:pt x="2040" y="5524"/>
                        <a:pt x="706" y="6953"/>
                      </a:cubicBezTo>
                      <a:cubicBezTo>
                        <a:pt x="-1580" y="6572"/>
                        <a:pt x="2516" y="3048"/>
                        <a:pt x="1373" y="209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3" name="Freeform: Shape 522">
                  <a:extLst>
                    <a:ext uri="{FF2B5EF4-FFF2-40B4-BE49-F238E27FC236}">
                      <a16:creationId xmlns:a16="http://schemas.microsoft.com/office/drawing/2014/main" id="{7045F0E2-8F05-4451-AA45-5B60B7970003}"/>
                    </a:ext>
                  </a:extLst>
                </p:cNvPr>
                <p:cNvSpPr/>
                <p:nvPr/>
              </p:nvSpPr>
              <p:spPr>
                <a:xfrm>
                  <a:off x="3116675" y="1400365"/>
                  <a:ext cx="20192" cy="15144"/>
                </a:xfrm>
                <a:custGeom>
                  <a:avLst/>
                  <a:gdLst>
                    <a:gd name="connsiteX0" fmla="*/ 14097 w 20192"/>
                    <a:gd name="connsiteY0" fmla="*/ 8668 h 15144"/>
                    <a:gd name="connsiteX1" fmla="*/ 14192 w 20192"/>
                    <a:gd name="connsiteY1" fmla="*/ 6001 h 15144"/>
                    <a:gd name="connsiteX2" fmla="*/ 17621 w 20192"/>
                    <a:gd name="connsiteY2" fmla="*/ 2858 h 15144"/>
                    <a:gd name="connsiteX3" fmla="*/ 20193 w 20192"/>
                    <a:gd name="connsiteY3" fmla="*/ 3239 h 15144"/>
                    <a:gd name="connsiteX4" fmla="*/ 16478 w 20192"/>
                    <a:gd name="connsiteY4" fmla="*/ 7620 h 15144"/>
                    <a:gd name="connsiteX5" fmla="*/ 17336 w 20192"/>
                    <a:gd name="connsiteY5" fmla="*/ 10859 h 15144"/>
                    <a:gd name="connsiteX6" fmla="*/ 16764 w 20192"/>
                    <a:gd name="connsiteY6" fmla="*/ 13145 h 15144"/>
                    <a:gd name="connsiteX7" fmla="*/ 13621 w 20192"/>
                    <a:gd name="connsiteY7" fmla="*/ 15145 h 15144"/>
                    <a:gd name="connsiteX8" fmla="*/ 11716 w 20192"/>
                    <a:gd name="connsiteY8" fmla="*/ 9811 h 15144"/>
                    <a:gd name="connsiteX9" fmla="*/ 4953 w 20192"/>
                    <a:gd name="connsiteY9" fmla="*/ 6763 h 15144"/>
                    <a:gd name="connsiteX10" fmla="*/ 0 w 20192"/>
                    <a:gd name="connsiteY10" fmla="*/ 14288 h 15144"/>
                    <a:gd name="connsiteX11" fmla="*/ 3620 w 20192"/>
                    <a:gd name="connsiteY11" fmla="*/ 3143 h 15144"/>
                    <a:gd name="connsiteX12" fmla="*/ 6953 w 20192"/>
                    <a:gd name="connsiteY12" fmla="*/ 0 h 15144"/>
                    <a:gd name="connsiteX13" fmla="*/ 12573 w 20192"/>
                    <a:gd name="connsiteY13" fmla="*/ 953 h 15144"/>
                    <a:gd name="connsiteX14" fmla="*/ 14097 w 20192"/>
                    <a:gd name="connsiteY14" fmla="*/ 8668 h 1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192" h="15144">
                      <a:moveTo>
                        <a:pt x="14097" y="8668"/>
                      </a:moveTo>
                      <a:cubicBezTo>
                        <a:pt x="16002" y="7144"/>
                        <a:pt x="16193" y="4001"/>
                        <a:pt x="14192" y="6001"/>
                      </a:cubicBezTo>
                      <a:cubicBezTo>
                        <a:pt x="13430" y="2953"/>
                        <a:pt x="20098" y="5048"/>
                        <a:pt x="17621" y="2858"/>
                      </a:cubicBezTo>
                      <a:cubicBezTo>
                        <a:pt x="18764" y="1810"/>
                        <a:pt x="19431" y="2858"/>
                        <a:pt x="20193" y="3239"/>
                      </a:cubicBezTo>
                      <a:cubicBezTo>
                        <a:pt x="16764" y="6001"/>
                        <a:pt x="17431" y="10478"/>
                        <a:pt x="16478" y="7620"/>
                      </a:cubicBezTo>
                      <a:cubicBezTo>
                        <a:pt x="13430" y="11049"/>
                        <a:pt x="15716" y="10668"/>
                        <a:pt x="17336" y="10859"/>
                      </a:cubicBezTo>
                      <a:cubicBezTo>
                        <a:pt x="15907" y="12192"/>
                        <a:pt x="16288" y="12764"/>
                        <a:pt x="16764" y="13145"/>
                      </a:cubicBezTo>
                      <a:cubicBezTo>
                        <a:pt x="15716" y="13811"/>
                        <a:pt x="14954" y="13335"/>
                        <a:pt x="13621" y="15145"/>
                      </a:cubicBezTo>
                      <a:cubicBezTo>
                        <a:pt x="14192" y="11906"/>
                        <a:pt x="10382" y="14764"/>
                        <a:pt x="11716" y="9811"/>
                      </a:cubicBezTo>
                      <a:cubicBezTo>
                        <a:pt x="7906" y="8858"/>
                        <a:pt x="2762" y="13240"/>
                        <a:pt x="4953" y="6763"/>
                      </a:cubicBezTo>
                      <a:cubicBezTo>
                        <a:pt x="3334" y="7239"/>
                        <a:pt x="2381" y="11811"/>
                        <a:pt x="0" y="14288"/>
                      </a:cubicBezTo>
                      <a:cubicBezTo>
                        <a:pt x="0" y="11144"/>
                        <a:pt x="5620" y="5334"/>
                        <a:pt x="3620" y="3143"/>
                      </a:cubicBezTo>
                      <a:cubicBezTo>
                        <a:pt x="5905" y="1905"/>
                        <a:pt x="4667" y="1238"/>
                        <a:pt x="6953" y="0"/>
                      </a:cubicBezTo>
                      <a:cubicBezTo>
                        <a:pt x="6287" y="2762"/>
                        <a:pt x="8763" y="5620"/>
                        <a:pt x="12573" y="953"/>
                      </a:cubicBezTo>
                      <a:cubicBezTo>
                        <a:pt x="14288" y="3048"/>
                        <a:pt x="11906" y="6953"/>
                        <a:pt x="14097" y="86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4" name="Freeform: Shape 523">
                  <a:extLst>
                    <a:ext uri="{FF2B5EF4-FFF2-40B4-BE49-F238E27FC236}">
                      <a16:creationId xmlns:a16="http://schemas.microsoft.com/office/drawing/2014/main" id="{B5BB5D10-5A53-49D0-A163-DFCC3527E793}"/>
                    </a:ext>
                  </a:extLst>
                </p:cNvPr>
                <p:cNvSpPr/>
                <p:nvPr/>
              </p:nvSpPr>
              <p:spPr>
                <a:xfrm>
                  <a:off x="3020788" y="1519237"/>
                  <a:ext cx="4989" cy="5729"/>
                </a:xfrm>
                <a:custGeom>
                  <a:avLst/>
                  <a:gdLst>
                    <a:gd name="connsiteX0" fmla="*/ 1970 w 4989"/>
                    <a:gd name="connsiteY0" fmla="*/ 4572 h 5729"/>
                    <a:gd name="connsiteX1" fmla="*/ 3113 w 4989"/>
                    <a:gd name="connsiteY1" fmla="*/ 0 h 5729"/>
                    <a:gd name="connsiteX2" fmla="*/ 3018 w 4989"/>
                    <a:gd name="connsiteY2" fmla="*/ 2572 h 5729"/>
                    <a:gd name="connsiteX3" fmla="*/ 4923 w 4989"/>
                    <a:gd name="connsiteY3" fmla="*/ 1143 h 5729"/>
                    <a:gd name="connsiteX4" fmla="*/ 3208 w 4989"/>
                    <a:gd name="connsiteY4" fmla="*/ 4000 h 5729"/>
                    <a:gd name="connsiteX5" fmla="*/ 1970 w 4989"/>
                    <a:gd name="connsiteY5" fmla="*/ 4572 h 5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9" h="5729">
                      <a:moveTo>
                        <a:pt x="1970" y="4572"/>
                      </a:moveTo>
                      <a:cubicBezTo>
                        <a:pt x="-2221" y="8192"/>
                        <a:pt x="1303" y="2381"/>
                        <a:pt x="3113" y="0"/>
                      </a:cubicBezTo>
                      <a:cubicBezTo>
                        <a:pt x="3875" y="476"/>
                        <a:pt x="3684" y="1333"/>
                        <a:pt x="3018" y="2572"/>
                      </a:cubicBezTo>
                      <a:cubicBezTo>
                        <a:pt x="3494" y="2858"/>
                        <a:pt x="4256" y="1715"/>
                        <a:pt x="4923" y="1143"/>
                      </a:cubicBezTo>
                      <a:cubicBezTo>
                        <a:pt x="5304" y="1619"/>
                        <a:pt x="3970" y="2953"/>
                        <a:pt x="3208" y="4000"/>
                      </a:cubicBezTo>
                      <a:cubicBezTo>
                        <a:pt x="3303" y="1715"/>
                        <a:pt x="636" y="3143"/>
                        <a:pt x="197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5" name="Freeform: Shape 524">
                  <a:extLst>
                    <a:ext uri="{FF2B5EF4-FFF2-40B4-BE49-F238E27FC236}">
                      <a16:creationId xmlns:a16="http://schemas.microsoft.com/office/drawing/2014/main" id="{5A02DB41-43C5-4F1F-86DA-797B6CF5E9AC}"/>
                    </a:ext>
                  </a:extLst>
                </p:cNvPr>
                <p:cNvSpPr/>
                <p:nvPr/>
              </p:nvSpPr>
              <p:spPr>
                <a:xfrm>
                  <a:off x="3065811" y="1469421"/>
                  <a:ext cx="7524" cy="9252"/>
                </a:xfrm>
                <a:custGeom>
                  <a:avLst/>
                  <a:gdLst>
                    <a:gd name="connsiteX0" fmla="*/ 0 w 7524"/>
                    <a:gd name="connsiteY0" fmla="*/ 0 h 9252"/>
                    <a:gd name="connsiteX1" fmla="*/ 7525 w 7524"/>
                    <a:gd name="connsiteY1" fmla="*/ 7525 h 9252"/>
                    <a:gd name="connsiteX2" fmla="*/ 6096 w 7524"/>
                    <a:gd name="connsiteY2" fmla="*/ 9239 h 9252"/>
                    <a:gd name="connsiteX3" fmla="*/ 3048 w 7524"/>
                    <a:gd name="connsiteY3" fmla="*/ 4572 h 9252"/>
                    <a:gd name="connsiteX4" fmla="*/ 381 w 7524"/>
                    <a:gd name="connsiteY4" fmla="*/ 6858 h 9252"/>
                    <a:gd name="connsiteX5" fmla="*/ 0 w 7524"/>
                    <a:gd name="connsiteY5" fmla="*/ 0 h 9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524" h="9252">
                      <a:moveTo>
                        <a:pt x="0" y="0"/>
                      </a:moveTo>
                      <a:cubicBezTo>
                        <a:pt x="2953" y="286"/>
                        <a:pt x="4096" y="5810"/>
                        <a:pt x="7525" y="7525"/>
                      </a:cubicBezTo>
                      <a:cubicBezTo>
                        <a:pt x="6572" y="8096"/>
                        <a:pt x="5620" y="8763"/>
                        <a:pt x="6096" y="9239"/>
                      </a:cubicBezTo>
                      <a:cubicBezTo>
                        <a:pt x="3334" y="9525"/>
                        <a:pt x="5810" y="5239"/>
                        <a:pt x="3048" y="4572"/>
                      </a:cubicBezTo>
                      <a:cubicBezTo>
                        <a:pt x="1619" y="4382"/>
                        <a:pt x="2477" y="6287"/>
                        <a:pt x="381" y="6858"/>
                      </a:cubicBezTo>
                      <a:cubicBezTo>
                        <a:pt x="-857" y="5239"/>
                        <a:pt x="3715" y="572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6" name="Freeform: Shape 525">
                  <a:extLst>
                    <a:ext uri="{FF2B5EF4-FFF2-40B4-BE49-F238E27FC236}">
                      <a16:creationId xmlns:a16="http://schemas.microsoft.com/office/drawing/2014/main" id="{01E30336-9AF4-4C93-B8A5-8110C8099CAB}"/>
                    </a:ext>
                  </a:extLst>
                </p:cNvPr>
                <p:cNvSpPr/>
                <p:nvPr/>
              </p:nvSpPr>
              <p:spPr>
                <a:xfrm>
                  <a:off x="3166014" y="1349496"/>
                  <a:ext cx="5429" cy="3745"/>
                </a:xfrm>
                <a:custGeom>
                  <a:avLst/>
                  <a:gdLst>
                    <a:gd name="connsiteX0" fmla="*/ 0 w 5429"/>
                    <a:gd name="connsiteY0" fmla="*/ 1434 h 3745"/>
                    <a:gd name="connsiteX1" fmla="*/ 5429 w 5429"/>
                    <a:gd name="connsiteY1" fmla="*/ 3625 h 3745"/>
                    <a:gd name="connsiteX2" fmla="*/ 0 w 5429"/>
                    <a:gd name="connsiteY2" fmla="*/ 1434 h 3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29" h="3745">
                      <a:moveTo>
                        <a:pt x="0" y="1434"/>
                      </a:moveTo>
                      <a:cubicBezTo>
                        <a:pt x="4953" y="-2376"/>
                        <a:pt x="2953" y="2482"/>
                        <a:pt x="5429" y="3625"/>
                      </a:cubicBezTo>
                      <a:cubicBezTo>
                        <a:pt x="2476" y="4292"/>
                        <a:pt x="3048" y="2006"/>
                        <a:pt x="0" y="14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7" name="Freeform: Shape 526">
                  <a:extLst>
                    <a:ext uri="{FF2B5EF4-FFF2-40B4-BE49-F238E27FC236}">
                      <a16:creationId xmlns:a16="http://schemas.microsoft.com/office/drawing/2014/main" id="{FA7469BE-E54D-47B9-A802-BD3D8A998250}"/>
                    </a:ext>
                  </a:extLst>
                </p:cNvPr>
                <p:cNvSpPr/>
                <p:nvPr/>
              </p:nvSpPr>
              <p:spPr>
                <a:xfrm>
                  <a:off x="3170777" y="1346358"/>
                  <a:ext cx="4797" cy="5902"/>
                </a:xfrm>
                <a:custGeom>
                  <a:avLst/>
                  <a:gdLst>
                    <a:gd name="connsiteX0" fmla="*/ 0 w 4797"/>
                    <a:gd name="connsiteY0" fmla="*/ 2286 h 5902"/>
                    <a:gd name="connsiteX1" fmla="*/ 4763 w 4797"/>
                    <a:gd name="connsiteY1" fmla="*/ 0 h 5902"/>
                    <a:gd name="connsiteX2" fmla="*/ 2572 w 4797"/>
                    <a:gd name="connsiteY2" fmla="*/ 2667 h 5902"/>
                    <a:gd name="connsiteX3" fmla="*/ 2476 w 4797"/>
                    <a:gd name="connsiteY3" fmla="*/ 5334 h 5902"/>
                    <a:gd name="connsiteX4" fmla="*/ 0 w 4797"/>
                    <a:gd name="connsiteY4" fmla="*/ 2286 h 5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7" h="5902">
                      <a:moveTo>
                        <a:pt x="0" y="2286"/>
                      </a:moveTo>
                      <a:cubicBezTo>
                        <a:pt x="1714" y="1048"/>
                        <a:pt x="2953" y="2000"/>
                        <a:pt x="4763" y="0"/>
                      </a:cubicBezTo>
                      <a:cubicBezTo>
                        <a:pt x="5048" y="1238"/>
                        <a:pt x="3524" y="1619"/>
                        <a:pt x="2572" y="2667"/>
                      </a:cubicBezTo>
                      <a:cubicBezTo>
                        <a:pt x="2191" y="3715"/>
                        <a:pt x="2286" y="4572"/>
                        <a:pt x="2476" y="5334"/>
                      </a:cubicBezTo>
                      <a:cubicBezTo>
                        <a:pt x="-1143" y="7715"/>
                        <a:pt x="3334" y="1810"/>
                        <a:pt x="0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8" name="Freeform: Shape 527">
                  <a:extLst>
                    <a:ext uri="{FF2B5EF4-FFF2-40B4-BE49-F238E27FC236}">
                      <a16:creationId xmlns:a16="http://schemas.microsoft.com/office/drawing/2014/main" id="{0BE8C307-616B-404B-A527-5035D28AC71B}"/>
                    </a:ext>
                  </a:extLst>
                </p:cNvPr>
                <p:cNvSpPr/>
                <p:nvPr/>
              </p:nvSpPr>
              <p:spPr>
                <a:xfrm>
                  <a:off x="3022187" y="1523714"/>
                  <a:ext cx="4693" cy="6381"/>
                </a:xfrm>
                <a:custGeom>
                  <a:avLst/>
                  <a:gdLst>
                    <a:gd name="connsiteX0" fmla="*/ 0 w 4693"/>
                    <a:gd name="connsiteY0" fmla="*/ 2381 h 6381"/>
                    <a:gd name="connsiteX1" fmla="*/ 4667 w 4693"/>
                    <a:gd name="connsiteY1" fmla="*/ 0 h 6381"/>
                    <a:gd name="connsiteX2" fmla="*/ 2000 w 4693"/>
                    <a:gd name="connsiteY2" fmla="*/ 6382 h 6381"/>
                    <a:gd name="connsiteX3" fmla="*/ 4096 w 4693"/>
                    <a:gd name="connsiteY3" fmla="*/ 2381 h 6381"/>
                    <a:gd name="connsiteX4" fmla="*/ 0 w 4693"/>
                    <a:gd name="connsiteY4" fmla="*/ 2381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93" h="6381">
                      <a:moveTo>
                        <a:pt x="0" y="2381"/>
                      </a:moveTo>
                      <a:cubicBezTo>
                        <a:pt x="1714" y="1143"/>
                        <a:pt x="2857" y="2000"/>
                        <a:pt x="4667" y="0"/>
                      </a:cubicBezTo>
                      <a:cubicBezTo>
                        <a:pt x="4858" y="1619"/>
                        <a:pt x="4000" y="3619"/>
                        <a:pt x="2000" y="6382"/>
                      </a:cubicBezTo>
                      <a:cubicBezTo>
                        <a:pt x="-95" y="6382"/>
                        <a:pt x="2857" y="3905"/>
                        <a:pt x="4096" y="2381"/>
                      </a:cubicBezTo>
                      <a:cubicBezTo>
                        <a:pt x="2762" y="2477"/>
                        <a:pt x="1333" y="2762"/>
                        <a:pt x="0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9" name="Freeform: Shape 528">
                  <a:extLst>
                    <a:ext uri="{FF2B5EF4-FFF2-40B4-BE49-F238E27FC236}">
                      <a16:creationId xmlns:a16="http://schemas.microsoft.com/office/drawing/2014/main" id="{F7FA3E6B-AFA0-4F40-8548-4DE31621AB6F}"/>
                    </a:ext>
                  </a:extLst>
                </p:cNvPr>
                <p:cNvSpPr/>
                <p:nvPr/>
              </p:nvSpPr>
              <p:spPr>
                <a:xfrm>
                  <a:off x="3131534" y="1397305"/>
                  <a:ext cx="8382" cy="4107"/>
                </a:xfrm>
                <a:custGeom>
                  <a:avLst/>
                  <a:gdLst>
                    <a:gd name="connsiteX0" fmla="*/ 0 w 8382"/>
                    <a:gd name="connsiteY0" fmla="*/ 4107 h 4107"/>
                    <a:gd name="connsiteX1" fmla="*/ 8382 w 8382"/>
                    <a:gd name="connsiteY1" fmla="*/ 107 h 4107"/>
                    <a:gd name="connsiteX2" fmla="*/ 2096 w 8382"/>
                    <a:gd name="connsiteY2" fmla="*/ 4107 h 4107"/>
                    <a:gd name="connsiteX3" fmla="*/ 0 w 8382"/>
                    <a:gd name="connsiteY3" fmla="*/ 4107 h 4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382" h="4107">
                      <a:moveTo>
                        <a:pt x="0" y="4107"/>
                      </a:moveTo>
                      <a:cubicBezTo>
                        <a:pt x="667" y="2869"/>
                        <a:pt x="6382" y="-655"/>
                        <a:pt x="8382" y="107"/>
                      </a:cubicBezTo>
                      <a:cubicBezTo>
                        <a:pt x="5906" y="2964"/>
                        <a:pt x="4858" y="107"/>
                        <a:pt x="2096" y="4107"/>
                      </a:cubicBezTo>
                      <a:cubicBezTo>
                        <a:pt x="1524" y="3631"/>
                        <a:pt x="953" y="3155"/>
                        <a:pt x="0" y="41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F1EC9AD1-FFD6-4134-8E12-D6EDEA400DE9}"/>
                    </a:ext>
                  </a:extLst>
                </p:cNvPr>
                <p:cNvSpPr/>
                <p:nvPr/>
              </p:nvSpPr>
              <p:spPr>
                <a:xfrm>
                  <a:off x="3011408" y="1541621"/>
                  <a:ext cx="5906" cy="5810"/>
                </a:xfrm>
                <a:custGeom>
                  <a:avLst/>
                  <a:gdLst>
                    <a:gd name="connsiteX0" fmla="*/ 2302 w 5906"/>
                    <a:gd name="connsiteY0" fmla="*/ 1810 h 5810"/>
                    <a:gd name="connsiteX1" fmla="*/ 2588 w 5906"/>
                    <a:gd name="connsiteY1" fmla="*/ 4667 h 5810"/>
                    <a:gd name="connsiteX2" fmla="*/ 206 w 5906"/>
                    <a:gd name="connsiteY2" fmla="*/ 5810 h 5810"/>
                    <a:gd name="connsiteX3" fmla="*/ 1445 w 5906"/>
                    <a:gd name="connsiteY3" fmla="*/ 1238 h 5810"/>
                    <a:gd name="connsiteX4" fmla="*/ 5826 w 5906"/>
                    <a:gd name="connsiteY4" fmla="*/ 0 h 5810"/>
                    <a:gd name="connsiteX5" fmla="*/ 2302 w 5906"/>
                    <a:gd name="connsiteY5" fmla="*/ 1810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906" h="5810">
                      <a:moveTo>
                        <a:pt x="2302" y="1810"/>
                      </a:moveTo>
                      <a:cubicBezTo>
                        <a:pt x="1159" y="3429"/>
                        <a:pt x="1349" y="4286"/>
                        <a:pt x="2588" y="4667"/>
                      </a:cubicBezTo>
                      <a:cubicBezTo>
                        <a:pt x="1635" y="5525"/>
                        <a:pt x="1254" y="4667"/>
                        <a:pt x="206" y="5810"/>
                      </a:cubicBezTo>
                      <a:cubicBezTo>
                        <a:pt x="-841" y="4953"/>
                        <a:pt x="2493" y="2000"/>
                        <a:pt x="1445" y="1238"/>
                      </a:cubicBezTo>
                      <a:cubicBezTo>
                        <a:pt x="3540" y="-1619"/>
                        <a:pt x="4016" y="1905"/>
                        <a:pt x="5826" y="0"/>
                      </a:cubicBezTo>
                      <a:cubicBezTo>
                        <a:pt x="6493" y="857"/>
                        <a:pt x="2778" y="2762"/>
                        <a:pt x="2302" y="1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1" name="Freeform: Shape 530">
                  <a:extLst>
                    <a:ext uri="{FF2B5EF4-FFF2-40B4-BE49-F238E27FC236}">
                      <a16:creationId xmlns:a16="http://schemas.microsoft.com/office/drawing/2014/main" id="{F52A5519-A7A5-4C52-B5BE-AD9AA7B2CCB2}"/>
                    </a:ext>
                  </a:extLst>
                </p:cNvPr>
                <p:cNvSpPr/>
                <p:nvPr/>
              </p:nvSpPr>
              <p:spPr>
                <a:xfrm>
                  <a:off x="3017709" y="1533036"/>
                  <a:ext cx="7049" cy="7155"/>
                </a:xfrm>
                <a:custGeom>
                  <a:avLst/>
                  <a:gdLst>
                    <a:gd name="connsiteX0" fmla="*/ 96 w 7049"/>
                    <a:gd name="connsiteY0" fmla="*/ 6299 h 7155"/>
                    <a:gd name="connsiteX1" fmla="*/ 858 w 7049"/>
                    <a:gd name="connsiteY1" fmla="*/ 5441 h 7155"/>
                    <a:gd name="connsiteX2" fmla="*/ 2477 w 7049"/>
                    <a:gd name="connsiteY2" fmla="*/ 1155 h 7155"/>
                    <a:gd name="connsiteX3" fmla="*/ 7049 w 7049"/>
                    <a:gd name="connsiteY3" fmla="*/ 1346 h 7155"/>
                    <a:gd name="connsiteX4" fmla="*/ 1430 w 7049"/>
                    <a:gd name="connsiteY4" fmla="*/ 7156 h 7155"/>
                    <a:gd name="connsiteX5" fmla="*/ 96 w 7049"/>
                    <a:gd name="connsiteY5" fmla="*/ 6299 h 7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49" h="7155">
                      <a:moveTo>
                        <a:pt x="96" y="6299"/>
                      </a:moveTo>
                      <a:cubicBezTo>
                        <a:pt x="-285" y="5822"/>
                        <a:pt x="572" y="5251"/>
                        <a:pt x="858" y="5441"/>
                      </a:cubicBezTo>
                      <a:cubicBezTo>
                        <a:pt x="2763" y="3346"/>
                        <a:pt x="2477" y="2298"/>
                        <a:pt x="2477" y="1155"/>
                      </a:cubicBezTo>
                      <a:cubicBezTo>
                        <a:pt x="5335" y="-274"/>
                        <a:pt x="6002" y="-559"/>
                        <a:pt x="7049" y="1346"/>
                      </a:cubicBezTo>
                      <a:cubicBezTo>
                        <a:pt x="3525" y="3536"/>
                        <a:pt x="3525" y="2774"/>
                        <a:pt x="1430" y="7156"/>
                      </a:cubicBezTo>
                      <a:cubicBezTo>
                        <a:pt x="477" y="6870"/>
                        <a:pt x="1525" y="4965"/>
                        <a:pt x="96" y="629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2" name="Freeform: Shape 531">
                  <a:extLst>
                    <a:ext uri="{FF2B5EF4-FFF2-40B4-BE49-F238E27FC236}">
                      <a16:creationId xmlns:a16="http://schemas.microsoft.com/office/drawing/2014/main" id="{F8039B06-7EEA-49AF-BB8B-8B39D5F01B94}"/>
                    </a:ext>
                  </a:extLst>
                </p:cNvPr>
                <p:cNvSpPr/>
                <p:nvPr/>
              </p:nvSpPr>
              <p:spPr>
                <a:xfrm>
                  <a:off x="3157442" y="1369887"/>
                  <a:ext cx="6953" cy="2955"/>
                </a:xfrm>
                <a:custGeom>
                  <a:avLst/>
                  <a:gdLst>
                    <a:gd name="connsiteX0" fmla="*/ 0 w 6953"/>
                    <a:gd name="connsiteY0" fmla="*/ 2475 h 2955"/>
                    <a:gd name="connsiteX1" fmla="*/ 6953 w 6953"/>
                    <a:gd name="connsiteY1" fmla="*/ 284 h 2955"/>
                    <a:gd name="connsiteX2" fmla="*/ 0 w 6953"/>
                    <a:gd name="connsiteY2" fmla="*/ 2475 h 2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953" h="2955">
                      <a:moveTo>
                        <a:pt x="0" y="2475"/>
                      </a:moveTo>
                      <a:cubicBezTo>
                        <a:pt x="2096" y="2761"/>
                        <a:pt x="5048" y="-1049"/>
                        <a:pt x="6953" y="284"/>
                      </a:cubicBezTo>
                      <a:cubicBezTo>
                        <a:pt x="4477" y="1522"/>
                        <a:pt x="1810" y="3999"/>
                        <a:pt x="0" y="24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3" name="Freeform: Shape 532">
                  <a:extLst>
                    <a:ext uri="{FF2B5EF4-FFF2-40B4-BE49-F238E27FC236}">
                      <a16:creationId xmlns:a16="http://schemas.microsoft.com/office/drawing/2014/main" id="{6C09D735-0CDB-4B0C-BAC9-7C0DA2DBA400}"/>
                    </a:ext>
                  </a:extLst>
                </p:cNvPr>
                <p:cNvSpPr/>
                <p:nvPr/>
              </p:nvSpPr>
              <p:spPr>
                <a:xfrm>
                  <a:off x="3166967" y="1359969"/>
                  <a:ext cx="12382" cy="11630"/>
                </a:xfrm>
                <a:custGeom>
                  <a:avLst/>
                  <a:gdLst>
                    <a:gd name="connsiteX0" fmla="*/ 9906 w 12382"/>
                    <a:gd name="connsiteY0" fmla="*/ 11630 h 11630"/>
                    <a:gd name="connsiteX1" fmla="*/ 0 w 12382"/>
                    <a:gd name="connsiteY1" fmla="*/ 1057 h 11630"/>
                    <a:gd name="connsiteX2" fmla="*/ 5525 w 12382"/>
                    <a:gd name="connsiteY2" fmla="*/ 581 h 11630"/>
                    <a:gd name="connsiteX3" fmla="*/ 6763 w 12382"/>
                    <a:gd name="connsiteY3" fmla="*/ 6868 h 11630"/>
                    <a:gd name="connsiteX4" fmla="*/ 7811 w 12382"/>
                    <a:gd name="connsiteY4" fmla="*/ 4867 h 11630"/>
                    <a:gd name="connsiteX5" fmla="*/ 12383 w 12382"/>
                    <a:gd name="connsiteY5" fmla="*/ 10678 h 11630"/>
                    <a:gd name="connsiteX6" fmla="*/ 9906 w 12382"/>
                    <a:gd name="connsiteY6" fmla="*/ 11630 h 11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" h="11630">
                      <a:moveTo>
                        <a:pt x="9906" y="11630"/>
                      </a:moveTo>
                      <a:cubicBezTo>
                        <a:pt x="4953" y="8963"/>
                        <a:pt x="4382" y="5629"/>
                        <a:pt x="0" y="1057"/>
                      </a:cubicBezTo>
                      <a:cubicBezTo>
                        <a:pt x="2286" y="-1229"/>
                        <a:pt x="3620" y="962"/>
                        <a:pt x="5525" y="581"/>
                      </a:cubicBezTo>
                      <a:cubicBezTo>
                        <a:pt x="6382" y="2486"/>
                        <a:pt x="5810" y="5058"/>
                        <a:pt x="6763" y="6868"/>
                      </a:cubicBezTo>
                      <a:cubicBezTo>
                        <a:pt x="7715" y="6963"/>
                        <a:pt x="8096" y="5344"/>
                        <a:pt x="7811" y="4867"/>
                      </a:cubicBezTo>
                      <a:cubicBezTo>
                        <a:pt x="9525" y="5820"/>
                        <a:pt x="12383" y="9249"/>
                        <a:pt x="12383" y="10678"/>
                      </a:cubicBezTo>
                      <a:cubicBezTo>
                        <a:pt x="11811" y="9630"/>
                        <a:pt x="10859" y="10582"/>
                        <a:pt x="9906" y="1163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4" name="Freeform: Shape 533">
                  <a:extLst>
                    <a:ext uri="{FF2B5EF4-FFF2-40B4-BE49-F238E27FC236}">
                      <a16:creationId xmlns:a16="http://schemas.microsoft.com/office/drawing/2014/main" id="{9D7220B7-E652-4960-A745-5FB6CA320EC9}"/>
                    </a:ext>
                  </a:extLst>
                </p:cNvPr>
                <p:cNvSpPr/>
                <p:nvPr/>
              </p:nvSpPr>
              <p:spPr>
                <a:xfrm>
                  <a:off x="3203417" y="1319580"/>
                  <a:ext cx="3459" cy="2584"/>
                </a:xfrm>
                <a:custGeom>
                  <a:avLst/>
                  <a:gdLst>
                    <a:gd name="connsiteX0" fmla="*/ 3459 w 3459"/>
                    <a:gd name="connsiteY0" fmla="*/ 2584 h 2584"/>
                    <a:gd name="connsiteX1" fmla="*/ 3459 w 3459"/>
                    <a:gd name="connsiteY1" fmla="*/ 2584 h 2584"/>
                    <a:gd name="connsiteX2" fmla="*/ 3459 w 3459"/>
                    <a:gd name="connsiteY2" fmla="*/ 2584 h 2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59" h="2584">
                      <a:moveTo>
                        <a:pt x="3459" y="2584"/>
                      </a:moveTo>
                      <a:cubicBezTo>
                        <a:pt x="-2351" y="2203"/>
                        <a:pt x="221" y="-3035"/>
                        <a:pt x="3459" y="2584"/>
                      </a:cubicBezTo>
                      <a:lnTo>
                        <a:pt x="3459" y="258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5" name="Freeform: Shape 534">
                  <a:extLst>
                    <a:ext uri="{FF2B5EF4-FFF2-40B4-BE49-F238E27FC236}">
                      <a16:creationId xmlns:a16="http://schemas.microsoft.com/office/drawing/2014/main" id="{1B80FABD-E770-4324-9BD3-2A44EBFECC58}"/>
                    </a:ext>
                  </a:extLst>
                </p:cNvPr>
                <p:cNvSpPr/>
                <p:nvPr/>
              </p:nvSpPr>
              <p:spPr>
                <a:xfrm>
                  <a:off x="3150298" y="1381971"/>
                  <a:ext cx="4526" cy="2957"/>
                </a:xfrm>
                <a:custGeom>
                  <a:avLst/>
                  <a:gdLst>
                    <a:gd name="connsiteX0" fmla="*/ 0 w 4526"/>
                    <a:gd name="connsiteY0" fmla="*/ 582 h 2957"/>
                    <a:gd name="connsiteX1" fmla="*/ 4477 w 4526"/>
                    <a:gd name="connsiteY1" fmla="*/ 2106 h 2957"/>
                    <a:gd name="connsiteX2" fmla="*/ 0 w 4526"/>
                    <a:gd name="connsiteY2" fmla="*/ 582 h 2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526" h="2957">
                      <a:moveTo>
                        <a:pt x="0" y="582"/>
                      </a:moveTo>
                      <a:cubicBezTo>
                        <a:pt x="1905" y="-466"/>
                        <a:pt x="4953" y="-180"/>
                        <a:pt x="4477" y="2106"/>
                      </a:cubicBezTo>
                      <a:cubicBezTo>
                        <a:pt x="762" y="4963"/>
                        <a:pt x="4001" y="-370"/>
                        <a:pt x="0" y="5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6" name="Freeform: Shape 535">
                  <a:extLst>
                    <a:ext uri="{FF2B5EF4-FFF2-40B4-BE49-F238E27FC236}">
                      <a16:creationId xmlns:a16="http://schemas.microsoft.com/office/drawing/2014/main" id="{A7DC9605-6C0B-498C-9542-172483703BFD}"/>
                    </a:ext>
                  </a:extLst>
                </p:cNvPr>
                <p:cNvSpPr/>
                <p:nvPr/>
              </p:nvSpPr>
              <p:spPr>
                <a:xfrm>
                  <a:off x="3142488" y="1386458"/>
                  <a:ext cx="10667" cy="16253"/>
                </a:xfrm>
                <a:custGeom>
                  <a:avLst/>
                  <a:gdLst>
                    <a:gd name="connsiteX0" fmla="*/ 7334 w 10667"/>
                    <a:gd name="connsiteY0" fmla="*/ 12002 h 16253"/>
                    <a:gd name="connsiteX1" fmla="*/ 5715 w 10667"/>
                    <a:gd name="connsiteY1" fmla="*/ 9620 h 16253"/>
                    <a:gd name="connsiteX2" fmla="*/ 4858 w 10667"/>
                    <a:gd name="connsiteY2" fmla="*/ 15812 h 16253"/>
                    <a:gd name="connsiteX3" fmla="*/ 0 w 10667"/>
                    <a:gd name="connsiteY3" fmla="*/ 14002 h 16253"/>
                    <a:gd name="connsiteX4" fmla="*/ 5143 w 10667"/>
                    <a:gd name="connsiteY4" fmla="*/ 7906 h 16253"/>
                    <a:gd name="connsiteX5" fmla="*/ 2096 w 10667"/>
                    <a:gd name="connsiteY5" fmla="*/ 7239 h 16253"/>
                    <a:gd name="connsiteX6" fmla="*/ 1714 w 10667"/>
                    <a:gd name="connsiteY6" fmla="*/ 4286 h 16253"/>
                    <a:gd name="connsiteX7" fmla="*/ 6477 w 10667"/>
                    <a:gd name="connsiteY7" fmla="*/ 4667 h 16253"/>
                    <a:gd name="connsiteX8" fmla="*/ 8477 w 10667"/>
                    <a:gd name="connsiteY8" fmla="*/ 572 h 16253"/>
                    <a:gd name="connsiteX9" fmla="*/ 9715 w 10667"/>
                    <a:gd name="connsiteY9" fmla="*/ 0 h 16253"/>
                    <a:gd name="connsiteX10" fmla="*/ 10668 w 10667"/>
                    <a:gd name="connsiteY10" fmla="*/ 572 h 16253"/>
                    <a:gd name="connsiteX11" fmla="*/ 7715 w 10667"/>
                    <a:gd name="connsiteY11" fmla="*/ 4096 h 16253"/>
                    <a:gd name="connsiteX12" fmla="*/ 7334 w 10667"/>
                    <a:gd name="connsiteY12" fmla="*/ 12002 h 162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667" h="16253">
                      <a:moveTo>
                        <a:pt x="7334" y="12002"/>
                      </a:moveTo>
                      <a:cubicBezTo>
                        <a:pt x="6001" y="11621"/>
                        <a:pt x="5620" y="10668"/>
                        <a:pt x="5715" y="9620"/>
                      </a:cubicBezTo>
                      <a:cubicBezTo>
                        <a:pt x="1809" y="13335"/>
                        <a:pt x="5239" y="13621"/>
                        <a:pt x="4858" y="15812"/>
                      </a:cubicBezTo>
                      <a:cubicBezTo>
                        <a:pt x="3810" y="17621"/>
                        <a:pt x="3048" y="13240"/>
                        <a:pt x="0" y="14002"/>
                      </a:cubicBezTo>
                      <a:cubicBezTo>
                        <a:pt x="1524" y="11335"/>
                        <a:pt x="2667" y="10001"/>
                        <a:pt x="5143" y="7906"/>
                      </a:cubicBezTo>
                      <a:cubicBezTo>
                        <a:pt x="4096" y="7906"/>
                        <a:pt x="3619" y="5334"/>
                        <a:pt x="2096" y="7239"/>
                      </a:cubicBezTo>
                      <a:cubicBezTo>
                        <a:pt x="1714" y="6382"/>
                        <a:pt x="4000" y="4191"/>
                        <a:pt x="1714" y="4286"/>
                      </a:cubicBezTo>
                      <a:cubicBezTo>
                        <a:pt x="3619" y="3048"/>
                        <a:pt x="4667" y="5144"/>
                        <a:pt x="6477" y="4667"/>
                      </a:cubicBezTo>
                      <a:cubicBezTo>
                        <a:pt x="9430" y="2191"/>
                        <a:pt x="5524" y="3048"/>
                        <a:pt x="8477" y="572"/>
                      </a:cubicBezTo>
                      <a:cubicBezTo>
                        <a:pt x="8763" y="953"/>
                        <a:pt x="9239" y="476"/>
                        <a:pt x="9715" y="0"/>
                      </a:cubicBezTo>
                      <a:lnTo>
                        <a:pt x="10668" y="572"/>
                      </a:lnTo>
                      <a:cubicBezTo>
                        <a:pt x="10001" y="2762"/>
                        <a:pt x="9715" y="1619"/>
                        <a:pt x="7715" y="4096"/>
                      </a:cubicBezTo>
                      <a:cubicBezTo>
                        <a:pt x="10763" y="3334"/>
                        <a:pt x="9334" y="8573"/>
                        <a:pt x="7334" y="120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7" name="Freeform: Shape 536">
                  <a:extLst>
                    <a:ext uri="{FF2B5EF4-FFF2-40B4-BE49-F238E27FC236}">
                      <a16:creationId xmlns:a16="http://schemas.microsoft.com/office/drawing/2014/main" id="{B21CEFCF-65CA-4482-B3B2-F1AF90F0E97A}"/>
                    </a:ext>
                  </a:extLst>
                </p:cNvPr>
                <p:cNvSpPr/>
                <p:nvPr/>
              </p:nvSpPr>
              <p:spPr>
                <a:xfrm>
                  <a:off x="3025721" y="1530630"/>
                  <a:ext cx="4123" cy="3466"/>
                </a:xfrm>
                <a:custGeom>
                  <a:avLst/>
                  <a:gdLst>
                    <a:gd name="connsiteX0" fmla="*/ 657 w 4123"/>
                    <a:gd name="connsiteY0" fmla="*/ 3466 h 3466"/>
                    <a:gd name="connsiteX1" fmla="*/ 371 w 4123"/>
                    <a:gd name="connsiteY1" fmla="*/ 609 h 3466"/>
                    <a:gd name="connsiteX2" fmla="*/ 4085 w 4123"/>
                    <a:gd name="connsiteY2" fmla="*/ 323 h 3466"/>
                    <a:gd name="connsiteX3" fmla="*/ 657 w 4123"/>
                    <a:gd name="connsiteY3" fmla="*/ 3466 h 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23" h="3466">
                      <a:moveTo>
                        <a:pt x="657" y="3466"/>
                      </a:moveTo>
                      <a:cubicBezTo>
                        <a:pt x="-1058" y="3276"/>
                        <a:pt x="1228" y="1180"/>
                        <a:pt x="371" y="609"/>
                      </a:cubicBezTo>
                      <a:cubicBezTo>
                        <a:pt x="3228" y="-1773"/>
                        <a:pt x="847" y="3847"/>
                        <a:pt x="4085" y="323"/>
                      </a:cubicBezTo>
                      <a:cubicBezTo>
                        <a:pt x="4467" y="2704"/>
                        <a:pt x="1895" y="894"/>
                        <a:pt x="657" y="346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8" name="Freeform: Shape 537">
                  <a:extLst>
                    <a:ext uri="{FF2B5EF4-FFF2-40B4-BE49-F238E27FC236}">
                      <a16:creationId xmlns:a16="http://schemas.microsoft.com/office/drawing/2014/main" id="{1492B3BD-A630-4019-AB69-DB5CED93AFFD}"/>
                    </a:ext>
                  </a:extLst>
                </p:cNvPr>
                <p:cNvSpPr/>
                <p:nvPr/>
              </p:nvSpPr>
              <p:spPr>
                <a:xfrm>
                  <a:off x="3138957" y="1402856"/>
                  <a:ext cx="5664" cy="1782"/>
                </a:xfrm>
                <a:custGeom>
                  <a:avLst/>
                  <a:gdLst>
                    <a:gd name="connsiteX0" fmla="*/ 6 w 5664"/>
                    <a:gd name="connsiteY0" fmla="*/ 747 h 1782"/>
                    <a:gd name="connsiteX1" fmla="*/ 5626 w 5664"/>
                    <a:gd name="connsiteY1" fmla="*/ 1700 h 1782"/>
                    <a:gd name="connsiteX2" fmla="*/ 6 w 5664"/>
                    <a:gd name="connsiteY2" fmla="*/ 747 h 1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664" h="1782">
                      <a:moveTo>
                        <a:pt x="6" y="747"/>
                      </a:moveTo>
                      <a:cubicBezTo>
                        <a:pt x="2007" y="366"/>
                        <a:pt x="6103" y="-1158"/>
                        <a:pt x="5626" y="1700"/>
                      </a:cubicBezTo>
                      <a:cubicBezTo>
                        <a:pt x="3912" y="1128"/>
                        <a:pt x="-184" y="2747"/>
                        <a:pt x="6" y="74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9" name="Freeform: Shape 538">
                  <a:extLst>
                    <a:ext uri="{FF2B5EF4-FFF2-40B4-BE49-F238E27FC236}">
                      <a16:creationId xmlns:a16="http://schemas.microsoft.com/office/drawing/2014/main" id="{D5C6653B-5374-430A-B1B0-52AEED638039}"/>
                    </a:ext>
                  </a:extLst>
                </p:cNvPr>
                <p:cNvSpPr/>
                <p:nvPr/>
              </p:nvSpPr>
              <p:spPr>
                <a:xfrm>
                  <a:off x="3033055" y="1529238"/>
                  <a:ext cx="4429" cy="3714"/>
                </a:xfrm>
                <a:custGeom>
                  <a:avLst/>
                  <a:gdLst>
                    <a:gd name="connsiteX0" fmla="*/ 3610 w 4429"/>
                    <a:gd name="connsiteY0" fmla="*/ 857 h 3714"/>
                    <a:gd name="connsiteX1" fmla="*/ 1800 w 4429"/>
                    <a:gd name="connsiteY1" fmla="*/ 3715 h 3714"/>
                    <a:gd name="connsiteX2" fmla="*/ 85 w 4429"/>
                    <a:gd name="connsiteY2" fmla="*/ 2572 h 3714"/>
                    <a:gd name="connsiteX3" fmla="*/ 4372 w 4429"/>
                    <a:gd name="connsiteY3" fmla="*/ 0 h 3714"/>
                    <a:gd name="connsiteX4" fmla="*/ 3610 w 4429"/>
                    <a:gd name="connsiteY4" fmla="*/ 857 h 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9" h="3714">
                      <a:moveTo>
                        <a:pt x="3610" y="857"/>
                      </a:moveTo>
                      <a:cubicBezTo>
                        <a:pt x="3228" y="1715"/>
                        <a:pt x="2848" y="2572"/>
                        <a:pt x="1800" y="3715"/>
                      </a:cubicBezTo>
                      <a:cubicBezTo>
                        <a:pt x="657" y="2857"/>
                        <a:pt x="-296" y="4572"/>
                        <a:pt x="85" y="2572"/>
                      </a:cubicBezTo>
                      <a:cubicBezTo>
                        <a:pt x="2086" y="-476"/>
                        <a:pt x="2562" y="2381"/>
                        <a:pt x="4372" y="0"/>
                      </a:cubicBezTo>
                      <a:cubicBezTo>
                        <a:pt x="4657" y="476"/>
                        <a:pt x="3800" y="952"/>
                        <a:pt x="3610" y="8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0" name="Freeform: Shape 539">
                  <a:extLst>
                    <a:ext uri="{FF2B5EF4-FFF2-40B4-BE49-F238E27FC236}">
                      <a16:creationId xmlns:a16="http://schemas.microsoft.com/office/drawing/2014/main" id="{4ED28214-282B-4B1C-977C-4339992523F0}"/>
                    </a:ext>
                  </a:extLst>
                </p:cNvPr>
                <p:cNvSpPr/>
                <p:nvPr/>
              </p:nvSpPr>
              <p:spPr>
                <a:xfrm>
                  <a:off x="3060001" y="1499711"/>
                  <a:ext cx="4571" cy="9074"/>
                </a:xfrm>
                <a:custGeom>
                  <a:avLst/>
                  <a:gdLst>
                    <a:gd name="connsiteX0" fmla="*/ 2762 w 4571"/>
                    <a:gd name="connsiteY0" fmla="*/ 2858 h 9074"/>
                    <a:gd name="connsiteX1" fmla="*/ 0 w 4571"/>
                    <a:gd name="connsiteY1" fmla="*/ 3715 h 9074"/>
                    <a:gd name="connsiteX2" fmla="*/ 4572 w 4571"/>
                    <a:gd name="connsiteY2" fmla="*/ 0 h 9074"/>
                    <a:gd name="connsiteX3" fmla="*/ 1714 w 4571"/>
                    <a:gd name="connsiteY3" fmla="*/ 9049 h 9074"/>
                    <a:gd name="connsiteX4" fmla="*/ 2762 w 4571"/>
                    <a:gd name="connsiteY4" fmla="*/ 2858 h 9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71" h="9074">
                      <a:moveTo>
                        <a:pt x="2762" y="2858"/>
                      </a:moveTo>
                      <a:cubicBezTo>
                        <a:pt x="1810" y="3143"/>
                        <a:pt x="571" y="4572"/>
                        <a:pt x="0" y="3715"/>
                      </a:cubicBezTo>
                      <a:cubicBezTo>
                        <a:pt x="1429" y="2858"/>
                        <a:pt x="3143" y="857"/>
                        <a:pt x="4572" y="0"/>
                      </a:cubicBezTo>
                      <a:cubicBezTo>
                        <a:pt x="3048" y="3239"/>
                        <a:pt x="2572" y="6096"/>
                        <a:pt x="1714" y="9049"/>
                      </a:cubicBezTo>
                      <a:cubicBezTo>
                        <a:pt x="-762" y="9430"/>
                        <a:pt x="286" y="5525"/>
                        <a:pt x="2762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4D03BE8A-6E38-4DC5-BE43-CF6D9D84837A}"/>
                    </a:ext>
                  </a:extLst>
                </p:cNvPr>
                <p:cNvSpPr/>
                <p:nvPr/>
              </p:nvSpPr>
              <p:spPr>
                <a:xfrm>
                  <a:off x="3151259" y="1394555"/>
                  <a:ext cx="7036" cy="4724"/>
                </a:xfrm>
                <a:custGeom>
                  <a:avLst/>
                  <a:gdLst>
                    <a:gd name="connsiteX0" fmla="*/ 3230 w 7036"/>
                    <a:gd name="connsiteY0" fmla="*/ 4381 h 4724"/>
                    <a:gd name="connsiteX1" fmla="*/ 1230 w 7036"/>
                    <a:gd name="connsiteY1" fmla="*/ 1619 h 4724"/>
                    <a:gd name="connsiteX2" fmla="*/ 6945 w 7036"/>
                    <a:gd name="connsiteY2" fmla="*/ 0 h 4724"/>
                    <a:gd name="connsiteX3" fmla="*/ 3230 w 7036"/>
                    <a:gd name="connsiteY3" fmla="*/ 4381 h 4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036" h="4724">
                      <a:moveTo>
                        <a:pt x="3230" y="4381"/>
                      </a:moveTo>
                      <a:cubicBezTo>
                        <a:pt x="1325" y="4858"/>
                        <a:pt x="-1723" y="5429"/>
                        <a:pt x="1230" y="1619"/>
                      </a:cubicBezTo>
                      <a:cubicBezTo>
                        <a:pt x="1516" y="4096"/>
                        <a:pt x="3992" y="2762"/>
                        <a:pt x="6945" y="0"/>
                      </a:cubicBezTo>
                      <a:cubicBezTo>
                        <a:pt x="7612" y="1619"/>
                        <a:pt x="4469" y="1810"/>
                        <a:pt x="3230" y="4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C525366D-8EB1-4375-B3D5-457300554BCF}"/>
                    </a:ext>
                  </a:extLst>
                </p:cNvPr>
                <p:cNvSpPr/>
                <p:nvPr/>
              </p:nvSpPr>
              <p:spPr>
                <a:xfrm>
                  <a:off x="2905220" y="1706876"/>
                  <a:ext cx="6572" cy="2766"/>
                </a:xfrm>
                <a:custGeom>
                  <a:avLst/>
                  <a:gdLst>
                    <a:gd name="connsiteX0" fmla="*/ 0 w 6572"/>
                    <a:gd name="connsiteY0" fmla="*/ 2385 h 2766"/>
                    <a:gd name="connsiteX1" fmla="*/ 6572 w 6572"/>
                    <a:gd name="connsiteY1" fmla="*/ 3 h 2766"/>
                    <a:gd name="connsiteX2" fmla="*/ 5048 w 6572"/>
                    <a:gd name="connsiteY2" fmla="*/ 1718 h 2766"/>
                    <a:gd name="connsiteX3" fmla="*/ 0 w 6572"/>
                    <a:gd name="connsiteY3" fmla="*/ 2385 h 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72" h="2766">
                      <a:moveTo>
                        <a:pt x="0" y="2385"/>
                      </a:moveTo>
                      <a:cubicBezTo>
                        <a:pt x="190" y="1908"/>
                        <a:pt x="4953" y="-92"/>
                        <a:pt x="6572" y="3"/>
                      </a:cubicBezTo>
                      <a:cubicBezTo>
                        <a:pt x="5620" y="575"/>
                        <a:pt x="4763" y="1242"/>
                        <a:pt x="5048" y="1718"/>
                      </a:cubicBezTo>
                      <a:cubicBezTo>
                        <a:pt x="2762" y="3909"/>
                        <a:pt x="1714" y="1908"/>
                        <a:pt x="0" y="23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3" name="Freeform: Shape 542">
                  <a:extLst>
                    <a:ext uri="{FF2B5EF4-FFF2-40B4-BE49-F238E27FC236}">
                      <a16:creationId xmlns:a16="http://schemas.microsoft.com/office/drawing/2014/main" id="{288259D7-0B80-4CFE-B580-79C1FF9148CB}"/>
                    </a:ext>
                  </a:extLst>
                </p:cNvPr>
                <p:cNvSpPr/>
                <p:nvPr/>
              </p:nvSpPr>
              <p:spPr>
                <a:xfrm>
                  <a:off x="3179964" y="1389809"/>
                  <a:ext cx="5704" cy="7106"/>
                </a:xfrm>
                <a:custGeom>
                  <a:avLst/>
                  <a:gdLst>
                    <a:gd name="connsiteX0" fmla="*/ 52 w 5704"/>
                    <a:gd name="connsiteY0" fmla="*/ 4651 h 7106"/>
                    <a:gd name="connsiteX1" fmla="*/ 5386 w 5704"/>
                    <a:gd name="connsiteY1" fmla="*/ 79 h 7106"/>
                    <a:gd name="connsiteX2" fmla="*/ 2814 w 5704"/>
                    <a:gd name="connsiteY2" fmla="*/ 6556 h 7106"/>
                    <a:gd name="connsiteX3" fmla="*/ 52 w 5704"/>
                    <a:gd name="connsiteY3" fmla="*/ 4651 h 7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704" h="7106">
                      <a:moveTo>
                        <a:pt x="52" y="4651"/>
                      </a:moveTo>
                      <a:cubicBezTo>
                        <a:pt x="-519" y="4079"/>
                        <a:pt x="3767" y="5603"/>
                        <a:pt x="5386" y="79"/>
                      </a:cubicBezTo>
                      <a:cubicBezTo>
                        <a:pt x="6529" y="-683"/>
                        <a:pt x="4338" y="4270"/>
                        <a:pt x="2814" y="6556"/>
                      </a:cubicBezTo>
                      <a:cubicBezTo>
                        <a:pt x="910" y="8270"/>
                        <a:pt x="-234" y="5508"/>
                        <a:pt x="52" y="465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4" name="Freeform: Shape 543">
                  <a:extLst>
                    <a:ext uri="{FF2B5EF4-FFF2-40B4-BE49-F238E27FC236}">
                      <a16:creationId xmlns:a16="http://schemas.microsoft.com/office/drawing/2014/main" id="{FA94BD04-9811-4A83-952B-274FE410C931}"/>
                    </a:ext>
                  </a:extLst>
                </p:cNvPr>
                <p:cNvSpPr/>
                <p:nvPr/>
              </p:nvSpPr>
              <p:spPr>
                <a:xfrm>
                  <a:off x="2909326" y="1707434"/>
                  <a:ext cx="3918" cy="4207"/>
                </a:xfrm>
                <a:custGeom>
                  <a:avLst/>
                  <a:gdLst>
                    <a:gd name="connsiteX0" fmla="*/ 1037 w 3918"/>
                    <a:gd name="connsiteY0" fmla="*/ 2493 h 4207"/>
                    <a:gd name="connsiteX1" fmla="*/ 2085 w 3918"/>
                    <a:gd name="connsiteY1" fmla="*/ 493 h 4207"/>
                    <a:gd name="connsiteX2" fmla="*/ 1513 w 3918"/>
                    <a:gd name="connsiteY2" fmla="*/ 4207 h 4207"/>
                    <a:gd name="connsiteX3" fmla="*/ 2180 w 3918"/>
                    <a:gd name="connsiteY3" fmla="*/ 1922 h 4207"/>
                    <a:gd name="connsiteX4" fmla="*/ 1037 w 3918"/>
                    <a:gd name="connsiteY4" fmla="*/ 2493 h 4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8" h="4207">
                      <a:moveTo>
                        <a:pt x="1037" y="2493"/>
                      </a:moveTo>
                      <a:cubicBezTo>
                        <a:pt x="-2297" y="4493"/>
                        <a:pt x="3609" y="302"/>
                        <a:pt x="2085" y="493"/>
                      </a:cubicBezTo>
                      <a:cubicBezTo>
                        <a:pt x="4752" y="-1508"/>
                        <a:pt x="4466" y="3160"/>
                        <a:pt x="1513" y="4207"/>
                      </a:cubicBezTo>
                      <a:cubicBezTo>
                        <a:pt x="1228" y="3731"/>
                        <a:pt x="2752" y="2303"/>
                        <a:pt x="2180" y="1922"/>
                      </a:cubicBezTo>
                      <a:cubicBezTo>
                        <a:pt x="1989" y="1540"/>
                        <a:pt x="1513" y="2017"/>
                        <a:pt x="1037" y="24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5" name="Freeform: Shape 544">
                  <a:extLst>
                    <a:ext uri="{FF2B5EF4-FFF2-40B4-BE49-F238E27FC236}">
                      <a16:creationId xmlns:a16="http://schemas.microsoft.com/office/drawing/2014/main" id="{EE41C838-0F6C-4F8D-8060-3F56B40409B2}"/>
                    </a:ext>
                  </a:extLst>
                </p:cNvPr>
                <p:cNvSpPr/>
                <p:nvPr/>
              </p:nvSpPr>
              <p:spPr>
                <a:xfrm>
                  <a:off x="3049714" y="1544764"/>
                  <a:ext cx="4572" cy="4880"/>
                </a:xfrm>
                <a:custGeom>
                  <a:avLst/>
                  <a:gdLst>
                    <a:gd name="connsiteX0" fmla="*/ 0 w 4572"/>
                    <a:gd name="connsiteY0" fmla="*/ 3715 h 4880"/>
                    <a:gd name="connsiteX1" fmla="*/ 4572 w 4572"/>
                    <a:gd name="connsiteY1" fmla="*/ 0 h 4880"/>
                    <a:gd name="connsiteX2" fmla="*/ 4477 w 4572"/>
                    <a:gd name="connsiteY2" fmla="*/ 4096 h 4880"/>
                    <a:gd name="connsiteX3" fmla="*/ 0 w 4572"/>
                    <a:gd name="connsiteY3" fmla="*/ 3715 h 4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2" h="4880">
                      <a:moveTo>
                        <a:pt x="0" y="3715"/>
                      </a:moveTo>
                      <a:cubicBezTo>
                        <a:pt x="1619" y="2191"/>
                        <a:pt x="2572" y="2953"/>
                        <a:pt x="4572" y="0"/>
                      </a:cubicBezTo>
                      <a:cubicBezTo>
                        <a:pt x="3810" y="2381"/>
                        <a:pt x="1238" y="4858"/>
                        <a:pt x="4477" y="4096"/>
                      </a:cubicBezTo>
                      <a:cubicBezTo>
                        <a:pt x="2572" y="5525"/>
                        <a:pt x="1238" y="4763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6" name="Freeform: Shape 545">
                  <a:extLst>
                    <a:ext uri="{FF2B5EF4-FFF2-40B4-BE49-F238E27FC236}">
                      <a16:creationId xmlns:a16="http://schemas.microsoft.com/office/drawing/2014/main" id="{127D2352-CD6F-4337-8913-58C3FB3AE125}"/>
                    </a:ext>
                  </a:extLst>
                </p:cNvPr>
                <p:cNvSpPr/>
                <p:nvPr/>
              </p:nvSpPr>
              <p:spPr>
                <a:xfrm>
                  <a:off x="3124024" y="1461170"/>
                  <a:ext cx="6461" cy="5012"/>
                </a:xfrm>
                <a:custGeom>
                  <a:avLst/>
                  <a:gdLst>
                    <a:gd name="connsiteX0" fmla="*/ 1509 w 6461"/>
                    <a:gd name="connsiteY0" fmla="*/ 1774 h 5012"/>
                    <a:gd name="connsiteX1" fmla="*/ 6462 w 6461"/>
                    <a:gd name="connsiteY1" fmla="*/ 1012 h 5012"/>
                    <a:gd name="connsiteX2" fmla="*/ 175 w 6461"/>
                    <a:gd name="connsiteY2" fmla="*/ 5013 h 5012"/>
                    <a:gd name="connsiteX3" fmla="*/ 2556 w 6461"/>
                    <a:gd name="connsiteY3" fmla="*/ 3870 h 5012"/>
                    <a:gd name="connsiteX4" fmla="*/ 1509 w 6461"/>
                    <a:gd name="connsiteY4" fmla="*/ 1774 h 5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61" h="5012">
                      <a:moveTo>
                        <a:pt x="1509" y="1774"/>
                      </a:moveTo>
                      <a:cubicBezTo>
                        <a:pt x="1699" y="-893"/>
                        <a:pt x="5414" y="-35"/>
                        <a:pt x="6462" y="1012"/>
                      </a:cubicBezTo>
                      <a:cubicBezTo>
                        <a:pt x="3318" y="2632"/>
                        <a:pt x="3223" y="4346"/>
                        <a:pt x="175" y="5013"/>
                      </a:cubicBezTo>
                      <a:cubicBezTo>
                        <a:pt x="-777" y="3775"/>
                        <a:pt x="2461" y="2251"/>
                        <a:pt x="2556" y="3870"/>
                      </a:cubicBezTo>
                      <a:cubicBezTo>
                        <a:pt x="3128" y="3013"/>
                        <a:pt x="2556" y="250"/>
                        <a:pt x="1509" y="17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7" name="Freeform: Shape 546">
                  <a:extLst>
                    <a:ext uri="{FF2B5EF4-FFF2-40B4-BE49-F238E27FC236}">
                      <a16:creationId xmlns:a16="http://schemas.microsoft.com/office/drawing/2014/main" id="{DAB76012-393E-4366-9003-CC59F72DAAC5}"/>
                    </a:ext>
                  </a:extLst>
                </p:cNvPr>
                <p:cNvSpPr/>
                <p:nvPr/>
              </p:nvSpPr>
              <p:spPr>
                <a:xfrm>
                  <a:off x="3173203" y="1403794"/>
                  <a:ext cx="7860" cy="8001"/>
                </a:xfrm>
                <a:custGeom>
                  <a:avLst/>
                  <a:gdLst>
                    <a:gd name="connsiteX0" fmla="*/ 7860 w 7860"/>
                    <a:gd name="connsiteY0" fmla="*/ 3715 h 8001"/>
                    <a:gd name="connsiteX1" fmla="*/ 2050 w 7860"/>
                    <a:gd name="connsiteY1" fmla="*/ 8001 h 8001"/>
                    <a:gd name="connsiteX2" fmla="*/ 2431 w 7860"/>
                    <a:gd name="connsiteY2" fmla="*/ 0 h 8001"/>
                    <a:gd name="connsiteX3" fmla="*/ 3098 w 7860"/>
                    <a:gd name="connsiteY3" fmla="*/ 6001 h 8001"/>
                    <a:gd name="connsiteX4" fmla="*/ 7860 w 7860"/>
                    <a:gd name="connsiteY4" fmla="*/ 3715 h 8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860" h="8001">
                      <a:moveTo>
                        <a:pt x="7860" y="3715"/>
                      </a:moveTo>
                      <a:cubicBezTo>
                        <a:pt x="5384" y="7334"/>
                        <a:pt x="4145" y="6001"/>
                        <a:pt x="2050" y="8001"/>
                      </a:cubicBezTo>
                      <a:cubicBezTo>
                        <a:pt x="1383" y="6096"/>
                        <a:pt x="-2427" y="5525"/>
                        <a:pt x="2431" y="0"/>
                      </a:cubicBezTo>
                      <a:cubicBezTo>
                        <a:pt x="1669" y="2477"/>
                        <a:pt x="526" y="5048"/>
                        <a:pt x="3098" y="6001"/>
                      </a:cubicBezTo>
                      <a:cubicBezTo>
                        <a:pt x="5098" y="286"/>
                        <a:pt x="3003" y="7334"/>
                        <a:pt x="786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8" name="Freeform: Shape 547">
                  <a:extLst>
                    <a:ext uri="{FF2B5EF4-FFF2-40B4-BE49-F238E27FC236}">
                      <a16:creationId xmlns:a16="http://schemas.microsoft.com/office/drawing/2014/main" id="{93E1FB23-EFD7-484B-8697-05933FA58540}"/>
                    </a:ext>
                  </a:extLst>
                </p:cNvPr>
                <p:cNvSpPr/>
                <p:nvPr/>
              </p:nvSpPr>
              <p:spPr>
                <a:xfrm>
                  <a:off x="3213353" y="1364040"/>
                  <a:ext cx="3524" cy="6457"/>
                </a:xfrm>
                <a:custGeom>
                  <a:avLst/>
                  <a:gdLst>
                    <a:gd name="connsiteX0" fmla="*/ 0 w 3524"/>
                    <a:gd name="connsiteY0" fmla="*/ 5083 h 6457"/>
                    <a:gd name="connsiteX1" fmla="*/ 1143 w 3524"/>
                    <a:gd name="connsiteY1" fmla="*/ 321 h 6457"/>
                    <a:gd name="connsiteX2" fmla="*/ 3524 w 3524"/>
                    <a:gd name="connsiteY2" fmla="*/ 6131 h 6457"/>
                    <a:gd name="connsiteX3" fmla="*/ 0 w 3524"/>
                    <a:gd name="connsiteY3" fmla="*/ 5083 h 6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24" h="6457">
                      <a:moveTo>
                        <a:pt x="0" y="5083"/>
                      </a:moveTo>
                      <a:cubicBezTo>
                        <a:pt x="2953" y="3750"/>
                        <a:pt x="2858" y="1083"/>
                        <a:pt x="1143" y="321"/>
                      </a:cubicBezTo>
                      <a:cubicBezTo>
                        <a:pt x="5620" y="-1489"/>
                        <a:pt x="2000" y="4893"/>
                        <a:pt x="3524" y="6131"/>
                      </a:cubicBezTo>
                      <a:cubicBezTo>
                        <a:pt x="1334" y="7465"/>
                        <a:pt x="2667" y="4226"/>
                        <a:pt x="0" y="50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49" name="Freeform: Shape 548">
                  <a:extLst>
                    <a:ext uri="{FF2B5EF4-FFF2-40B4-BE49-F238E27FC236}">
                      <a16:creationId xmlns:a16="http://schemas.microsoft.com/office/drawing/2014/main" id="{90EB31B3-A869-4F2A-A482-9549DEF85765}"/>
                    </a:ext>
                  </a:extLst>
                </p:cNvPr>
                <p:cNvSpPr/>
                <p:nvPr/>
              </p:nvSpPr>
              <p:spPr>
                <a:xfrm>
                  <a:off x="3230575" y="1338865"/>
                  <a:ext cx="11353" cy="9268"/>
                </a:xfrm>
                <a:custGeom>
                  <a:avLst/>
                  <a:gdLst>
                    <a:gd name="connsiteX0" fmla="*/ 114 w 11353"/>
                    <a:gd name="connsiteY0" fmla="*/ 9207 h 9268"/>
                    <a:gd name="connsiteX1" fmla="*/ 11353 w 11353"/>
                    <a:gd name="connsiteY1" fmla="*/ 445 h 9268"/>
                    <a:gd name="connsiteX2" fmla="*/ 114 w 11353"/>
                    <a:gd name="connsiteY2" fmla="*/ 9207 h 9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353" h="9268">
                      <a:moveTo>
                        <a:pt x="114" y="9207"/>
                      </a:moveTo>
                      <a:cubicBezTo>
                        <a:pt x="-1219" y="10255"/>
                        <a:pt x="9544" y="-2508"/>
                        <a:pt x="11353" y="445"/>
                      </a:cubicBezTo>
                      <a:cubicBezTo>
                        <a:pt x="8115" y="1397"/>
                        <a:pt x="3924" y="6159"/>
                        <a:pt x="114" y="92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0" name="Freeform: Shape 549">
                  <a:extLst>
                    <a:ext uri="{FF2B5EF4-FFF2-40B4-BE49-F238E27FC236}">
                      <a16:creationId xmlns:a16="http://schemas.microsoft.com/office/drawing/2014/main" id="{2C6F6AEA-4C3B-4C22-83A1-F5C8E4E49E9E}"/>
                    </a:ext>
                  </a:extLst>
                </p:cNvPr>
                <p:cNvSpPr/>
                <p:nvPr/>
              </p:nvSpPr>
              <p:spPr>
                <a:xfrm>
                  <a:off x="2922365" y="1707451"/>
                  <a:ext cx="7524" cy="12496"/>
                </a:xfrm>
                <a:custGeom>
                  <a:avLst/>
                  <a:gdLst>
                    <a:gd name="connsiteX0" fmla="*/ 572 w 7524"/>
                    <a:gd name="connsiteY0" fmla="*/ 0 h 12496"/>
                    <a:gd name="connsiteX1" fmla="*/ 7525 w 7524"/>
                    <a:gd name="connsiteY1" fmla="*/ 11430 h 12496"/>
                    <a:gd name="connsiteX2" fmla="*/ 1524 w 7524"/>
                    <a:gd name="connsiteY2" fmla="*/ 10096 h 12496"/>
                    <a:gd name="connsiteX3" fmla="*/ 572 w 7524"/>
                    <a:gd name="connsiteY3" fmla="*/ 0 h 124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524" h="12496">
                      <a:moveTo>
                        <a:pt x="572" y="0"/>
                      </a:moveTo>
                      <a:cubicBezTo>
                        <a:pt x="4001" y="3524"/>
                        <a:pt x="6096" y="7810"/>
                        <a:pt x="7525" y="11430"/>
                      </a:cubicBezTo>
                      <a:cubicBezTo>
                        <a:pt x="2191" y="15621"/>
                        <a:pt x="6858" y="5810"/>
                        <a:pt x="1524" y="10096"/>
                      </a:cubicBezTo>
                      <a:cubicBezTo>
                        <a:pt x="4191" y="4477"/>
                        <a:pt x="-1810" y="5810"/>
                        <a:pt x="57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1" name="Freeform: Shape 550">
                  <a:extLst>
                    <a:ext uri="{FF2B5EF4-FFF2-40B4-BE49-F238E27FC236}">
                      <a16:creationId xmlns:a16="http://schemas.microsoft.com/office/drawing/2014/main" id="{BD2ADC89-9C4A-4C8D-8A76-2FB10B70F803}"/>
                    </a:ext>
                  </a:extLst>
                </p:cNvPr>
                <p:cNvSpPr/>
                <p:nvPr/>
              </p:nvSpPr>
              <p:spPr>
                <a:xfrm>
                  <a:off x="3235261" y="1351025"/>
                  <a:ext cx="7715" cy="3121"/>
                </a:xfrm>
                <a:custGeom>
                  <a:avLst/>
                  <a:gdLst>
                    <a:gd name="connsiteX0" fmla="*/ 0 w 7715"/>
                    <a:gd name="connsiteY0" fmla="*/ 2953 h 3121"/>
                    <a:gd name="connsiteX1" fmla="*/ 7715 w 7715"/>
                    <a:gd name="connsiteY1" fmla="*/ 0 h 3121"/>
                    <a:gd name="connsiteX2" fmla="*/ 0 w 7715"/>
                    <a:gd name="connsiteY2" fmla="*/ 2953 h 3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715" h="3121">
                      <a:moveTo>
                        <a:pt x="0" y="2953"/>
                      </a:moveTo>
                      <a:cubicBezTo>
                        <a:pt x="2953" y="191"/>
                        <a:pt x="4572" y="3334"/>
                        <a:pt x="7715" y="0"/>
                      </a:cubicBezTo>
                      <a:cubicBezTo>
                        <a:pt x="6763" y="3334"/>
                        <a:pt x="2000" y="3334"/>
                        <a:pt x="0" y="2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2" name="Freeform: Shape 551">
                  <a:extLst>
                    <a:ext uri="{FF2B5EF4-FFF2-40B4-BE49-F238E27FC236}">
                      <a16:creationId xmlns:a16="http://schemas.microsoft.com/office/drawing/2014/main" id="{FF87FF3B-A684-451D-AD35-7ECCCA16CB4A}"/>
                    </a:ext>
                  </a:extLst>
                </p:cNvPr>
                <p:cNvSpPr/>
                <p:nvPr/>
              </p:nvSpPr>
              <p:spPr>
                <a:xfrm>
                  <a:off x="3073717" y="1540603"/>
                  <a:ext cx="7619" cy="3711"/>
                </a:xfrm>
                <a:custGeom>
                  <a:avLst/>
                  <a:gdLst>
                    <a:gd name="connsiteX0" fmla="*/ 0 w 7619"/>
                    <a:gd name="connsiteY0" fmla="*/ 923 h 3711"/>
                    <a:gd name="connsiteX1" fmla="*/ 5334 w 7619"/>
                    <a:gd name="connsiteY1" fmla="*/ 447 h 3711"/>
                    <a:gd name="connsiteX2" fmla="*/ 7620 w 7619"/>
                    <a:gd name="connsiteY2" fmla="*/ 3399 h 3711"/>
                    <a:gd name="connsiteX3" fmla="*/ 0 w 7619"/>
                    <a:gd name="connsiteY3" fmla="*/ 923 h 37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19" h="3711">
                      <a:moveTo>
                        <a:pt x="0" y="923"/>
                      </a:moveTo>
                      <a:cubicBezTo>
                        <a:pt x="3715" y="-2697"/>
                        <a:pt x="0" y="5876"/>
                        <a:pt x="5334" y="447"/>
                      </a:cubicBezTo>
                      <a:cubicBezTo>
                        <a:pt x="5239" y="2828"/>
                        <a:pt x="5524" y="2733"/>
                        <a:pt x="7620" y="3399"/>
                      </a:cubicBezTo>
                      <a:cubicBezTo>
                        <a:pt x="3524" y="3971"/>
                        <a:pt x="2476" y="4066"/>
                        <a:pt x="0" y="9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3" name="Freeform: Shape 552">
                  <a:extLst>
                    <a:ext uri="{FF2B5EF4-FFF2-40B4-BE49-F238E27FC236}">
                      <a16:creationId xmlns:a16="http://schemas.microsoft.com/office/drawing/2014/main" id="{19F62EF6-88E2-46C9-9524-DD2BBA9646EB}"/>
                    </a:ext>
                  </a:extLst>
                </p:cNvPr>
                <p:cNvSpPr/>
                <p:nvPr/>
              </p:nvSpPr>
              <p:spPr>
                <a:xfrm>
                  <a:off x="3097339" y="1518962"/>
                  <a:ext cx="9429" cy="5154"/>
                </a:xfrm>
                <a:custGeom>
                  <a:avLst/>
                  <a:gdLst>
                    <a:gd name="connsiteX0" fmla="*/ 0 w 9429"/>
                    <a:gd name="connsiteY0" fmla="*/ 180 h 5154"/>
                    <a:gd name="connsiteX1" fmla="*/ 9430 w 9429"/>
                    <a:gd name="connsiteY1" fmla="*/ 3895 h 5154"/>
                    <a:gd name="connsiteX2" fmla="*/ 0 w 9429"/>
                    <a:gd name="connsiteY2" fmla="*/ 180 h 51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429" h="5154">
                      <a:moveTo>
                        <a:pt x="0" y="180"/>
                      </a:moveTo>
                      <a:cubicBezTo>
                        <a:pt x="5429" y="-1154"/>
                        <a:pt x="4763" y="5419"/>
                        <a:pt x="9430" y="3895"/>
                      </a:cubicBezTo>
                      <a:cubicBezTo>
                        <a:pt x="3620" y="7990"/>
                        <a:pt x="2858" y="847"/>
                        <a:pt x="0" y="18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4" name="Freeform: Shape 553">
                  <a:extLst>
                    <a:ext uri="{FF2B5EF4-FFF2-40B4-BE49-F238E27FC236}">
                      <a16:creationId xmlns:a16="http://schemas.microsoft.com/office/drawing/2014/main" id="{B47098F3-F089-4B00-BC29-6CAC195D5FCC}"/>
                    </a:ext>
                  </a:extLst>
                </p:cNvPr>
                <p:cNvSpPr/>
                <p:nvPr/>
              </p:nvSpPr>
              <p:spPr>
                <a:xfrm>
                  <a:off x="3134963" y="1472108"/>
                  <a:ext cx="4170" cy="6076"/>
                </a:xfrm>
                <a:custGeom>
                  <a:avLst/>
                  <a:gdLst>
                    <a:gd name="connsiteX0" fmla="*/ 1333 w 4170"/>
                    <a:gd name="connsiteY0" fmla="*/ 2266 h 6076"/>
                    <a:gd name="connsiteX1" fmla="*/ 2857 w 4170"/>
                    <a:gd name="connsiteY1" fmla="*/ 552 h 6076"/>
                    <a:gd name="connsiteX2" fmla="*/ 2857 w 4170"/>
                    <a:gd name="connsiteY2" fmla="*/ 4648 h 6076"/>
                    <a:gd name="connsiteX3" fmla="*/ 857 w 4170"/>
                    <a:gd name="connsiteY3" fmla="*/ 6076 h 6076"/>
                    <a:gd name="connsiteX4" fmla="*/ 0 w 4170"/>
                    <a:gd name="connsiteY4" fmla="*/ 5505 h 6076"/>
                    <a:gd name="connsiteX5" fmla="*/ 1238 w 4170"/>
                    <a:gd name="connsiteY5" fmla="*/ 4933 h 6076"/>
                    <a:gd name="connsiteX6" fmla="*/ 1333 w 4170"/>
                    <a:gd name="connsiteY6" fmla="*/ 2266 h 6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170" h="6076">
                      <a:moveTo>
                        <a:pt x="1333" y="2266"/>
                      </a:moveTo>
                      <a:cubicBezTo>
                        <a:pt x="2286" y="1695"/>
                        <a:pt x="3238" y="1123"/>
                        <a:pt x="2857" y="552"/>
                      </a:cubicBezTo>
                      <a:cubicBezTo>
                        <a:pt x="6763" y="-1925"/>
                        <a:pt x="476" y="4743"/>
                        <a:pt x="2857" y="4648"/>
                      </a:cubicBezTo>
                      <a:cubicBezTo>
                        <a:pt x="2191" y="5314"/>
                        <a:pt x="1619" y="5219"/>
                        <a:pt x="857" y="6076"/>
                      </a:cubicBezTo>
                      <a:lnTo>
                        <a:pt x="0" y="5505"/>
                      </a:lnTo>
                      <a:cubicBezTo>
                        <a:pt x="571" y="4743"/>
                        <a:pt x="857" y="4838"/>
                        <a:pt x="1238" y="4933"/>
                      </a:cubicBezTo>
                      <a:cubicBezTo>
                        <a:pt x="1905" y="3695"/>
                        <a:pt x="2096" y="2743"/>
                        <a:pt x="1333" y="226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5" name="Freeform: Shape 554">
                  <a:extLst>
                    <a:ext uri="{FF2B5EF4-FFF2-40B4-BE49-F238E27FC236}">
                      <a16:creationId xmlns:a16="http://schemas.microsoft.com/office/drawing/2014/main" id="{619CC79D-CCB6-47AD-AFB0-A932E2D35093}"/>
                    </a:ext>
                  </a:extLst>
                </p:cNvPr>
                <p:cNvSpPr/>
                <p:nvPr/>
              </p:nvSpPr>
              <p:spPr>
                <a:xfrm>
                  <a:off x="3060376" y="1576337"/>
                  <a:ext cx="2405" cy="5396"/>
                </a:xfrm>
                <a:custGeom>
                  <a:avLst/>
                  <a:gdLst>
                    <a:gd name="connsiteX0" fmla="*/ 1149 w 2405"/>
                    <a:gd name="connsiteY0" fmla="*/ 622 h 5396"/>
                    <a:gd name="connsiteX1" fmla="*/ 196 w 2405"/>
                    <a:gd name="connsiteY1" fmla="*/ 4051 h 5396"/>
                    <a:gd name="connsiteX2" fmla="*/ 1815 w 2405"/>
                    <a:gd name="connsiteY2" fmla="*/ 3765 h 5396"/>
                    <a:gd name="connsiteX3" fmla="*/ 1149 w 2405"/>
                    <a:gd name="connsiteY3" fmla="*/ 622 h 5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05" h="5396">
                      <a:moveTo>
                        <a:pt x="1149" y="622"/>
                      </a:moveTo>
                      <a:cubicBezTo>
                        <a:pt x="3816" y="-1569"/>
                        <a:pt x="1625" y="2622"/>
                        <a:pt x="196" y="4051"/>
                      </a:cubicBezTo>
                      <a:cubicBezTo>
                        <a:pt x="577" y="4527"/>
                        <a:pt x="1149" y="4337"/>
                        <a:pt x="1815" y="3765"/>
                      </a:cubicBezTo>
                      <a:cubicBezTo>
                        <a:pt x="-375" y="8147"/>
                        <a:pt x="-566" y="2527"/>
                        <a:pt x="1149" y="6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6" name="Freeform: Shape 555">
                  <a:extLst>
                    <a:ext uri="{FF2B5EF4-FFF2-40B4-BE49-F238E27FC236}">
                      <a16:creationId xmlns:a16="http://schemas.microsoft.com/office/drawing/2014/main" id="{EB852475-256D-4BF3-8F88-7A04A2B51BA0}"/>
                    </a:ext>
                  </a:extLst>
                </p:cNvPr>
                <p:cNvSpPr/>
                <p:nvPr/>
              </p:nvSpPr>
              <p:spPr>
                <a:xfrm>
                  <a:off x="3069812" y="1568443"/>
                  <a:ext cx="3210" cy="4800"/>
                </a:xfrm>
                <a:custGeom>
                  <a:avLst/>
                  <a:gdLst>
                    <a:gd name="connsiteX0" fmla="*/ 381 w 3210"/>
                    <a:gd name="connsiteY0" fmla="*/ 4801 h 4800"/>
                    <a:gd name="connsiteX1" fmla="*/ 0 w 3210"/>
                    <a:gd name="connsiteY1" fmla="*/ 419 h 4800"/>
                    <a:gd name="connsiteX2" fmla="*/ 3048 w 3210"/>
                    <a:gd name="connsiteY2" fmla="*/ 2515 h 4800"/>
                    <a:gd name="connsiteX3" fmla="*/ 381 w 3210"/>
                    <a:gd name="connsiteY3" fmla="*/ 4801 h 4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0" h="4800">
                      <a:moveTo>
                        <a:pt x="381" y="4801"/>
                      </a:moveTo>
                      <a:cubicBezTo>
                        <a:pt x="286" y="3372"/>
                        <a:pt x="190" y="1848"/>
                        <a:pt x="0" y="419"/>
                      </a:cubicBezTo>
                      <a:cubicBezTo>
                        <a:pt x="2762" y="-1581"/>
                        <a:pt x="286" y="4325"/>
                        <a:pt x="3048" y="2515"/>
                      </a:cubicBezTo>
                      <a:cubicBezTo>
                        <a:pt x="3810" y="4515"/>
                        <a:pt x="1714" y="2038"/>
                        <a:pt x="381" y="48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7" name="Freeform: Shape 556">
                  <a:extLst>
                    <a:ext uri="{FF2B5EF4-FFF2-40B4-BE49-F238E27FC236}">
                      <a16:creationId xmlns:a16="http://schemas.microsoft.com/office/drawing/2014/main" id="{5842E02F-145B-4FEE-AC91-29D97BA4AA6B}"/>
                    </a:ext>
                  </a:extLst>
                </p:cNvPr>
                <p:cNvSpPr/>
                <p:nvPr/>
              </p:nvSpPr>
              <p:spPr>
                <a:xfrm>
                  <a:off x="2850070" y="1818959"/>
                  <a:ext cx="11144" cy="8888"/>
                </a:xfrm>
                <a:custGeom>
                  <a:avLst/>
                  <a:gdLst>
                    <a:gd name="connsiteX0" fmla="*/ 5334 w 11144"/>
                    <a:gd name="connsiteY0" fmla="*/ 8888 h 8888"/>
                    <a:gd name="connsiteX1" fmla="*/ 0 w 11144"/>
                    <a:gd name="connsiteY1" fmla="*/ 30 h 8888"/>
                    <a:gd name="connsiteX2" fmla="*/ 11144 w 11144"/>
                    <a:gd name="connsiteY2" fmla="*/ 5936 h 8888"/>
                    <a:gd name="connsiteX3" fmla="*/ 5334 w 11144"/>
                    <a:gd name="connsiteY3" fmla="*/ 8888 h 8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44" h="8888">
                      <a:moveTo>
                        <a:pt x="5334" y="8888"/>
                      </a:moveTo>
                      <a:cubicBezTo>
                        <a:pt x="2953" y="6221"/>
                        <a:pt x="1238" y="3269"/>
                        <a:pt x="0" y="30"/>
                      </a:cubicBezTo>
                      <a:cubicBezTo>
                        <a:pt x="5429" y="-637"/>
                        <a:pt x="4191" y="10031"/>
                        <a:pt x="11144" y="5936"/>
                      </a:cubicBezTo>
                      <a:cubicBezTo>
                        <a:pt x="8287" y="9841"/>
                        <a:pt x="7906" y="6126"/>
                        <a:pt x="5334" y="88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E1DB1D32-ABC2-434A-BBAD-098028D8DDC9}"/>
                    </a:ext>
                  </a:extLst>
                </p:cNvPr>
                <p:cNvSpPr/>
                <p:nvPr/>
              </p:nvSpPr>
              <p:spPr>
                <a:xfrm>
                  <a:off x="3088766" y="1540328"/>
                  <a:ext cx="20344" cy="19485"/>
                </a:xfrm>
                <a:custGeom>
                  <a:avLst/>
                  <a:gdLst>
                    <a:gd name="connsiteX0" fmla="*/ 11335 w 20344"/>
                    <a:gd name="connsiteY0" fmla="*/ 5388 h 19485"/>
                    <a:gd name="connsiteX1" fmla="*/ 15049 w 20344"/>
                    <a:gd name="connsiteY1" fmla="*/ 5198 h 19485"/>
                    <a:gd name="connsiteX2" fmla="*/ 20288 w 20344"/>
                    <a:gd name="connsiteY2" fmla="*/ 3293 h 19485"/>
                    <a:gd name="connsiteX3" fmla="*/ 14288 w 20344"/>
                    <a:gd name="connsiteY3" fmla="*/ 6055 h 19485"/>
                    <a:gd name="connsiteX4" fmla="*/ 14097 w 20344"/>
                    <a:gd name="connsiteY4" fmla="*/ 8627 h 19485"/>
                    <a:gd name="connsiteX5" fmla="*/ 16764 w 20344"/>
                    <a:gd name="connsiteY5" fmla="*/ 6341 h 19485"/>
                    <a:gd name="connsiteX6" fmla="*/ 15335 w 20344"/>
                    <a:gd name="connsiteY6" fmla="*/ 9484 h 19485"/>
                    <a:gd name="connsiteX7" fmla="*/ 17621 w 20344"/>
                    <a:gd name="connsiteY7" fmla="*/ 12437 h 19485"/>
                    <a:gd name="connsiteX8" fmla="*/ 14002 w 20344"/>
                    <a:gd name="connsiteY8" fmla="*/ 14056 h 19485"/>
                    <a:gd name="connsiteX9" fmla="*/ 16954 w 20344"/>
                    <a:gd name="connsiteY9" fmla="*/ 14723 h 19485"/>
                    <a:gd name="connsiteX10" fmla="*/ 7811 w 20344"/>
                    <a:gd name="connsiteY10" fmla="*/ 13961 h 19485"/>
                    <a:gd name="connsiteX11" fmla="*/ 11239 w 20344"/>
                    <a:gd name="connsiteY11" fmla="*/ 10818 h 19485"/>
                    <a:gd name="connsiteX12" fmla="*/ 11049 w 20344"/>
                    <a:gd name="connsiteY12" fmla="*/ 13389 h 19485"/>
                    <a:gd name="connsiteX13" fmla="*/ 14097 w 20344"/>
                    <a:gd name="connsiteY13" fmla="*/ 9960 h 19485"/>
                    <a:gd name="connsiteX14" fmla="*/ 11144 w 20344"/>
                    <a:gd name="connsiteY14" fmla="*/ 9294 h 19485"/>
                    <a:gd name="connsiteX15" fmla="*/ 8477 w 20344"/>
                    <a:gd name="connsiteY15" fmla="*/ 11580 h 19485"/>
                    <a:gd name="connsiteX16" fmla="*/ 9715 w 20344"/>
                    <a:gd name="connsiteY16" fmla="*/ 7008 h 19485"/>
                    <a:gd name="connsiteX17" fmla="*/ 4191 w 20344"/>
                    <a:gd name="connsiteY17" fmla="*/ 10056 h 19485"/>
                    <a:gd name="connsiteX18" fmla="*/ 0 w 20344"/>
                    <a:gd name="connsiteY18" fmla="*/ 19485 h 19485"/>
                    <a:gd name="connsiteX19" fmla="*/ 1619 w 20344"/>
                    <a:gd name="connsiteY19" fmla="*/ 9675 h 19485"/>
                    <a:gd name="connsiteX20" fmla="*/ 7144 w 20344"/>
                    <a:gd name="connsiteY20" fmla="*/ 6627 h 19485"/>
                    <a:gd name="connsiteX21" fmla="*/ 9239 w 20344"/>
                    <a:gd name="connsiteY21" fmla="*/ 2626 h 19485"/>
                    <a:gd name="connsiteX22" fmla="*/ 7144 w 20344"/>
                    <a:gd name="connsiteY22" fmla="*/ 2626 h 19485"/>
                    <a:gd name="connsiteX23" fmla="*/ 7429 w 20344"/>
                    <a:gd name="connsiteY23" fmla="*/ 1483 h 19485"/>
                    <a:gd name="connsiteX24" fmla="*/ 7715 w 20344"/>
                    <a:gd name="connsiteY24" fmla="*/ 340 h 19485"/>
                    <a:gd name="connsiteX25" fmla="*/ 12478 w 20344"/>
                    <a:gd name="connsiteY25" fmla="*/ 2150 h 19485"/>
                    <a:gd name="connsiteX26" fmla="*/ 11335 w 20344"/>
                    <a:gd name="connsiteY26" fmla="*/ 5388 h 19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0344" h="19485">
                      <a:moveTo>
                        <a:pt x="11335" y="5388"/>
                      </a:moveTo>
                      <a:cubicBezTo>
                        <a:pt x="12478" y="5579"/>
                        <a:pt x="14097" y="4245"/>
                        <a:pt x="15049" y="5198"/>
                      </a:cubicBezTo>
                      <a:cubicBezTo>
                        <a:pt x="15430" y="3579"/>
                        <a:pt x="20955" y="1388"/>
                        <a:pt x="20288" y="3293"/>
                      </a:cubicBezTo>
                      <a:cubicBezTo>
                        <a:pt x="18288" y="4436"/>
                        <a:pt x="16288" y="5388"/>
                        <a:pt x="14288" y="6055"/>
                      </a:cubicBezTo>
                      <a:cubicBezTo>
                        <a:pt x="13526" y="7198"/>
                        <a:pt x="13335" y="8151"/>
                        <a:pt x="14097" y="8627"/>
                      </a:cubicBezTo>
                      <a:cubicBezTo>
                        <a:pt x="14764" y="8817"/>
                        <a:pt x="15812" y="7293"/>
                        <a:pt x="16764" y="6341"/>
                      </a:cubicBezTo>
                      <a:cubicBezTo>
                        <a:pt x="16954" y="7103"/>
                        <a:pt x="16669" y="8055"/>
                        <a:pt x="15335" y="9484"/>
                      </a:cubicBezTo>
                      <a:cubicBezTo>
                        <a:pt x="18002" y="7865"/>
                        <a:pt x="20764" y="8913"/>
                        <a:pt x="17621" y="12437"/>
                      </a:cubicBezTo>
                      <a:cubicBezTo>
                        <a:pt x="17717" y="8913"/>
                        <a:pt x="15907" y="9770"/>
                        <a:pt x="14002" y="14056"/>
                      </a:cubicBezTo>
                      <a:cubicBezTo>
                        <a:pt x="15049" y="15390"/>
                        <a:pt x="17812" y="11865"/>
                        <a:pt x="16954" y="14723"/>
                      </a:cubicBezTo>
                      <a:cubicBezTo>
                        <a:pt x="11621" y="18057"/>
                        <a:pt x="9525" y="15009"/>
                        <a:pt x="7811" y="13961"/>
                      </a:cubicBezTo>
                      <a:cubicBezTo>
                        <a:pt x="8763" y="13485"/>
                        <a:pt x="10001" y="12342"/>
                        <a:pt x="11239" y="10818"/>
                      </a:cubicBezTo>
                      <a:cubicBezTo>
                        <a:pt x="11239" y="11675"/>
                        <a:pt x="9906" y="13104"/>
                        <a:pt x="11049" y="13389"/>
                      </a:cubicBezTo>
                      <a:cubicBezTo>
                        <a:pt x="12287" y="14056"/>
                        <a:pt x="13716" y="10627"/>
                        <a:pt x="14097" y="9960"/>
                      </a:cubicBezTo>
                      <a:cubicBezTo>
                        <a:pt x="13811" y="8246"/>
                        <a:pt x="9335" y="12627"/>
                        <a:pt x="11144" y="9294"/>
                      </a:cubicBezTo>
                      <a:cubicBezTo>
                        <a:pt x="10001" y="8055"/>
                        <a:pt x="10096" y="12532"/>
                        <a:pt x="8477" y="11580"/>
                      </a:cubicBezTo>
                      <a:cubicBezTo>
                        <a:pt x="6668" y="10818"/>
                        <a:pt x="11716" y="8436"/>
                        <a:pt x="9715" y="7008"/>
                      </a:cubicBezTo>
                      <a:cubicBezTo>
                        <a:pt x="8572" y="5388"/>
                        <a:pt x="5239" y="12151"/>
                        <a:pt x="4191" y="10056"/>
                      </a:cubicBezTo>
                      <a:cubicBezTo>
                        <a:pt x="857" y="14151"/>
                        <a:pt x="3429" y="15485"/>
                        <a:pt x="0" y="19485"/>
                      </a:cubicBezTo>
                      <a:cubicBezTo>
                        <a:pt x="571" y="16247"/>
                        <a:pt x="-571" y="13770"/>
                        <a:pt x="1619" y="9675"/>
                      </a:cubicBezTo>
                      <a:cubicBezTo>
                        <a:pt x="2667" y="11675"/>
                        <a:pt x="5144" y="8151"/>
                        <a:pt x="7144" y="6627"/>
                      </a:cubicBezTo>
                      <a:cubicBezTo>
                        <a:pt x="6477" y="5674"/>
                        <a:pt x="6001" y="4912"/>
                        <a:pt x="9239" y="2626"/>
                      </a:cubicBezTo>
                      <a:cubicBezTo>
                        <a:pt x="8668" y="2150"/>
                        <a:pt x="8096" y="1674"/>
                        <a:pt x="7144" y="2626"/>
                      </a:cubicBezTo>
                      <a:cubicBezTo>
                        <a:pt x="6668" y="2531"/>
                        <a:pt x="7048" y="1959"/>
                        <a:pt x="7429" y="1483"/>
                      </a:cubicBezTo>
                      <a:cubicBezTo>
                        <a:pt x="8192" y="816"/>
                        <a:pt x="8001" y="531"/>
                        <a:pt x="7715" y="340"/>
                      </a:cubicBezTo>
                      <a:cubicBezTo>
                        <a:pt x="10859" y="-1279"/>
                        <a:pt x="9144" y="3483"/>
                        <a:pt x="12478" y="2150"/>
                      </a:cubicBezTo>
                      <a:cubicBezTo>
                        <a:pt x="8858" y="4722"/>
                        <a:pt x="14002" y="2055"/>
                        <a:pt x="11335" y="53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59" name="Freeform: Shape 558">
                  <a:extLst>
                    <a:ext uri="{FF2B5EF4-FFF2-40B4-BE49-F238E27FC236}">
                      <a16:creationId xmlns:a16="http://schemas.microsoft.com/office/drawing/2014/main" id="{E4C18EAB-E0BF-4B47-B8F1-108FE6AC111A}"/>
                    </a:ext>
                  </a:extLst>
                </p:cNvPr>
                <p:cNvSpPr/>
                <p:nvPr/>
              </p:nvSpPr>
              <p:spPr>
                <a:xfrm>
                  <a:off x="3104647" y="1533048"/>
                  <a:ext cx="3334" cy="7524"/>
                </a:xfrm>
                <a:custGeom>
                  <a:avLst/>
                  <a:gdLst>
                    <a:gd name="connsiteX0" fmla="*/ 3074 w 3334"/>
                    <a:gd name="connsiteY0" fmla="*/ 0 h 7524"/>
                    <a:gd name="connsiteX1" fmla="*/ 26 w 3334"/>
                    <a:gd name="connsiteY1" fmla="*/ 7525 h 7524"/>
                    <a:gd name="connsiteX2" fmla="*/ 3074 w 3334"/>
                    <a:gd name="connsiteY2" fmla="*/ 0 h 7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34" h="7524">
                      <a:moveTo>
                        <a:pt x="3074" y="0"/>
                      </a:moveTo>
                      <a:cubicBezTo>
                        <a:pt x="4027" y="1524"/>
                        <a:pt x="2217" y="4477"/>
                        <a:pt x="26" y="7525"/>
                      </a:cubicBezTo>
                      <a:cubicBezTo>
                        <a:pt x="-259" y="5620"/>
                        <a:pt x="1836" y="2572"/>
                        <a:pt x="307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0" name="Freeform: Shape 559">
                  <a:extLst>
                    <a:ext uri="{FF2B5EF4-FFF2-40B4-BE49-F238E27FC236}">
                      <a16:creationId xmlns:a16="http://schemas.microsoft.com/office/drawing/2014/main" id="{EA867ECF-7946-4043-9242-9547B9812F1A}"/>
                    </a:ext>
                  </a:extLst>
                </p:cNvPr>
                <p:cNvSpPr/>
                <p:nvPr/>
              </p:nvSpPr>
              <p:spPr>
                <a:xfrm>
                  <a:off x="3075622" y="1567910"/>
                  <a:ext cx="3958" cy="5301"/>
                </a:xfrm>
                <a:custGeom>
                  <a:avLst/>
                  <a:gdLst>
                    <a:gd name="connsiteX0" fmla="*/ 2858 w 3958"/>
                    <a:gd name="connsiteY0" fmla="*/ 0 h 5301"/>
                    <a:gd name="connsiteX1" fmla="*/ 3905 w 3958"/>
                    <a:gd name="connsiteY1" fmla="*/ 2000 h 5301"/>
                    <a:gd name="connsiteX2" fmla="*/ 0 w 3958"/>
                    <a:gd name="connsiteY2" fmla="*/ 4858 h 5301"/>
                    <a:gd name="connsiteX3" fmla="*/ 2858 w 3958"/>
                    <a:gd name="connsiteY3" fmla="*/ 0 h 5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58" h="5301">
                      <a:moveTo>
                        <a:pt x="2858" y="0"/>
                      </a:moveTo>
                      <a:cubicBezTo>
                        <a:pt x="2667" y="857"/>
                        <a:pt x="95" y="6096"/>
                        <a:pt x="3905" y="2000"/>
                      </a:cubicBezTo>
                      <a:cubicBezTo>
                        <a:pt x="4477" y="3238"/>
                        <a:pt x="286" y="6477"/>
                        <a:pt x="0" y="4858"/>
                      </a:cubicBezTo>
                      <a:cubicBezTo>
                        <a:pt x="2572" y="2477"/>
                        <a:pt x="191" y="2381"/>
                        <a:pt x="285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1" name="Freeform: Shape 560">
                  <a:extLst>
                    <a:ext uri="{FF2B5EF4-FFF2-40B4-BE49-F238E27FC236}">
                      <a16:creationId xmlns:a16="http://schemas.microsoft.com/office/drawing/2014/main" id="{37125CE2-8A6E-4EC8-9C51-97B6BAABE15F}"/>
                    </a:ext>
                  </a:extLst>
                </p:cNvPr>
                <p:cNvSpPr/>
                <p:nvPr/>
              </p:nvSpPr>
              <p:spPr>
                <a:xfrm>
                  <a:off x="3084290" y="1555718"/>
                  <a:ext cx="54033" cy="35528"/>
                </a:xfrm>
                <a:custGeom>
                  <a:avLst/>
                  <a:gdLst>
                    <a:gd name="connsiteX0" fmla="*/ 34290 w 54033"/>
                    <a:gd name="connsiteY0" fmla="*/ 13525 h 35528"/>
                    <a:gd name="connsiteX1" fmla="*/ 38862 w 54033"/>
                    <a:gd name="connsiteY1" fmla="*/ 14002 h 35528"/>
                    <a:gd name="connsiteX2" fmla="*/ 34957 w 54033"/>
                    <a:gd name="connsiteY2" fmla="*/ 16764 h 35528"/>
                    <a:gd name="connsiteX3" fmla="*/ 26194 w 54033"/>
                    <a:gd name="connsiteY3" fmla="*/ 14764 h 35528"/>
                    <a:gd name="connsiteX4" fmla="*/ 27813 w 54033"/>
                    <a:gd name="connsiteY4" fmla="*/ 20002 h 35528"/>
                    <a:gd name="connsiteX5" fmla="*/ 32480 w 54033"/>
                    <a:gd name="connsiteY5" fmla="*/ 16383 h 35528"/>
                    <a:gd name="connsiteX6" fmla="*/ 33814 w 54033"/>
                    <a:gd name="connsiteY6" fmla="*/ 17335 h 35528"/>
                    <a:gd name="connsiteX7" fmla="*/ 27146 w 54033"/>
                    <a:gd name="connsiteY7" fmla="*/ 22384 h 35528"/>
                    <a:gd name="connsiteX8" fmla="*/ 32480 w 54033"/>
                    <a:gd name="connsiteY8" fmla="*/ 22003 h 35528"/>
                    <a:gd name="connsiteX9" fmla="*/ 31147 w 54033"/>
                    <a:gd name="connsiteY9" fmla="*/ 26575 h 35528"/>
                    <a:gd name="connsiteX10" fmla="*/ 24384 w 54033"/>
                    <a:gd name="connsiteY10" fmla="*/ 30099 h 35528"/>
                    <a:gd name="connsiteX11" fmla="*/ 28575 w 54033"/>
                    <a:gd name="connsiteY11" fmla="*/ 26194 h 35528"/>
                    <a:gd name="connsiteX12" fmla="*/ 23336 w 54033"/>
                    <a:gd name="connsiteY12" fmla="*/ 28099 h 35528"/>
                    <a:gd name="connsiteX13" fmla="*/ 22193 w 54033"/>
                    <a:gd name="connsiteY13" fmla="*/ 23050 h 35528"/>
                    <a:gd name="connsiteX14" fmla="*/ 19526 w 54033"/>
                    <a:gd name="connsiteY14" fmla="*/ 25336 h 35528"/>
                    <a:gd name="connsiteX15" fmla="*/ 10192 w 54033"/>
                    <a:gd name="connsiteY15" fmla="*/ 6667 h 35528"/>
                    <a:gd name="connsiteX16" fmla="*/ 12287 w 54033"/>
                    <a:gd name="connsiteY16" fmla="*/ 6667 h 35528"/>
                    <a:gd name="connsiteX17" fmla="*/ 14478 w 54033"/>
                    <a:gd name="connsiteY17" fmla="*/ 2667 h 35528"/>
                    <a:gd name="connsiteX18" fmla="*/ 4763 w 54033"/>
                    <a:gd name="connsiteY18" fmla="*/ 9715 h 35528"/>
                    <a:gd name="connsiteX19" fmla="*/ 6001 w 54033"/>
                    <a:gd name="connsiteY19" fmla="*/ 5144 h 35528"/>
                    <a:gd name="connsiteX20" fmla="*/ 0 w 54033"/>
                    <a:gd name="connsiteY20" fmla="*/ 12001 h 35528"/>
                    <a:gd name="connsiteX21" fmla="*/ 6668 w 54033"/>
                    <a:gd name="connsiteY21" fmla="*/ 12382 h 35528"/>
                    <a:gd name="connsiteX22" fmla="*/ 7620 w 54033"/>
                    <a:gd name="connsiteY22" fmla="*/ 8953 h 35528"/>
                    <a:gd name="connsiteX23" fmla="*/ 5715 w 54033"/>
                    <a:gd name="connsiteY23" fmla="*/ 15811 h 35528"/>
                    <a:gd name="connsiteX24" fmla="*/ 10096 w 54033"/>
                    <a:gd name="connsiteY24" fmla="*/ 18764 h 35528"/>
                    <a:gd name="connsiteX25" fmla="*/ 6668 w 54033"/>
                    <a:gd name="connsiteY25" fmla="*/ 21907 h 35528"/>
                    <a:gd name="connsiteX26" fmla="*/ 12287 w 54033"/>
                    <a:gd name="connsiteY26" fmla="*/ 20288 h 35528"/>
                    <a:gd name="connsiteX27" fmla="*/ 10096 w 54033"/>
                    <a:gd name="connsiteY27" fmla="*/ 24289 h 35528"/>
                    <a:gd name="connsiteX28" fmla="*/ 14764 w 54033"/>
                    <a:gd name="connsiteY28" fmla="*/ 26098 h 35528"/>
                    <a:gd name="connsiteX29" fmla="*/ 14859 w 54033"/>
                    <a:gd name="connsiteY29" fmla="*/ 22098 h 35528"/>
                    <a:gd name="connsiteX30" fmla="*/ 15812 w 54033"/>
                    <a:gd name="connsiteY30" fmla="*/ 29623 h 35528"/>
                    <a:gd name="connsiteX31" fmla="*/ 18479 w 54033"/>
                    <a:gd name="connsiteY31" fmla="*/ 27337 h 35528"/>
                    <a:gd name="connsiteX32" fmla="*/ 23908 w 54033"/>
                    <a:gd name="connsiteY32" fmla="*/ 35433 h 35528"/>
                    <a:gd name="connsiteX33" fmla="*/ 28004 w 54033"/>
                    <a:gd name="connsiteY33" fmla="*/ 35528 h 35528"/>
                    <a:gd name="connsiteX34" fmla="*/ 32195 w 54033"/>
                    <a:gd name="connsiteY34" fmla="*/ 30099 h 35528"/>
                    <a:gd name="connsiteX35" fmla="*/ 33528 w 54033"/>
                    <a:gd name="connsiteY35" fmla="*/ 25527 h 35528"/>
                    <a:gd name="connsiteX36" fmla="*/ 46387 w 54033"/>
                    <a:gd name="connsiteY36" fmla="*/ 22193 h 35528"/>
                    <a:gd name="connsiteX37" fmla="*/ 41529 w 54033"/>
                    <a:gd name="connsiteY37" fmla="*/ 17335 h 35528"/>
                    <a:gd name="connsiteX38" fmla="*/ 45053 w 54033"/>
                    <a:gd name="connsiteY38" fmla="*/ 21241 h 35528"/>
                    <a:gd name="connsiteX39" fmla="*/ 53530 w 54033"/>
                    <a:gd name="connsiteY39" fmla="*/ 18955 h 35528"/>
                    <a:gd name="connsiteX40" fmla="*/ 48673 w 54033"/>
                    <a:gd name="connsiteY40" fmla="*/ 14097 h 35528"/>
                    <a:gd name="connsiteX41" fmla="*/ 51054 w 54033"/>
                    <a:gd name="connsiteY41" fmla="*/ 13049 h 35528"/>
                    <a:gd name="connsiteX42" fmla="*/ 48768 w 54033"/>
                    <a:gd name="connsiteY42" fmla="*/ 3048 h 35528"/>
                    <a:gd name="connsiteX43" fmla="*/ 46482 w 54033"/>
                    <a:gd name="connsiteY43" fmla="*/ 0 h 35528"/>
                    <a:gd name="connsiteX44" fmla="*/ 41434 w 54033"/>
                    <a:gd name="connsiteY44" fmla="*/ 10382 h 35528"/>
                    <a:gd name="connsiteX45" fmla="*/ 37814 w 54033"/>
                    <a:gd name="connsiteY45" fmla="*/ 12001 h 35528"/>
                    <a:gd name="connsiteX46" fmla="*/ 37910 w 54033"/>
                    <a:gd name="connsiteY46" fmla="*/ 7906 h 35528"/>
                    <a:gd name="connsiteX47" fmla="*/ 34385 w 54033"/>
                    <a:gd name="connsiteY47" fmla="*/ 10954 h 35528"/>
                    <a:gd name="connsiteX48" fmla="*/ 37338 w 54033"/>
                    <a:gd name="connsiteY48" fmla="*/ 11621 h 35528"/>
                    <a:gd name="connsiteX49" fmla="*/ 34290 w 54033"/>
                    <a:gd name="connsiteY49" fmla="*/ 13525 h 35528"/>
                    <a:gd name="connsiteX50" fmla="*/ 42577 w 54033"/>
                    <a:gd name="connsiteY50" fmla="*/ 13906 h 35528"/>
                    <a:gd name="connsiteX51" fmla="*/ 46006 w 54033"/>
                    <a:gd name="connsiteY51" fmla="*/ 16383 h 35528"/>
                    <a:gd name="connsiteX52" fmla="*/ 42577 w 54033"/>
                    <a:gd name="connsiteY52" fmla="*/ 13906 h 35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54033" h="35528">
                      <a:moveTo>
                        <a:pt x="34290" y="13525"/>
                      </a:moveTo>
                      <a:cubicBezTo>
                        <a:pt x="35338" y="15240"/>
                        <a:pt x="37624" y="12859"/>
                        <a:pt x="38862" y="14002"/>
                      </a:cubicBezTo>
                      <a:cubicBezTo>
                        <a:pt x="37338" y="15526"/>
                        <a:pt x="36004" y="16669"/>
                        <a:pt x="34957" y="16764"/>
                      </a:cubicBezTo>
                      <a:cubicBezTo>
                        <a:pt x="34100" y="13144"/>
                        <a:pt x="25527" y="19240"/>
                        <a:pt x="26194" y="14764"/>
                      </a:cubicBezTo>
                      <a:cubicBezTo>
                        <a:pt x="23813" y="18764"/>
                        <a:pt x="28004" y="17907"/>
                        <a:pt x="27813" y="20002"/>
                      </a:cubicBezTo>
                      <a:cubicBezTo>
                        <a:pt x="29051" y="20002"/>
                        <a:pt x="31432" y="15907"/>
                        <a:pt x="32480" y="16383"/>
                      </a:cubicBezTo>
                      <a:lnTo>
                        <a:pt x="33814" y="17335"/>
                      </a:lnTo>
                      <a:cubicBezTo>
                        <a:pt x="30956" y="21241"/>
                        <a:pt x="29051" y="21812"/>
                        <a:pt x="27146" y="22384"/>
                      </a:cubicBezTo>
                      <a:cubicBezTo>
                        <a:pt x="26479" y="25146"/>
                        <a:pt x="30956" y="21146"/>
                        <a:pt x="32480" y="22003"/>
                      </a:cubicBezTo>
                      <a:cubicBezTo>
                        <a:pt x="32195" y="23431"/>
                        <a:pt x="33719" y="24098"/>
                        <a:pt x="31147" y="26575"/>
                      </a:cubicBezTo>
                      <a:cubicBezTo>
                        <a:pt x="28956" y="27623"/>
                        <a:pt x="26479" y="29718"/>
                        <a:pt x="24384" y="30099"/>
                      </a:cubicBezTo>
                      <a:cubicBezTo>
                        <a:pt x="26003" y="28003"/>
                        <a:pt x="27337" y="26860"/>
                        <a:pt x="28575" y="26194"/>
                      </a:cubicBezTo>
                      <a:cubicBezTo>
                        <a:pt x="26575" y="23717"/>
                        <a:pt x="25527" y="28480"/>
                        <a:pt x="23336" y="28099"/>
                      </a:cubicBezTo>
                      <a:cubicBezTo>
                        <a:pt x="21717" y="26956"/>
                        <a:pt x="22003" y="25051"/>
                        <a:pt x="22193" y="23050"/>
                      </a:cubicBezTo>
                      <a:cubicBezTo>
                        <a:pt x="21241" y="24003"/>
                        <a:pt x="20098" y="25527"/>
                        <a:pt x="19526" y="25336"/>
                      </a:cubicBezTo>
                      <a:cubicBezTo>
                        <a:pt x="19145" y="17621"/>
                        <a:pt x="10287" y="14859"/>
                        <a:pt x="10192" y="6667"/>
                      </a:cubicBezTo>
                      <a:cubicBezTo>
                        <a:pt x="11144" y="5715"/>
                        <a:pt x="11716" y="6191"/>
                        <a:pt x="12287" y="6667"/>
                      </a:cubicBezTo>
                      <a:cubicBezTo>
                        <a:pt x="13621" y="5048"/>
                        <a:pt x="14478" y="3619"/>
                        <a:pt x="14478" y="2667"/>
                      </a:cubicBezTo>
                      <a:cubicBezTo>
                        <a:pt x="11525" y="4096"/>
                        <a:pt x="8001" y="7334"/>
                        <a:pt x="4763" y="9715"/>
                      </a:cubicBezTo>
                      <a:cubicBezTo>
                        <a:pt x="2381" y="8382"/>
                        <a:pt x="7239" y="6763"/>
                        <a:pt x="6001" y="5144"/>
                      </a:cubicBezTo>
                      <a:cubicBezTo>
                        <a:pt x="3238" y="6477"/>
                        <a:pt x="2381" y="9430"/>
                        <a:pt x="0" y="12001"/>
                      </a:cubicBezTo>
                      <a:cubicBezTo>
                        <a:pt x="3810" y="10477"/>
                        <a:pt x="2857" y="14859"/>
                        <a:pt x="6668" y="12382"/>
                      </a:cubicBezTo>
                      <a:cubicBezTo>
                        <a:pt x="7048" y="11144"/>
                        <a:pt x="5239" y="11049"/>
                        <a:pt x="7620" y="8953"/>
                      </a:cubicBezTo>
                      <a:cubicBezTo>
                        <a:pt x="8001" y="10763"/>
                        <a:pt x="7334" y="13049"/>
                        <a:pt x="5715" y="15811"/>
                      </a:cubicBezTo>
                      <a:cubicBezTo>
                        <a:pt x="8192" y="16097"/>
                        <a:pt x="10192" y="17526"/>
                        <a:pt x="10096" y="18764"/>
                      </a:cubicBezTo>
                      <a:cubicBezTo>
                        <a:pt x="9430" y="21050"/>
                        <a:pt x="8382" y="20288"/>
                        <a:pt x="6668" y="21907"/>
                      </a:cubicBezTo>
                      <a:cubicBezTo>
                        <a:pt x="7906" y="23813"/>
                        <a:pt x="11144" y="18383"/>
                        <a:pt x="12287" y="20288"/>
                      </a:cubicBezTo>
                      <a:cubicBezTo>
                        <a:pt x="10954" y="21907"/>
                        <a:pt x="10001" y="23336"/>
                        <a:pt x="10096" y="24289"/>
                      </a:cubicBezTo>
                      <a:cubicBezTo>
                        <a:pt x="15050" y="18193"/>
                        <a:pt x="9525" y="30575"/>
                        <a:pt x="14764" y="26098"/>
                      </a:cubicBezTo>
                      <a:cubicBezTo>
                        <a:pt x="15240" y="24575"/>
                        <a:pt x="12954" y="24289"/>
                        <a:pt x="14859" y="22098"/>
                      </a:cubicBezTo>
                      <a:cubicBezTo>
                        <a:pt x="17621" y="23431"/>
                        <a:pt x="16002" y="26860"/>
                        <a:pt x="15812" y="29623"/>
                      </a:cubicBezTo>
                      <a:cubicBezTo>
                        <a:pt x="16764" y="28670"/>
                        <a:pt x="17907" y="27146"/>
                        <a:pt x="18479" y="27337"/>
                      </a:cubicBezTo>
                      <a:cubicBezTo>
                        <a:pt x="16669" y="32099"/>
                        <a:pt x="22670" y="30004"/>
                        <a:pt x="23908" y="35433"/>
                      </a:cubicBezTo>
                      <a:cubicBezTo>
                        <a:pt x="27527" y="31432"/>
                        <a:pt x="26575" y="34671"/>
                        <a:pt x="28004" y="35528"/>
                      </a:cubicBezTo>
                      <a:cubicBezTo>
                        <a:pt x="30671" y="33147"/>
                        <a:pt x="29528" y="32480"/>
                        <a:pt x="32195" y="30099"/>
                      </a:cubicBezTo>
                      <a:cubicBezTo>
                        <a:pt x="29051" y="30099"/>
                        <a:pt x="31909" y="29146"/>
                        <a:pt x="33528" y="25527"/>
                      </a:cubicBezTo>
                      <a:cubicBezTo>
                        <a:pt x="37243" y="26479"/>
                        <a:pt x="42101" y="23527"/>
                        <a:pt x="46387" y="22193"/>
                      </a:cubicBezTo>
                      <a:cubicBezTo>
                        <a:pt x="44672" y="20479"/>
                        <a:pt x="40005" y="21431"/>
                        <a:pt x="41529" y="17335"/>
                      </a:cubicBezTo>
                      <a:cubicBezTo>
                        <a:pt x="43529" y="18098"/>
                        <a:pt x="47339" y="16478"/>
                        <a:pt x="45053" y="21241"/>
                      </a:cubicBezTo>
                      <a:cubicBezTo>
                        <a:pt x="49054" y="16288"/>
                        <a:pt x="50578" y="20098"/>
                        <a:pt x="53530" y="18955"/>
                      </a:cubicBezTo>
                      <a:cubicBezTo>
                        <a:pt x="56483" y="13335"/>
                        <a:pt x="45339" y="20479"/>
                        <a:pt x="48673" y="14097"/>
                      </a:cubicBezTo>
                      <a:cubicBezTo>
                        <a:pt x="49244" y="14383"/>
                        <a:pt x="49911" y="14573"/>
                        <a:pt x="51054" y="13049"/>
                      </a:cubicBezTo>
                      <a:cubicBezTo>
                        <a:pt x="50006" y="10573"/>
                        <a:pt x="43720" y="9906"/>
                        <a:pt x="48768" y="3048"/>
                      </a:cubicBezTo>
                      <a:cubicBezTo>
                        <a:pt x="44863" y="5048"/>
                        <a:pt x="44101" y="4286"/>
                        <a:pt x="46482" y="0"/>
                      </a:cubicBezTo>
                      <a:cubicBezTo>
                        <a:pt x="42767" y="4381"/>
                        <a:pt x="41434" y="7620"/>
                        <a:pt x="41434" y="10382"/>
                      </a:cubicBezTo>
                      <a:cubicBezTo>
                        <a:pt x="40577" y="9906"/>
                        <a:pt x="38576" y="12954"/>
                        <a:pt x="37814" y="12001"/>
                      </a:cubicBezTo>
                      <a:cubicBezTo>
                        <a:pt x="37719" y="10668"/>
                        <a:pt x="38386" y="9049"/>
                        <a:pt x="37910" y="7906"/>
                      </a:cubicBezTo>
                      <a:cubicBezTo>
                        <a:pt x="36576" y="9430"/>
                        <a:pt x="35433" y="10477"/>
                        <a:pt x="34385" y="10954"/>
                      </a:cubicBezTo>
                      <a:cubicBezTo>
                        <a:pt x="34957" y="12478"/>
                        <a:pt x="36576" y="10573"/>
                        <a:pt x="37338" y="11621"/>
                      </a:cubicBezTo>
                      <a:cubicBezTo>
                        <a:pt x="36290" y="12763"/>
                        <a:pt x="35528" y="12573"/>
                        <a:pt x="34290" y="13525"/>
                      </a:cubicBezTo>
                      <a:close/>
                      <a:moveTo>
                        <a:pt x="42577" y="13906"/>
                      </a:moveTo>
                      <a:cubicBezTo>
                        <a:pt x="45720" y="10287"/>
                        <a:pt x="50863" y="11716"/>
                        <a:pt x="46006" y="16383"/>
                      </a:cubicBezTo>
                      <a:cubicBezTo>
                        <a:pt x="45148" y="13430"/>
                        <a:pt x="45720" y="14478"/>
                        <a:pt x="42577" y="13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2" name="Freeform: Shape 561">
                  <a:extLst>
                    <a:ext uri="{FF2B5EF4-FFF2-40B4-BE49-F238E27FC236}">
                      <a16:creationId xmlns:a16="http://schemas.microsoft.com/office/drawing/2014/main" id="{24E83B2B-4DD9-4D97-852C-D037AB0AA229}"/>
                    </a:ext>
                  </a:extLst>
                </p:cNvPr>
                <p:cNvSpPr/>
                <p:nvPr/>
              </p:nvSpPr>
              <p:spPr>
                <a:xfrm>
                  <a:off x="3077793" y="1569630"/>
                  <a:ext cx="6592" cy="6310"/>
                </a:xfrm>
                <a:custGeom>
                  <a:avLst/>
                  <a:gdLst>
                    <a:gd name="connsiteX0" fmla="*/ 20 w 6592"/>
                    <a:gd name="connsiteY0" fmla="*/ 6090 h 6310"/>
                    <a:gd name="connsiteX1" fmla="*/ 1639 w 6592"/>
                    <a:gd name="connsiteY1" fmla="*/ 5804 h 6310"/>
                    <a:gd name="connsiteX2" fmla="*/ 3354 w 6592"/>
                    <a:gd name="connsiteY2" fmla="*/ 1518 h 6310"/>
                    <a:gd name="connsiteX3" fmla="*/ 6592 w 6592"/>
                    <a:gd name="connsiteY3" fmla="*/ 947 h 6310"/>
                    <a:gd name="connsiteX4" fmla="*/ 2020 w 6592"/>
                    <a:gd name="connsiteY4" fmla="*/ 6090 h 6310"/>
                    <a:gd name="connsiteX5" fmla="*/ 20 w 6592"/>
                    <a:gd name="connsiteY5" fmla="*/ 6090 h 6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2" h="6310">
                      <a:moveTo>
                        <a:pt x="20" y="6090"/>
                      </a:moveTo>
                      <a:cubicBezTo>
                        <a:pt x="-171" y="4852"/>
                        <a:pt x="1067" y="5328"/>
                        <a:pt x="1639" y="5804"/>
                      </a:cubicBezTo>
                      <a:cubicBezTo>
                        <a:pt x="5639" y="1994"/>
                        <a:pt x="2687" y="2756"/>
                        <a:pt x="3354" y="1518"/>
                      </a:cubicBezTo>
                      <a:cubicBezTo>
                        <a:pt x="5163" y="-1339"/>
                        <a:pt x="5639" y="661"/>
                        <a:pt x="6592" y="947"/>
                      </a:cubicBezTo>
                      <a:cubicBezTo>
                        <a:pt x="4020" y="2090"/>
                        <a:pt x="4687" y="3518"/>
                        <a:pt x="2020" y="6090"/>
                      </a:cubicBezTo>
                      <a:cubicBezTo>
                        <a:pt x="1353" y="6281"/>
                        <a:pt x="591" y="6471"/>
                        <a:pt x="20" y="60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3" name="Freeform: Shape 562">
                  <a:extLst>
                    <a:ext uri="{FF2B5EF4-FFF2-40B4-BE49-F238E27FC236}">
                      <a16:creationId xmlns:a16="http://schemas.microsoft.com/office/drawing/2014/main" id="{E331FCF4-6D85-4501-AF7C-B802ED1B3379}"/>
                    </a:ext>
                  </a:extLst>
                </p:cNvPr>
                <p:cNvSpPr/>
                <p:nvPr/>
              </p:nvSpPr>
              <p:spPr>
                <a:xfrm>
                  <a:off x="2940081" y="1731454"/>
                  <a:ext cx="5143" cy="7580"/>
                </a:xfrm>
                <a:custGeom>
                  <a:avLst/>
                  <a:gdLst>
                    <a:gd name="connsiteX0" fmla="*/ 857 w 5143"/>
                    <a:gd name="connsiteY0" fmla="*/ 0 h 7580"/>
                    <a:gd name="connsiteX1" fmla="*/ 5143 w 5143"/>
                    <a:gd name="connsiteY1" fmla="*/ 5525 h 7580"/>
                    <a:gd name="connsiteX2" fmla="*/ 0 w 5143"/>
                    <a:gd name="connsiteY2" fmla="*/ 7525 h 7580"/>
                    <a:gd name="connsiteX3" fmla="*/ 857 w 5143"/>
                    <a:gd name="connsiteY3" fmla="*/ 0 h 7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43" h="7580">
                      <a:moveTo>
                        <a:pt x="857" y="0"/>
                      </a:moveTo>
                      <a:cubicBezTo>
                        <a:pt x="3810" y="1333"/>
                        <a:pt x="2667" y="1715"/>
                        <a:pt x="5143" y="5525"/>
                      </a:cubicBezTo>
                      <a:cubicBezTo>
                        <a:pt x="-667" y="11906"/>
                        <a:pt x="3905" y="762"/>
                        <a:pt x="0" y="7525"/>
                      </a:cubicBezTo>
                      <a:cubicBezTo>
                        <a:pt x="1619" y="3334"/>
                        <a:pt x="-572" y="3905"/>
                        <a:pt x="85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4" name="Freeform: Shape 563">
                  <a:extLst>
                    <a:ext uri="{FF2B5EF4-FFF2-40B4-BE49-F238E27FC236}">
                      <a16:creationId xmlns:a16="http://schemas.microsoft.com/office/drawing/2014/main" id="{02365AC4-45DD-4AC3-9630-08DEB34EA284}"/>
                    </a:ext>
                  </a:extLst>
                </p:cNvPr>
                <p:cNvSpPr/>
                <p:nvPr/>
              </p:nvSpPr>
              <p:spPr>
                <a:xfrm>
                  <a:off x="3150386" y="1494662"/>
                  <a:ext cx="10103" cy="5004"/>
                </a:xfrm>
                <a:custGeom>
                  <a:avLst/>
                  <a:gdLst>
                    <a:gd name="connsiteX0" fmla="*/ 7 w 10103"/>
                    <a:gd name="connsiteY0" fmla="*/ 4477 h 5004"/>
                    <a:gd name="connsiteX1" fmla="*/ 5436 w 10103"/>
                    <a:gd name="connsiteY1" fmla="*/ 0 h 5004"/>
                    <a:gd name="connsiteX2" fmla="*/ 10104 w 10103"/>
                    <a:gd name="connsiteY2" fmla="*/ 4572 h 5004"/>
                    <a:gd name="connsiteX3" fmla="*/ 7 w 10103"/>
                    <a:gd name="connsiteY3" fmla="*/ 4477 h 5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103" h="5004">
                      <a:moveTo>
                        <a:pt x="7" y="4477"/>
                      </a:moveTo>
                      <a:cubicBezTo>
                        <a:pt x="-183" y="2858"/>
                        <a:pt x="3531" y="2762"/>
                        <a:pt x="5436" y="0"/>
                      </a:cubicBezTo>
                      <a:cubicBezTo>
                        <a:pt x="3817" y="4096"/>
                        <a:pt x="8198" y="2381"/>
                        <a:pt x="10104" y="4572"/>
                      </a:cubicBezTo>
                      <a:cubicBezTo>
                        <a:pt x="6294" y="6001"/>
                        <a:pt x="3627" y="3334"/>
                        <a:pt x="7" y="4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5" name="Freeform: Shape 564">
                  <a:extLst>
                    <a:ext uri="{FF2B5EF4-FFF2-40B4-BE49-F238E27FC236}">
                      <a16:creationId xmlns:a16="http://schemas.microsoft.com/office/drawing/2014/main" id="{38400F3A-837A-4DF4-B6DC-52878396A4A0}"/>
                    </a:ext>
                  </a:extLst>
                </p:cNvPr>
                <p:cNvSpPr/>
                <p:nvPr/>
              </p:nvSpPr>
              <p:spPr>
                <a:xfrm>
                  <a:off x="3068884" y="1590865"/>
                  <a:ext cx="3214" cy="6286"/>
                </a:xfrm>
                <a:custGeom>
                  <a:avLst/>
                  <a:gdLst>
                    <a:gd name="connsiteX0" fmla="*/ 166 w 3214"/>
                    <a:gd name="connsiteY0" fmla="*/ 3429 h 6286"/>
                    <a:gd name="connsiteX1" fmla="*/ 3214 w 3214"/>
                    <a:gd name="connsiteY1" fmla="*/ 0 h 6286"/>
                    <a:gd name="connsiteX2" fmla="*/ 452 w 3214"/>
                    <a:gd name="connsiteY2" fmla="*/ 6287 h 6286"/>
                    <a:gd name="connsiteX3" fmla="*/ 166 w 3214"/>
                    <a:gd name="connsiteY3" fmla="*/ 3429 h 6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14" h="6286">
                      <a:moveTo>
                        <a:pt x="166" y="3429"/>
                      </a:moveTo>
                      <a:cubicBezTo>
                        <a:pt x="-786" y="2572"/>
                        <a:pt x="2643" y="476"/>
                        <a:pt x="3214" y="0"/>
                      </a:cubicBezTo>
                      <a:cubicBezTo>
                        <a:pt x="3119" y="1715"/>
                        <a:pt x="2167" y="3810"/>
                        <a:pt x="452" y="6287"/>
                      </a:cubicBezTo>
                      <a:cubicBezTo>
                        <a:pt x="-881" y="6191"/>
                        <a:pt x="3500" y="953"/>
                        <a:pt x="166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6" name="Freeform: Shape 565">
                  <a:extLst>
                    <a:ext uri="{FF2B5EF4-FFF2-40B4-BE49-F238E27FC236}">
                      <a16:creationId xmlns:a16="http://schemas.microsoft.com/office/drawing/2014/main" id="{0909E9D6-7DCC-4E3F-983C-D9DE3DC54160}"/>
                    </a:ext>
                  </a:extLst>
                </p:cNvPr>
                <p:cNvSpPr/>
                <p:nvPr/>
              </p:nvSpPr>
              <p:spPr>
                <a:xfrm>
                  <a:off x="3002089" y="1668303"/>
                  <a:ext cx="12995" cy="8000"/>
                </a:xfrm>
                <a:custGeom>
                  <a:avLst/>
                  <a:gdLst>
                    <a:gd name="connsiteX0" fmla="*/ 8763 w 12995"/>
                    <a:gd name="connsiteY0" fmla="*/ 8001 h 8000"/>
                    <a:gd name="connsiteX1" fmla="*/ 11811 w 12995"/>
                    <a:gd name="connsiteY1" fmla="*/ 4572 h 8000"/>
                    <a:gd name="connsiteX2" fmla="*/ 0 w 12995"/>
                    <a:gd name="connsiteY2" fmla="*/ 3429 h 8000"/>
                    <a:gd name="connsiteX3" fmla="*/ 6096 w 12995"/>
                    <a:gd name="connsiteY3" fmla="*/ 3429 h 8000"/>
                    <a:gd name="connsiteX4" fmla="*/ 7049 w 12995"/>
                    <a:gd name="connsiteY4" fmla="*/ 0 h 8000"/>
                    <a:gd name="connsiteX5" fmla="*/ 11525 w 12995"/>
                    <a:gd name="connsiteY5" fmla="*/ 7048 h 8000"/>
                    <a:gd name="connsiteX6" fmla="*/ 8763 w 12995"/>
                    <a:gd name="connsiteY6" fmla="*/ 8001 h 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995" h="8000">
                      <a:moveTo>
                        <a:pt x="8763" y="8001"/>
                      </a:moveTo>
                      <a:cubicBezTo>
                        <a:pt x="7906" y="7048"/>
                        <a:pt x="10668" y="6953"/>
                        <a:pt x="11811" y="4572"/>
                      </a:cubicBezTo>
                      <a:cubicBezTo>
                        <a:pt x="7239" y="4858"/>
                        <a:pt x="2762" y="4858"/>
                        <a:pt x="0" y="3429"/>
                      </a:cubicBezTo>
                      <a:cubicBezTo>
                        <a:pt x="1048" y="-95"/>
                        <a:pt x="4191" y="3905"/>
                        <a:pt x="6096" y="3429"/>
                      </a:cubicBezTo>
                      <a:cubicBezTo>
                        <a:pt x="8287" y="1429"/>
                        <a:pt x="8668" y="286"/>
                        <a:pt x="7049" y="0"/>
                      </a:cubicBezTo>
                      <a:cubicBezTo>
                        <a:pt x="9906" y="857"/>
                        <a:pt x="15716" y="1429"/>
                        <a:pt x="11525" y="7048"/>
                      </a:cubicBezTo>
                      <a:cubicBezTo>
                        <a:pt x="10859" y="6667"/>
                        <a:pt x="9906" y="7048"/>
                        <a:pt x="8763" y="8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7" name="Freeform: Shape 566">
                  <a:extLst>
                    <a:ext uri="{FF2B5EF4-FFF2-40B4-BE49-F238E27FC236}">
                      <a16:creationId xmlns:a16="http://schemas.microsoft.com/office/drawing/2014/main" id="{1CF89A9B-DC9D-42B2-ACA1-73CCED86C4D1}"/>
                    </a:ext>
                  </a:extLst>
                </p:cNvPr>
                <p:cNvSpPr/>
                <p:nvPr/>
              </p:nvSpPr>
              <p:spPr>
                <a:xfrm>
                  <a:off x="3114539" y="1541430"/>
                  <a:ext cx="5945" cy="6455"/>
                </a:xfrm>
                <a:custGeom>
                  <a:avLst/>
                  <a:gdLst>
                    <a:gd name="connsiteX0" fmla="*/ 3469 w 5945"/>
                    <a:gd name="connsiteY0" fmla="*/ 0 h 6455"/>
                    <a:gd name="connsiteX1" fmla="*/ 5946 w 5945"/>
                    <a:gd name="connsiteY1" fmla="*/ 381 h 6455"/>
                    <a:gd name="connsiteX2" fmla="*/ 3088 w 5945"/>
                    <a:gd name="connsiteY2" fmla="*/ 1143 h 6455"/>
                    <a:gd name="connsiteX3" fmla="*/ 612 w 5945"/>
                    <a:gd name="connsiteY3" fmla="*/ 6286 h 6455"/>
                    <a:gd name="connsiteX4" fmla="*/ 3469 w 5945"/>
                    <a:gd name="connsiteY4" fmla="*/ 0 h 6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945" h="6455">
                      <a:moveTo>
                        <a:pt x="3469" y="0"/>
                      </a:moveTo>
                      <a:cubicBezTo>
                        <a:pt x="4136" y="667"/>
                        <a:pt x="5279" y="-381"/>
                        <a:pt x="5946" y="381"/>
                      </a:cubicBezTo>
                      <a:cubicBezTo>
                        <a:pt x="4517" y="2381"/>
                        <a:pt x="3850" y="1619"/>
                        <a:pt x="3088" y="1143"/>
                      </a:cubicBezTo>
                      <a:cubicBezTo>
                        <a:pt x="1564" y="3238"/>
                        <a:pt x="1660" y="4477"/>
                        <a:pt x="612" y="6286"/>
                      </a:cubicBezTo>
                      <a:cubicBezTo>
                        <a:pt x="-1103" y="7429"/>
                        <a:pt x="1088" y="2476"/>
                        <a:pt x="346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FA36C1D5-0DE0-4574-B962-036A2A10B9EA}"/>
                    </a:ext>
                  </a:extLst>
                </p:cNvPr>
                <p:cNvSpPr/>
                <p:nvPr/>
              </p:nvSpPr>
              <p:spPr>
                <a:xfrm>
                  <a:off x="2943480" y="1737537"/>
                  <a:ext cx="5649" cy="9780"/>
                </a:xfrm>
                <a:custGeom>
                  <a:avLst/>
                  <a:gdLst>
                    <a:gd name="connsiteX0" fmla="*/ 4031 w 5649"/>
                    <a:gd name="connsiteY0" fmla="*/ 7823 h 9780"/>
                    <a:gd name="connsiteX1" fmla="*/ 30 w 5649"/>
                    <a:gd name="connsiteY1" fmla="*/ 6490 h 9780"/>
                    <a:gd name="connsiteX2" fmla="*/ 2697 w 5649"/>
                    <a:gd name="connsiteY2" fmla="*/ 2775 h 9780"/>
                    <a:gd name="connsiteX3" fmla="*/ 792 w 5649"/>
                    <a:gd name="connsiteY3" fmla="*/ 4204 h 9780"/>
                    <a:gd name="connsiteX4" fmla="*/ 1840 w 5649"/>
                    <a:gd name="connsiteY4" fmla="*/ 870 h 9780"/>
                    <a:gd name="connsiteX5" fmla="*/ 4221 w 5649"/>
                    <a:gd name="connsiteY5" fmla="*/ 1156 h 9780"/>
                    <a:gd name="connsiteX6" fmla="*/ 2411 w 5649"/>
                    <a:gd name="connsiteY6" fmla="*/ 5347 h 9780"/>
                    <a:gd name="connsiteX7" fmla="*/ 5650 w 5649"/>
                    <a:gd name="connsiteY7" fmla="*/ 6204 h 9780"/>
                    <a:gd name="connsiteX8" fmla="*/ 4126 w 5649"/>
                    <a:gd name="connsiteY8" fmla="*/ 9347 h 9780"/>
                    <a:gd name="connsiteX9" fmla="*/ 4031 w 5649"/>
                    <a:gd name="connsiteY9" fmla="*/ 7823 h 9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649" h="9780">
                      <a:moveTo>
                        <a:pt x="4031" y="7823"/>
                      </a:moveTo>
                      <a:cubicBezTo>
                        <a:pt x="506" y="11157"/>
                        <a:pt x="2697" y="4680"/>
                        <a:pt x="30" y="6490"/>
                      </a:cubicBezTo>
                      <a:cubicBezTo>
                        <a:pt x="-256" y="5823"/>
                        <a:pt x="1554" y="4109"/>
                        <a:pt x="2697" y="2775"/>
                      </a:cubicBezTo>
                      <a:cubicBezTo>
                        <a:pt x="2221" y="2585"/>
                        <a:pt x="1459" y="3632"/>
                        <a:pt x="792" y="4204"/>
                      </a:cubicBezTo>
                      <a:cubicBezTo>
                        <a:pt x="-351" y="3823"/>
                        <a:pt x="2507" y="1442"/>
                        <a:pt x="1840" y="870"/>
                      </a:cubicBezTo>
                      <a:cubicBezTo>
                        <a:pt x="4602" y="-2083"/>
                        <a:pt x="2316" y="3632"/>
                        <a:pt x="4221" y="1156"/>
                      </a:cubicBezTo>
                      <a:cubicBezTo>
                        <a:pt x="2030" y="4394"/>
                        <a:pt x="4412" y="2775"/>
                        <a:pt x="2411" y="5347"/>
                      </a:cubicBezTo>
                      <a:cubicBezTo>
                        <a:pt x="3078" y="6776"/>
                        <a:pt x="4697" y="5442"/>
                        <a:pt x="5650" y="6204"/>
                      </a:cubicBezTo>
                      <a:cubicBezTo>
                        <a:pt x="4317" y="7633"/>
                        <a:pt x="3935" y="8585"/>
                        <a:pt x="4126" y="9347"/>
                      </a:cubicBezTo>
                      <a:cubicBezTo>
                        <a:pt x="2507" y="10490"/>
                        <a:pt x="2697" y="9157"/>
                        <a:pt x="4031" y="78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5649D361-32AE-4ADF-B554-0B96B23BD9A7}"/>
                    </a:ext>
                  </a:extLst>
                </p:cNvPr>
                <p:cNvSpPr/>
                <p:nvPr/>
              </p:nvSpPr>
              <p:spPr>
                <a:xfrm>
                  <a:off x="3105054" y="1561718"/>
                  <a:ext cx="6191" cy="4597"/>
                </a:xfrm>
                <a:custGeom>
                  <a:avLst/>
                  <a:gdLst>
                    <a:gd name="connsiteX0" fmla="*/ 2667 w 6191"/>
                    <a:gd name="connsiteY0" fmla="*/ 0 h 4597"/>
                    <a:gd name="connsiteX1" fmla="*/ 6191 w 6191"/>
                    <a:gd name="connsiteY1" fmla="*/ 2381 h 4597"/>
                    <a:gd name="connsiteX2" fmla="*/ 0 w 6191"/>
                    <a:gd name="connsiteY2" fmla="*/ 2286 h 4597"/>
                    <a:gd name="connsiteX3" fmla="*/ 1619 w 6191"/>
                    <a:gd name="connsiteY3" fmla="*/ 2000 h 4597"/>
                    <a:gd name="connsiteX4" fmla="*/ 2667 w 6191"/>
                    <a:gd name="connsiteY4" fmla="*/ 0 h 4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91" h="4597">
                      <a:moveTo>
                        <a:pt x="2667" y="0"/>
                      </a:moveTo>
                      <a:cubicBezTo>
                        <a:pt x="2953" y="95"/>
                        <a:pt x="3334" y="2858"/>
                        <a:pt x="6191" y="2381"/>
                      </a:cubicBezTo>
                      <a:cubicBezTo>
                        <a:pt x="2000" y="6572"/>
                        <a:pt x="1715" y="3810"/>
                        <a:pt x="0" y="2286"/>
                      </a:cubicBezTo>
                      <a:cubicBezTo>
                        <a:pt x="762" y="1429"/>
                        <a:pt x="1143" y="2000"/>
                        <a:pt x="1619" y="2000"/>
                      </a:cubicBezTo>
                      <a:cubicBezTo>
                        <a:pt x="2096" y="1333"/>
                        <a:pt x="1905" y="952"/>
                        <a:pt x="266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9C8B6933-1F7E-423B-B8A5-B73F241CE2A6}"/>
                    </a:ext>
                  </a:extLst>
                </p:cNvPr>
                <p:cNvSpPr/>
                <p:nvPr/>
              </p:nvSpPr>
              <p:spPr>
                <a:xfrm>
                  <a:off x="3121781" y="1549622"/>
                  <a:ext cx="2322" cy="5811"/>
                </a:xfrm>
                <a:custGeom>
                  <a:avLst/>
                  <a:gdLst>
                    <a:gd name="connsiteX0" fmla="*/ 37 w 2322"/>
                    <a:gd name="connsiteY0" fmla="*/ 2572 h 5811"/>
                    <a:gd name="connsiteX1" fmla="*/ 2323 w 2322"/>
                    <a:gd name="connsiteY1" fmla="*/ 0 h 5811"/>
                    <a:gd name="connsiteX2" fmla="*/ 704 w 2322"/>
                    <a:gd name="connsiteY2" fmla="*/ 5810 h 5811"/>
                    <a:gd name="connsiteX3" fmla="*/ 37 w 2322"/>
                    <a:gd name="connsiteY3" fmla="*/ 2572 h 5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22" h="5811">
                      <a:moveTo>
                        <a:pt x="37" y="2572"/>
                      </a:moveTo>
                      <a:cubicBezTo>
                        <a:pt x="-249" y="1715"/>
                        <a:pt x="1180" y="1619"/>
                        <a:pt x="2323" y="0"/>
                      </a:cubicBezTo>
                      <a:cubicBezTo>
                        <a:pt x="1561" y="2000"/>
                        <a:pt x="3466" y="2857"/>
                        <a:pt x="704" y="5810"/>
                      </a:cubicBezTo>
                      <a:cubicBezTo>
                        <a:pt x="-1392" y="5905"/>
                        <a:pt x="2704" y="667"/>
                        <a:pt x="37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0DA303A9-441C-4DF0-BC78-FE50756D1A83}"/>
                    </a:ext>
                  </a:extLst>
                </p:cNvPr>
                <p:cNvSpPr/>
                <p:nvPr/>
              </p:nvSpPr>
              <p:spPr>
                <a:xfrm>
                  <a:off x="3076860" y="1606581"/>
                  <a:ext cx="6953" cy="5908"/>
                </a:xfrm>
                <a:custGeom>
                  <a:avLst/>
                  <a:gdLst>
                    <a:gd name="connsiteX0" fmla="*/ 0 w 6953"/>
                    <a:gd name="connsiteY0" fmla="*/ 5334 h 5908"/>
                    <a:gd name="connsiteX1" fmla="*/ 3524 w 6953"/>
                    <a:gd name="connsiteY1" fmla="*/ 3715 h 5908"/>
                    <a:gd name="connsiteX2" fmla="*/ 4096 w 6953"/>
                    <a:gd name="connsiteY2" fmla="*/ 0 h 5908"/>
                    <a:gd name="connsiteX3" fmla="*/ 6953 w 6953"/>
                    <a:gd name="connsiteY3" fmla="*/ 667 h 5908"/>
                    <a:gd name="connsiteX4" fmla="*/ 0 w 6953"/>
                    <a:gd name="connsiteY4" fmla="*/ 5334 h 5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53" h="5908">
                      <a:moveTo>
                        <a:pt x="0" y="5334"/>
                      </a:moveTo>
                      <a:cubicBezTo>
                        <a:pt x="1524" y="3810"/>
                        <a:pt x="1905" y="5715"/>
                        <a:pt x="3524" y="3715"/>
                      </a:cubicBezTo>
                      <a:cubicBezTo>
                        <a:pt x="4953" y="1333"/>
                        <a:pt x="190" y="4000"/>
                        <a:pt x="4096" y="0"/>
                      </a:cubicBezTo>
                      <a:cubicBezTo>
                        <a:pt x="4667" y="1524"/>
                        <a:pt x="6287" y="-381"/>
                        <a:pt x="6953" y="667"/>
                      </a:cubicBezTo>
                      <a:cubicBezTo>
                        <a:pt x="5239" y="1524"/>
                        <a:pt x="1905" y="7810"/>
                        <a:pt x="0" y="5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58991234-D31D-40E3-B6BF-BE6F662BF843}"/>
                    </a:ext>
                  </a:extLst>
                </p:cNvPr>
                <p:cNvSpPr/>
                <p:nvPr/>
              </p:nvSpPr>
              <p:spPr>
                <a:xfrm>
                  <a:off x="2952464" y="1750980"/>
                  <a:ext cx="8016" cy="8191"/>
                </a:xfrm>
                <a:custGeom>
                  <a:avLst/>
                  <a:gdLst>
                    <a:gd name="connsiteX0" fmla="*/ 2953 w 8016"/>
                    <a:gd name="connsiteY0" fmla="*/ 8192 h 8191"/>
                    <a:gd name="connsiteX1" fmla="*/ 4001 w 8016"/>
                    <a:gd name="connsiteY1" fmla="*/ 3429 h 8191"/>
                    <a:gd name="connsiteX2" fmla="*/ 0 w 8016"/>
                    <a:gd name="connsiteY2" fmla="*/ 3429 h 8191"/>
                    <a:gd name="connsiteX3" fmla="*/ 762 w 8016"/>
                    <a:gd name="connsiteY3" fmla="*/ 1143 h 8191"/>
                    <a:gd name="connsiteX4" fmla="*/ 7048 w 8016"/>
                    <a:gd name="connsiteY4" fmla="*/ 0 h 8191"/>
                    <a:gd name="connsiteX5" fmla="*/ 7620 w 8016"/>
                    <a:gd name="connsiteY5" fmla="*/ 4477 h 8191"/>
                    <a:gd name="connsiteX6" fmla="*/ 2953 w 8016"/>
                    <a:gd name="connsiteY6" fmla="*/ 8192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016" h="8191">
                      <a:moveTo>
                        <a:pt x="2953" y="8192"/>
                      </a:moveTo>
                      <a:cubicBezTo>
                        <a:pt x="3143" y="6096"/>
                        <a:pt x="5239" y="5334"/>
                        <a:pt x="4001" y="3429"/>
                      </a:cubicBezTo>
                      <a:cubicBezTo>
                        <a:pt x="857" y="6287"/>
                        <a:pt x="2000" y="5334"/>
                        <a:pt x="0" y="3429"/>
                      </a:cubicBezTo>
                      <a:cubicBezTo>
                        <a:pt x="1905" y="2381"/>
                        <a:pt x="2096" y="1714"/>
                        <a:pt x="762" y="1143"/>
                      </a:cubicBezTo>
                      <a:cubicBezTo>
                        <a:pt x="4001" y="-2476"/>
                        <a:pt x="2381" y="5620"/>
                        <a:pt x="7048" y="0"/>
                      </a:cubicBezTo>
                      <a:cubicBezTo>
                        <a:pt x="6191" y="2000"/>
                        <a:pt x="4572" y="5810"/>
                        <a:pt x="7620" y="4477"/>
                      </a:cubicBezTo>
                      <a:cubicBezTo>
                        <a:pt x="9525" y="3620"/>
                        <a:pt x="4001" y="6572"/>
                        <a:pt x="2953" y="81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332D8912-29F5-46D5-A98E-ED5EA08878C9}"/>
                    </a:ext>
                  </a:extLst>
                </p:cNvPr>
                <p:cNvSpPr/>
                <p:nvPr/>
              </p:nvSpPr>
              <p:spPr>
                <a:xfrm>
                  <a:off x="3289268" y="1382744"/>
                  <a:ext cx="4857" cy="8001"/>
                </a:xfrm>
                <a:custGeom>
                  <a:avLst/>
                  <a:gdLst>
                    <a:gd name="connsiteX0" fmla="*/ 2762 w 4857"/>
                    <a:gd name="connsiteY0" fmla="*/ 2381 h 8001"/>
                    <a:gd name="connsiteX1" fmla="*/ 0 w 4857"/>
                    <a:gd name="connsiteY1" fmla="*/ 4572 h 8001"/>
                    <a:gd name="connsiteX2" fmla="*/ 3334 w 4857"/>
                    <a:gd name="connsiteY2" fmla="*/ 0 h 8001"/>
                    <a:gd name="connsiteX3" fmla="*/ 4858 w 4857"/>
                    <a:gd name="connsiteY3" fmla="*/ 6763 h 8001"/>
                    <a:gd name="connsiteX4" fmla="*/ 762 w 4857"/>
                    <a:gd name="connsiteY4" fmla="*/ 8001 h 8001"/>
                    <a:gd name="connsiteX5" fmla="*/ 2762 w 4857"/>
                    <a:gd name="connsiteY5" fmla="*/ 2381 h 8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7" h="8001">
                      <a:moveTo>
                        <a:pt x="2762" y="2381"/>
                      </a:moveTo>
                      <a:cubicBezTo>
                        <a:pt x="2096" y="2096"/>
                        <a:pt x="1048" y="3620"/>
                        <a:pt x="0" y="4572"/>
                      </a:cubicBezTo>
                      <a:cubicBezTo>
                        <a:pt x="286" y="3048"/>
                        <a:pt x="1905" y="572"/>
                        <a:pt x="3334" y="0"/>
                      </a:cubicBezTo>
                      <a:cubicBezTo>
                        <a:pt x="3715" y="2286"/>
                        <a:pt x="2858" y="5144"/>
                        <a:pt x="4858" y="6763"/>
                      </a:cubicBezTo>
                      <a:cubicBezTo>
                        <a:pt x="3143" y="8382"/>
                        <a:pt x="2667" y="5429"/>
                        <a:pt x="762" y="8001"/>
                      </a:cubicBezTo>
                      <a:cubicBezTo>
                        <a:pt x="1429" y="6096"/>
                        <a:pt x="1905" y="4286"/>
                        <a:pt x="2762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1EAF63C2-4F35-480F-8D18-9BEFA2BB892B}"/>
                    </a:ext>
                  </a:extLst>
                </p:cNvPr>
                <p:cNvSpPr/>
                <p:nvPr/>
              </p:nvSpPr>
              <p:spPr>
                <a:xfrm>
                  <a:off x="3278695" y="1410893"/>
                  <a:ext cx="8477" cy="4521"/>
                </a:xfrm>
                <a:custGeom>
                  <a:avLst/>
                  <a:gdLst>
                    <a:gd name="connsiteX0" fmla="*/ 0 w 8477"/>
                    <a:gd name="connsiteY0" fmla="*/ 998 h 4521"/>
                    <a:gd name="connsiteX1" fmla="*/ 2096 w 8477"/>
                    <a:gd name="connsiteY1" fmla="*/ 1188 h 4521"/>
                    <a:gd name="connsiteX2" fmla="*/ 2381 w 8477"/>
                    <a:gd name="connsiteY2" fmla="*/ 45 h 4521"/>
                    <a:gd name="connsiteX3" fmla="*/ 7525 w 8477"/>
                    <a:gd name="connsiteY3" fmla="*/ 998 h 4521"/>
                    <a:gd name="connsiteX4" fmla="*/ 8477 w 8477"/>
                    <a:gd name="connsiteY4" fmla="*/ 1664 h 4521"/>
                    <a:gd name="connsiteX5" fmla="*/ 6668 w 8477"/>
                    <a:gd name="connsiteY5" fmla="*/ 4522 h 4521"/>
                    <a:gd name="connsiteX6" fmla="*/ 0 w 8477"/>
                    <a:gd name="connsiteY6" fmla="*/ 998 h 4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77" h="4521">
                      <a:moveTo>
                        <a:pt x="0" y="998"/>
                      </a:moveTo>
                      <a:cubicBezTo>
                        <a:pt x="953" y="45"/>
                        <a:pt x="1429" y="902"/>
                        <a:pt x="2096" y="1188"/>
                      </a:cubicBezTo>
                      <a:cubicBezTo>
                        <a:pt x="2857" y="521"/>
                        <a:pt x="2667" y="236"/>
                        <a:pt x="2381" y="45"/>
                      </a:cubicBezTo>
                      <a:cubicBezTo>
                        <a:pt x="4286" y="-622"/>
                        <a:pt x="3524" y="6427"/>
                        <a:pt x="7525" y="998"/>
                      </a:cubicBezTo>
                      <a:lnTo>
                        <a:pt x="8477" y="1664"/>
                      </a:lnTo>
                      <a:cubicBezTo>
                        <a:pt x="8096" y="2522"/>
                        <a:pt x="7715" y="3379"/>
                        <a:pt x="6668" y="4522"/>
                      </a:cubicBezTo>
                      <a:cubicBezTo>
                        <a:pt x="4286" y="3093"/>
                        <a:pt x="381" y="3665"/>
                        <a:pt x="0" y="9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5" name="Freeform: Shape 574">
                  <a:extLst>
                    <a:ext uri="{FF2B5EF4-FFF2-40B4-BE49-F238E27FC236}">
                      <a16:creationId xmlns:a16="http://schemas.microsoft.com/office/drawing/2014/main" id="{89904BDB-3A5C-4545-9BC5-97963D987203}"/>
                    </a:ext>
                  </a:extLst>
                </p:cNvPr>
                <p:cNvSpPr/>
                <p:nvPr/>
              </p:nvSpPr>
              <p:spPr>
                <a:xfrm>
                  <a:off x="3108799" y="1598485"/>
                  <a:ext cx="5684" cy="7810"/>
                </a:xfrm>
                <a:custGeom>
                  <a:avLst/>
                  <a:gdLst>
                    <a:gd name="connsiteX0" fmla="*/ 1589 w 5684"/>
                    <a:gd name="connsiteY0" fmla="*/ 2572 h 7810"/>
                    <a:gd name="connsiteX1" fmla="*/ 446 w 5684"/>
                    <a:gd name="connsiteY1" fmla="*/ 4572 h 7810"/>
                    <a:gd name="connsiteX2" fmla="*/ 3875 w 5684"/>
                    <a:gd name="connsiteY2" fmla="*/ 0 h 7810"/>
                    <a:gd name="connsiteX3" fmla="*/ 5685 w 5684"/>
                    <a:gd name="connsiteY3" fmla="*/ 2667 h 7810"/>
                    <a:gd name="connsiteX4" fmla="*/ 3113 w 5684"/>
                    <a:gd name="connsiteY4" fmla="*/ 7810 h 7810"/>
                    <a:gd name="connsiteX5" fmla="*/ 1589 w 5684"/>
                    <a:gd name="connsiteY5" fmla="*/ 2572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84" h="7810">
                      <a:moveTo>
                        <a:pt x="1589" y="2572"/>
                      </a:moveTo>
                      <a:cubicBezTo>
                        <a:pt x="1970" y="2858"/>
                        <a:pt x="1018" y="3810"/>
                        <a:pt x="446" y="4572"/>
                      </a:cubicBezTo>
                      <a:cubicBezTo>
                        <a:pt x="3399" y="4191"/>
                        <a:pt x="1780" y="1715"/>
                        <a:pt x="3875" y="0"/>
                      </a:cubicBezTo>
                      <a:cubicBezTo>
                        <a:pt x="3970" y="1333"/>
                        <a:pt x="1780" y="5906"/>
                        <a:pt x="5685" y="2667"/>
                      </a:cubicBezTo>
                      <a:cubicBezTo>
                        <a:pt x="5018" y="4286"/>
                        <a:pt x="5018" y="5620"/>
                        <a:pt x="3113" y="7810"/>
                      </a:cubicBezTo>
                      <a:cubicBezTo>
                        <a:pt x="2542" y="5334"/>
                        <a:pt x="-2507" y="8573"/>
                        <a:pt x="1589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6" name="Freeform: Shape 575">
                  <a:extLst>
                    <a:ext uri="{FF2B5EF4-FFF2-40B4-BE49-F238E27FC236}">
                      <a16:creationId xmlns:a16="http://schemas.microsoft.com/office/drawing/2014/main" id="{D794C26A-6FEE-4303-9A42-5CEC358C3A22}"/>
                    </a:ext>
                  </a:extLst>
                </p:cNvPr>
                <p:cNvSpPr/>
                <p:nvPr/>
              </p:nvSpPr>
              <p:spPr>
                <a:xfrm>
                  <a:off x="3140392" y="1567715"/>
                  <a:ext cx="5810" cy="3718"/>
                </a:xfrm>
                <a:custGeom>
                  <a:avLst/>
                  <a:gdLst>
                    <a:gd name="connsiteX0" fmla="*/ 2572 w 5810"/>
                    <a:gd name="connsiteY0" fmla="*/ 3719 h 3718"/>
                    <a:gd name="connsiteX1" fmla="*/ 0 w 5810"/>
                    <a:gd name="connsiteY1" fmla="*/ 1814 h 3718"/>
                    <a:gd name="connsiteX2" fmla="*/ 5620 w 5810"/>
                    <a:gd name="connsiteY2" fmla="*/ 290 h 3718"/>
                    <a:gd name="connsiteX3" fmla="*/ 2572 w 5810"/>
                    <a:gd name="connsiteY3" fmla="*/ 3719 h 3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10" h="3718">
                      <a:moveTo>
                        <a:pt x="2572" y="3719"/>
                      </a:moveTo>
                      <a:cubicBezTo>
                        <a:pt x="3238" y="1528"/>
                        <a:pt x="1238" y="2290"/>
                        <a:pt x="0" y="1814"/>
                      </a:cubicBezTo>
                      <a:cubicBezTo>
                        <a:pt x="3905" y="-2472"/>
                        <a:pt x="2096" y="2481"/>
                        <a:pt x="5620" y="290"/>
                      </a:cubicBezTo>
                      <a:cubicBezTo>
                        <a:pt x="6572" y="1338"/>
                        <a:pt x="3715" y="1338"/>
                        <a:pt x="2572" y="37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7" name="Freeform: Shape 576">
                  <a:extLst>
                    <a:ext uri="{FF2B5EF4-FFF2-40B4-BE49-F238E27FC236}">
                      <a16:creationId xmlns:a16="http://schemas.microsoft.com/office/drawing/2014/main" id="{774A3D60-AAD0-4493-83E0-1C1186CF9B13}"/>
                    </a:ext>
                  </a:extLst>
                </p:cNvPr>
                <p:cNvSpPr/>
                <p:nvPr/>
              </p:nvSpPr>
              <p:spPr>
                <a:xfrm>
                  <a:off x="3136773" y="1572006"/>
                  <a:ext cx="9451" cy="5905"/>
                </a:xfrm>
                <a:custGeom>
                  <a:avLst/>
                  <a:gdLst>
                    <a:gd name="connsiteX0" fmla="*/ 1714 w 9451"/>
                    <a:gd name="connsiteY0" fmla="*/ 5906 h 5905"/>
                    <a:gd name="connsiteX1" fmla="*/ 0 w 9451"/>
                    <a:gd name="connsiteY1" fmla="*/ 4667 h 5905"/>
                    <a:gd name="connsiteX2" fmla="*/ 7048 w 9451"/>
                    <a:gd name="connsiteY2" fmla="*/ 0 h 5905"/>
                    <a:gd name="connsiteX3" fmla="*/ 9430 w 9451"/>
                    <a:gd name="connsiteY3" fmla="*/ 4477 h 5905"/>
                    <a:gd name="connsiteX4" fmla="*/ 6001 w 9451"/>
                    <a:gd name="connsiteY4" fmla="*/ 2000 h 5905"/>
                    <a:gd name="connsiteX5" fmla="*/ 1714 w 9451"/>
                    <a:gd name="connsiteY5" fmla="*/ 5906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451" h="5905">
                      <a:moveTo>
                        <a:pt x="1714" y="5906"/>
                      </a:moveTo>
                      <a:lnTo>
                        <a:pt x="0" y="4667"/>
                      </a:lnTo>
                      <a:cubicBezTo>
                        <a:pt x="2667" y="1905"/>
                        <a:pt x="4572" y="2096"/>
                        <a:pt x="7048" y="0"/>
                      </a:cubicBezTo>
                      <a:cubicBezTo>
                        <a:pt x="5048" y="2953"/>
                        <a:pt x="9811" y="1429"/>
                        <a:pt x="9430" y="4477"/>
                      </a:cubicBezTo>
                      <a:cubicBezTo>
                        <a:pt x="7144" y="6191"/>
                        <a:pt x="5143" y="2572"/>
                        <a:pt x="6001" y="2000"/>
                      </a:cubicBezTo>
                      <a:cubicBezTo>
                        <a:pt x="5143" y="1238"/>
                        <a:pt x="3048" y="4858"/>
                        <a:pt x="1714" y="5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8" name="Freeform: Shape 577">
                  <a:extLst>
                    <a:ext uri="{FF2B5EF4-FFF2-40B4-BE49-F238E27FC236}">
                      <a16:creationId xmlns:a16="http://schemas.microsoft.com/office/drawing/2014/main" id="{21487CC5-5302-45EF-87BB-598A7E8C3967}"/>
                    </a:ext>
                  </a:extLst>
                </p:cNvPr>
                <p:cNvSpPr/>
                <p:nvPr/>
              </p:nvSpPr>
              <p:spPr>
                <a:xfrm>
                  <a:off x="3109484" y="1609915"/>
                  <a:ext cx="4026" cy="6858"/>
                </a:xfrm>
                <a:custGeom>
                  <a:avLst/>
                  <a:gdLst>
                    <a:gd name="connsiteX0" fmla="*/ 47 w 4026"/>
                    <a:gd name="connsiteY0" fmla="*/ 3048 h 6858"/>
                    <a:gd name="connsiteX1" fmla="*/ 3571 w 4026"/>
                    <a:gd name="connsiteY1" fmla="*/ 0 h 6858"/>
                    <a:gd name="connsiteX2" fmla="*/ 1571 w 4026"/>
                    <a:gd name="connsiteY2" fmla="*/ 6858 h 6858"/>
                    <a:gd name="connsiteX3" fmla="*/ 47 w 4026"/>
                    <a:gd name="connsiteY3" fmla="*/ 3048 h 6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26" h="6858">
                      <a:moveTo>
                        <a:pt x="47" y="3048"/>
                      </a:moveTo>
                      <a:cubicBezTo>
                        <a:pt x="1476" y="1143"/>
                        <a:pt x="2333" y="1048"/>
                        <a:pt x="3571" y="0"/>
                      </a:cubicBezTo>
                      <a:cubicBezTo>
                        <a:pt x="5000" y="2286"/>
                        <a:pt x="2714" y="3239"/>
                        <a:pt x="1571" y="6858"/>
                      </a:cubicBezTo>
                      <a:cubicBezTo>
                        <a:pt x="2905" y="3620"/>
                        <a:pt x="-429" y="5715"/>
                        <a:pt x="47" y="3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9" name="Freeform: Shape 578">
                  <a:extLst>
                    <a:ext uri="{FF2B5EF4-FFF2-40B4-BE49-F238E27FC236}">
                      <a16:creationId xmlns:a16="http://schemas.microsoft.com/office/drawing/2014/main" id="{2241C2D7-6E27-42B4-98B7-A8208904BDF9}"/>
                    </a:ext>
                  </a:extLst>
                </p:cNvPr>
                <p:cNvSpPr/>
                <p:nvPr/>
              </p:nvSpPr>
              <p:spPr>
                <a:xfrm>
                  <a:off x="3141605" y="1580387"/>
                  <a:ext cx="6172" cy="6572"/>
                </a:xfrm>
                <a:custGeom>
                  <a:avLst/>
                  <a:gdLst>
                    <a:gd name="connsiteX0" fmla="*/ 216 w 6172"/>
                    <a:gd name="connsiteY0" fmla="*/ 4096 h 6572"/>
                    <a:gd name="connsiteX1" fmla="*/ 6121 w 6172"/>
                    <a:gd name="connsiteY1" fmla="*/ 0 h 6572"/>
                    <a:gd name="connsiteX2" fmla="*/ 4597 w 6172"/>
                    <a:gd name="connsiteY2" fmla="*/ 1715 h 6572"/>
                    <a:gd name="connsiteX3" fmla="*/ 4787 w 6172"/>
                    <a:gd name="connsiteY3" fmla="*/ 4667 h 6572"/>
                    <a:gd name="connsiteX4" fmla="*/ 1644 w 6172"/>
                    <a:gd name="connsiteY4" fmla="*/ 6572 h 6572"/>
                    <a:gd name="connsiteX5" fmla="*/ 216 w 6172"/>
                    <a:gd name="connsiteY5" fmla="*/ 4096 h 6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72" h="6572">
                      <a:moveTo>
                        <a:pt x="216" y="4096"/>
                      </a:moveTo>
                      <a:cubicBezTo>
                        <a:pt x="-1213" y="4286"/>
                        <a:pt x="4883" y="572"/>
                        <a:pt x="6121" y="0"/>
                      </a:cubicBezTo>
                      <a:cubicBezTo>
                        <a:pt x="6407" y="857"/>
                        <a:pt x="5454" y="667"/>
                        <a:pt x="4597" y="1715"/>
                      </a:cubicBezTo>
                      <a:cubicBezTo>
                        <a:pt x="2406" y="4858"/>
                        <a:pt x="5454" y="2477"/>
                        <a:pt x="4787" y="4667"/>
                      </a:cubicBezTo>
                      <a:cubicBezTo>
                        <a:pt x="3740" y="5334"/>
                        <a:pt x="2978" y="4858"/>
                        <a:pt x="1644" y="6572"/>
                      </a:cubicBezTo>
                      <a:cubicBezTo>
                        <a:pt x="2216" y="5429"/>
                        <a:pt x="2787" y="2000"/>
                        <a:pt x="216" y="4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0" name="Freeform: Shape 579">
                  <a:extLst>
                    <a:ext uri="{FF2B5EF4-FFF2-40B4-BE49-F238E27FC236}">
                      <a16:creationId xmlns:a16="http://schemas.microsoft.com/office/drawing/2014/main" id="{D096205D-5645-4DC8-A06C-83FF718CABD6}"/>
                    </a:ext>
                  </a:extLst>
                </p:cNvPr>
                <p:cNvSpPr/>
                <p:nvPr/>
              </p:nvSpPr>
              <p:spPr>
                <a:xfrm>
                  <a:off x="3121101" y="1614793"/>
                  <a:ext cx="5480" cy="2297"/>
                </a:xfrm>
                <a:custGeom>
                  <a:avLst/>
                  <a:gdLst>
                    <a:gd name="connsiteX0" fmla="*/ 50 w 5480"/>
                    <a:gd name="connsiteY0" fmla="*/ 837 h 2297"/>
                    <a:gd name="connsiteX1" fmla="*/ 5480 w 5480"/>
                    <a:gd name="connsiteY1" fmla="*/ 1885 h 2297"/>
                    <a:gd name="connsiteX2" fmla="*/ 50 w 5480"/>
                    <a:gd name="connsiteY2" fmla="*/ 837 h 2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80" h="2297">
                      <a:moveTo>
                        <a:pt x="50" y="837"/>
                      </a:moveTo>
                      <a:cubicBezTo>
                        <a:pt x="3098" y="-115"/>
                        <a:pt x="3194" y="-782"/>
                        <a:pt x="5480" y="1885"/>
                      </a:cubicBezTo>
                      <a:cubicBezTo>
                        <a:pt x="5575" y="3028"/>
                        <a:pt x="-617" y="1504"/>
                        <a:pt x="50" y="83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1" name="Freeform: Shape 580">
                  <a:extLst>
                    <a:ext uri="{FF2B5EF4-FFF2-40B4-BE49-F238E27FC236}">
                      <a16:creationId xmlns:a16="http://schemas.microsoft.com/office/drawing/2014/main" id="{C8E87B0B-5611-4EA1-9C56-FF3EEAB6EE1A}"/>
                    </a:ext>
                  </a:extLst>
                </p:cNvPr>
                <p:cNvSpPr/>
                <p:nvPr/>
              </p:nvSpPr>
              <p:spPr>
                <a:xfrm>
                  <a:off x="3113150" y="1621059"/>
                  <a:ext cx="5828" cy="6191"/>
                </a:xfrm>
                <a:custGeom>
                  <a:avLst/>
                  <a:gdLst>
                    <a:gd name="connsiteX0" fmla="*/ 0 w 5828"/>
                    <a:gd name="connsiteY0" fmla="*/ 5620 h 6191"/>
                    <a:gd name="connsiteX1" fmla="*/ 5810 w 5828"/>
                    <a:gd name="connsiteY1" fmla="*/ 0 h 6191"/>
                    <a:gd name="connsiteX2" fmla="*/ 857 w 5828"/>
                    <a:gd name="connsiteY2" fmla="*/ 6191 h 6191"/>
                    <a:gd name="connsiteX3" fmla="*/ 0 w 5828"/>
                    <a:gd name="connsiteY3" fmla="*/ 5620 h 6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28" h="6191">
                      <a:moveTo>
                        <a:pt x="0" y="5620"/>
                      </a:moveTo>
                      <a:cubicBezTo>
                        <a:pt x="476" y="4858"/>
                        <a:pt x="4477" y="1619"/>
                        <a:pt x="5810" y="0"/>
                      </a:cubicBezTo>
                      <a:cubicBezTo>
                        <a:pt x="6096" y="1333"/>
                        <a:pt x="2953" y="5239"/>
                        <a:pt x="857" y="6191"/>
                      </a:cubicBezTo>
                      <a:cubicBezTo>
                        <a:pt x="953" y="5429"/>
                        <a:pt x="1048" y="4667"/>
                        <a:pt x="0" y="5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2" name="Freeform: Shape 581">
                  <a:extLst>
                    <a:ext uri="{FF2B5EF4-FFF2-40B4-BE49-F238E27FC236}">
                      <a16:creationId xmlns:a16="http://schemas.microsoft.com/office/drawing/2014/main" id="{D1365310-4BD2-4E8B-9CCB-169649077174}"/>
                    </a:ext>
                  </a:extLst>
                </p:cNvPr>
                <p:cNvSpPr/>
                <p:nvPr/>
              </p:nvSpPr>
              <p:spPr>
                <a:xfrm>
                  <a:off x="3131629" y="1618868"/>
                  <a:ext cx="6323" cy="7185"/>
                </a:xfrm>
                <a:custGeom>
                  <a:avLst/>
                  <a:gdLst>
                    <a:gd name="connsiteX0" fmla="*/ 5715 w 6323"/>
                    <a:gd name="connsiteY0" fmla="*/ 0 h 7185"/>
                    <a:gd name="connsiteX1" fmla="*/ 0 w 6323"/>
                    <a:gd name="connsiteY1" fmla="*/ 7048 h 7185"/>
                    <a:gd name="connsiteX2" fmla="*/ 5715 w 6323"/>
                    <a:gd name="connsiteY2" fmla="*/ 0 h 71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323" h="7185">
                      <a:moveTo>
                        <a:pt x="5715" y="0"/>
                      </a:moveTo>
                      <a:cubicBezTo>
                        <a:pt x="8287" y="762"/>
                        <a:pt x="2000" y="8287"/>
                        <a:pt x="0" y="7048"/>
                      </a:cubicBezTo>
                      <a:cubicBezTo>
                        <a:pt x="2096" y="3715"/>
                        <a:pt x="5429" y="4000"/>
                        <a:pt x="571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3" name="Freeform: Shape 582">
                  <a:extLst>
                    <a:ext uri="{FF2B5EF4-FFF2-40B4-BE49-F238E27FC236}">
                      <a16:creationId xmlns:a16="http://schemas.microsoft.com/office/drawing/2014/main" id="{911A9869-0280-4D00-AACD-9FE3E6CB04AA}"/>
                    </a:ext>
                  </a:extLst>
                </p:cNvPr>
                <p:cNvSpPr/>
                <p:nvPr/>
              </p:nvSpPr>
              <p:spPr>
                <a:xfrm>
                  <a:off x="3386688" y="1353190"/>
                  <a:ext cx="9959" cy="8508"/>
                </a:xfrm>
                <a:custGeom>
                  <a:avLst/>
                  <a:gdLst>
                    <a:gd name="connsiteX0" fmla="*/ 3545 w 9959"/>
                    <a:gd name="connsiteY0" fmla="*/ 2598 h 8508"/>
                    <a:gd name="connsiteX1" fmla="*/ 211 w 9959"/>
                    <a:gd name="connsiteY1" fmla="*/ 216 h 8508"/>
                    <a:gd name="connsiteX2" fmla="*/ 4593 w 9959"/>
                    <a:gd name="connsiteY2" fmla="*/ 4884 h 8508"/>
                    <a:gd name="connsiteX3" fmla="*/ 7450 w 9959"/>
                    <a:gd name="connsiteY3" fmla="*/ 6979 h 8508"/>
                    <a:gd name="connsiteX4" fmla="*/ 2116 w 9959"/>
                    <a:gd name="connsiteY4" fmla="*/ 5931 h 8508"/>
                    <a:gd name="connsiteX5" fmla="*/ 3545 w 9959"/>
                    <a:gd name="connsiteY5" fmla="*/ 2598 h 8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59" h="8508">
                      <a:moveTo>
                        <a:pt x="3545" y="2598"/>
                      </a:moveTo>
                      <a:cubicBezTo>
                        <a:pt x="1735" y="3264"/>
                        <a:pt x="-741" y="4026"/>
                        <a:pt x="211" y="216"/>
                      </a:cubicBezTo>
                      <a:cubicBezTo>
                        <a:pt x="4497" y="-831"/>
                        <a:pt x="4021" y="2121"/>
                        <a:pt x="4593" y="4884"/>
                      </a:cubicBezTo>
                      <a:cubicBezTo>
                        <a:pt x="5736" y="597"/>
                        <a:pt x="14022" y="12599"/>
                        <a:pt x="7450" y="6979"/>
                      </a:cubicBezTo>
                      <a:cubicBezTo>
                        <a:pt x="4116" y="8217"/>
                        <a:pt x="4783" y="4979"/>
                        <a:pt x="2116" y="5931"/>
                      </a:cubicBezTo>
                      <a:cubicBezTo>
                        <a:pt x="2211" y="4884"/>
                        <a:pt x="2783" y="3741"/>
                        <a:pt x="3545" y="25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4" name="Freeform: Shape 583">
                  <a:extLst>
                    <a:ext uri="{FF2B5EF4-FFF2-40B4-BE49-F238E27FC236}">
                      <a16:creationId xmlns:a16="http://schemas.microsoft.com/office/drawing/2014/main" id="{7B5C5EBA-4195-46DE-996A-F8BAC1B65757}"/>
                    </a:ext>
                  </a:extLst>
                </p:cNvPr>
                <p:cNvSpPr/>
                <p:nvPr/>
              </p:nvSpPr>
              <p:spPr>
                <a:xfrm>
                  <a:off x="3133820" y="1629975"/>
                  <a:ext cx="3143" cy="6312"/>
                </a:xfrm>
                <a:custGeom>
                  <a:avLst/>
                  <a:gdLst>
                    <a:gd name="connsiteX0" fmla="*/ 0 w 3143"/>
                    <a:gd name="connsiteY0" fmla="*/ 323 h 6312"/>
                    <a:gd name="connsiteX1" fmla="*/ 3143 w 3143"/>
                    <a:gd name="connsiteY1" fmla="*/ 5372 h 6312"/>
                    <a:gd name="connsiteX2" fmla="*/ 0 w 3143"/>
                    <a:gd name="connsiteY2" fmla="*/ 323 h 6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3" h="6312">
                      <a:moveTo>
                        <a:pt x="0" y="323"/>
                      </a:moveTo>
                      <a:cubicBezTo>
                        <a:pt x="4763" y="-1582"/>
                        <a:pt x="-1429" y="5562"/>
                        <a:pt x="3143" y="5372"/>
                      </a:cubicBezTo>
                      <a:cubicBezTo>
                        <a:pt x="-2191" y="8896"/>
                        <a:pt x="1905" y="1466"/>
                        <a:pt x="0" y="3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5" name="Freeform: Shape 584">
                  <a:extLst>
                    <a:ext uri="{FF2B5EF4-FFF2-40B4-BE49-F238E27FC236}">
                      <a16:creationId xmlns:a16="http://schemas.microsoft.com/office/drawing/2014/main" id="{136FA474-F89C-4088-AEEC-5C75A069114D}"/>
                    </a:ext>
                  </a:extLst>
                </p:cNvPr>
                <p:cNvSpPr/>
                <p:nvPr/>
              </p:nvSpPr>
              <p:spPr>
                <a:xfrm>
                  <a:off x="2976848" y="1808103"/>
                  <a:ext cx="9810" cy="10409"/>
                </a:xfrm>
                <a:custGeom>
                  <a:avLst/>
                  <a:gdLst>
                    <a:gd name="connsiteX0" fmla="*/ 5810 w 9810"/>
                    <a:gd name="connsiteY0" fmla="*/ 408 h 10409"/>
                    <a:gd name="connsiteX1" fmla="*/ 9811 w 9810"/>
                    <a:gd name="connsiteY1" fmla="*/ 408 h 10409"/>
                    <a:gd name="connsiteX2" fmla="*/ 381 w 9810"/>
                    <a:gd name="connsiteY2" fmla="*/ 10410 h 10409"/>
                    <a:gd name="connsiteX3" fmla="*/ 0 w 9810"/>
                    <a:gd name="connsiteY3" fmla="*/ 8695 h 10409"/>
                    <a:gd name="connsiteX4" fmla="*/ 6287 w 9810"/>
                    <a:gd name="connsiteY4" fmla="*/ 4885 h 10409"/>
                    <a:gd name="connsiteX5" fmla="*/ 5810 w 9810"/>
                    <a:gd name="connsiteY5" fmla="*/ 408 h 1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810" h="10409">
                      <a:moveTo>
                        <a:pt x="5810" y="408"/>
                      </a:moveTo>
                      <a:cubicBezTo>
                        <a:pt x="7525" y="-639"/>
                        <a:pt x="8382" y="694"/>
                        <a:pt x="9811" y="408"/>
                      </a:cubicBezTo>
                      <a:cubicBezTo>
                        <a:pt x="7334" y="5171"/>
                        <a:pt x="3429" y="7457"/>
                        <a:pt x="381" y="10410"/>
                      </a:cubicBezTo>
                      <a:cubicBezTo>
                        <a:pt x="476" y="9743"/>
                        <a:pt x="571" y="9076"/>
                        <a:pt x="0" y="8695"/>
                      </a:cubicBezTo>
                      <a:cubicBezTo>
                        <a:pt x="1334" y="9648"/>
                        <a:pt x="5144" y="3361"/>
                        <a:pt x="6287" y="4885"/>
                      </a:cubicBezTo>
                      <a:cubicBezTo>
                        <a:pt x="7429" y="2409"/>
                        <a:pt x="6668" y="2599"/>
                        <a:pt x="5810" y="4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6" name="Freeform: Shape 585">
                  <a:extLst>
                    <a:ext uri="{FF2B5EF4-FFF2-40B4-BE49-F238E27FC236}">
                      <a16:creationId xmlns:a16="http://schemas.microsoft.com/office/drawing/2014/main" id="{F979E2D3-B9BE-432B-BE2B-A67B77BCDD56}"/>
                    </a:ext>
                  </a:extLst>
                </p:cNvPr>
                <p:cNvSpPr/>
                <p:nvPr/>
              </p:nvSpPr>
              <p:spPr>
                <a:xfrm>
                  <a:off x="2988792" y="1875445"/>
                  <a:ext cx="3676" cy="4960"/>
                </a:xfrm>
                <a:custGeom>
                  <a:avLst/>
                  <a:gdLst>
                    <a:gd name="connsiteX0" fmla="*/ 533 w 3676"/>
                    <a:gd name="connsiteY0" fmla="*/ 789 h 4960"/>
                    <a:gd name="connsiteX1" fmla="*/ 3677 w 3676"/>
                    <a:gd name="connsiteY1" fmla="*/ 313 h 4960"/>
                    <a:gd name="connsiteX2" fmla="*/ 2534 w 3676"/>
                    <a:gd name="connsiteY2" fmla="*/ 789 h 4960"/>
                    <a:gd name="connsiteX3" fmla="*/ 1676 w 3676"/>
                    <a:gd name="connsiteY3" fmla="*/ 4409 h 4960"/>
                    <a:gd name="connsiteX4" fmla="*/ 533 w 3676"/>
                    <a:gd name="connsiteY4" fmla="*/ 789 h 4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6" h="4960">
                      <a:moveTo>
                        <a:pt x="533" y="789"/>
                      </a:moveTo>
                      <a:cubicBezTo>
                        <a:pt x="1867" y="-163"/>
                        <a:pt x="2819" y="-163"/>
                        <a:pt x="3677" y="313"/>
                      </a:cubicBezTo>
                      <a:cubicBezTo>
                        <a:pt x="3105" y="1075"/>
                        <a:pt x="2819" y="980"/>
                        <a:pt x="2534" y="789"/>
                      </a:cubicBezTo>
                      <a:cubicBezTo>
                        <a:pt x="1010" y="2504"/>
                        <a:pt x="1962" y="3170"/>
                        <a:pt x="1676" y="4409"/>
                      </a:cubicBezTo>
                      <a:cubicBezTo>
                        <a:pt x="-2705" y="6790"/>
                        <a:pt x="3200" y="694"/>
                        <a:pt x="533" y="7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7" name="Freeform: Shape 586">
                  <a:extLst>
                    <a:ext uri="{FF2B5EF4-FFF2-40B4-BE49-F238E27FC236}">
                      <a16:creationId xmlns:a16="http://schemas.microsoft.com/office/drawing/2014/main" id="{F6FDA73A-0429-4044-A317-2C1BD0C89E10}"/>
                    </a:ext>
                  </a:extLst>
                </p:cNvPr>
                <p:cNvSpPr/>
                <p:nvPr/>
              </p:nvSpPr>
              <p:spPr>
                <a:xfrm>
                  <a:off x="2956468" y="1935289"/>
                  <a:ext cx="13345" cy="13239"/>
                </a:xfrm>
                <a:custGeom>
                  <a:avLst/>
                  <a:gdLst>
                    <a:gd name="connsiteX0" fmla="*/ 7712 w 13345"/>
                    <a:gd name="connsiteY0" fmla="*/ 3620 h 13239"/>
                    <a:gd name="connsiteX1" fmla="*/ 13332 w 13345"/>
                    <a:gd name="connsiteY1" fmla="*/ 13240 h 13239"/>
                    <a:gd name="connsiteX2" fmla="*/ 2473 w 13345"/>
                    <a:gd name="connsiteY2" fmla="*/ 8192 h 13239"/>
                    <a:gd name="connsiteX3" fmla="*/ 4473 w 13345"/>
                    <a:gd name="connsiteY3" fmla="*/ 5525 h 13239"/>
                    <a:gd name="connsiteX4" fmla="*/ 2664 w 13345"/>
                    <a:gd name="connsiteY4" fmla="*/ 0 h 13239"/>
                    <a:gd name="connsiteX5" fmla="*/ 5426 w 13345"/>
                    <a:gd name="connsiteY5" fmla="*/ 572 h 13239"/>
                    <a:gd name="connsiteX6" fmla="*/ 8474 w 13345"/>
                    <a:gd name="connsiteY6" fmla="*/ 2762 h 13239"/>
                    <a:gd name="connsiteX7" fmla="*/ 7712 w 13345"/>
                    <a:gd name="connsiteY7" fmla="*/ 3620 h 13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345" h="13239">
                      <a:moveTo>
                        <a:pt x="7712" y="3620"/>
                      </a:moveTo>
                      <a:cubicBezTo>
                        <a:pt x="2187" y="11144"/>
                        <a:pt x="13808" y="8287"/>
                        <a:pt x="13332" y="13240"/>
                      </a:cubicBezTo>
                      <a:cubicBezTo>
                        <a:pt x="11331" y="12002"/>
                        <a:pt x="6188" y="9906"/>
                        <a:pt x="2473" y="8192"/>
                      </a:cubicBezTo>
                      <a:cubicBezTo>
                        <a:pt x="3711" y="6477"/>
                        <a:pt x="1902" y="6763"/>
                        <a:pt x="4473" y="5525"/>
                      </a:cubicBezTo>
                      <a:cubicBezTo>
                        <a:pt x="3426" y="2858"/>
                        <a:pt x="-3813" y="4382"/>
                        <a:pt x="2664" y="0"/>
                      </a:cubicBezTo>
                      <a:cubicBezTo>
                        <a:pt x="759" y="2762"/>
                        <a:pt x="2949" y="2477"/>
                        <a:pt x="5426" y="572"/>
                      </a:cubicBezTo>
                      <a:cubicBezTo>
                        <a:pt x="5807" y="2762"/>
                        <a:pt x="3711" y="5906"/>
                        <a:pt x="8474" y="2762"/>
                      </a:cubicBezTo>
                      <a:cubicBezTo>
                        <a:pt x="8855" y="3239"/>
                        <a:pt x="7998" y="3715"/>
                        <a:pt x="7712" y="3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8" name="Freeform: Shape 587">
                  <a:extLst>
                    <a:ext uri="{FF2B5EF4-FFF2-40B4-BE49-F238E27FC236}">
                      <a16:creationId xmlns:a16="http://schemas.microsoft.com/office/drawing/2014/main" id="{7092472D-A675-4489-8788-5F53B1D721C8}"/>
                    </a:ext>
                  </a:extLst>
                </p:cNvPr>
                <p:cNvSpPr/>
                <p:nvPr/>
              </p:nvSpPr>
              <p:spPr>
                <a:xfrm>
                  <a:off x="3450240" y="1420177"/>
                  <a:ext cx="34769" cy="31339"/>
                </a:xfrm>
                <a:custGeom>
                  <a:avLst/>
                  <a:gdLst>
                    <a:gd name="connsiteX0" fmla="*/ 0 w 34769"/>
                    <a:gd name="connsiteY0" fmla="*/ 11049 h 31339"/>
                    <a:gd name="connsiteX1" fmla="*/ 9811 w 34769"/>
                    <a:gd name="connsiteY1" fmla="*/ 0 h 31339"/>
                    <a:gd name="connsiteX2" fmla="*/ 19145 w 34769"/>
                    <a:gd name="connsiteY2" fmla="*/ 8763 h 31339"/>
                    <a:gd name="connsiteX3" fmla="*/ 31528 w 34769"/>
                    <a:gd name="connsiteY3" fmla="*/ 22670 h 31339"/>
                    <a:gd name="connsiteX4" fmla="*/ 34766 w 34769"/>
                    <a:gd name="connsiteY4" fmla="*/ 30956 h 31339"/>
                    <a:gd name="connsiteX5" fmla="*/ 25432 w 34769"/>
                    <a:gd name="connsiteY5" fmla="*/ 22289 h 31339"/>
                    <a:gd name="connsiteX6" fmla="*/ 24289 w 34769"/>
                    <a:gd name="connsiteY6" fmla="*/ 24289 h 31339"/>
                    <a:gd name="connsiteX7" fmla="*/ 14668 w 34769"/>
                    <a:gd name="connsiteY7" fmla="*/ 16764 h 31339"/>
                    <a:gd name="connsiteX8" fmla="*/ 14764 w 34769"/>
                    <a:gd name="connsiteY8" fmla="*/ 18288 h 31339"/>
                    <a:gd name="connsiteX9" fmla="*/ 0 w 34769"/>
                    <a:gd name="connsiteY9" fmla="*/ 11049 h 313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769" h="31339">
                      <a:moveTo>
                        <a:pt x="0" y="11049"/>
                      </a:moveTo>
                      <a:cubicBezTo>
                        <a:pt x="6953" y="10097"/>
                        <a:pt x="9525" y="3429"/>
                        <a:pt x="9811" y="0"/>
                      </a:cubicBezTo>
                      <a:cubicBezTo>
                        <a:pt x="10192" y="3620"/>
                        <a:pt x="11811" y="11144"/>
                        <a:pt x="19145" y="8763"/>
                      </a:cubicBezTo>
                      <a:cubicBezTo>
                        <a:pt x="19336" y="16764"/>
                        <a:pt x="28670" y="17812"/>
                        <a:pt x="31528" y="22670"/>
                      </a:cubicBezTo>
                      <a:cubicBezTo>
                        <a:pt x="27432" y="27813"/>
                        <a:pt x="34957" y="26575"/>
                        <a:pt x="34766" y="30956"/>
                      </a:cubicBezTo>
                      <a:cubicBezTo>
                        <a:pt x="27813" y="33338"/>
                        <a:pt x="30671" y="23908"/>
                        <a:pt x="25432" y="22289"/>
                      </a:cubicBezTo>
                      <a:cubicBezTo>
                        <a:pt x="24479" y="23146"/>
                        <a:pt x="24098" y="23813"/>
                        <a:pt x="24289" y="24289"/>
                      </a:cubicBezTo>
                      <a:cubicBezTo>
                        <a:pt x="22003" y="22384"/>
                        <a:pt x="18383" y="18955"/>
                        <a:pt x="14668" y="16764"/>
                      </a:cubicBezTo>
                      <a:cubicBezTo>
                        <a:pt x="13906" y="17526"/>
                        <a:pt x="14668" y="17812"/>
                        <a:pt x="14764" y="18288"/>
                      </a:cubicBezTo>
                      <a:cubicBezTo>
                        <a:pt x="10668" y="16193"/>
                        <a:pt x="6382" y="12002"/>
                        <a:pt x="0" y="110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9" name="Freeform: Shape 588">
                  <a:extLst>
                    <a:ext uri="{FF2B5EF4-FFF2-40B4-BE49-F238E27FC236}">
                      <a16:creationId xmlns:a16="http://schemas.microsoft.com/office/drawing/2014/main" id="{9BC929B1-EC58-4B28-8667-41A6C524391E}"/>
                    </a:ext>
                  </a:extLst>
                </p:cNvPr>
                <p:cNvSpPr/>
                <p:nvPr/>
              </p:nvSpPr>
              <p:spPr>
                <a:xfrm>
                  <a:off x="3485006" y="1448562"/>
                  <a:ext cx="8192" cy="10129"/>
                </a:xfrm>
                <a:custGeom>
                  <a:avLst/>
                  <a:gdLst>
                    <a:gd name="connsiteX0" fmla="*/ 4096 w 8192"/>
                    <a:gd name="connsiteY0" fmla="*/ 0 h 10129"/>
                    <a:gd name="connsiteX1" fmla="*/ 3715 w 8192"/>
                    <a:gd name="connsiteY1" fmla="*/ 1143 h 10129"/>
                    <a:gd name="connsiteX2" fmla="*/ 8192 w 8192"/>
                    <a:gd name="connsiteY2" fmla="*/ 9049 h 10129"/>
                    <a:gd name="connsiteX3" fmla="*/ 1715 w 8192"/>
                    <a:gd name="connsiteY3" fmla="*/ 8192 h 10129"/>
                    <a:gd name="connsiteX4" fmla="*/ 96 w 8192"/>
                    <a:gd name="connsiteY4" fmla="*/ 4096 h 10129"/>
                    <a:gd name="connsiteX5" fmla="*/ 4096 w 8192"/>
                    <a:gd name="connsiteY5" fmla="*/ 0 h 101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92" h="10129">
                      <a:moveTo>
                        <a:pt x="4096" y="0"/>
                      </a:moveTo>
                      <a:cubicBezTo>
                        <a:pt x="4668" y="190"/>
                        <a:pt x="4192" y="667"/>
                        <a:pt x="3715" y="1143"/>
                      </a:cubicBezTo>
                      <a:cubicBezTo>
                        <a:pt x="4478" y="2857"/>
                        <a:pt x="4859" y="6763"/>
                        <a:pt x="8192" y="9049"/>
                      </a:cubicBezTo>
                      <a:cubicBezTo>
                        <a:pt x="2763" y="13621"/>
                        <a:pt x="7335" y="1810"/>
                        <a:pt x="1715" y="8192"/>
                      </a:cubicBezTo>
                      <a:cubicBezTo>
                        <a:pt x="2477" y="6382"/>
                        <a:pt x="-571" y="5905"/>
                        <a:pt x="96" y="4096"/>
                      </a:cubicBezTo>
                      <a:cubicBezTo>
                        <a:pt x="2477" y="3238"/>
                        <a:pt x="2096" y="2096"/>
                        <a:pt x="409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0" name="Freeform: Shape 589">
                  <a:extLst>
                    <a:ext uri="{FF2B5EF4-FFF2-40B4-BE49-F238E27FC236}">
                      <a16:creationId xmlns:a16="http://schemas.microsoft.com/office/drawing/2014/main" id="{7350228A-B15E-449D-9DEC-BA22A9ED75CF}"/>
                    </a:ext>
                  </a:extLst>
                </p:cNvPr>
                <p:cNvSpPr/>
                <p:nvPr/>
              </p:nvSpPr>
              <p:spPr>
                <a:xfrm>
                  <a:off x="2968942" y="2055209"/>
                  <a:ext cx="3097" cy="4571"/>
                </a:xfrm>
                <a:custGeom>
                  <a:avLst/>
                  <a:gdLst>
                    <a:gd name="connsiteX0" fmla="*/ 0 w 3097"/>
                    <a:gd name="connsiteY0" fmla="*/ 2096 h 4571"/>
                    <a:gd name="connsiteX1" fmla="*/ 2857 w 3097"/>
                    <a:gd name="connsiteY1" fmla="*/ 0 h 4571"/>
                    <a:gd name="connsiteX2" fmla="*/ 1333 w 3097"/>
                    <a:gd name="connsiteY2" fmla="*/ 4572 h 4571"/>
                    <a:gd name="connsiteX3" fmla="*/ 0 w 3097"/>
                    <a:gd name="connsiteY3" fmla="*/ 2096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97" h="4571">
                      <a:moveTo>
                        <a:pt x="0" y="2096"/>
                      </a:moveTo>
                      <a:cubicBezTo>
                        <a:pt x="857" y="1619"/>
                        <a:pt x="1714" y="1143"/>
                        <a:pt x="2857" y="0"/>
                      </a:cubicBezTo>
                      <a:cubicBezTo>
                        <a:pt x="3238" y="1143"/>
                        <a:pt x="3429" y="2381"/>
                        <a:pt x="1333" y="4572"/>
                      </a:cubicBezTo>
                      <a:cubicBezTo>
                        <a:pt x="2000" y="2667"/>
                        <a:pt x="2096" y="2000"/>
                        <a:pt x="0" y="2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1" name="Freeform: Shape 590">
                  <a:extLst>
                    <a:ext uri="{FF2B5EF4-FFF2-40B4-BE49-F238E27FC236}">
                      <a16:creationId xmlns:a16="http://schemas.microsoft.com/office/drawing/2014/main" id="{759FAEEB-3A05-4D69-8444-DBF3B9DD857F}"/>
                    </a:ext>
                  </a:extLst>
                </p:cNvPr>
                <p:cNvSpPr/>
                <p:nvPr/>
              </p:nvSpPr>
              <p:spPr>
                <a:xfrm>
                  <a:off x="2970942" y="2056433"/>
                  <a:ext cx="4381" cy="4271"/>
                </a:xfrm>
                <a:custGeom>
                  <a:avLst/>
                  <a:gdLst>
                    <a:gd name="connsiteX0" fmla="*/ 3334 w 4381"/>
                    <a:gd name="connsiteY0" fmla="*/ 872 h 4271"/>
                    <a:gd name="connsiteX1" fmla="*/ 4381 w 4381"/>
                    <a:gd name="connsiteY1" fmla="*/ 1729 h 4271"/>
                    <a:gd name="connsiteX2" fmla="*/ 0 w 4381"/>
                    <a:gd name="connsiteY2" fmla="*/ 4015 h 4271"/>
                    <a:gd name="connsiteX3" fmla="*/ 3334 w 4381"/>
                    <a:gd name="connsiteY3" fmla="*/ 872 h 4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1" h="4271">
                      <a:moveTo>
                        <a:pt x="3334" y="872"/>
                      </a:moveTo>
                      <a:cubicBezTo>
                        <a:pt x="4000" y="-1319"/>
                        <a:pt x="4000" y="1253"/>
                        <a:pt x="4381" y="1729"/>
                      </a:cubicBezTo>
                      <a:cubicBezTo>
                        <a:pt x="2667" y="3062"/>
                        <a:pt x="667" y="4967"/>
                        <a:pt x="0" y="4015"/>
                      </a:cubicBezTo>
                      <a:cubicBezTo>
                        <a:pt x="1238" y="2205"/>
                        <a:pt x="3905" y="2205"/>
                        <a:pt x="3334" y="8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2" name="Freeform: Shape 591">
                  <a:extLst>
                    <a:ext uri="{FF2B5EF4-FFF2-40B4-BE49-F238E27FC236}">
                      <a16:creationId xmlns:a16="http://schemas.microsoft.com/office/drawing/2014/main" id="{2BD39089-03D2-467A-B815-AD623BA3F053}"/>
                    </a:ext>
                  </a:extLst>
                </p:cNvPr>
                <p:cNvSpPr/>
                <p:nvPr/>
              </p:nvSpPr>
              <p:spPr>
                <a:xfrm>
                  <a:off x="3553682" y="1511879"/>
                  <a:ext cx="7485" cy="6631"/>
                </a:xfrm>
                <a:custGeom>
                  <a:avLst/>
                  <a:gdLst>
                    <a:gd name="connsiteX0" fmla="*/ 6287 w 7485"/>
                    <a:gd name="connsiteY0" fmla="*/ 2119 h 6631"/>
                    <a:gd name="connsiteX1" fmla="*/ 6096 w 7485"/>
                    <a:gd name="connsiteY1" fmla="*/ 6310 h 6631"/>
                    <a:gd name="connsiteX2" fmla="*/ 0 w 7485"/>
                    <a:gd name="connsiteY2" fmla="*/ 5739 h 6631"/>
                    <a:gd name="connsiteX3" fmla="*/ 190 w 7485"/>
                    <a:gd name="connsiteY3" fmla="*/ 1548 h 6631"/>
                    <a:gd name="connsiteX4" fmla="*/ 2953 w 7485"/>
                    <a:gd name="connsiteY4" fmla="*/ 5358 h 6631"/>
                    <a:gd name="connsiteX5" fmla="*/ 6287 w 7485"/>
                    <a:gd name="connsiteY5" fmla="*/ 2119 h 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85" h="6631">
                      <a:moveTo>
                        <a:pt x="6287" y="2119"/>
                      </a:moveTo>
                      <a:cubicBezTo>
                        <a:pt x="7525" y="1072"/>
                        <a:pt x="8287" y="4501"/>
                        <a:pt x="6096" y="6310"/>
                      </a:cubicBezTo>
                      <a:cubicBezTo>
                        <a:pt x="4191" y="5834"/>
                        <a:pt x="1524" y="7644"/>
                        <a:pt x="0" y="5739"/>
                      </a:cubicBezTo>
                      <a:cubicBezTo>
                        <a:pt x="3810" y="3072"/>
                        <a:pt x="1334" y="2500"/>
                        <a:pt x="190" y="1548"/>
                      </a:cubicBezTo>
                      <a:cubicBezTo>
                        <a:pt x="4953" y="-2929"/>
                        <a:pt x="3048" y="3548"/>
                        <a:pt x="2953" y="5358"/>
                      </a:cubicBezTo>
                      <a:cubicBezTo>
                        <a:pt x="4572" y="6025"/>
                        <a:pt x="6382" y="3453"/>
                        <a:pt x="6287" y="21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3" name="Freeform: Shape 592">
                  <a:extLst>
                    <a:ext uri="{FF2B5EF4-FFF2-40B4-BE49-F238E27FC236}">
                      <a16:creationId xmlns:a16="http://schemas.microsoft.com/office/drawing/2014/main" id="{7B5D362D-3222-4556-898F-2552FCE43589}"/>
                    </a:ext>
                  </a:extLst>
                </p:cNvPr>
                <p:cNvSpPr/>
                <p:nvPr/>
              </p:nvSpPr>
              <p:spPr>
                <a:xfrm>
                  <a:off x="3001613" y="2043920"/>
                  <a:ext cx="6762" cy="7859"/>
                </a:xfrm>
                <a:custGeom>
                  <a:avLst/>
                  <a:gdLst>
                    <a:gd name="connsiteX0" fmla="*/ 6763 w 6762"/>
                    <a:gd name="connsiteY0" fmla="*/ 239 h 7859"/>
                    <a:gd name="connsiteX1" fmla="*/ 0 w 6762"/>
                    <a:gd name="connsiteY1" fmla="*/ 7859 h 7859"/>
                    <a:gd name="connsiteX2" fmla="*/ 6763 w 6762"/>
                    <a:gd name="connsiteY2" fmla="*/ 239 h 7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762" h="7859">
                      <a:moveTo>
                        <a:pt x="6763" y="239"/>
                      </a:moveTo>
                      <a:cubicBezTo>
                        <a:pt x="1238" y="4240"/>
                        <a:pt x="7144" y="2049"/>
                        <a:pt x="0" y="7859"/>
                      </a:cubicBezTo>
                      <a:cubicBezTo>
                        <a:pt x="1333" y="5668"/>
                        <a:pt x="4572" y="-1380"/>
                        <a:pt x="6763" y="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4" name="Freeform: Shape 593">
                  <a:extLst>
                    <a:ext uri="{FF2B5EF4-FFF2-40B4-BE49-F238E27FC236}">
                      <a16:creationId xmlns:a16="http://schemas.microsoft.com/office/drawing/2014/main" id="{DB0C168E-AC22-4AFB-B136-033C75F6A82B}"/>
                    </a:ext>
                  </a:extLst>
                </p:cNvPr>
                <p:cNvSpPr/>
                <p:nvPr/>
              </p:nvSpPr>
              <p:spPr>
                <a:xfrm>
                  <a:off x="3555301" y="1517332"/>
                  <a:ext cx="20478" cy="13049"/>
                </a:xfrm>
                <a:custGeom>
                  <a:avLst/>
                  <a:gdLst>
                    <a:gd name="connsiteX0" fmla="*/ 0 w 20478"/>
                    <a:gd name="connsiteY0" fmla="*/ 6001 h 13049"/>
                    <a:gd name="connsiteX1" fmla="*/ 7048 w 20478"/>
                    <a:gd name="connsiteY1" fmla="*/ 0 h 13049"/>
                    <a:gd name="connsiteX2" fmla="*/ 20479 w 20478"/>
                    <a:gd name="connsiteY2" fmla="*/ 4000 h 13049"/>
                    <a:gd name="connsiteX3" fmla="*/ 13525 w 20478"/>
                    <a:gd name="connsiteY3" fmla="*/ 13049 h 13049"/>
                    <a:gd name="connsiteX4" fmla="*/ 12192 w 20478"/>
                    <a:gd name="connsiteY4" fmla="*/ 10382 h 13049"/>
                    <a:gd name="connsiteX5" fmla="*/ 14764 w 20478"/>
                    <a:gd name="connsiteY5" fmla="*/ 11144 h 13049"/>
                    <a:gd name="connsiteX6" fmla="*/ 15526 w 20478"/>
                    <a:gd name="connsiteY6" fmla="*/ 7239 h 13049"/>
                    <a:gd name="connsiteX7" fmla="*/ 0 w 20478"/>
                    <a:gd name="connsiteY7" fmla="*/ 6001 h 13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478" h="13049">
                      <a:moveTo>
                        <a:pt x="0" y="6001"/>
                      </a:moveTo>
                      <a:cubicBezTo>
                        <a:pt x="3334" y="3619"/>
                        <a:pt x="7810" y="3810"/>
                        <a:pt x="7048" y="0"/>
                      </a:cubicBezTo>
                      <a:cubicBezTo>
                        <a:pt x="7810" y="2953"/>
                        <a:pt x="12192" y="10668"/>
                        <a:pt x="20479" y="4000"/>
                      </a:cubicBezTo>
                      <a:cubicBezTo>
                        <a:pt x="16288" y="7715"/>
                        <a:pt x="17050" y="7810"/>
                        <a:pt x="13525" y="13049"/>
                      </a:cubicBezTo>
                      <a:cubicBezTo>
                        <a:pt x="12097" y="12478"/>
                        <a:pt x="14097" y="10763"/>
                        <a:pt x="12192" y="10382"/>
                      </a:cubicBezTo>
                      <a:cubicBezTo>
                        <a:pt x="13430" y="9430"/>
                        <a:pt x="14002" y="10668"/>
                        <a:pt x="14764" y="11144"/>
                      </a:cubicBezTo>
                      <a:cubicBezTo>
                        <a:pt x="16383" y="9430"/>
                        <a:pt x="13906" y="8953"/>
                        <a:pt x="15526" y="7239"/>
                      </a:cubicBezTo>
                      <a:cubicBezTo>
                        <a:pt x="7906" y="11049"/>
                        <a:pt x="5143" y="6858"/>
                        <a:pt x="0" y="6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5" name="Freeform: Shape 594">
                  <a:extLst>
                    <a:ext uri="{FF2B5EF4-FFF2-40B4-BE49-F238E27FC236}">
                      <a16:creationId xmlns:a16="http://schemas.microsoft.com/office/drawing/2014/main" id="{505B6B32-D2AB-4F86-9FF8-CAA0E0E6ADAF}"/>
                    </a:ext>
                  </a:extLst>
                </p:cNvPr>
                <p:cNvSpPr/>
                <p:nvPr/>
              </p:nvSpPr>
              <p:spPr>
                <a:xfrm>
                  <a:off x="3591120" y="1539811"/>
                  <a:ext cx="2593" cy="6245"/>
                </a:xfrm>
                <a:custGeom>
                  <a:avLst/>
                  <a:gdLst>
                    <a:gd name="connsiteX0" fmla="*/ 2566 w 2593"/>
                    <a:gd name="connsiteY0" fmla="*/ 0 h 6245"/>
                    <a:gd name="connsiteX1" fmla="*/ 1042 w 2593"/>
                    <a:gd name="connsiteY1" fmla="*/ 6191 h 6245"/>
                    <a:gd name="connsiteX2" fmla="*/ 2566 w 2593"/>
                    <a:gd name="connsiteY2" fmla="*/ 0 h 6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93" h="6245">
                      <a:moveTo>
                        <a:pt x="2566" y="0"/>
                      </a:moveTo>
                      <a:cubicBezTo>
                        <a:pt x="2852" y="1810"/>
                        <a:pt x="757" y="4381"/>
                        <a:pt x="1042" y="6191"/>
                      </a:cubicBezTo>
                      <a:cubicBezTo>
                        <a:pt x="-291" y="6763"/>
                        <a:pt x="-863" y="2667"/>
                        <a:pt x="256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2CC28490-1E96-49EF-BF1E-E10CDF70C1FF}"/>
                    </a:ext>
                  </a:extLst>
                </p:cNvPr>
                <p:cNvSpPr/>
                <p:nvPr/>
              </p:nvSpPr>
              <p:spPr>
                <a:xfrm>
                  <a:off x="3082956" y="2047430"/>
                  <a:ext cx="8438" cy="9969"/>
                </a:xfrm>
                <a:custGeom>
                  <a:avLst/>
                  <a:gdLst>
                    <a:gd name="connsiteX0" fmla="*/ 5048 w 8438"/>
                    <a:gd name="connsiteY0" fmla="*/ 5969 h 9969"/>
                    <a:gd name="connsiteX1" fmla="*/ 2762 w 8438"/>
                    <a:gd name="connsiteY1" fmla="*/ 9969 h 9969"/>
                    <a:gd name="connsiteX2" fmla="*/ 0 w 8438"/>
                    <a:gd name="connsiteY2" fmla="*/ 444 h 9969"/>
                    <a:gd name="connsiteX3" fmla="*/ 3143 w 8438"/>
                    <a:gd name="connsiteY3" fmla="*/ 5874 h 9969"/>
                    <a:gd name="connsiteX4" fmla="*/ 8382 w 8438"/>
                    <a:gd name="connsiteY4" fmla="*/ 4350 h 9969"/>
                    <a:gd name="connsiteX5" fmla="*/ 5048 w 8438"/>
                    <a:gd name="connsiteY5" fmla="*/ 5969 h 9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38" h="9969">
                      <a:moveTo>
                        <a:pt x="5048" y="5969"/>
                      </a:moveTo>
                      <a:cubicBezTo>
                        <a:pt x="3524" y="7588"/>
                        <a:pt x="6667" y="7398"/>
                        <a:pt x="2762" y="9969"/>
                      </a:cubicBezTo>
                      <a:cubicBezTo>
                        <a:pt x="857" y="7874"/>
                        <a:pt x="190" y="4254"/>
                        <a:pt x="0" y="444"/>
                      </a:cubicBezTo>
                      <a:cubicBezTo>
                        <a:pt x="4286" y="-1651"/>
                        <a:pt x="1619" y="4254"/>
                        <a:pt x="3143" y="5874"/>
                      </a:cubicBezTo>
                      <a:cubicBezTo>
                        <a:pt x="4286" y="6731"/>
                        <a:pt x="6477" y="5207"/>
                        <a:pt x="8382" y="4350"/>
                      </a:cubicBezTo>
                      <a:cubicBezTo>
                        <a:pt x="8953" y="5398"/>
                        <a:pt x="5048" y="7302"/>
                        <a:pt x="5048" y="59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7" name="Freeform: Shape 596">
                  <a:extLst>
                    <a:ext uri="{FF2B5EF4-FFF2-40B4-BE49-F238E27FC236}">
                      <a16:creationId xmlns:a16="http://schemas.microsoft.com/office/drawing/2014/main" id="{5C734E79-5B45-47D7-939D-970D8D1CB115}"/>
                    </a:ext>
                  </a:extLst>
                </p:cNvPr>
                <p:cNvSpPr/>
                <p:nvPr/>
              </p:nvSpPr>
              <p:spPr>
                <a:xfrm>
                  <a:off x="3088005" y="2054061"/>
                  <a:ext cx="7715" cy="3814"/>
                </a:xfrm>
                <a:custGeom>
                  <a:avLst/>
                  <a:gdLst>
                    <a:gd name="connsiteX0" fmla="*/ 0 w 7715"/>
                    <a:gd name="connsiteY0" fmla="*/ 3814 h 3814"/>
                    <a:gd name="connsiteX1" fmla="*/ 7715 w 7715"/>
                    <a:gd name="connsiteY1" fmla="*/ 4 h 3814"/>
                    <a:gd name="connsiteX2" fmla="*/ 0 w 7715"/>
                    <a:gd name="connsiteY2" fmla="*/ 3814 h 3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715" h="3814">
                      <a:moveTo>
                        <a:pt x="0" y="3814"/>
                      </a:moveTo>
                      <a:cubicBezTo>
                        <a:pt x="4000" y="1433"/>
                        <a:pt x="4667" y="-91"/>
                        <a:pt x="7715" y="4"/>
                      </a:cubicBezTo>
                      <a:cubicBezTo>
                        <a:pt x="4381" y="2957"/>
                        <a:pt x="2286" y="3243"/>
                        <a:pt x="0" y="38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8" name="Freeform: Shape 597">
                  <a:extLst>
                    <a:ext uri="{FF2B5EF4-FFF2-40B4-BE49-F238E27FC236}">
                      <a16:creationId xmlns:a16="http://schemas.microsoft.com/office/drawing/2014/main" id="{32FDF27F-C50F-4EBF-9F20-9F0F44019F00}"/>
                    </a:ext>
                  </a:extLst>
                </p:cNvPr>
                <p:cNvSpPr/>
                <p:nvPr/>
              </p:nvSpPr>
              <p:spPr>
                <a:xfrm>
                  <a:off x="3149016" y="2029777"/>
                  <a:ext cx="2778" cy="3228"/>
                </a:xfrm>
                <a:custGeom>
                  <a:avLst/>
                  <a:gdLst>
                    <a:gd name="connsiteX0" fmla="*/ 1758 w 2778"/>
                    <a:gd name="connsiteY0" fmla="*/ 0 h 3228"/>
                    <a:gd name="connsiteX1" fmla="*/ 1853 w 2778"/>
                    <a:gd name="connsiteY1" fmla="*/ 3143 h 3228"/>
                    <a:gd name="connsiteX2" fmla="*/ 1758 w 2778"/>
                    <a:gd name="connsiteY2" fmla="*/ 0 h 3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78" h="3228">
                      <a:moveTo>
                        <a:pt x="1758" y="0"/>
                      </a:moveTo>
                      <a:cubicBezTo>
                        <a:pt x="3663" y="381"/>
                        <a:pt x="2424" y="1905"/>
                        <a:pt x="1853" y="3143"/>
                      </a:cubicBezTo>
                      <a:cubicBezTo>
                        <a:pt x="1281" y="3429"/>
                        <a:pt x="-1957" y="3143"/>
                        <a:pt x="175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69B1128B-3D69-4AFD-9929-F1D2FD4F080A}"/>
                    </a:ext>
                  </a:extLst>
                </p:cNvPr>
                <p:cNvSpPr/>
                <p:nvPr/>
              </p:nvSpPr>
              <p:spPr>
                <a:xfrm>
                  <a:off x="3126153" y="2079593"/>
                  <a:ext cx="5666" cy="8948"/>
                </a:xfrm>
                <a:custGeom>
                  <a:avLst/>
                  <a:gdLst>
                    <a:gd name="connsiteX0" fmla="*/ 2809 w 5666"/>
                    <a:gd name="connsiteY0" fmla="*/ 0 h 8948"/>
                    <a:gd name="connsiteX1" fmla="*/ 5666 w 5666"/>
                    <a:gd name="connsiteY1" fmla="*/ 6953 h 8948"/>
                    <a:gd name="connsiteX2" fmla="*/ 333 w 5666"/>
                    <a:gd name="connsiteY2" fmla="*/ 5334 h 8948"/>
                    <a:gd name="connsiteX3" fmla="*/ 2809 w 5666"/>
                    <a:gd name="connsiteY3" fmla="*/ 0 h 89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66" h="8948">
                      <a:moveTo>
                        <a:pt x="2809" y="0"/>
                      </a:moveTo>
                      <a:cubicBezTo>
                        <a:pt x="5476" y="2381"/>
                        <a:pt x="5190" y="3238"/>
                        <a:pt x="5666" y="6953"/>
                      </a:cubicBezTo>
                      <a:cubicBezTo>
                        <a:pt x="999" y="11144"/>
                        <a:pt x="-810" y="7810"/>
                        <a:pt x="333" y="5334"/>
                      </a:cubicBezTo>
                      <a:cubicBezTo>
                        <a:pt x="4905" y="2953"/>
                        <a:pt x="2238" y="2096"/>
                        <a:pt x="280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0" name="Freeform: Shape 599">
                  <a:extLst>
                    <a:ext uri="{FF2B5EF4-FFF2-40B4-BE49-F238E27FC236}">
                      <a16:creationId xmlns:a16="http://schemas.microsoft.com/office/drawing/2014/main" id="{A5F8F62E-4302-469A-BB81-41EC50256F53}"/>
                    </a:ext>
                  </a:extLst>
                </p:cNvPr>
                <p:cNvSpPr/>
                <p:nvPr/>
              </p:nvSpPr>
              <p:spPr>
                <a:xfrm>
                  <a:off x="3135236" y="2106589"/>
                  <a:ext cx="3570" cy="5103"/>
                </a:xfrm>
                <a:custGeom>
                  <a:avLst/>
                  <a:gdLst>
                    <a:gd name="connsiteX0" fmla="*/ 2870 w 3570"/>
                    <a:gd name="connsiteY0" fmla="*/ 150 h 5103"/>
                    <a:gd name="connsiteX1" fmla="*/ 13 w 3570"/>
                    <a:gd name="connsiteY1" fmla="*/ 5103 h 5103"/>
                    <a:gd name="connsiteX2" fmla="*/ 298 w 3570"/>
                    <a:gd name="connsiteY2" fmla="*/ 2341 h 5103"/>
                    <a:gd name="connsiteX3" fmla="*/ 2870 w 3570"/>
                    <a:gd name="connsiteY3" fmla="*/ 150 h 51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70" h="5103">
                      <a:moveTo>
                        <a:pt x="2870" y="150"/>
                      </a:moveTo>
                      <a:cubicBezTo>
                        <a:pt x="4585" y="-802"/>
                        <a:pt x="2965" y="3008"/>
                        <a:pt x="13" y="5103"/>
                      </a:cubicBezTo>
                      <a:cubicBezTo>
                        <a:pt x="-83" y="4246"/>
                        <a:pt x="394" y="3198"/>
                        <a:pt x="298" y="2341"/>
                      </a:cubicBezTo>
                      <a:cubicBezTo>
                        <a:pt x="1251" y="1960"/>
                        <a:pt x="3251" y="817"/>
                        <a:pt x="2870" y="15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1" name="Freeform: Shape 600">
                  <a:extLst>
                    <a:ext uri="{FF2B5EF4-FFF2-40B4-BE49-F238E27FC236}">
                      <a16:creationId xmlns:a16="http://schemas.microsoft.com/office/drawing/2014/main" id="{15E6F6EB-7B44-456D-B494-CD24E09D77F8}"/>
                    </a:ext>
                  </a:extLst>
                </p:cNvPr>
                <p:cNvSpPr/>
                <p:nvPr/>
              </p:nvSpPr>
              <p:spPr>
                <a:xfrm>
                  <a:off x="3223249" y="2052244"/>
                  <a:ext cx="3725" cy="2636"/>
                </a:xfrm>
                <a:custGeom>
                  <a:avLst/>
                  <a:gdLst>
                    <a:gd name="connsiteX0" fmla="*/ 297 w 3725"/>
                    <a:gd name="connsiteY0" fmla="*/ 298 h 2636"/>
                    <a:gd name="connsiteX1" fmla="*/ 3726 w 3725"/>
                    <a:gd name="connsiteY1" fmla="*/ 1917 h 2636"/>
                    <a:gd name="connsiteX2" fmla="*/ 297 w 3725"/>
                    <a:gd name="connsiteY2" fmla="*/ 298 h 2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25" h="2636">
                      <a:moveTo>
                        <a:pt x="297" y="298"/>
                      </a:moveTo>
                      <a:cubicBezTo>
                        <a:pt x="3440" y="-1036"/>
                        <a:pt x="1059" y="2583"/>
                        <a:pt x="3726" y="1917"/>
                      </a:cubicBezTo>
                      <a:cubicBezTo>
                        <a:pt x="2487" y="3060"/>
                        <a:pt x="-1037" y="3060"/>
                        <a:pt x="297" y="2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EDBC91D7-3CD0-44D3-8C00-757EB68051FE}"/>
                    </a:ext>
                  </a:extLst>
                </p:cNvPr>
                <p:cNvSpPr/>
                <p:nvPr/>
              </p:nvSpPr>
              <p:spPr>
                <a:xfrm>
                  <a:off x="3612641" y="1733662"/>
                  <a:ext cx="6383" cy="5925"/>
                </a:xfrm>
                <a:custGeom>
                  <a:avLst/>
                  <a:gdLst>
                    <a:gd name="connsiteX0" fmla="*/ 3048 w 6383"/>
                    <a:gd name="connsiteY0" fmla="*/ 649 h 5925"/>
                    <a:gd name="connsiteX1" fmla="*/ 6382 w 6383"/>
                    <a:gd name="connsiteY1" fmla="*/ 744 h 5925"/>
                    <a:gd name="connsiteX2" fmla="*/ 5524 w 6383"/>
                    <a:gd name="connsiteY2" fmla="*/ 3030 h 5925"/>
                    <a:gd name="connsiteX3" fmla="*/ 0 w 6383"/>
                    <a:gd name="connsiteY3" fmla="*/ 5602 h 5925"/>
                    <a:gd name="connsiteX4" fmla="*/ 3048 w 6383"/>
                    <a:gd name="connsiteY4" fmla="*/ 649 h 5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83" h="5925">
                      <a:moveTo>
                        <a:pt x="3048" y="649"/>
                      </a:moveTo>
                      <a:cubicBezTo>
                        <a:pt x="5048" y="-1637"/>
                        <a:pt x="4381" y="3030"/>
                        <a:pt x="6382" y="744"/>
                      </a:cubicBezTo>
                      <a:cubicBezTo>
                        <a:pt x="6477" y="1506"/>
                        <a:pt x="667" y="5983"/>
                        <a:pt x="5524" y="3030"/>
                      </a:cubicBezTo>
                      <a:cubicBezTo>
                        <a:pt x="6287" y="5316"/>
                        <a:pt x="1238" y="6555"/>
                        <a:pt x="0" y="5602"/>
                      </a:cubicBezTo>
                      <a:cubicBezTo>
                        <a:pt x="3334" y="3792"/>
                        <a:pt x="4477" y="2268"/>
                        <a:pt x="3048" y="6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3" name="Freeform: Shape 602">
                  <a:extLst>
                    <a:ext uri="{FF2B5EF4-FFF2-40B4-BE49-F238E27FC236}">
                      <a16:creationId xmlns:a16="http://schemas.microsoft.com/office/drawing/2014/main" id="{7C9AE861-0AE7-49A6-90FC-621CA00D4B33}"/>
                    </a:ext>
                  </a:extLst>
                </p:cNvPr>
                <p:cNvSpPr/>
                <p:nvPr/>
              </p:nvSpPr>
              <p:spPr>
                <a:xfrm>
                  <a:off x="3626358" y="1729472"/>
                  <a:ext cx="8860" cy="4743"/>
                </a:xfrm>
                <a:custGeom>
                  <a:avLst/>
                  <a:gdLst>
                    <a:gd name="connsiteX0" fmla="*/ 0 w 8860"/>
                    <a:gd name="connsiteY0" fmla="*/ 839 h 4743"/>
                    <a:gd name="connsiteX1" fmla="*/ 8858 w 8860"/>
                    <a:gd name="connsiteY1" fmla="*/ 1410 h 4743"/>
                    <a:gd name="connsiteX2" fmla="*/ 4096 w 8860"/>
                    <a:gd name="connsiteY2" fmla="*/ 4744 h 4743"/>
                    <a:gd name="connsiteX3" fmla="*/ 0 w 8860"/>
                    <a:gd name="connsiteY3" fmla="*/ 839 h 4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860" h="4743">
                      <a:moveTo>
                        <a:pt x="0" y="839"/>
                      </a:moveTo>
                      <a:cubicBezTo>
                        <a:pt x="3905" y="-1447"/>
                        <a:pt x="5715" y="1696"/>
                        <a:pt x="8858" y="1410"/>
                      </a:cubicBezTo>
                      <a:cubicBezTo>
                        <a:pt x="8954" y="3791"/>
                        <a:pt x="5905" y="2458"/>
                        <a:pt x="4096" y="4744"/>
                      </a:cubicBezTo>
                      <a:cubicBezTo>
                        <a:pt x="7239" y="172"/>
                        <a:pt x="2857" y="1791"/>
                        <a:pt x="0" y="8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4" name="Freeform: Shape 603">
                  <a:extLst>
                    <a:ext uri="{FF2B5EF4-FFF2-40B4-BE49-F238E27FC236}">
                      <a16:creationId xmlns:a16="http://schemas.microsoft.com/office/drawing/2014/main" id="{28765111-4A6C-4738-925E-804A7742C774}"/>
                    </a:ext>
                  </a:extLst>
                </p:cNvPr>
                <p:cNvSpPr/>
                <p:nvPr/>
              </p:nvSpPr>
              <p:spPr>
                <a:xfrm>
                  <a:off x="3228975" y="2062924"/>
                  <a:ext cx="12573" cy="9905"/>
                </a:xfrm>
                <a:custGeom>
                  <a:avLst/>
                  <a:gdLst>
                    <a:gd name="connsiteX0" fmla="*/ 0 w 12573"/>
                    <a:gd name="connsiteY0" fmla="*/ 9906 h 9905"/>
                    <a:gd name="connsiteX1" fmla="*/ 7239 w 12573"/>
                    <a:gd name="connsiteY1" fmla="*/ 1238 h 9905"/>
                    <a:gd name="connsiteX2" fmla="*/ 12573 w 12573"/>
                    <a:gd name="connsiteY2" fmla="*/ 0 h 9905"/>
                    <a:gd name="connsiteX3" fmla="*/ 7239 w 12573"/>
                    <a:gd name="connsiteY3" fmla="*/ 5810 h 9905"/>
                    <a:gd name="connsiteX4" fmla="*/ 0 w 12573"/>
                    <a:gd name="connsiteY4" fmla="*/ 9906 h 9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573" h="9905">
                      <a:moveTo>
                        <a:pt x="0" y="9906"/>
                      </a:moveTo>
                      <a:cubicBezTo>
                        <a:pt x="95" y="6191"/>
                        <a:pt x="10001" y="4286"/>
                        <a:pt x="7239" y="1238"/>
                      </a:cubicBezTo>
                      <a:cubicBezTo>
                        <a:pt x="11716" y="-2096"/>
                        <a:pt x="5810" y="6382"/>
                        <a:pt x="12573" y="0"/>
                      </a:cubicBezTo>
                      <a:cubicBezTo>
                        <a:pt x="12478" y="1429"/>
                        <a:pt x="10001" y="3524"/>
                        <a:pt x="7239" y="5810"/>
                      </a:cubicBezTo>
                      <a:cubicBezTo>
                        <a:pt x="4096" y="4096"/>
                        <a:pt x="3524" y="9811"/>
                        <a:pt x="0" y="9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5" name="Freeform: Shape 604">
                  <a:extLst>
                    <a:ext uri="{FF2B5EF4-FFF2-40B4-BE49-F238E27FC236}">
                      <a16:creationId xmlns:a16="http://schemas.microsoft.com/office/drawing/2014/main" id="{70B1189D-9D68-4A75-AEFD-115CA1A6C881}"/>
                    </a:ext>
                  </a:extLst>
                </p:cNvPr>
                <p:cNvSpPr/>
                <p:nvPr/>
              </p:nvSpPr>
              <p:spPr>
                <a:xfrm>
                  <a:off x="3712749" y="1655445"/>
                  <a:ext cx="6476" cy="4674"/>
                </a:xfrm>
                <a:custGeom>
                  <a:avLst/>
                  <a:gdLst>
                    <a:gd name="connsiteX0" fmla="*/ 3810 w 6476"/>
                    <a:gd name="connsiteY0" fmla="*/ 3905 h 4674"/>
                    <a:gd name="connsiteX1" fmla="*/ 0 w 6476"/>
                    <a:gd name="connsiteY1" fmla="*/ 3334 h 4674"/>
                    <a:gd name="connsiteX2" fmla="*/ 4763 w 6476"/>
                    <a:gd name="connsiteY2" fmla="*/ 0 h 4674"/>
                    <a:gd name="connsiteX3" fmla="*/ 6477 w 6476"/>
                    <a:gd name="connsiteY3" fmla="*/ 3238 h 4674"/>
                    <a:gd name="connsiteX4" fmla="*/ 4763 w 6476"/>
                    <a:gd name="connsiteY4" fmla="*/ 3143 h 4674"/>
                    <a:gd name="connsiteX5" fmla="*/ 4286 w 6476"/>
                    <a:gd name="connsiteY5" fmla="*/ 4286 h 4674"/>
                    <a:gd name="connsiteX6" fmla="*/ 3810 w 6476"/>
                    <a:gd name="connsiteY6" fmla="*/ 3905 h 4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76" h="4674">
                      <a:moveTo>
                        <a:pt x="3810" y="3905"/>
                      </a:moveTo>
                      <a:cubicBezTo>
                        <a:pt x="3143" y="2095"/>
                        <a:pt x="667" y="5143"/>
                        <a:pt x="0" y="3334"/>
                      </a:cubicBezTo>
                      <a:cubicBezTo>
                        <a:pt x="1333" y="2857"/>
                        <a:pt x="2857" y="1905"/>
                        <a:pt x="4763" y="0"/>
                      </a:cubicBezTo>
                      <a:cubicBezTo>
                        <a:pt x="6667" y="667"/>
                        <a:pt x="4477" y="2476"/>
                        <a:pt x="6477" y="3238"/>
                      </a:cubicBezTo>
                      <a:cubicBezTo>
                        <a:pt x="5620" y="3905"/>
                        <a:pt x="5334" y="3334"/>
                        <a:pt x="4763" y="3143"/>
                      </a:cubicBezTo>
                      <a:cubicBezTo>
                        <a:pt x="4000" y="3715"/>
                        <a:pt x="4096" y="4000"/>
                        <a:pt x="4286" y="4286"/>
                      </a:cubicBezTo>
                      <a:cubicBezTo>
                        <a:pt x="3143" y="5143"/>
                        <a:pt x="3238" y="4381"/>
                        <a:pt x="381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6" name="Freeform: Shape 605">
                  <a:extLst>
                    <a:ext uri="{FF2B5EF4-FFF2-40B4-BE49-F238E27FC236}">
                      <a16:creationId xmlns:a16="http://schemas.microsoft.com/office/drawing/2014/main" id="{E6C934BF-04C2-4A13-B1A5-347439FEB895}"/>
                    </a:ext>
                  </a:extLst>
                </p:cNvPr>
                <p:cNvSpPr/>
                <p:nvPr/>
              </p:nvSpPr>
              <p:spPr>
                <a:xfrm>
                  <a:off x="3637108" y="1736164"/>
                  <a:ext cx="3866" cy="12149"/>
                </a:xfrm>
                <a:custGeom>
                  <a:avLst/>
                  <a:gdLst>
                    <a:gd name="connsiteX0" fmla="*/ 107 w 3866"/>
                    <a:gd name="connsiteY0" fmla="*/ 1386 h 12149"/>
                    <a:gd name="connsiteX1" fmla="*/ 1251 w 3866"/>
                    <a:gd name="connsiteY1" fmla="*/ 7196 h 12149"/>
                    <a:gd name="connsiteX2" fmla="*/ 1536 w 3866"/>
                    <a:gd name="connsiteY2" fmla="*/ 12149 h 12149"/>
                    <a:gd name="connsiteX3" fmla="*/ 107 w 3866"/>
                    <a:gd name="connsiteY3" fmla="*/ 1386 h 12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66" h="12149">
                      <a:moveTo>
                        <a:pt x="107" y="1386"/>
                      </a:moveTo>
                      <a:cubicBezTo>
                        <a:pt x="6775" y="-3186"/>
                        <a:pt x="2870" y="4815"/>
                        <a:pt x="1251" y="7196"/>
                      </a:cubicBezTo>
                      <a:cubicBezTo>
                        <a:pt x="6775" y="5482"/>
                        <a:pt x="12" y="9959"/>
                        <a:pt x="1536" y="12149"/>
                      </a:cubicBezTo>
                      <a:cubicBezTo>
                        <a:pt x="-940" y="11102"/>
                        <a:pt x="393" y="4625"/>
                        <a:pt x="107" y="13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7" name="Freeform: Shape 606">
                  <a:extLst>
                    <a:ext uri="{FF2B5EF4-FFF2-40B4-BE49-F238E27FC236}">
                      <a16:creationId xmlns:a16="http://schemas.microsoft.com/office/drawing/2014/main" id="{A5EFF144-6F5C-46EE-98AA-70159AA9F9D4}"/>
                    </a:ext>
                  </a:extLst>
                </p:cNvPr>
                <p:cNvSpPr/>
                <p:nvPr/>
              </p:nvSpPr>
              <p:spPr>
                <a:xfrm>
                  <a:off x="3629416" y="1742339"/>
                  <a:ext cx="18527" cy="26876"/>
                </a:xfrm>
                <a:custGeom>
                  <a:avLst/>
                  <a:gdLst>
                    <a:gd name="connsiteX0" fmla="*/ 4086 w 18527"/>
                    <a:gd name="connsiteY0" fmla="*/ 19881 h 26876"/>
                    <a:gd name="connsiteX1" fmla="*/ 1133 w 18527"/>
                    <a:gd name="connsiteY1" fmla="*/ 20166 h 26876"/>
                    <a:gd name="connsiteX2" fmla="*/ 561 w 18527"/>
                    <a:gd name="connsiteY2" fmla="*/ 24357 h 26876"/>
                    <a:gd name="connsiteX3" fmla="*/ 4467 w 18527"/>
                    <a:gd name="connsiteY3" fmla="*/ 20262 h 26876"/>
                    <a:gd name="connsiteX4" fmla="*/ 2181 w 18527"/>
                    <a:gd name="connsiteY4" fmla="*/ 24357 h 26876"/>
                    <a:gd name="connsiteX5" fmla="*/ 4657 w 18527"/>
                    <a:gd name="connsiteY5" fmla="*/ 26739 h 26876"/>
                    <a:gd name="connsiteX6" fmla="*/ 8658 w 18527"/>
                    <a:gd name="connsiteY6" fmla="*/ 21119 h 26876"/>
                    <a:gd name="connsiteX7" fmla="*/ 6181 w 18527"/>
                    <a:gd name="connsiteY7" fmla="*/ 20262 h 26876"/>
                    <a:gd name="connsiteX8" fmla="*/ 6277 w 18527"/>
                    <a:gd name="connsiteY8" fmla="*/ 17214 h 26876"/>
                    <a:gd name="connsiteX9" fmla="*/ 8467 w 18527"/>
                    <a:gd name="connsiteY9" fmla="*/ 14642 h 26876"/>
                    <a:gd name="connsiteX10" fmla="*/ 13135 w 18527"/>
                    <a:gd name="connsiteY10" fmla="*/ 15880 h 26876"/>
                    <a:gd name="connsiteX11" fmla="*/ 16659 w 18527"/>
                    <a:gd name="connsiteY11" fmla="*/ 12927 h 26876"/>
                    <a:gd name="connsiteX12" fmla="*/ 17230 w 18527"/>
                    <a:gd name="connsiteY12" fmla="*/ 7212 h 26876"/>
                    <a:gd name="connsiteX13" fmla="*/ 15897 w 18527"/>
                    <a:gd name="connsiteY13" fmla="*/ 9117 h 26876"/>
                    <a:gd name="connsiteX14" fmla="*/ 18278 w 18527"/>
                    <a:gd name="connsiteY14" fmla="*/ 354 h 26876"/>
                    <a:gd name="connsiteX15" fmla="*/ 13135 w 18527"/>
                    <a:gd name="connsiteY15" fmla="*/ 1783 h 26876"/>
                    <a:gd name="connsiteX16" fmla="*/ 13039 w 18527"/>
                    <a:gd name="connsiteY16" fmla="*/ 4831 h 26876"/>
                    <a:gd name="connsiteX17" fmla="*/ 10944 w 18527"/>
                    <a:gd name="connsiteY17" fmla="*/ 4355 h 26876"/>
                    <a:gd name="connsiteX18" fmla="*/ 8277 w 18527"/>
                    <a:gd name="connsiteY18" fmla="*/ 8070 h 26876"/>
                    <a:gd name="connsiteX19" fmla="*/ 14658 w 18527"/>
                    <a:gd name="connsiteY19" fmla="*/ 7879 h 26876"/>
                    <a:gd name="connsiteX20" fmla="*/ 9896 w 18527"/>
                    <a:gd name="connsiteY20" fmla="*/ 11213 h 26876"/>
                    <a:gd name="connsiteX21" fmla="*/ 9515 w 18527"/>
                    <a:gd name="connsiteY21" fmla="*/ 9308 h 26876"/>
                    <a:gd name="connsiteX22" fmla="*/ 2657 w 18527"/>
                    <a:gd name="connsiteY22" fmla="*/ 12165 h 26876"/>
                    <a:gd name="connsiteX23" fmla="*/ 6467 w 18527"/>
                    <a:gd name="connsiteY23" fmla="*/ 12642 h 26876"/>
                    <a:gd name="connsiteX24" fmla="*/ 4086 w 18527"/>
                    <a:gd name="connsiteY24" fmla="*/ 19881 h 26876"/>
                    <a:gd name="connsiteX25" fmla="*/ 12753 w 18527"/>
                    <a:gd name="connsiteY25" fmla="*/ 12546 h 26876"/>
                    <a:gd name="connsiteX26" fmla="*/ 8086 w 18527"/>
                    <a:gd name="connsiteY26" fmla="*/ 14356 h 26876"/>
                    <a:gd name="connsiteX27" fmla="*/ 12753 w 18527"/>
                    <a:gd name="connsiteY27" fmla="*/ 12546 h 26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18527" h="26876">
                      <a:moveTo>
                        <a:pt x="4086" y="19881"/>
                      </a:moveTo>
                      <a:cubicBezTo>
                        <a:pt x="3419" y="19119"/>
                        <a:pt x="2371" y="19404"/>
                        <a:pt x="1133" y="20166"/>
                      </a:cubicBezTo>
                      <a:cubicBezTo>
                        <a:pt x="847" y="21595"/>
                        <a:pt x="-867" y="23405"/>
                        <a:pt x="561" y="24357"/>
                      </a:cubicBezTo>
                      <a:cubicBezTo>
                        <a:pt x="2847" y="22738"/>
                        <a:pt x="1704" y="22071"/>
                        <a:pt x="4467" y="20262"/>
                      </a:cubicBezTo>
                      <a:cubicBezTo>
                        <a:pt x="2752" y="23500"/>
                        <a:pt x="7038" y="21595"/>
                        <a:pt x="2181" y="24357"/>
                      </a:cubicBezTo>
                      <a:cubicBezTo>
                        <a:pt x="2847" y="25500"/>
                        <a:pt x="2181" y="27405"/>
                        <a:pt x="4657" y="26739"/>
                      </a:cubicBezTo>
                      <a:cubicBezTo>
                        <a:pt x="5991" y="24834"/>
                        <a:pt x="7324" y="22929"/>
                        <a:pt x="8658" y="21119"/>
                      </a:cubicBezTo>
                      <a:cubicBezTo>
                        <a:pt x="7324" y="22167"/>
                        <a:pt x="6848" y="20833"/>
                        <a:pt x="6181" y="20262"/>
                      </a:cubicBezTo>
                      <a:cubicBezTo>
                        <a:pt x="9229" y="18452"/>
                        <a:pt x="6848" y="18071"/>
                        <a:pt x="6277" y="17214"/>
                      </a:cubicBezTo>
                      <a:cubicBezTo>
                        <a:pt x="7515" y="16261"/>
                        <a:pt x="7991" y="15404"/>
                        <a:pt x="8467" y="14642"/>
                      </a:cubicBezTo>
                      <a:cubicBezTo>
                        <a:pt x="9705" y="15975"/>
                        <a:pt x="11134" y="16452"/>
                        <a:pt x="13135" y="15880"/>
                      </a:cubicBezTo>
                      <a:cubicBezTo>
                        <a:pt x="12468" y="14166"/>
                        <a:pt x="15135" y="12927"/>
                        <a:pt x="16659" y="12927"/>
                      </a:cubicBezTo>
                      <a:cubicBezTo>
                        <a:pt x="15897" y="11594"/>
                        <a:pt x="20754" y="6165"/>
                        <a:pt x="17230" y="7212"/>
                      </a:cubicBezTo>
                      <a:cubicBezTo>
                        <a:pt x="17516" y="7784"/>
                        <a:pt x="16754" y="9403"/>
                        <a:pt x="15897" y="9117"/>
                      </a:cubicBezTo>
                      <a:cubicBezTo>
                        <a:pt x="16087" y="6260"/>
                        <a:pt x="12277" y="3307"/>
                        <a:pt x="18278" y="354"/>
                      </a:cubicBezTo>
                      <a:cubicBezTo>
                        <a:pt x="17230" y="-884"/>
                        <a:pt x="14754" y="1497"/>
                        <a:pt x="13135" y="1783"/>
                      </a:cubicBezTo>
                      <a:cubicBezTo>
                        <a:pt x="12182" y="3021"/>
                        <a:pt x="14563" y="3402"/>
                        <a:pt x="13039" y="4831"/>
                      </a:cubicBezTo>
                      <a:cubicBezTo>
                        <a:pt x="11991" y="5593"/>
                        <a:pt x="11420" y="5022"/>
                        <a:pt x="10944" y="4355"/>
                      </a:cubicBezTo>
                      <a:cubicBezTo>
                        <a:pt x="9420" y="5784"/>
                        <a:pt x="8277" y="7117"/>
                        <a:pt x="8277" y="8070"/>
                      </a:cubicBezTo>
                      <a:cubicBezTo>
                        <a:pt x="12182" y="4260"/>
                        <a:pt x="10944" y="9117"/>
                        <a:pt x="14658" y="7879"/>
                      </a:cubicBezTo>
                      <a:cubicBezTo>
                        <a:pt x="12658" y="9975"/>
                        <a:pt x="12182" y="11022"/>
                        <a:pt x="9896" y="11213"/>
                      </a:cubicBezTo>
                      <a:cubicBezTo>
                        <a:pt x="9420" y="10641"/>
                        <a:pt x="10468" y="9689"/>
                        <a:pt x="9515" y="9308"/>
                      </a:cubicBezTo>
                      <a:cubicBezTo>
                        <a:pt x="6848" y="13689"/>
                        <a:pt x="5895" y="9975"/>
                        <a:pt x="2657" y="12165"/>
                      </a:cubicBezTo>
                      <a:cubicBezTo>
                        <a:pt x="1704" y="14451"/>
                        <a:pt x="4753" y="13023"/>
                        <a:pt x="6467" y="12642"/>
                      </a:cubicBezTo>
                      <a:cubicBezTo>
                        <a:pt x="6848" y="14832"/>
                        <a:pt x="6467" y="17118"/>
                        <a:pt x="4086" y="19881"/>
                      </a:cubicBezTo>
                      <a:close/>
                      <a:moveTo>
                        <a:pt x="12753" y="12546"/>
                      </a:moveTo>
                      <a:cubicBezTo>
                        <a:pt x="10372" y="15213"/>
                        <a:pt x="9896" y="13023"/>
                        <a:pt x="8086" y="14356"/>
                      </a:cubicBezTo>
                      <a:cubicBezTo>
                        <a:pt x="7991" y="12356"/>
                        <a:pt x="12658" y="10356"/>
                        <a:pt x="12753" y="125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A68CE08A-5CCA-43ED-B12E-FF1BCBCBCC8F}"/>
                    </a:ext>
                  </a:extLst>
                </p:cNvPr>
                <p:cNvSpPr/>
                <p:nvPr/>
              </p:nvSpPr>
              <p:spPr>
                <a:xfrm>
                  <a:off x="3714940" y="1670581"/>
                  <a:ext cx="7468" cy="7913"/>
                </a:xfrm>
                <a:custGeom>
                  <a:avLst/>
                  <a:gdLst>
                    <a:gd name="connsiteX0" fmla="*/ 3620 w 7468"/>
                    <a:gd name="connsiteY0" fmla="*/ 199 h 7913"/>
                    <a:gd name="connsiteX1" fmla="*/ 7429 w 7468"/>
                    <a:gd name="connsiteY1" fmla="*/ 2294 h 7913"/>
                    <a:gd name="connsiteX2" fmla="*/ 3905 w 7468"/>
                    <a:gd name="connsiteY2" fmla="*/ 6866 h 7913"/>
                    <a:gd name="connsiteX3" fmla="*/ 0 w 7468"/>
                    <a:gd name="connsiteY3" fmla="*/ 7914 h 7913"/>
                    <a:gd name="connsiteX4" fmla="*/ 3620 w 7468"/>
                    <a:gd name="connsiteY4" fmla="*/ 199 h 7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68" h="7913">
                      <a:moveTo>
                        <a:pt x="3620" y="199"/>
                      </a:moveTo>
                      <a:cubicBezTo>
                        <a:pt x="6001" y="-1230"/>
                        <a:pt x="3048" y="5628"/>
                        <a:pt x="7429" y="2294"/>
                      </a:cubicBezTo>
                      <a:cubicBezTo>
                        <a:pt x="7906" y="4485"/>
                        <a:pt x="3905" y="5056"/>
                        <a:pt x="3905" y="6866"/>
                      </a:cubicBezTo>
                      <a:cubicBezTo>
                        <a:pt x="2000" y="8676"/>
                        <a:pt x="1715" y="6485"/>
                        <a:pt x="0" y="7914"/>
                      </a:cubicBezTo>
                      <a:cubicBezTo>
                        <a:pt x="3524" y="5342"/>
                        <a:pt x="3905" y="2961"/>
                        <a:pt x="3620" y="19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211C9CC1-C82B-4DF5-86AD-7E2E12CEFEF8}"/>
                    </a:ext>
                  </a:extLst>
                </p:cNvPr>
                <p:cNvSpPr/>
                <p:nvPr/>
              </p:nvSpPr>
              <p:spPr>
                <a:xfrm>
                  <a:off x="3220116" y="2091690"/>
                  <a:ext cx="5143" cy="4426"/>
                </a:xfrm>
                <a:custGeom>
                  <a:avLst/>
                  <a:gdLst>
                    <a:gd name="connsiteX0" fmla="*/ 2286 w 5143"/>
                    <a:gd name="connsiteY0" fmla="*/ 1143 h 4426"/>
                    <a:gd name="connsiteX1" fmla="*/ 4381 w 5143"/>
                    <a:gd name="connsiteY1" fmla="*/ 0 h 4426"/>
                    <a:gd name="connsiteX2" fmla="*/ 5143 w 5143"/>
                    <a:gd name="connsiteY2" fmla="*/ 667 h 4426"/>
                    <a:gd name="connsiteX3" fmla="*/ 2000 w 5143"/>
                    <a:gd name="connsiteY3" fmla="*/ 3905 h 4426"/>
                    <a:gd name="connsiteX4" fmla="*/ 762 w 5143"/>
                    <a:gd name="connsiteY4" fmla="*/ 4286 h 4426"/>
                    <a:gd name="connsiteX5" fmla="*/ 0 w 5143"/>
                    <a:gd name="connsiteY5" fmla="*/ 3619 h 4426"/>
                    <a:gd name="connsiteX6" fmla="*/ 1238 w 5143"/>
                    <a:gd name="connsiteY6" fmla="*/ 3238 h 4426"/>
                    <a:gd name="connsiteX7" fmla="*/ 2286 w 5143"/>
                    <a:gd name="connsiteY7" fmla="*/ 1143 h 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43" h="4426">
                      <a:moveTo>
                        <a:pt x="2286" y="1143"/>
                      </a:moveTo>
                      <a:cubicBezTo>
                        <a:pt x="3048" y="571"/>
                        <a:pt x="3524" y="762"/>
                        <a:pt x="4381" y="0"/>
                      </a:cubicBezTo>
                      <a:lnTo>
                        <a:pt x="5143" y="667"/>
                      </a:lnTo>
                      <a:cubicBezTo>
                        <a:pt x="2953" y="2476"/>
                        <a:pt x="1714" y="2286"/>
                        <a:pt x="2000" y="3905"/>
                      </a:cubicBezTo>
                      <a:cubicBezTo>
                        <a:pt x="1333" y="4572"/>
                        <a:pt x="1048" y="4477"/>
                        <a:pt x="762" y="4286"/>
                      </a:cubicBezTo>
                      <a:lnTo>
                        <a:pt x="0" y="3619"/>
                      </a:lnTo>
                      <a:cubicBezTo>
                        <a:pt x="667" y="2953"/>
                        <a:pt x="953" y="3048"/>
                        <a:pt x="1238" y="3238"/>
                      </a:cubicBezTo>
                      <a:cubicBezTo>
                        <a:pt x="1905" y="2476"/>
                        <a:pt x="2572" y="1619"/>
                        <a:pt x="2286" y="1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207F5E71-D57D-4332-B81A-FD0AE834DA6B}"/>
                    </a:ext>
                  </a:extLst>
                </p:cNvPr>
                <p:cNvSpPr/>
                <p:nvPr/>
              </p:nvSpPr>
              <p:spPr>
                <a:xfrm>
                  <a:off x="3547681" y="1840289"/>
                  <a:ext cx="8334" cy="5144"/>
                </a:xfrm>
                <a:custGeom>
                  <a:avLst/>
                  <a:gdLst>
                    <a:gd name="connsiteX0" fmla="*/ 0 w 8334"/>
                    <a:gd name="connsiteY0" fmla="*/ 4608 h 5144"/>
                    <a:gd name="connsiteX1" fmla="*/ 3048 w 8334"/>
                    <a:gd name="connsiteY1" fmla="*/ 1274 h 5144"/>
                    <a:gd name="connsiteX2" fmla="*/ 1715 w 8334"/>
                    <a:gd name="connsiteY2" fmla="*/ 3084 h 5144"/>
                    <a:gd name="connsiteX3" fmla="*/ 6382 w 8334"/>
                    <a:gd name="connsiteY3" fmla="*/ 2798 h 5144"/>
                    <a:gd name="connsiteX4" fmla="*/ 6001 w 8334"/>
                    <a:gd name="connsiteY4" fmla="*/ 893 h 5144"/>
                    <a:gd name="connsiteX5" fmla="*/ 8287 w 8334"/>
                    <a:gd name="connsiteY5" fmla="*/ 4703 h 5144"/>
                    <a:gd name="connsiteX6" fmla="*/ 0 w 8334"/>
                    <a:gd name="connsiteY6" fmla="*/ 4608 h 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34" h="5144">
                      <a:moveTo>
                        <a:pt x="0" y="4608"/>
                      </a:moveTo>
                      <a:cubicBezTo>
                        <a:pt x="191" y="3370"/>
                        <a:pt x="1429" y="3655"/>
                        <a:pt x="3048" y="1274"/>
                      </a:cubicBezTo>
                      <a:cubicBezTo>
                        <a:pt x="3429" y="1655"/>
                        <a:pt x="2286" y="2417"/>
                        <a:pt x="1715" y="3084"/>
                      </a:cubicBezTo>
                      <a:cubicBezTo>
                        <a:pt x="2858" y="3941"/>
                        <a:pt x="4763" y="3084"/>
                        <a:pt x="6382" y="2798"/>
                      </a:cubicBezTo>
                      <a:cubicBezTo>
                        <a:pt x="9430" y="131"/>
                        <a:pt x="3238" y="3084"/>
                        <a:pt x="6001" y="893"/>
                      </a:cubicBezTo>
                      <a:cubicBezTo>
                        <a:pt x="10192" y="-2250"/>
                        <a:pt x="7239" y="3846"/>
                        <a:pt x="8287" y="4703"/>
                      </a:cubicBezTo>
                      <a:cubicBezTo>
                        <a:pt x="5048" y="5941"/>
                        <a:pt x="3048" y="4132"/>
                        <a:pt x="0" y="46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C1D7453B-EA81-4EC8-B71C-995FE20FC0F0}"/>
                    </a:ext>
                  </a:extLst>
                </p:cNvPr>
                <p:cNvSpPr/>
                <p:nvPr/>
              </p:nvSpPr>
              <p:spPr>
                <a:xfrm>
                  <a:off x="3248025" y="2086988"/>
                  <a:ext cx="11620" cy="12321"/>
                </a:xfrm>
                <a:custGeom>
                  <a:avLst/>
                  <a:gdLst>
                    <a:gd name="connsiteX0" fmla="*/ 5429 w 11620"/>
                    <a:gd name="connsiteY0" fmla="*/ 6606 h 12321"/>
                    <a:gd name="connsiteX1" fmla="*/ 10478 w 11620"/>
                    <a:gd name="connsiteY1" fmla="*/ 510 h 12321"/>
                    <a:gd name="connsiteX2" fmla="*/ 11621 w 11620"/>
                    <a:gd name="connsiteY2" fmla="*/ 4606 h 12321"/>
                    <a:gd name="connsiteX3" fmla="*/ 4953 w 11620"/>
                    <a:gd name="connsiteY3" fmla="*/ 10702 h 12321"/>
                    <a:gd name="connsiteX4" fmla="*/ 4191 w 11620"/>
                    <a:gd name="connsiteY4" fmla="*/ 10035 h 12321"/>
                    <a:gd name="connsiteX5" fmla="*/ 0 w 11620"/>
                    <a:gd name="connsiteY5" fmla="*/ 12321 h 12321"/>
                    <a:gd name="connsiteX6" fmla="*/ 1810 w 11620"/>
                    <a:gd name="connsiteY6" fmla="*/ 6416 h 12321"/>
                    <a:gd name="connsiteX7" fmla="*/ 5429 w 11620"/>
                    <a:gd name="connsiteY7" fmla="*/ 6606 h 123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620" h="12321">
                      <a:moveTo>
                        <a:pt x="5429" y="6606"/>
                      </a:moveTo>
                      <a:cubicBezTo>
                        <a:pt x="8096" y="3463"/>
                        <a:pt x="10859" y="2892"/>
                        <a:pt x="10478" y="510"/>
                      </a:cubicBezTo>
                      <a:cubicBezTo>
                        <a:pt x="11811" y="-1680"/>
                        <a:pt x="10573" y="3844"/>
                        <a:pt x="11621" y="4606"/>
                      </a:cubicBezTo>
                      <a:cubicBezTo>
                        <a:pt x="8668" y="4225"/>
                        <a:pt x="4096" y="8797"/>
                        <a:pt x="4953" y="10702"/>
                      </a:cubicBezTo>
                      <a:cubicBezTo>
                        <a:pt x="3524" y="11559"/>
                        <a:pt x="4667" y="10321"/>
                        <a:pt x="4191" y="10035"/>
                      </a:cubicBezTo>
                      <a:cubicBezTo>
                        <a:pt x="3143" y="10035"/>
                        <a:pt x="1619" y="10988"/>
                        <a:pt x="0" y="12321"/>
                      </a:cubicBezTo>
                      <a:cubicBezTo>
                        <a:pt x="953" y="9273"/>
                        <a:pt x="-1334" y="9654"/>
                        <a:pt x="1810" y="6416"/>
                      </a:cubicBezTo>
                      <a:cubicBezTo>
                        <a:pt x="3238" y="8988"/>
                        <a:pt x="5048" y="4416"/>
                        <a:pt x="5429" y="66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2" name="Freeform: Shape 611">
                  <a:extLst>
                    <a:ext uri="{FF2B5EF4-FFF2-40B4-BE49-F238E27FC236}">
                      <a16:creationId xmlns:a16="http://schemas.microsoft.com/office/drawing/2014/main" id="{E16E7F5F-9076-4A6B-B628-AD7AF651005C}"/>
                    </a:ext>
                  </a:extLst>
                </p:cNvPr>
                <p:cNvSpPr/>
                <p:nvPr/>
              </p:nvSpPr>
              <p:spPr>
                <a:xfrm>
                  <a:off x="3629406" y="1805369"/>
                  <a:ext cx="10477" cy="14309"/>
                </a:xfrm>
                <a:custGeom>
                  <a:avLst/>
                  <a:gdLst>
                    <a:gd name="connsiteX0" fmla="*/ 3429 w 10477"/>
                    <a:gd name="connsiteY0" fmla="*/ 94 h 14309"/>
                    <a:gd name="connsiteX1" fmla="*/ 10478 w 10477"/>
                    <a:gd name="connsiteY1" fmla="*/ 3714 h 14309"/>
                    <a:gd name="connsiteX2" fmla="*/ 1714 w 10477"/>
                    <a:gd name="connsiteY2" fmla="*/ 10953 h 14309"/>
                    <a:gd name="connsiteX3" fmla="*/ 7144 w 10477"/>
                    <a:gd name="connsiteY3" fmla="*/ 13048 h 14309"/>
                    <a:gd name="connsiteX4" fmla="*/ 0 w 10477"/>
                    <a:gd name="connsiteY4" fmla="*/ 10953 h 14309"/>
                    <a:gd name="connsiteX5" fmla="*/ 3429 w 10477"/>
                    <a:gd name="connsiteY5" fmla="*/ 94 h 143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77" h="14309">
                      <a:moveTo>
                        <a:pt x="3429" y="94"/>
                      </a:moveTo>
                      <a:cubicBezTo>
                        <a:pt x="7525" y="-573"/>
                        <a:pt x="8572" y="2475"/>
                        <a:pt x="10478" y="3714"/>
                      </a:cubicBezTo>
                      <a:cubicBezTo>
                        <a:pt x="7906" y="5142"/>
                        <a:pt x="2857" y="8571"/>
                        <a:pt x="1714" y="10953"/>
                      </a:cubicBezTo>
                      <a:cubicBezTo>
                        <a:pt x="5048" y="9714"/>
                        <a:pt x="5143" y="13048"/>
                        <a:pt x="7144" y="13048"/>
                      </a:cubicBezTo>
                      <a:cubicBezTo>
                        <a:pt x="4096" y="16382"/>
                        <a:pt x="2857" y="12191"/>
                        <a:pt x="0" y="10953"/>
                      </a:cubicBezTo>
                      <a:cubicBezTo>
                        <a:pt x="6572" y="6285"/>
                        <a:pt x="10382" y="2094"/>
                        <a:pt x="3429" y="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483AFE1A-30CC-4AD5-9844-7C44567122B1}"/>
                    </a:ext>
                  </a:extLst>
                </p:cNvPr>
                <p:cNvSpPr/>
                <p:nvPr/>
              </p:nvSpPr>
              <p:spPr>
                <a:xfrm>
                  <a:off x="3582894" y="1863851"/>
                  <a:ext cx="3172" cy="4153"/>
                </a:xfrm>
                <a:custGeom>
                  <a:avLst/>
                  <a:gdLst>
                    <a:gd name="connsiteX0" fmla="*/ 1268 w 3172"/>
                    <a:gd name="connsiteY0" fmla="*/ 0 h 4153"/>
                    <a:gd name="connsiteX1" fmla="*/ 3172 w 3172"/>
                    <a:gd name="connsiteY1" fmla="*/ 3429 h 4153"/>
                    <a:gd name="connsiteX2" fmla="*/ 1268 w 3172"/>
                    <a:gd name="connsiteY2" fmla="*/ 0 h 4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72" h="4153">
                      <a:moveTo>
                        <a:pt x="1268" y="0"/>
                      </a:moveTo>
                      <a:cubicBezTo>
                        <a:pt x="1839" y="2096"/>
                        <a:pt x="410" y="2572"/>
                        <a:pt x="3172" y="3429"/>
                      </a:cubicBezTo>
                      <a:cubicBezTo>
                        <a:pt x="220" y="5525"/>
                        <a:pt x="-1209" y="2667"/>
                        <a:pt x="126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4" name="Freeform: Shape 613">
                  <a:extLst>
                    <a:ext uri="{FF2B5EF4-FFF2-40B4-BE49-F238E27FC236}">
                      <a16:creationId xmlns:a16="http://schemas.microsoft.com/office/drawing/2014/main" id="{DD10BFB5-3FAD-45DE-80BA-1B0E2D820B45}"/>
                    </a:ext>
                  </a:extLst>
                </p:cNvPr>
                <p:cNvSpPr/>
                <p:nvPr/>
              </p:nvSpPr>
              <p:spPr>
                <a:xfrm>
                  <a:off x="3581685" y="1857375"/>
                  <a:ext cx="13716" cy="18859"/>
                </a:xfrm>
                <a:custGeom>
                  <a:avLst/>
                  <a:gdLst>
                    <a:gd name="connsiteX0" fmla="*/ 0 w 13716"/>
                    <a:gd name="connsiteY0" fmla="*/ 13525 h 18859"/>
                    <a:gd name="connsiteX1" fmla="*/ 3810 w 13716"/>
                    <a:gd name="connsiteY1" fmla="*/ 14002 h 18859"/>
                    <a:gd name="connsiteX2" fmla="*/ 3905 w 13716"/>
                    <a:gd name="connsiteY2" fmla="*/ 12478 h 18859"/>
                    <a:gd name="connsiteX3" fmla="*/ 7525 w 13716"/>
                    <a:gd name="connsiteY3" fmla="*/ 8096 h 18859"/>
                    <a:gd name="connsiteX4" fmla="*/ 3429 w 13716"/>
                    <a:gd name="connsiteY4" fmla="*/ 5810 h 18859"/>
                    <a:gd name="connsiteX5" fmla="*/ 6953 w 13716"/>
                    <a:gd name="connsiteY5" fmla="*/ 2953 h 18859"/>
                    <a:gd name="connsiteX6" fmla="*/ 6763 w 13716"/>
                    <a:gd name="connsiteY6" fmla="*/ 5905 h 18859"/>
                    <a:gd name="connsiteX7" fmla="*/ 10478 w 13716"/>
                    <a:gd name="connsiteY7" fmla="*/ 0 h 18859"/>
                    <a:gd name="connsiteX8" fmla="*/ 13716 w 13716"/>
                    <a:gd name="connsiteY8" fmla="*/ 9430 h 18859"/>
                    <a:gd name="connsiteX9" fmla="*/ 10096 w 13716"/>
                    <a:gd name="connsiteY9" fmla="*/ 13811 h 18859"/>
                    <a:gd name="connsiteX10" fmla="*/ 7525 w 13716"/>
                    <a:gd name="connsiteY10" fmla="*/ 14478 h 18859"/>
                    <a:gd name="connsiteX11" fmla="*/ 6477 w 13716"/>
                    <a:gd name="connsiteY11" fmla="*/ 18193 h 18859"/>
                    <a:gd name="connsiteX12" fmla="*/ 5239 w 13716"/>
                    <a:gd name="connsiteY12" fmla="*/ 18479 h 18859"/>
                    <a:gd name="connsiteX13" fmla="*/ 4001 w 13716"/>
                    <a:gd name="connsiteY13" fmla="*/ 18859 h 18859"/>
                    <a:gd name="connsiteX14" fmla="*/ 0 w 13716"/>
                    <a:gd name="connsiteY14" fmla="*/ 13525 h 188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3716" h="18859">
                      <a:moveTo>
                        <a:pt x="0" y="13525"/>
                      </a:moveTo>
                      <a:cubicBezTo>
                        <a:pt x="1619" y="12763"/>
                        <a:pt x="2953" y="12954"/>
                        <a:pt x="3810" y="14002"/>
                      </a:cubicBezTo>
                      <a:cubicBezTo>
                        <a:pt x="4667" y="13049"/>
                        <a:pt x="5334" y="11525"/>
                        <a:pt x="3905" y="12478"/>
                      </a:cubicBezTo>
                      <a:cubicBezTo>
                        <a:pt x="3334" y="11525"/>
                        <a:pt x="7715" y="9239"/>
                        <a:pt x="7525" y="8096"/>
                      </a:cubicBezTo>
                      <a:cubicBezTo>
                        <a:pt x="6668" y="6096"/>
                        <a:pt x="4572" y="7144"/>
                        <a:pt x="3429" y="5810"/>
                      </a:cubicBezTo>
                      <a:lnTo>
                        <a:pt x="6953" y="2953"/>
                      </a:lnTo>
                      <a:cubicBezTo>
                        <a:pt x="7715" y="3715"/>
                        <a:pt x="5048" y="5429"/>
                        <a:pt x="6763" y="5905"/>
                      </a:cubicBezTo>
                      <a:cubicBezTo>
                        <a:pt x="10573" y="3238"/>
                        <a:pt x="7239" y="2476"/>
                        <a:pt x="10478" y="0"/>
                      </a:cubicBezTo>
                      <a:cubicBezTo>
                        <a:pt x="10763" y="4286"/>
                        <a:pt x="13145" y="6382"/>
                        <a:pt x="13716" y="9430"/>
                      </a:cubicBezTo>
                      <a:cubicBezTo>
                        <a:pt x="11430" y="11144"/>
                        <a:pt x="9335" y="12859"/>
                        <a:pt x="10096" y="13811"/>
                      </a:cubicBezTo>
                      <a:cubicBezTo>
                        <a:pt x="9049" y="14478"/>
                        <a:pt x="8763" y="13525"/>
                        <a:pt x="7525" y="14478"/>
                      </a:cubicBezTo>
                      <a:cubicBezTo>
                        <a:pt x="7429" y="15430"/>
                        <a:pt x="8096" y="15907"/>
                        <a:pt x="6477" y="18193"/>
                      </a:cubicBezTo>
                      <a:cubicBezTo>
                        <a:pt x="5810" y="18859"/>
                        <a:pt x="5524" y="18669"/>
                        <a:pt x="5239" y="18479"/>
                      </a:cubicBezTo>
                      <a:cubicBezTo>
                        <a:pt x="5048" y="18002"/>
                        <a:pt x="4477" y="18383"/>
                        <a:pt x="4001" y="18859"/>
                      </a:cubicBezTo>
                      <a:cubicBezTo>
                        <a:pt x="8096" y="14668"/>
                        <a:pt x="1905" y="14859"/>
                        <a:pt x="0" y="135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5" name="Freeform: Shape 614">
                  <a:extLst>
                    <a:ext uri="{FF2B5EF4-FFF2-40B4-BE49-F238E27FC236}">
                      <a16:creationId xmlns:a16="http://schemas.microsoft.com/office/drawing/2014/main" id="{0AAC3F7D-D83F-4579-83A5-8FC76629F5D2}"/>
                    </a:ext>
                  </a:extLst>
                </p:cNvPr>
                <p:cNvSpPr/>
                <p:nvPr/>
              </p:nvSpPr>
              <p:spPr>
                <a:xfrm>
                  <a:off x="3655564" y="1816686"/>
                  <a:ext cx="6125" cy="2935"/>
                </a:xfrm>
                <a:custGeom>
                  <a:avLst/>
                  <a:gdLst>
                    <a:gd name="connsiteX0" fmla="*/ 607 w 6125"/>
                    <a:gd name="connsiteY0" fmla="*/ 112 h 2935"/>
                    <a:gd name="connsiteX1" fmla="*/ 4417 w 6125"/>
                    <a:gd name="connsiteY1" fmla="*/ 684 h 2935"/>
                    <a:gd name="connsiteX2" fmla="*/ 1369 w 6125"/>
                    <a:gd name="connsiteY2" fmla="*/ 2493 h 2935"/>
                    <a:gd name="connsiteX3" fmla="*/ 607 w 6125"/>
                    <a:gd name="connsiteY3" fmla="*/ 112 h 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25" h="2935">
                      <a:moveTo>
                        <a:pt x="607" y="112"/>
                      </a:moveTo>
                      <a:cubicBezTo>
                        <a:pt x="-1774" y="-174"/>
                        <a:pt x="3560" y="112"/>
                        <a:pt x="4417" y="684"/>
                      </a:cubicBezTo>
                      <a:cubicBezTo>
                        <a:pt x="8132" y="5637"/>
                        <a:pt x="5179" y="588"/>
                        <a:pt x="1369" y="2493"/>
                      </a:cubicBezTo>
                      <a:cubicBezTo>
                        <a:pt x="1655" y="1541"/>
                        <a:pt x="1464" y="779"/>
                        <a:pt x="607" y="11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6" name="Freeform: Shape 615">
                  <a:extLst>
                    <a:ext uri="{FF2B5EF4-FFF2-40B4-BE49-F238E27FC236}">
                      <a16:creationId xmlns:a16="http://schemas.microsoft.com/office/drawing/2014/main" id="{6BFC59D6-CAA8-494F-A216-10972C1A1419}"/>
                    </a:ext>
                  </a:extLst>
                </p:cNvPr>
                <p:cNvSpPr/>
                <p:nvPr/>
              </p:nvSpPr>
              <p:spPr>
                <a:xfrm>
                  <a:off x="3587656" y="1883453"/>
                  <a:ext cx="6888" cy="9300"/>
                </a:xfrm>
                <a:custGeom>
                  <a:avLst/>
                  <a:gdLst>
                    <a:gd name="connsiteX0" fmla="*/ 3650 w 6888"/>
                    <a:gd name="connsiteY0" fmla="*/ 115 h 9300"/>
                    <a:gd name="connsiteX1" fmla="*/ 6888 w 6888"/>
                    <a:gd name="connsiteY1" fmla="*/ 1734 h 9300"/>
                    <a:gd name="connsiteX2" fmla="*/ 5935 w 6888"/>
                    <a:gd name="connsiteY2" fmla="*/ 8878 h 9300"/>
                    <a:gd name="connsiteX3" fmla="*/ 2602 w 6888"/>
                    <a:gd name="connsiteY3" fmla="*/ 8783 h 9300"/>
                    <a:gd name="connsiteX4" fmla="*/ 125 w 6888"/>
                    <a:gd name="connsiteY4" fmla="*/ 3068 h 9300"/>
                    <a:gd name="connsiteX5" fmla="*/ 3650 w 6888"/>
                    <a:gd name="connsiteY5" fmla="*/ 115 h 9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888" h="9300">
                      <a:moveTo>
                        <a:pt x="3650" y="115"/>
                      </a:moveTo>
                      <a:cubicBezTo>
                        <a:pt x="2316" y="-266"/>
                        <a:pt x="5364" y="306"/>
                        <a:pt x="6888" y="1734"/>
                      </a:cubicBezTo>
                      <a:cubicBezTo>
                        <a:pt x="-1208" y="5258"/>
                        <a:pt x="8888" y="6020"/>
                        <a:pt x="5935" y="8878"/>
                      </a:cubicBezTo>
                      <a:cubicBezTo>
                        <a:pt x="4507" y="9545"/>
                        <a:pt x="3459" y="9354"/>
                        <a:pt x="2602" y="8783"/>
                      </a:cubicBezTo>
                      <a:cubicBezTo>
                        <a:pt x="6126" y="4973"/>
                        <a:pt x="-1018" y="6592"/>
                        <a:pt x="125" y="3068"/>
                      </a:cubicBezTo>
                      <a:cubicBezTo>
                        <a:pt x="2030" y="2020"/>
                        <a:pt x="4126" y="2020"/>
                        <a:pt x="3650" y="1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7" name="Freeform: Shape 616">
                  <a:extLst>
                    <a:ext uri="{FF2B5EF4-FFF2-40B4-BE49-F238E27FC236}">
                      <a16:creationId xmlns:a16="http://schemas.microsoft.com/office/drawing/2014/main" id="{CAFEC116-8EC3-43CD-810A-656AA36CA22F}"/>
                    </a:ext>
                  </a:extLst>
                </p:cNvPr>
                <p:cNvSpPr/>
                <p:nvPr/>
              </p:nvSpPr>
              <p:spPr>
                <a:xfrm>
                  <a:off x="3466474" y="2033653"/>
                  <a:ext cx="3206" cy="3746"/>
                </a:xfrm>
                <a:custGeom>
                  <a:avLst/>
                  <a:gdLst>
                    <a:gd name="connsiteX0" fmla="*/ 340 w 3206"/>
                    <a:gd name="connsiteY0" fmla="*/ 886 h 3746"/>
                    <a:gd name="connsiteX1" fmla="*/ 3007 w 3206"/>
                    <a:gd name="connsiteY1" fmla="*/ 3458 h 3746"/>
                    <a:gd name="connsiteX2" fmla="*/ 54 w 3206"/>
                    <a:gd name="connsiteY2" fmla="*/ 3744 h 3746"/>
                    <a:gd name="connsiteX3" fmla="*/ 2340 w 3206"/>
                    <a:gd name="connsiteY3" fmla="*/ 1267 h 3746"/>
                    <a:gd name="connsiteX4" fmla="*/ 340 w 3206"/>
                    <a:gd name="connsiteY4" fmla="*/ 886 h 37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06" h="3746">
                      <a:moveTo>
                        <a:pt x="340" y="886"/>
                      </a:moveTo>
                      <a:cubicBezTo>
                        <a:pt x="1769" y="-1495"/>
                        <a:pt x="3864" y="1458"/>
                        <a:pt x="3007" y="3458"/>
                      </a:cubicBezTo>
                      <a:cubicBezTo>
                        <a:pt x="1673" y="4411"/>
                        <a:pt x="1578" y="2601"/>
                        <a:pt x="54" y="3744"/>
                      </a:cubicBezTo>
                      <a:cubicBezTo>
                        <a:pt x="-232" y="2601"/>
                        <a:pt x="626" y="1839"/>
                        <a:pt x="2340" y="1267"/>
                      </a:cubicBezTo>
                      <a:cubicBezTo>
                        <a:pt x="1959" y="505"/>
                        <a:pt x="816" y="1267"/>
                        <a:pt x="340" y="8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8" name="Freeform: Shape 617">
                  <a:extLst>
                    <a:ext uri="{FF2B5EF4-FFF2-40B4-BE49-F238E27FC236}">
                      <a16:creationId xmlns:a16="http://schemas.microsoft.com/office/drawing/2014/main" id="{55426335-8F01-4A15-94A5-3088C249F420}"/>
                    </a:ext>
                  </a:extLst>
                </p:cNvPr>
                <p:cNvSpPr/>
                <p:nvPr/>
              </p:nvSpPr>
              <p:spPr>
                <a:xfrm>
                  <a:off x="3634549" y="1900029"/>
                  <a:ext cx="15532" cy="12495"/>
                </a:xfrm>
                <a:custGeom>
                  <a:avLst/>
                  <a:gdLst>
                    <a:gd name="connsiteX0" fmla="*/ 8954 w 15532"/>
                    <a:gd name="connsiteY0" fmla="*/ 11543 h 12495"/>
                    <a:gd name="connsiteX1" fmla="*/ 5048 w 15532"/>
                    <a:gd name="connsiteY1" fmla="*/ 12495 h 12495"/>
                    <a:gd name="connsiteX2" fmla="*/ 0 w 15532"/>
                    <a:gd name="connsiteY2" fmla="*/ 970 h 12495"/>
                    <a:gd name="connsiteX3" fmla="*/ 14383 w 15532"/>
                    <a:gd name="connsiteY3" fmla="*/ 875 h 12495"/>
                    <a:gd name="connsiteX4" fmla="*/ 15335 w 15532"/>
                    <a:gd name="connsiteY4" fmla="*/ 5066 h 12495"/>
                    <a:gd name="connsiteX5" fmla="*/ 10192 w 15532"/>
                    <a:gd name="connsiteY5" fmla="*/ 6304 h 12495"/>
                    <a:gd name="connsiteX6" fmla="*/ 8668 w 15532"/>
                    <a:gd name="connsiteY6" fmla="*/ 9638 h 12495"/>
                    <a:gd name="connsiteX7" fmla="*/ 12573 w 15532"/>
                    <a:gd name="connsiteY7" fmla="*/ 8685 h 12495"/>
                    <a:gd name="connsiteX8" fmla="*/ 9430 w 15532"/>
                    <a:gd name="connsiteY8" fmla="*/ 11924 h 12495"/>
                    <a:gd name="connsiteX9" fmla="*/ 8954 w 15532"/>
                    <a:gd name="connsiteY9" fmla="*/ 11543 h 12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532" h="12495">
                      <a:moveTo>
                        <a:pt x="8954" y="11543"/>
                      </a:moveTo>
                      <a:cubicBezTo>
                        <a:pt x="8477" y="10019"/>
                        <a:pt x="6382" y="12209"/>
                        <a:pt x="5048" y="12495"/>
                      </a:cubicBezTo>
                      <a:cubicBezTo>
                        <a:pt x="4763" y="8114"/>
                        <a:pt x="1429" y="5828"/>
                        <a:pt x="0" y="970"/>
                      </a:cubicBezTo>
                      <a:cubicBezTo>
                        <a:pt x="6953" y="-2554"/>
                        <a:pt x="10287" y="4971"/>
                        <a:pt x="14383" y="875"/>
                      </a:cubicBezTo>
                      <a:cubicBezTo>
                        <a:pt x="13430" y="2589"/>
                        <a:pt x="16288" y="3351"/>
                        <a:pt x="15335" y="5066"/>
                      </a:cubicBezTo>
                      <a:cubicBezTo>
                        <a:pt x="12954" y="6875"/>
                        <a:pt x="12478" y="4494"/>
                        <a:pt x="10192" y="6304"/>
                      </a:cubicBezTo>
                      <a:cubicBezTo>
                        <a:pt x="6191" y="9162"/>
                        <a:pt x="10097" y="8304"/>
                        <a:pt x="8668" y="9638"/>
                      </a:cubicBezTo>
                      <a:cubicBezTo>
                        <a:pt x="9239" y="10876"/>
                        <a:pt x="12478" y="6209"/>
                        <a:pt x="12573" y="8685"/>
                      </a:cubicBezTo>
                      <a:cubicBezTo>
                        <a:pt x="10287" y="10400"/>
                        <a:pt x="9049" y="10114"/>
                        <a:pt x="9430" y="11924"/>
                      </a:cubicBezTo>
                      <a:cubicBezTo>
                        <a:pt x="8287" y="12686"/>
                        <a:pt x="8477" y="12019"/>
                        <a:pt x="8954" y="115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19" name="Freeform: Shape 618">
                  <a:extLst>
                    <a:ext uri="{FF2B5EF4-FFF2-40B4-BE49-F238E27FC236}">
                      <a16:creationId xmlns:a16="http://schemas.microsoft.com/office/drawing/2014/main" id="{62D14A49-80B4-48BC-B611-52841981CAB8}"/>
                    </a:ext>
                  </a:extLst>
                </p:cNvPr>
                <p:cNvSpPr/>
                <p:nvPr/>
              </p:nvSpPr>
              <p:spPr>
                <a:xfrm>
                  <a:off x="3632490" y="1918716"/>
                  <a:ext cx="5297" cy="4608"/>
                </a:xfrm>
                <a:custGeom>
                  <a:avLst/>
                  <a:gdLst>
                    <a:gd name="connsiteX0" fmla="*/ 249 w 5297"/>
                    <a:gd name="connsiteY0" fmla="*/ 1333 h 4608"/>
                    <a:gd name="connsiteX1" fmla="*/ 3773 w 5297"/>
                    <a:gd name="connsiteY1" fmla="*/ 0 h 4608"/>
                    <a:gd name="connsiteX2" fmla="*/ 5297 w 5297"/>
                    <a:gd name="connsiteY2" fmla="*/ 1619 h 4608"/>
                    <a:gd name="connsiteX3" fmla="*/ 3011 w 5297"/>
                    <a:gd name="connsiteY3" fmla="*/ 4096 h 4608"/>
                    <a:gd name="connsiteX4" fmla="*/ 4059 w 5297"/>
                    <a:gd name="connsiteY4" fmla="*/ 1905 h 4608"/>
                    <a:gd name="connsiteX5" fmla="*/ 249 w 5297"/>
                    <a:gd name="connsiteY5" fmla="*/ 1333 h 4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297" h="4608">
                      <a:moveTo>
                        <a:pt x="249" y="1333"/>
                      </a:moveTo>
                      <a:cubicBezTo>
                        <a:pt x="1392" y="857"/>
                        <a:pt x="2058" y="1524"/>
                        <a:pt x="3773" y="0"/>
                      </a:cubicBezTo>
                      <a:cubicBezTo>
                        <a:pt x="3011" y="2000"/>
                        <a:pt x="4345" y="476"/>
                        <a:pt x="5297" y="1619"/>
                      </a:cubicBezTo>
                      <a:cubicBezTo>
                        <a:pt x="3773" y="2667"/>
                        <a:pt x="4154" y="3238"/>
                        <a:pt x="3011" y="4096"/>
                      </a:cubicBezTo>
                      <a:cubicBezTo>
                        <a:pt x="249" y="5905"/>
                        <a:pt x="3868" y="2381"/>
                        <a:pt x="4059" y="1905"/>
                      </a:cubicBezTo>
                      <a:cubicBezTo>
                        <a:pt x="2725" y="1333"/>
                        <a:pt x="-989" y="4000"/>
                        <a:pt x="249" y="13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0" name="Freeform: Shape 619">
                  <a:extLst>
                    <a:ext uri="{FF2B5EF4-FFF2-40B4-BE49-F238E27FC236}">
                      <a16:creationId xmlns:a16="http://schemas.microsoft.com/office/drawing/2014/main" id="{982303C3-3B52-4FB1-832C-3F6480AC0AA8}"/>
                    </a:ext>
                  </a:extLst>
                </p:cNvPr>
                <p:cNvSpPr/>
                <p:nvPr/>
              </p:nvSpPr>
              <p:spPr>
                <a:xfrm>
                  <a:off x="3740289" y="1934659"/>
                  <a:ext cx="18492" cy="32348"/>
                </a:xfrm>
                <a:custGeom>
                  <a:avLst/>
                  <a:gdLst>
                    <a:gd name="connsiteX0" fmla="*/ 4369 w 18492"/>
                    <a:gd name="connsiteY0" fmla="*/ 1868 h 32348"/>
                    <a:gd name="connsiteX1" fmla="*/ 17704 w 18492"/>
                    <a:gd name="connsiteY1" fmla="*/ 19299 h 32348"/>
                    <a:gd name="connsiteX2" fmla="*/ 11418 w 18492"/>
                    <a:gd name="connsiteY2" fmla="*/ 22538 h 32348"/>
                    <a:gd name="connsiteX3" fmla="*/ 6655 w 18492"/>
                    <a:gd name="connsiteY3" fmla="*/ 32348 h 32348"/>
                    <a:gd name="connsiteX4" fmla="*/ 3131 w 18492"/>
                    <a:gd name="connsiteY4" fmla="*/ 28633 h 32348"/>
                    <a:gd name="connsiteX5" fmla="*/ 273 w 18492"/>
                    <a:gd name="connsiteY5" fmla="*/ 32158 h 32348"/>
                    <a:gd name="connsiteX6" fmla="*/ 4369 w 18492"/>
                    <a:gd name="connsiteY6" fmla="*/ 1868 h 323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492" h="32348">
                      <a:moveTo>
                        <a:pt x="4369" y="1868"/>
                      </a:moveTo>
                      <a:cubicBezTo>
                        <a:pt x="20657" y="-5561"/>
                        <a:pt x="19038" y="11012"/>
                        <a:pt x="17704" y="19299"/>
                      </a:cubicBezTo>
                      <a:cubicBezTo>
                        <a:pt x="15037" y="21680"/>
                        <a:pt x="13608" y="21395"/>
                        <a:pt x="11418" y="22538"/>
                      </a:cubicBezTo>
                      <a:cubicBezTo>
                        <a:pt x="10370" y="25681"/>
                        <a:pt x="9227" y="28919"/>
                        <a:pt x="6655" y="32348"/>
                      </a:cubicBezTo>
                      <a:cubicBezTo>
                        <a:pt x="4655" y="31205"/>
                        <a:pt x="6560" y="27967"/>
                        <a:pt x="3131" y="28633"/>
                      </a:cubicBezTo>
                      <a:cubicBezTo>
                        <a:pt x="1321" y="29967"/>
                        <a:pt x="3036" y="30634"/>
                        <a:pt x="273" y="32158"/>
                      </a:cubicBezTo>
                      <a:cubicBezTo>
                        <a:pt x="3702" y="21775"/>
                        <a:pt x="-4680" y="13679"/>
                        <a:pt x="4369" y="18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529FEA50-0CB4-463C-8848-54324824DC21}"/>
                    </a:ext>
                  </a:extLst>
                </p:cNvPr>
                <p:cNvSpPr/>
                <p:nvPr/>
              </p:nvSpPr>
              <p:spPr>
                <a:xfrm>
                  <a:off x="3737705" y="1968150"/>
                  <a:ext cx="9048" cy="10287"/>
                </a:xfrm>
                <a:custGeom>
                  <a:avLst/>
                  <a:gdLst>
                    <a:gd name="connsiteX0" fmla="*/ 6667 w 9048"/>
                    <a:gd name="connsiteY0" fmla="*/ 4381 h 10287"/>
                    <a:gd name="connsiteX1" fmla="*/ 2000 w 9048"/>
                    <a:gd name="connsiteY1" fmla="*/ 4381 h 10287"/>
                    <a:gd name="connsiteX2" fmla="*/ 4096 w 9048"/>
                    <a:gd name="connsiteY2" fmla="*/ 0 h 10287"/>
                    <a:gd name="connsiteX3" fmla="*/ 9049 w 9048"/>
                    <a:gd name="connsiteY3" fmla="*/ 1905 h 10287"/>
                    <a:gd name="connsiteX4" fmla="*/ 1429 w 9048"/>
                    <a:gd name="connsiteY4" fmla="*/ 10287 h 10287"/>
                    <a:gd name="connsiteX5" fmla="*/ 0 w 9048"/>
                    <a:gd name="connsiteY5" fmla="*/ 7144 h 10287"/>
                    <a:gd name="connsiteX6" fmla="*/ 6667 w 9048"/>
                    <a:gd name="connsiteY6" fmla="*/ 4381 h 10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048" h="10287">
                      <a:moveTo>
                        <a:pt x="6667" y="4381"/>
                      </a:moveTo>
                      <a:cubicBezTo>
                        <a:pt x="6191" y="2191"/>
                        <a:pt x="3524" y="4477"/>
                        <a:pt x="2000" y="4381"/>
                      </a:cubicBezTo>
                      <a:cubicBezTo>
                        <a:pt x="1524" y="3143"/>
                        <a:pt x="2191" y="1714"/>
                        <a:pt x="4096" y="0"/>
                      </a:cubicBezTo>
                      <a:cubicBezTo>
                        <a:pt x="5715" y="667"/>
                        <a:pt x="6858" y="2286"/>
                        <a:pt x="9049" y="1905"/>
                      </a:cubicBezTo>
                      <a:cubicBezTo>
                        <a:pt x="6287" y="4763"/>
                        <a:pt x="6096" y="7048"/>
                        <a:pt x="1429" y="10287"/>
                      </a:cubicBezTo>
                      <a:cubicBezTo>
                        <a:pt x="-381" y="9525"/>
                        <a:pt x="1905" y="7906"/>
                        <a:pt x="0" y="7144"/>
                      </a:cubicBezTo>
                      <a:cubicBezTo>
                        <a:pt x="1714" y="7239"/>
                        <a:pt x="3334" y="7620"/>
                        <a:pt x="6667" y="4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2" name="Freeform: Shape 621">
                  <a:extLst>
                    <a:ext uri="{FF2B5EF4-FFF2-40B4-BE49-F238E27FC236}">
                      <a16:creationId xmlns:a16="http://schemas.microsoft.com/office/drawing/2014/main" id="{EFC51AD5-1F45-4B66-A4A5-64D4AAE413EB}"/>
                    </a:ext>
                  </a:extLst>
                </p:cNvPr>
                <p:cNvSpPr/>
                <p:nvPr/>
              </p:nvSpPr>
              <p:spPr>
                <a:xfrm>
                  <a:off x="2795839" y="1361789"/>
                  <a:ext cx="10114" cy="9048"/>
                </a:xfrm>
                <a:custGeom>
                  <a:avLst/>
                  <a:gdLst>
                    <a:gd name="connsiteX0" fmla="*/ 2891 w 10114"/>
                    <a:gd name="connsiteY0" fmla="*/ 2286 h 9048"/>
                    <a:gd name="connsiteX1" fmla="*/ 5844 w 10114"/>
                    <a:gd name="connsiteY1" fmla="*/ 0 h 9048"/>
                    <a:gd name="connsiteX2" fmla="*/ 10035 w 10114"/>
                    <a:gd name="connsiteY2" fmla="*/ 2191 h 9048"/>
                    <a:gd name="connsiteX3" fmla="*/ 6225 w 10114"/>
                    <a:gd name="connsiteY3" fmla="*/ 6572 h 9048"/>
                    <a:gd name="connsiteX4" fmla="*/ 3653 w 10114"/>
                    <a:gd name="connsiteY4" fmla="*/ 3905 h 9048"/>
                    <a:gd name="connsiteX5" fmla="*/ 1272 w 10114"/>
                    <a:gd name="connsiteY5" fmla="*/ 9049 h 9048"/>
                    <a:gd name="connsiteX6" fmla="*/ 2891 w 10114"/>
                    <a:gd name="connsiteY6" fmla="*/ 2286 h 9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114" h="9048">
                      <a:moveTo>
                        <a:pt x="2891" y="2286"/>
                      </a:moveTo>
                      <a:cubicBezTo>
                        <a:pt x="3844" y="1524"/>
                        <a:pt x="4606" y="1905"/>
                        <a:pt x="5844" y="0"/>
                      </a:cubicBezTo>
                      <a:cubicBezTo>
                        <a:pt x="7178" y="571"/>
                        <a:pt x="7082" y="4858"/>
                        <a:pt x="10035" y="2191"/>
                      </a:cubicBezTo>
                      <a:cubicBezTo>
                        <a:pt x="10702" y="3810"/>
                        <a:pt x="6987" y="6477"/>
                        <a:pt x="6225" y="6572"/>
                      </a:cubicBezTo>
                      <a:cubicBezTo>
                        <a:pt x="4415" y="6286"/>
                        <a:pt x="5844" y="4000"/>
                        <a:pt x="3653" y="3905"/>
                      </a:cubicBezTo>
                      <a:cubicBezTo>
                        <a:pt x="1272" y="6572"/>
                        <a:pt x="3653" y="6382"/>
                        <a:pt x="1272" y="9049"/>
                      </a:cubicBezTo>
                      <a:cubicBezTo>
                        <a:pt x="-2824" y="8573"/>
                        <a:pt x="4415" y="3524"/>
                        <a:pt x="2891" y="2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665607E9-D596-4B73-924B-6FD92959CEF4}"/>
                    </a:ext>
                  </a:extLst>
                </p:cNvPr>
                <p:cNvSpPr/>
                <p:nvPr/>
              </p:nvSpPr>
              <p:spPr>
                <a:xfrm>
                  <a:off x="2722721" y="1642586"/>
                  <a:ext cx="35780" cy="55468"/>
                </a:xfrm>
                <a:custGeom>
                  <a:avLst/>
                  <a:gdLst>
                    <a:gd name="connsiteX0" fmla="*/ 3238 w 35780"/>
                    <a:gd name="connsiteY0" fmla="*/ 476 h 55468"/>
                    <a:gd name="connsiteX1" fmla="*/ 9049 w 35780"/>
                    <a:gd name="connsiteY1" fmla="*/ 0 h 55468"/>
                    <a:gd name="connsiteX2" fmla="*/ 20193 w 35780"/>
                    <a:gd name="connsiteY2" fmla="*/ 18288 h 55468"/>
                    <a:gd name="connsiteX3" fmla="*/ 22479 w 35780"/>
                    <a:gd name="connsiteY3" fmla="*/ 16955 h 55468"/>
                    <a:gd name="connsiteX4" fmla="*/ 24574 w 35780"/>
                    <a:gd name="connsiteY4" fmla="*/ 22098 h 55468"/>
                    <a:gd name="connsiteX5" fmla="*/ 29337 w 35780"/>
                    <a:gd name="connsiteY5" fmla="*/ 31433 h 55468"/>
                    <a:gd name="connsiteX6" fmla="*/ 33433 w 35780"/>
                    <a:gd name="connsiteY6" fmla="*/ 46863 h 55468"/>
                    <a:gd name="connsiteX7" fmla="*/ 32766 w 35780"/>
                    <a:gd name="connsiteY7" fmla="*/ 52959 h 55468"/>
                    <a:gd name="connsiteX8" fmla="*/ 35433 w 35780"/>
                    <a:gd name="connsiteY8" fmla="*/ 51911 h 55468"/>
                    <a:gd name="connsiteX9" fmla="*/ 30194 w 35780"/>
                    <a:gd name="connsiteY9" fmla="*/ 55435 h 55468"/>
                    <a:gd name="connsiteX10" fmla="*/ 28956 w 35780"/>
                    <a:gd name="connsiteY10" fmla="*/ 54674 h 55468"/>
                    <a:gd name="connsiteX11" fmla="*/ 32575 w 35780"/>
                    <a:gd name="connsiteY11" fmla="*/ 50197 h 55468"/>
                    <a:gd name="connsiteX12" fmla="*/ 30194 w 35780"/>
                    <a:gd name="connsiteY12" fmla="*/ 50102 h 55468"/>
                    <a:gd name="connsiteX13" fmla="*/ 29813 w 35780"/>
                    <a:gd name="connsiteY13" fmla="*/ 49816 h 55468"/>
                    <a:gd name="connsiteX14" fmla="*/ 26003 w 35780"/>
                    <a:gd name="connsiteY14" fmla="*/ 51530 h 55468"/>
                    <a:gd name="connsiteX15" fmla="*/ 20574 w 35780"/>
                    <a:gd name="connsiteY15" fmla="*/ 39243 h 55468"/>
                    <a:gd name="connsiteX16" fmla="*/ 17812 w 35780"/>
                    <a:gd name="connsiteY16" fmla="*/ 35052 h 55468"/>
                    <a:gd name="connsiteX17" fmla="*/ 11716 w 35780"/>
                    <a:gd name="connsiteY17" fmla="*/ 32766 h 55468"/>
                    <a:gd name="connsiteX18" fmla="*/ 13049 w 35780"/>
                    <a:gd name="connsiteY18" fmla="*/ 29623 h 55468"/>
                    <a:gd name="connsiteX19" fmla="*/ 0 w 35780"/>
                    <a:gd name="connsiteY19" fmla="*/ 11525 h 55468"/>
                    <a:gd name="connsiteX20" fmla="*/ 4477 w 35780"/>
                    <a:gd name="connsiteY20" fmla="*/ 8858 h 55468"/>
                    <a:gd name="connsiteX21" fmla="*/ 6001 w 35780"/>
                    <a:gd name="connsiteY21" fmla="*/ 4572 h 55468"/>
                    <a:gd name="connsiteX22" fmla="*/ 3524 w 35780"/>
                    <a:gd name="connsiteY22" fmla="*/ 7049 h 55468"/>
                    <a:gd name="connsiteX23" fmla="*/ 3238 w 35780"/>
                    <a:gd name="connsiteY23" fmla="*/ 476 h 55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5780" h="55468">
                      <a:moveTo>
                        <a:pt x="3238" y="476"/>
                      </a:moveTo>
                      <a:cubicBezTo>
                        <a:pt x="5620" y="-1143"/>
                        <a:pt x="5144" y="4572"/>
                        <a:pt x="9049" y="0"/>
                      </a:cubicBezTo>
                      <a:cubicBezTo>
                        <a:pt x="11049" y="8477"/>
                        <a:pt x="19145" y="9144"/>
                        <a:pt x="20193" y="18288"/>
                      </a:cubicBezTo>
                      <a:cubicBezTo>
                        <a:pt x="20669" y="19050"/>
                        <a:pt x="21526" y="18002"/>
                        <a:pt x="22479" y="16955"/>
                      </a:cubicBezTo>
                      <a:cubicBezTo>
                        <a:pt x="22098" y="19241"/>
                        <a:pt x="26765" y="18669"/>
                        <a:pt x="24574" y="22098"/>
                      </a:cubicBezTo>
                      <a:cubicBezTo>
                        <a:pt x="29908" y="20098"/>
                        <a:pt x="28956" y="27623"/>
                        <a:pt x="29337" y="31433"/>
                      </a:cubicBezTo>
                      <a:cubicBezTo>
                        <a:pt x="36290" y="31623"/>
                        <a:pt x="36100" y="39624"/>
                        <a:pt x="33433" y="46863"/>
                      </a:cubicBezTo>
                      <a:cubicBezTo>
                        <a:pt x="37433" y="43625"/>
                        <a:pt x="35719" y="49340"/>
                        <a:pt x="32766" y="52959"/>
                      </a:cubicBezTo>
                      <a:cubicBezTo>
                        <a:pt x="33623" y="52673"/>
                        <a:pt x="34862" y="51149"/>
                        <a:pt x="35433" y="51911"/>
                      </a:cubicBezTo>
                      <a:cubicBezTo>
                        <a:pt x="34766" y="54102"/>
                        <a:pt x="31623" y="55721"/>
                        <a:pt x="30194" y="55435"/>
                      </a:cubicBezTo>
                      <a:cubicBezTo>
                        <a:pt x="33433" y="51054"/>
                        <a:pt x="29242" y="56388"/>
                        <a:pt x="28956" y="54674"/>
                      </a:cubicBezTo>
                      <a:cubicBezTo>
                        <a:pt x="29528" y="52483"/>
                        <a:pt x="30480" y="53245"/>
                        <a:pt x="32575" y="50197"/>
                      </a:cubicBezTo>
                      <a:cubicBezTo>
                        <a:pt x="31623" y="50673"/>
                        <a:pt x="30861" y="50578"/>
                        <a:pt x="30194" y="50102"/>
                      </a:cubicBezTo>
                      <a:cubicBezTo>
                        <a:pt x="28670" y="53531"/>
                        <a:pt x="26384" y="53721"/>
                        <a:pt x="29813" y="49816"/>
                      </a:cubicBezTo>
                      <a:cubicBezTo>
                        <a:pt x="28384" y="51149"/>
                        <a:pt x="27432" y="50578"/>
                        <a:pt x="26003" y="51530"/>
                      </a:cubicBezTo>
                      <a:cubicBezTo>
                        <a:pt x="26289" y="45053"/>
                        <a:pt x="18288" y="46958"/>
                        <a:pt x="20574" y="39243"/>
                      </a:cubicBezTo>
                      <a:cubicBezTo>
                        <a:pt x="19050" y="39243"/>
                        <a:pt x="14097" y="39433"/>
                        <a:pt x="17812" y="35052"/>
                      </a:cubicBezTo>
                      <a:cubicBezTo>
                        <a:pt x="12859" y="39053"/>
                        <a:pt x="17050" y="28861"/>
                        <a:pt x="11716" y="32766"/>
                      </a:cubicBezTo>
                      <a:cubicBezTo>
                        <a:pt x="11525" y="32099"/>
                        <a:pt x="11811" y="31147"/>
                        <a:pt x="13049" y="29623"/>
                      </a:cubicBezTo>
                      <a:cubicBezTo>
                        <a:pt x="1429" y="31909"/>
                        <a:pt x="13049" y="8477"/>
                        <a:pt x="0" y="11525"/>
                      </a:cubicBezTo>
                      <a:cubicBezTo>
                        <a:pt x="2096" y="8001"/>
                        <a:pt x="2476" y="11906"/>
                        <a:pt x="4477" y="8858"/>
                      </a:cubicBezTo>
                      <a:cubicBezTo>
                        <a:pt x="6287" y="6668"/>
                        <a:pt x="6001" y="5715"/>
                        <a:pt x="6001" y="4572"/>
                      </a:cubicBezTo>
                      <a:cubicBezTo>
                        <a:pt x="5429" y="4477"/>
                        <a:pt x="4381" y="6001"/>
                        <a:pt x="3524" y="7049"/>
                      </a:cubicBezTo>
                      <a:cubicBezTo>
                        <a:pt x="2953" y="5144"/>
                        <a:pt x="4286" y="2096"/>
                        <a:pt x="3238" y="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4" name="Freeform: Shape 623">
                  <a:extLst>
                    <a:ext uri="{FF2B5EF4-FFF2-40B4-BE49-F238E27FC236}">
                      <a16:creationId xmlns:a16="http://schemas.microsoft.com/office/drawing/2014/main" id="{EDDC0E11-1935-4D5B-9D32-EDFE5648C015}"/>
                    </a:ext>
                  </a:extLst>
                </p:cNvPr>
                <p:cNvSpPr/>
                <p:nvPr/>
              </p:nvSpPr>
              <p:spPr>
                <a:xfrm>
                  <a:off x="3061906" y="1345679"/>
                  <a:ext cx="11049" cy="7123"/>
                </a:xfrm>
                <a:custGeom>
                  <a:avLst/>
                  <a:gdLst>
                    <a:gd name="connsiteX0" fmla="*/ 4286 w 11049"/>
                    <a:gd name="connsiteY0" fmla="*/ 13 h 7123"/>
                    <a:gd name="connsiteX1" fmla="*/ 11049 w 11049"/>
                    <a:gd name="connsiteY1" fmla="*/ 5537 h 7123"/>
                    <a:gd name="connsiteX2" fmla="*/ 4477 w 11049"/>
                    <a:gd name="connsiteY2" fmla="*/ 6775 h 7123"/>
                    <a:gd name="connsiteX3" fmla="*/ 6382 w 11049"/>
                    <a:gd name="connsiteY3" fmla="*/ 2680 h 7123"/>
                    <a:gd name="connsiteX4" fmla="*/ 2381 w 11049"/>
                    <a:gd name="connsiteY4" fmla="*/ 6871 h 7123"/>
                    <a:gd name="connsiteX5" fmla="*/ 0 w 11049"/>
                    <a:gd name="connsiteY5" fmla="*/ 5442 h 7123"/>
                    <a:gd name="connsiteX6" fmla="*/ 4286 w 11049"/>
                    <a:gd name="connsiteY6" fmla="*/ 13 h 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49" h="7123">
                      <a:moveTo>
                        <a:pt x="4286" y="13"/>
                      </a:moveTo>
                      <a:cubicBezTo>
                        <a:pt x="9144" y="-273"/>
                        <a:pt x="7620" y="4394"/>
                        <a:pt x="11049" y="5537"/>
                      </a:cubicBezTo>
                      <a:cubicBezTo>
                        <a:pt x="8382" y="8204"/>
                        <a:pt x="6572" y="6680"/>
                        <a:pt x="4477" y="6775"/>
                      </a:cubicBezTo>
                      <a:cubicBezTo>
                        <a:pt x="6191" y="4775"/>
                        <a:pt x="7049" y="3346"/>
                        <a:pt x="6382" y="2680"/>
                      </a:cubicBezTo>
                      <a:cubicBezTo>
                        <a:pt x="4286" y="3442"/>
                        <a:pt x="4953" y="5061"/>
                        <a:pt x="2381" y="6871"/>
                      </a:cubicBezTo>
                      <a:lnTo>
                        <a:pt x="0" y="5442"/>
                      </a:lnTo>
                      <a:cubicBezTo>
                        <a:pt x="2572" y="3061"/>
                        <a:pt x="2667" y="2965"/>
                        <a:pt x="4286" y="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0F35F4EF-8EF2-4878-8C83-151EA965CB5C}"/>
                    </a:ext>
                  </a:extLst>
                </p:cNvPr>
                <p:cNvSpPr/>
                <p:nvPr/>
              </p:nvSpPr>
              <p:spPr>
                <a:xfrm>
                  <a:off x="3032378" y="1408287"/>
                  <a:ext cx="5334" cy="8937"/>
                </a:xfrm>
                <a:custGeom>
                  <a:avLst/>
                  <a:gdLst>
                    <a:gd name="connsiteX0" fmla="*/ 0 w 5334"/>
                    <a:gd name="connsiteY0" fmla="*/ 1889 h 8937"/>
                    <a:gd name="connsiteX1" fmla="*/ 1619 w 5334"/>
                    <a:gd name="connsiteY1" fmla="*/ 1603 h 8937"/>
                    <a:gd name="connsiteX2" fmla="*/ 2381 w 5334"/>
                    <a:gd name="connsiteY2" fmla="*/ 746 h 8937"/>
                    <a:gd name="connsiteX3" fmla="*/ 5334 w 5334"/>
                    <a:gd name="connsiteY3" fmla="*/ 1317 h 8937"/>
                    <a:gd name="connsiteX4" fmla="*/ 476 w 5334"/>
                    <a:gd name="connsiteY4" fmla="*/ 8937 h 8937"/>
                    <a:gd name="connsiteX5" fmla="*/ 0 w 5334"/>
                    <a:gd name="connsiteY5" fmla="*/ 1889 h 8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34" h="8937">
                      <a:moveTo>
                        <a:pt x="0" y="1889"/>
                      </a:moveTo>
                      <a:cubicBezTo>
                        <a:pt x="762" y="1032"/>
                        <a:pt x="1143" y="1508"/>
                        <a:pt x="1619" y="1603"/>
                      </a:cubicBezTo>
                      <a:cubicBezTo>
                        <a:pt x="2286" y="1794"/>
                        <a:pt x="2572" y="841"/>
                        <a:pt x="2381" y="746"/>
                      </a:cubicBezTo>
                      <a:cubicBezTo>
                        <a:pt x="3905" y="-1254"/>
                        <a:pt x="4286" y="1413"/>
                        <a:pt x="5334" y="1317"/>
                      </a:cubicBezTo>
                      <a:cubicBezTo>
                        <a:pt x="4001" y="3699"/>
                        <a:pt x="4096" y="5413"/>
                        <a:pt x="476" y="8937"/>
                      </a:cubicBezTo>
                      <a:cubicBezTo>
                        <a:pt x="-476" y="5985"/>
                        <a:pt x="2762" y="4080"/>
                        <a:pt x="0" y="18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6" name="Freeform: Shape 625">
                  <a:extLst>
                    <a:ext uri="{FF2B5EF4-FFF2-40B4-BE49-F238E27FC236}">
                      <a16:creationId xmlns:a16="http://schemas.microsoft.com/office/drawing/2014/main" id="{9636852B-32CF-484B-B55E-6E07C47E32A8}"/>
                    </a:ext>
                  </a:extLst>
                </p:cNvPr>
                <p:cNvSpPr/>
                <p:nvPr/>
              </p:nvSpPr>
              <p:spPr>
                <a:xfrm>
                  <a:off x="3049428" y="1411890"/>
                  <a:ext cx="16573" cy="13144"/>
                </a:xfrm>
                <a:custGeom>
                  <a:avLst/>
                  <a:gdLst>
                    <a:gd name="connsiteX0" fmla="*/ 0 w 16573"/>
                    <a:gd name="connsiteY0" fmla="*/ 7906 h 13144"/>
                    <a:gd name="connsiteX1" fmla="*/ 6477 w 16573"/>
                    <a:gd name="connsiteY1" fmla="*/ 0 h 13144"/>
                    <a:gd name="connsiteX2" fmla="*/ 11621 w 16573"/>
                    <a:gd name="connsiteY2" fmla="*/ 4667 h 13144"/>
                    <a:gd name="connsiteX3" fmla="*/ 7620 w 16573"/>
                    <a:gd name="connsiteY3" fmla="*/ 6096 h 13144"/>
                    <a:gd name="connsiteX4" fmla="*/ 7049 w 16573"/>
                    <a:gd name="connsiteY4" fmla="*/ 8477 h 13144"/>
                    <a:gd name="connsiteX5" fmla="*/ 11811 w 16573"/>
                    <a:gd name="connsiteY5" fmla="*/ 10287 h 13144"/>
                    <a:gd name="connsiteX6" fmla="*/ 16574 w 16573"/>
                    <a:gd name="connsiteY6" fmla="*/ 7906 h 13144"/>
                    <a:gd name="connsiteX7" fmla="*/ 8001 w 16573"/>
                    <a:gd name="connsiteY7" fmla="*/ 13144 h 13144"/>
                    <a:gd name="connsiteX8" fmla="*/ 9525 w 16573"/>
                    <a:gd name="connsiteY8" fmla="*/ 8763 h 13144"/>
                    <a:gd name="connsiteX9" fmla="*/ 6191 w 16573"/>
                    <a:gd name="connsiteY9" fmla="*/ 12001 h 13144"/>
                    <a:gd name="connsiteX10" fmla="*/ 1619 w 16573"/>
                    <a:gd name="connsiteY10" fmla="*/ 11716 h 13144"/>
                    <a:gd name="connsiteX11" fmla="*/ 0 w 16573"/>
                    <a:gd name="connsiteY11" fmla="*/ 7906 h 13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573" h="13144">
                      <a:moveTo>
                        <a:pt x="0" y="7906"/>
                      </a:moveTo>
                      <a:cubicBezTo>
                        <a:pt x="1429" y="4191"/>
                        <a:pt x="5429" y="5143"/>
                        <a:pt x="6477" y="0"/>
                      </a:cubicBezTo>
                      <a:cubicBezTo>
                        <a:pt x="7906" y="2286"/>
                        <a:pt x="7811" y="3715"/>
                        <a:pt x="11621" y="4667"/>
                      </a:cubicBezTo>
                      <a:cubicBezTo>
                        <a:pt x="9716" y="7810"/>
                        <a:pt x="9144" y="4953"/>
                        <a:pt x="7620" y="6096"/>
                      </a:cubicBezTo>
                      <a:cubicBezTo>
                        <a:pt x="7144" y="7048"/>
                        <a:pt x="6763" y="7906"/>
                        <a:pt x="7049" y="8477"/>
                      </a:cubicBezTo>
                      <a:cubicBezTo>
                        <a:pt x="9335" y="7620"/>
                        <a:pt x="13716" y="5810"/>
                        <a:pt x="11811" y="10287"/>
                      </a:cubicBezTo>
                      <a:cubicBezTo>
                        <a:pt x="13145" y="10668"/>
                        <a:pt x="15526" y="6286"/>
                        <a:pt x="16574" y="7906"/>
                      </a:cubicBezTo>
                      <a:cubicBezTo>
                        <a:pt x="13240" y="11716"/>
                        <a:pt x="10668" y="12478"/>
                        <a:pt x="8001" y="13144"/>
                      </a:cubicBezTo>
                      <a:cubicBezTo>
                        <a:pt x="10287" y="12001"/>
                        <a:pt x="12287" y="8763"/>
                        <a:pt x="9525" y="8763"/>
                      </a:cubicBezTo>
                      <a:cubicBezTo>
                        <a:pt x="8382" y="8382"/>
                        <a:pt x="8287" y="11525"/>
                        <a:pt x="6191" y="12001"/>
                      </a:cubicBezTo>
                      <a:cubicBezTo>
                        <a:pt x="6191" y="9430"/>
                        <a:pt x="1905" y="9620"/>
                        <a:pt x="1619" y="11716"/>
                      </a:cubicBezTo>
                      <a:cubicBezTo>
                        <a:pt x="-2286" y="14573"/>
                        <a:pt x="3143" y="5524"/>
                        <a:pt x="0" y="7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6696AA3D-55B9-4592-AD83-694344032DDC}"/>
                    </a:ext>
                  </a:extLst>
                </p:cNvPr>
                <p:cNvSpPr/>
                <p:nvPr/>
              </p:nvSpPr>
              <p:spPr>
                <a:xfrm>
                  <a:off x="3064859" y="1390650"/>
                  <a:ext cx="16870" cy="11144"/>
                </a:xfrm>
                <a:custGeom>
                  <a:avLst/>
                  <a:gdLst>
                    <a:gd name="connsiteX0" fmla="*/ 0 w 16870"/>
                    <a:gd name="connsiteY0" fmla="*/ 0 h 11144"/>
                    <a:gd name="connsiteX1" fmla="*/ 8001 w 16870"/>
                    <a:gd name="connsiteY1" fmla="*/ 3810 h 11144"/>
                    <a:gd name="connsiteX2" fmla="*/ 9716 w 16870"/>
                    <a:gd name="connsiteY2" fmla="*/ 857 h 11144"/>
                    <a:gd name="connsiteX3" fmla="*/ 15240 w 16870"/>
                    <a:gd name="connsiteY3" fmla="*/ 11144 h 11144"/>
                    <a:gd name="connsiteX4" fmla="*/ 16478 w 16870"/>
                    <a:gd name="connsiteY4" fmla="*/ 7906 h 11144"/>
                    <a:gd name="connsiteX5" fmla="*/ 6382 w 16870"/>
                    <a:gd name="connsiteY5" fmla="*/ 10858 h 11144"/>
                    <a:gd name="connsiteX6" fmla="*/ 9716 w 16870"/>
                    <a:gd name="connsiteY6" fmla="*/ 7620 h 11144"/>
                    <a:gd name="connsiteX7" fmla="*/ 7715 w 16870"/>
                    <a:gd name="connsiteY7" fmla="*/ 4953 h 11144"/>
                    <a:gd name="connsiteX8" fmla="*/ 0 w 16870"/>
                    <a:gd name="connsiteY8" fmla="*/ 0 h 11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870" h="11144">
                      <a:moveTo>
                        <a:pt x="0" y="0"/>
                      </a:moveTo>
                      <a:cubicBezTo>
                        <a:pt x="1715" y="1715"/>
                        <a:pt x="8573" y="-381"/>
                        <a:pt x="8001" y="3810"/>
                      </a:cubicBezTo>
                      <a:cubicBezTo>
                        <a:pt x="9239" y="4477"/>
                        <a:pt x="10478" y="952"/>
                        <a:pt x="9716" y="857"/>
                      </a:cubicBezTo>
                      <a:cubicBezTo>
                        <a:pt x="11906" y="4000"/>
                        <a:pt x="20384" y="3619"/>
                        <a:pt x="15240" y="11144"/>
                      </a:cubicBezTo>
                      <a:cubicBezTo>
                        <a:pt x="13907" y="10954"/>
                        <a:pt x="15431" y="9335"/>
                        <a:pt x="16478" y="7906"/>
                      </a:cubicBezTo>
                      <a:cubicBezTo>
                        <a:pt x="12573" y="11240"/>
                        <a:pt x="9620" y="10192"/>
                        <a:pt x="6382" y="10858"/>
                      </a:cubicBezTo>
                      <a:cubicBezTo>
                        <a:pt x="7334" y="10287"/>
                        <a:pt x="8477" y="9144"/>
                        <a:pt x="9716" y="7620"/>
                      </a:cubicBezTo>
                      <a:cubicBezTo>
                        <a:pt x="7811" y="7620"/>
                        <a:pt x="6382" y="7620"/>
                        <a:pt x="7715" y="4953"/>
                      </a:cubicBezTo>
                      <a:cubicBezTo>
                        <a:pt x="4096" y="6382"/>
                        <a:pt x="1619" y="2667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7DD9C9AC-8BC0-4475-B6D6-F174CBF36069}"/>
                    </a:ext>
                  </a:extLst>
                </p:cNvPr>
                <p:cNvSpPr/>
                <p:nvPr/>
              </p:nvSpPr>
              <p:spPr>
                <a:xfrm>
                  <a:off x="2974276" y="2051045"/>
                  <a:ext cx="32419" cy="17784"/>
                </a:xfrm>
                <a:custGeom>
                  <a:avLst/>
                  <a:gdLst>
                    <a:gd name="connsiteX0" fmla="*/ 16954 w 32419"/>
                    <a:gd name="connsiteY0" fmla="*/ 5402 h 17784"/>
                    <a:gd name="connsiteX1" fmla="*/ 18955 w 32419"/>
                    <a:gd name="connsiteY1" fmla="*/ 4164 h 17784"/>
                    <a:gd name="connsiteX2" fmla="*/ 23146 w 32419"/>
                    <a:gd name="connsiteY2" fmla="*/ 259 h 17784"/>
                    <a:gd name="connsiteX3" fmla="*/ 21050 w 32419"/>
                    <a:gd name="connsiteY3" fmla="*/ 2926 h 17784"/>
                    <a:gd name="connsiteX4" fmla="*/ 28765 w 32419"/>
                    <a:gd name="connsiteY4" fmla="*/ 3307 h 17784"/>
                    <a:gd name="connsiteX5" fmla="*/ 30194 w 32419"/>
                    <a:gd name="connsiteY5" fmla="*/ 68 h 17784"/>
                    <a:gd name="connsiteX6" fmla="*/ 27622 w 32419"/>
                    <a:gd name="connsiteY6" fmla="*/ 8165 h 17784"/>
                    <a:gd name="connsiteX7" fmla="*/ 22384 w 32419"/>
                    <a:gd name="connsiteY7" fmla="*/ 11212 h 17784"/>
                    <a:gd name="connsiteX8" fmla="*/ 17145 w 32419"/>
                    <a:gd name="connsiteY8" fmla="*/ 9879 h 17784"/>
                    <a:gd name="connsiteX9" fmla="*/ 18383 w 32419"/>
                    <a:gd name="connsiteY9" fmla="*/ 13784 h 17784"/>
                    <a:gd name="connsiteX10" fmla="*/ 6382 w 32419"/>
                    <a:gd name="connsiteY10" fmla="*/ 14261 h 17784"/>
                    <a:gd name="connsiteX11" fmla="*/ 0 w 32419"/>
                    <a:gd name="connsiteY11" fmla="*/ 17785 h 17784"/>
                    <a:gd name="connsiteX12" fmla="*/ 6096 w 32419"/>
                    <a:gd name="connsiteY12" fmla="*/ 13975 h 17784"/>
                    <a:gd name="connsiteX13" fmla="*/ 7429 w 32419"/>
                    <a:gd name="connsiteY13" fmla="*/ 6355 h 17784"/>
                    <a:gd name="connsiteX14" fmla="*/ 16954 w 32419"/>
                    <a:gd name="connsiteY14" fmla="*/ 5402 h 17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2419" h="17784">
                      <a:moveTo>
                        <a:pt x="16954" y="5402"/>
                      </a:moveTo>
                      <a:cubicBezTo>
                        <a:pt x="15430" y="5402"/>
                        <a:pt x="19812" y="830"/>
                        <a:pt x="18955" y="4164"/>
                      </a:cubicBezTo>
                      <a:cubicBezTo>
                        <a:pt x="21336" y="1783"/>
                        <a:pt x="21526" y="830"/>
                        <a:pt x="23146" y="259"/>
                      </a:cubicBezTo>
                      <a:cubicBezTo>
                        <a:pt x="24670" y="1211"/>
                        <a:pt x="22574" y="1021"/>
                        <a:pt x="21050" y="2926"/>
                      </a:cubicBezTo>
                      <a:cubicBezTo>
                        <a:pt x="26670" y="544"/>
                        <a:pt x="22860" y="6545"/>
                        <a:pt x="28765" y="3307"/>
                      </a:cubicBezTo>
                      <a:cubicBezTo>
                        <a:pt x="29718" y="2069"/>
                        <a:pt x="30194" y="925"/>
                        <a:pt x="30194" y="68"/>
                      </a:cubicBezTo>
                      <a:cubicBezTo>
                        <a:pt x="36100" y="-694"/>
                        <a:pt x="28480" y="5116"/>
                        <a:pt x="27622" y="8165"/>
                      </a:cubicBezTo>
                      <a:cubicBezTo>
                        <a:pt x="26575" y="5878"/>
                        <a:pt x="22479" y="10546"/>
                        <a:pt x="22384" y="11212"/>
                      </a:cubicBezTo>
                      <a:cubicBezTo>
                        <a:pt x="19526" y="12451"/>
                        <a:pt x="22479" y="5402"/>
                        <a:pt x="17145" y="9879"/>
                      </a:cubicBezTo>
                      <a:cubicBezTo>
                        <a:pt x="16288" y="11689"/>
                        <a:pt x="16954" y="12832"/>
                        <a:pt x="18383" y="13784"/>
                      </a:cubicBezTo>
                      <a:cubicBezTo>
                        <a:pt x="13049" y="14546"/>
                        <a:pt x="9144" y="18737"/>
                        <a:pt x="6382" y="14261"/>
                      </a:cubicBezTo>
                      <a:cubicBezTo>
                        <a:pt x="7715" y="17975"/>
                        <a:pt x="3334" y="15689"/>
                        <a:pt x="0" y="17785"/>
                      </a:cubicBezTo>
                      <a:cubicBezTo>
                        <a:pt x="1238" y="13975"/>
                        <a:pt x="3810" y="16261"/>
                        <a:pt x="6096" y="13975"/>
                      </a:cubicBezTo>
                      <a:cubicBezTo>
                        <a:pt x="5239" y="10450"/>
                        <a:pt x="6858" y="9689"/>
                        <a:pt x="7429" y="6355"/>
                      </a:cubicBezTo>
                      <a:cubicBezTo>
                        <a:pt x="12097" y="4736"/>
                        <a:pt x="12668" y="6736"/>
                        <a:pt x="16954" y="54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FE95EB2D-FF76-48F3-AD6E-53D890777D3D}"/>
                    </a:ext>
                  </a:extLst>
                </p:cNvPr>
                <p:cNvSpPr/>
                <p:nvPr/>
              </p:nvSpPr>
              <p:spPr>
                <a:xfrm>
                  <a:off x="3079813" y="2034158"/>
                  <a:ext cx="6381" cy="3810"/>
                </a:xfrm>
                <a:custGeom>
                  <a:avLst/>
                  <a:gdLst>
                    <a:gd name="connsiteX0" fmla="*/ 0 w 6381"/>
                    <a:gd name="connsiteY0" fmla="*/ 3810 h 3810"/>
                    <a:gd name="connsiteX1" fmla="*/ 4191 w 6381"/>
                    <a:gd name="connsiteY1" fmla="*/ 0 h 3810"/>
                    <a:gd name="connsiteX2" fmla="*/ 6382 w 6381"/>
                    <a:gd name="connsiteY2" fmla="*/ 1810 h 3810"/>
                    <a:gd name="connsiteX3" fmla="*/ 0 w 6381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81" h="3810">
                      <a:moveTo>
                        <a:pt x="0" y="3810"/>
                      </a:moveTo>
                      <a:lnTo>
                        <a:pt x="4191" y="0"/>
                      </a:lnTo>
                      <a:lnTo>
                        <a:pt x="6382" y="1810"/>
                      </a:lnTo>
                      <a:cubicBezTo>
                        <a:pt x="3620" y="3810"/>
                        <a:pt x="2000" y="3429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0" name="Freeform: Shape 629">
                  <a:extLst>
                    <a:ext uri="{FF2B5EF4-FFF2-40B4-BE49-F238E27FC236}">
                      <a16:creationId xmlns:a16="http://schemas.microsoft.com/office/drawing/2014/main" id="{5314336B-9905-42AC-A03C-2417D7745AA7}"/>
                    </a:ext>
                  </a:extLst>
                </p:cNvPr>
                <p:cNvSpPr/>
                <p:nvPr/>
              </p:nvSpPr>
              <p:spPr>
                <a:xfrm>
                  <a:off x="3487007" y="1987400"/>
                  <a:ext cx="26887" cy="14945"/>
                </a:xfrm>
                <a:custGeom>
                  <a:avLst/>
                  <a:gdLst>
                    <a:gd name="connsiteX0" fmla="*/ 25146 w 26887"/>
                    <a:gd name="connsiteY0" fmla="*/ 13993 h 14945"/>
                    <a:gd name="connsiteX1" fmla="*/ 21241 w 26887"/>
                    <a:gd name="connsiteY1" fmla="*/ 11707 h 14945"/>
                    <a:gd name="connsiteX2" fmla="*/ 19717 w 26887"/>
                    <a:gd name="connsiteY2" fmla="*/ 14945 h 14945"/>
                    <a:gd name="connsiteX3" fmla="*/ 0 w 26887"/>
                    <a:gd name="connsiteY3" fmla="*/ 277 h 14945"/>
                    <a:gd name="connsiteX4" fmla="*/ 12287 w 26887"/>
                    <a:gd name="connsiteY4" fmla="*/ 1229 h 14945"/>
                    <a:gd name="connsiteX5" fmla="*/ 9049 w 26887"/>
                    <a:gd name="connsiteY5" fmla="*/ 4468 h 14945"/>
                    <a:gd name="connsiteX6" fmla="*/ 17336 w 26887"/>
                    <a:gd name="connsiteY6" fmla="*/ 4658 h 14945"/>
                    <a:gd name="connsiteX7" fmla="*/ 18955 w 26887"/>
                    <a:gd name="connsiteY7" fmla="*/ 9421 h 14945"/>
                    <a:gd name="connsiteX8" fmla="*/ 25146 w 26887"/>
                    <a:gd name="connsiteY8" fmla="*/ 13993 h 14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887" h="14945">
                      <a:moveTo>
                        <a:pt x="25146" y="13993"/>
                      </a:moveTo>
                      <a:cubicBezTo>
                        <a:pt x="25241" y="10088"/>
                        <a:pt x="22765" y="15136"/>
                        <a:pt x="21241" y="11707"/>
                      </a:cubicBezTo>
                      <a:cubicBezTo>
                        <a:pt x="18955" y="13231"/>
                        <a:pt x="23431" y="13040"/>
                        <a:pt x="19717" y="14945"/>
                      </a:cubicBezTo>
                      <a:cubicBezTo>
                        <a:pt x="16573" y="7135"/>
                        <a:pt x="5620" y="6754"/>
                        <a:pt x="0" y="277"/>
                      </a:cubicBezTo>
                      <a:cubicBezTo>
                        <a:pt x="4096" y="-1628"/>
                        <a:pt x="4953" y="7135"/>
                        <a:pt x="12287" y="1229"/>
                      </a:cubicBezTo>
                      <a:cubicBezTo>
                        <a:pt x="12478" y="1991"/>
                        <a:pt x="10382" y="3325"/>
                        <a:pt x="9049" y="4468"/>
                      </a:cubicBezTo>
                      <a:cubicBezTo>
                        <a:pt x="10859" y="5801"/>
                        <a:pt x="15430" y="7325"/>
                        <a:pt x="17336" y="4658"/>
                      </a:cubicBezTo>
                      <a:cubicBezTo>
                        <a:pt x="20288" y="3801"/>
                        <a:pt x="18574" y="8087"/>
                        <a:pt x="18955" y="9421"/>
                      </a:cubicBezTo>
                      <a:cubicBezTo>
                        <a:pt x="24194" y="6087"/>
                        <a:pt x="29813" y="8945"/>
                        <a:pt x="25146" y="139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1" name="Freeform: Shape 630">
                  <a:extLst>
                    <a:ext uri="{FF2B5EF4-FFF2-40B4-BE49-F238E27FC236}">
                      <a16:creationId xmlns:a16="http://schemas.microsoft.com/office/drawing/2014/main" id="{992BBD5B-563D-49F2-A5C5-A3F6D5568BA1}"/>
                    </a:ext>
                  </a:extLst>
                </p:cNvPr>
                <p:cNvSpPr/>
                <p:nvPr/>
              </p:nvSpPr>
              <p:spPr>
                <a:xfrm>
                  <a:off x="3594639" y="1954633"/>
                  <a:ext cx="34187" cy="32662"/>
                </a:xfrm>
                <a:custGeom>
                  <a:avLst/>
                  <a:gdLst>
                    <a:gd name="connsiteX0" fmla="*/ 0 w 34187"/>
                    <a:gd name="connsiteY0" fmla="*/ 944 h 32662"/>
                    <a:gd name="connsiteX1" fmla="*/ 14478 w 34187"/>
                    <a:gd name="connsiteY1" fmla="*/ 4183 h 32662"/>
                    <a:gd name="connsiteX2" fmla="*/ 16669 w 34187"/>
                    <a:gd name="connsiteY2" fmla="*/ 7993 h 32662"/>
                    <a:gd name="connsiteX3" fmla="*/ 13906 w 34187"/>
                    <a:gd name="connsiteY3" fmla="*/ 11517 h 32662"/>
                    <a:gd name="connsiteX4" fmla="*/ 24003 w 34187"/>
                    <a:gd name="connsiteY4" fmla="*/ 10565 h 32662"/>
                    <a:gd name="connsiteX5" fmla="*/ 19336 w 34187"/>
                    <a:gd name="connsiteY5" fmla="*/ 15518 h 32662"/>
                    <a:gd name="connsiteX6" fmla="*/ 29813 w 34187"/>
                    <a:gd name="connsiteY6" fmla="*/ 14946 h 32662"/>
                    <a:gd name="connsiteX7" fmla="*/ 33528 w 34187"/>
                    <a:gd name="connsiteY7" fmla="*/ 23804 h 32662"/>
                    <a:gd name="connsiteX8" fmla="*/ 29051 w 34187"/>
                    <a:gd name="connsiteY8" fmla="*/ 27233 h 32662"/>
                    <a:gd name="connsiteX9" fmla="*/ 30384 w 34187"/>
                    <a:gd name="connsiteY9" fmla="*/ 30281 h 32662"/>
                    <a:gd name="connsiteX10" fmla="*/ 20098 w 34187"/>
                    <a:gd name="connsiteY10" fmla="*/ 32663 h 32662"/>
                    <a:gd name="connsiteX11" fmla="*/ 22384 w 34187"/>
                    <a:gd name="connsiteY11" fmla="*/ 30186 h 32662"/>
                    <a:gd name="connsiteX12" fmla="*/ 10287 w 34187"/>
                    <a:gd name="connsiteY12" fmla="*/ 17518 h 32662"/>
                    <a:gd name="connsiteX13" fmla="*/ 6096 w 34187"/>
                    <a:gd name="connsiteY13" fmla="*/ 18089 h 32662"/>
                    <a:gd name="connsiteX14" fmla="*/ 9334 w 34187"/>
                    <a:gd name="connsiteY14" fmla="*/ 14946 h 32662"/>
                    <a:gd name="connsiteX15" fmla="*/ 0 w 34187"/>
                    <a:gd name="connsiteY15" fmla="*/ 944 h 32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4187" h="32662">
                      <a:moveTo>
                        <a:pt x="0" y="944"/>
                      </a:moveTo>
                      <a:cubicBezTo>
                        <a:pt x="8287" y="-3151"/>
                        <a:pt x="7429" y="7612"/>
                        <a:pt x="14478" y="4183"/>
                      </a:cubicBezTo>
                      <a:cubicBezTo>
                        <a:pt x="14668" y="6469"/>
                        <a:pt x="13811" y="7136"/>
                        <a:pt x="16669" y="7993"/>
                      </a:cubicBezTo>
                      <a:cubicBezTo>
                        <a:pt x="13906" y="9612"/>
                        <a:pt x="15621" y="10184"/>
                        <a:pt x="13906" y="11517"/>
                      </a:cubicBezTo>
                      <a:cubicBezTo>
                        <a:pt x="15907" y="14089"/>
                        <a:pt x="21241" y="9612"/>
                        <a:pt x="24003" y="10565"/>
                      </a:cubicBezTo>
                      <a:cubicBezTo>
                        <a:pt x="24193" y="12660"/>
                        <a:pt x="20764" y="12851"/>
                        <a:pt x="19336" y="15518"/>
                      </a:cubicBezTo>
                      <a:cubicBezTo>
                        <a:pt x="24289" y="13422"/>
                        <a:pt x="23146" y="19328"/>
                        <a:pt x="29813" y="14946"/>
                      </a:cubicBezTo>
                      <a:cubicBezTo>
                        <a:pt x="26289" y="19232"/>
                        <a:pt x="36862" y="17137"/>
                        <a:pt x="33528" y="23804"/>
                      </a:cubicBezTo>
                      <a:lnTo>
                        <a:pt x="29051" y="27233"/>
                      </a:lnTo>
                      <a:cubicBezTo>
                        <a:pt x="30670" y="27710"/>
                        <a:pt x="31528" y="28186"/>
                        <a:pt x="30384" y="30281"/>
                      </a:cubicBezTo>
                      <a:cubicBezTo>
                        <a:pt x="26479" y="31996"/>
                        <a:pt x="24193" y="30662"/>
                        <a:pt x="20098" y="32663"/>
                      </a:cubicBezTo>
                      <a:cubicBezTo>
                        <a:pt x="19812" y="32091"/>
                        <a:pt x="21431" y="31043"/>
                        <a:pt x="22384" y="30186"/>
                      </a:cubicBezTo>
                      <a:cubicBezTo>
                        <a:pt x="16383" y="29805"/>
                        <a:pt x="857" y="27900"/>
                        <a:pt x="10287" y="17518"/>
                      </a:cubicBezTo>
                      <a:cubicBezTo>
                        <a:pt x="9906" y="15613"/>
                        <a:pt x="7715" y="17422"/>
                        <a:pt x="6096" y="18089"/>
                      </a:cubicBezTo>
                      <a:cubicBezTo>
                        <a:pt x="5429" y="17042"/>
                        <a:pt x="7620" y="15327"/>
                        <a:pt x="9334" y="14946"/>
                      </a:cubicBezTo>
                      <a:cubicBezTo>
                        <a:pt x="15526" y="7707"/>
                        <a:pt x="4763" y="2945"/>
                        <a:pt x="0" y="9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2" name="Freeform: Shape 631">
                  <a:extLst>
                    <a:ext uri="{FF2B5EF4-FFF2-40B4-BE49-F238E27FC236}">
                      <a16:creationId xmlns:a16="http://schemas.microsoft.com/office/drawing/2014/main" id="{DA5981CF-8C72-485B-BEFB-AF6ED18498A2}"/>
                    </a:ext>
                  </a:extLst>
                </p:cNvPr>
                <p:cNvSpPr/>
                <p:nvPr/>
              </p:nvSpPr>
              <p:spPr>
                <a:xfrm>
                  <a:off x="3733514" y="1902904"/>
                  <a:ext cx="15620" cy="24574"/>
                </a:xfrm>
                <a:custGeom>
                  <a:avLst/>
                  <a:gdLst>
                    <a:gd name="connsiteX0" fmla="*/ 5905 w 15620"/>
                    <a:gd name="connsiteY0" fmla="*/ 0 h 24574"/>
                    <a:gd name="connsiteX1" fmla="*/ 15621 w 15620"/>
                    <a:gd name="connsiteY1" fmla="*/ 5334 h 24574"/>
                    <a:gd name="connsiteX2" fmla="*/ 15621 w 15620"/>
                    <a:gd name="connsiteY2" fmla="*/ 10287 h 24574"/>
                    <a:gd name="connsiteX3" fmla="*/ 10954 w 15620"/>
                    <a:gd name="connsiteY3" fmla="*/ 10287 h 24574"/>
                    <a:gd name="connsiteX4" fmla="*/ 11335 w 15620"/>
                    <a:gd name="connsiteY4" fmla="*/ 15716 h 24574"/>
                    <a:gd name="connsiteX5" fmla="*/ 2477 w 15620"/>
                    <a:gd name="connsiteY5" fmla="*/ 24575 h 24574"/>
                    <a:gd name="connsiteX6" fmla="*/ 5429 w 15620"/>
                    <a:gd name="connsiteY6" fmla="*/ 14478 h 24574"/>
                    <a:gd name="connsiteX7" fmla="*/ 1143 w 15620"/>
                    <a:gd name="connsiteY7" fmla="*/ 14954 h 24574"/>
                    <a:gd name="connsiteX8" fmla="*/ 0 w 15620"/>
                    <a:gd name="connsiteY8" fmla="*/ 8763 h 24574"/>
                    <a:gd name="connsiteX9" fmla="*/ 1524 w 15620"/>
                    <a:gd name="connsiteY9" fmla="*/ 5429 h 24574"/>
                    <a:gd name="connsiteX10" fmla="*/ 5905 w 15620"/>
                    <a:gd name="connsiteY10" fmla="*/ 3524 h 24574"/>
                    <a:gd name="connsiteX11" fmla="*/ 5905 w 15620"/>
                    <a:gd name="connsiteY11" fmla="*/ 0 h 24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620" h="24574">
                      <a:moveTo>
                        <a:pt x="5905" y="0"/>
                      </a:moveTo>
                      <a:cubicBezTo>
                        <a:pt x="10096" y="667"/>
                        <a:pt x="12859" y="1905"/>
                        <a:pt x="15621" y="5334"/>
                      </a:cubicBezTo>
                      <a:cubicBezTo>
                        <a:pt x="12859" y="7620"/>
                        <a:pt x="13811" y="9049"/>
                        <a:pt x="15621" y="10287"/>
                      </a:cubicBezTo>
                      <a:cubicBezTo>
                        <a:pt x="13526" y="11525"/>
                        <a:pt x="11621" y="12287"/>
                        <a:pt x="10954" y="10287"/>
                      </a:cubicBezTo>
                      <a:cubicBezTo>
                        <a:pt x="8858" y="12573"/>
                        <a:pt x="10858" y="14002"/>
                        <a:pt x="11335" y="15716"/>
                      </a:cubicBezTo>
                      <a:cubicBezTo>
                        <a:pt x="6001" y="20193"/>
                        <a:pt x="8287" y="20765"/>
                        <a:pt x="2477" y="24575"/>
                      </a:cubicBezTo>
                      <a:cubicBezTo>
                        <a:pt x="1810" y="21526"/>
                        <a:pt x="4858" y="17812"/>
                        <a:pt x="5429" y="14478"/>
                      </a:cubicBezTo>
                      <a:cubicBezTo>
                        <a:pt x="4381" y="13811"/>
                        <a:pt x="2191" y="15526"/>
                        <a:pt x="1143" y="14954"/>
                      </a:cubicBezTo>
                      <a:cubicBezTo>
                        <a:pt x="1714" y="11811"/>
                        <a:pt x="4096" y="9906"/>
                        <a:pt x="0" y="8763"/>
                      </a:cubicBezTo>
                      <a:cubicBezTo>
                        <a:pt x="476" y="7620"/>
                        <a:pt x="3238" y="6096"/>
                        <a:pt x="1524" y="5429"/>
                      </a:cubicBezTo>
                      <a:cubicBezTo>
                        <a:pt x="3715" y="3238"/>
                        <a:pt x="4096" y="4858"/>
                        <a:pt x="5905" y="3524"/>
                      </a:cubicBezTo>
                      <a:cubicBezTo>
                        <a:pt x="7811" y="1905"/>
                        <a:pt x="4572" y="1429"/>
                        <a:pt x="590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33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8696420" y="1355597"/>
              <a:ext cx="2690526" cy="934974"/>
              <a:chOff x="8696420" y="1355597"/>
              <a:chExt cx="2690526" cy="934974"/>
            </a:xfrm>
          </p:grpSpPr>
          <p:grpSp>
            <p:nvGrpSpPr>
              <p:cNvPr id="634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8696420" y="1423892"/>
                <a:ext cx="2690526" cy="866679"/>
                <a:chOff x="8696420" y="1423892"/>
                <a:chExt cx="2690526" cy="866679"/>
              </a:xfrm>
              <a:solidFill>
                <a:srgbClr val="FFFFFF"/>
              </a:solidFill>
            </p:grpSpPr>
            <p:sp>
              <p:nvSpPr>
                <p:cNvPr id="635" name="Freeform: Shape 634">
                  <a:extLst>
                    <a:ext uri="{FF2B5EF4-FFF2-40B4-BE49-F238E27FC236}">
                      <a16:creationId xmlns:a16="http://schemas.microsoft.com/office/drawing/2014/main" id="{66A4E159-F985-439F-B97E-9EE16C527545}"/>
                    </a:ext>
                  </a:extLst>
                </p:cNvPr>
                <p:cNvSpPr/>
                <p:nvPr/>
              </p:nvSpPr>
              <p:spPr>
                <a:xfrm>
                  <a:off x="8696420" y="1423892"/>
                  <a:ext cx="2060542" cy="837914"/>
                </a:xfrm>
                <a:custGeom>
                  <a:avLst/>
                  <a:gdLst>
                    <a:gd name="connsiteX0" fmla="*/ 2024824 w 2060542"/>
                    <a:gd name="connsiteY0" fmla="*/ 766477 h 837914"/>
                    <a:gd name="connsiteX1" fmla="*/ 1997012 w 2060542"/>
                    <a:gd name="connsiteY1" fmla="*/ 766477 h 837914"/>
                    <a:gd name="connsiteX2" fmla="*/ 2060543 w 2060542"/>
                    <a:gd name="connsiteY2" fmla="*/ 517779 h 837914"/>
                    <a:gd name="connsiteX3" fmla="*/ 1542764 w 2060542"/>
                    <a:gd name="connsiteY3" fmla="*/ 0 h 837914"/>
                    <a:gd name="connsiteX4" fmla="*/ 1024985 w 2060542"/>
                    <a:gd name="connsiteY4" fmla="*/ 517779 h 837914"/>
                    <a:gd name="connsiteX5" fmla="*/ 1029367 w 2060542"/>
                    <a:gd name="connsiteY5" fmla="*/ 584073 h 837914"/>
                    <a:gd name="connsiteX6" fmla="*/ 973836 w 2060542"/>
                    <a:gd name="connsiteY6" fmla="*/ 578072 h 837914"/>
                    <a:gd name="connsiteX7" fmla="*/ 799624 w 2060542"/>
                    <a:gd name="connsiteY7" fmla="*/ 645128 h 837914"/>
                    <a:gd name="connsiteX8" fmla="*/ 683323 w 2060542"/>
                    <a:gd name="connsiteY8" fmla="*/ 578072 h 837914"/>
                    <a:gd name="connsiteX9" fmla="*/ 548735 w 2060542"/>
                    <a:gd name="connsiteY9" fmla="*/ 712661 h 837914"/>
                    <a:gd name="connsiteX10" fmla="*/ 559975 w 2060542"/>
                    <a:gd name="connsiteY10" fmla="*/ 766477 h 837914"/>
                    <a:gd name="connsiteX11" fmla="*/ 35719 w 2060542"/>
                    <a:gd name="connsiteY11" fmla="*/ 766477 h 837914"/>
                    <a:gd name="connsiteX12" fmla="*/ 0 w 2060542"/>
                    <a:gd name="connsiteY12" fmla="*/ 802196 h 837914"/>
                    <a:gd name="connsiteX13" fmla="*/ 35719 w 2060542"/>
                    <a:gd name="connsiteY13" fmla="*/ 837914 h 837914"/>
                    <a:gd name="connsiteX14" fmla="*/ 634365 w 2060542"/>
                    <a:gd name="connsiteY14" fmla="*/ 837914 h 837914"/>
                    <a:gd name="connsiteX15" fmla="*/ 1949387 w 2060542"/>
                    <a:gd name="connsiteY15" fmla="*/ 837914 h 837914"/>
                    <a:gd name="connsiteX16" fmla="*/ 2024633 w 2060542"/>
                    <a:gd name="connsiteY16" fmla="*/ 837914 h 837914"/>
                    <a:gd name="connsiteX17" fmla="*/ 2060352 w 2060542"/>
                    <a:gd name="connsiteY17" fmla="*/ 802196 h 837914"/>
                    <a:gd name="connsiteX18" fmla="*/ 2024824 w 2060542"/>
                    <a:gd name="connsiteY18" fmla="*/ 766477 h 837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060542" h="837914">
                      <a:moveTo>
                        <a:pt x="2024824" y="766477"/>
                      </a:moveTo>
                      <a:lnTo>
                        <a:pt x="1997012" y="766477"/>
                      </a:lnTo>
                      <a:cubicBezTo>
                        <a:pt x="2037493" y="692658"/>
                        <a:pt x="2060543" y="607981"/>
                        <a:pt x="2060543" y="517779"/>
                      </a:cubicBezTo>
                      <a:cubicBezTo>
                        <a:pt x="2060543" y="231839"/>
                        <a:pt x="1828705" y="0"/>
                        <a:pt x="1542764" y="0"/>
                      </a:cubicBezTo>
                      <a:cubicBezTo>
                        <a:pt x="1256823" y="0"/>
                        <a:pt x="1024985" y="231839"/>
                        <a:pt x="1024985" y="517779"/>
                      </a:cubicBezTo>
                      <a:cubicBezTo>
                        <a:pt x="1024985" y="540258"/>
                        <a:pt x="1026604" y="562356"/>
                        <a:pt x="1029367" y="584073"/>
                      </a:cubicBezTo>
                      <a:cubicBezTo>
                        <a:pt x="1011460" y="580168"/>
                        <a:pt x="992886" y="578072"/>
                        <a:pt x="973836" y="578072"/>
                      </a:cubicBezTo>
                      <a:cubicBezTo>
                        <a:pt x="906780" y="578072"/>
                        <a:pt x="845725" y="603504"/>
                        <a:pt x="799624" y="645128"/>
                      </a:cubicBezTo>
                      <a:cubicBezTo>
                        <a:pt x="776288" y="605028"/>
                        <a:pt x="733044" y="578072"/>
                        <a:pt x="683323" y="578072"/>
                      </a:cubicBezTo>
                      <a:cubicBezTo>
                        <a:pt x="609029" y="578072"/>
                        <a:pt x="548735" y="638270"/>
                        <a:pt x="548735" y="712661"/>
                      </a:cubicBezTo>
                      <a:cubicBezTo>
                        <a:pt x="548735" y="731806"/>
                        <a:pt x="552831" y="749999"/>
                        <a:pt x="559975" y="766477"/>
                      </a:cubicBezTo>
                      <a:lnTo>
                        <a:pt x="35719" y="766477"/>
                      </a:lnTo>
                      <a:cubicBezTo>
                        <a:pt x="16002" y="766477"/>
                        <a:pt x="0" y="782479"/>
                        <a:pt x="0" y="802196"/>
                      </a:cubicBezTo>
                      <a:cubicBezTo>
                        <a:pt x="0" y="821912"/>
                        <a:pt x="16002" y="837914"/>
                        <a:pt x="35719" y="837914"/>
                      </a:cubicBezTo>
                      <a:lnTo>
                        <a:pt x="634365" y="837914"/>
                      </a:lnTo>
                      <a:lnTo>
                        <a:pt x="1949387" y="837914"/>
                      </a:lnTo>
                      <a:lnTo>
                        <a:pt x="2024633" y="837914"/>
                      </a:lnTo>
                      <a:cubicBezTo>
                        <a:pt x="2044351" y="837914"/>
                        <a:pt x="2060352" y="821912"/>
                        <a:pt x="2060352" y="802196"/>
                      </a:cubicBezTo>
                      <a:cubicBezTo>
                        <a:pt x="2060543" y="782384"/>
                        <a:pt x="2044542" y="766477"/>
                        <a:pt x="2024824" y="7664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6" name="Freeform: Shape 635">
                  <a:extLst>
                    <a:ext uri="{FF2B5EF4-FFF2-40B4-BE49-F238E27FC236}">
                      <a16:creationId xmlns:a16="http://schemas.microsoft.com/office/drawing/2014/main" id="{9862F669-BA2C-4C22-A711-E009F4D0EB2E}"/>
                    </a:ext>
                  </a:extLst>
                </p:cNvPr>
                <p:cNvSpPr/>
                <p:nvPr/>
              </p:nvSpPr>
              <p:spPr>
                <a:xfrm>
                  <a:off x="10362914" y="2290572"/>
                  <a:ext cx="874871" cy="9525"/>
                </a:xfrm>
                <a:custGeom>
                  <a:avLst/>
                  <a:gdLst>
                    <a:gd name="connsiteX0" fmla="*/ 0 w 874871"/>
                    <a:gd name="connsiteY0" fmla="*/ 0 h 9525"/>
                    <a:gd name="connsiteX1" fmla="*/ 874871 w 874871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74871" h="9525">
                      <a:moveTo>
                        <a:pt x="0" y="0"/>
                      </a:moveTo>
                      <a:lnTo>
                        <a:pt x="874871" y="0"/>
                      </a:lnTo>
                    </a:path>
                  </a:pathLst>
                </a:custGeom>
                <a:ln w="952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7" name="Freeform: Shape 636">
                  <a:extLst>
                    <a:ext uri="{FF2B5EF4-FFF2-40B4-BE49-F238E27FC236}">
                      <a16:creationId xmlns:a16="http://schemas.microsoft.com/office/drawing/2014/main" id="{8E63F92C-6DC2-4286-9B4E-BE93E10276A8}"/>
                    </a:ext>
                  </a:extLst>
                </p:cNvPr>
                <p:cNvSpPr/>
                <p:nvPr/>
              </p:nvSpPr>
              <p:spPr>
                <a:xfrm>
                  <a:off x="10512171" y="2256282"/>
                  <a:ext cx="874775" cy="9525"/>
                </a:xfrm>
                <a:custGeom>
                  <a:avLst/>
                  <a:gdLst>
                    <a:gd name="connsiteX0" fmla="*/ 0 w 874775"/>
                    <a:gd name="connsiteY0" fmla="*/ 0 h 9525"/>
                    <a:gd name="connsiteX1" fmla="*/ 874776 w 874775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74775" h="9525">
                      <a:moveTo>
                        <a:pt x="0" y="0"/>
                      </a:moveTo>
                      <a:lnTo>
                        <a:pt x="874776" y="0"/>
                      </a:lnTo>
                    </a:path>
                  </a:pathLst>
                </a:custGeom>
                <a:ln w="9525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38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10043826" y="1355597"/>
                <a:ext cx="1032605" cy="893283"/>
                <a:chOff x="10043826" y="1355597"/>
                <a:chExt cx="1032605" cy="893283"/>
              </a:xfrm>
            </p:grpSpPr>
            <p:sp>
              <p:nvSpPr>
                <p:cNvPr id="639" name="Freeform: Shape 638">
                  <a:extLst>
                    <a:ext uri="{FF2B5EF4-FFF2-40B4-BE49-F238E27FC236}">
                      <a16:creationId xmlns:a16="http://schemas.microsoft.com/office/drawing/2014/main" id="{5950BEFB-B849-447C-AC5C-01CEE3C931FE}"/>
                    </a:ext>
                  </a:extLst>
                </p:cNvPr>
                <p:cNvSpPr/>
                <p:nvPr/>
              </p:nvSpPr>
              <p:spPr>
                <a:xfrm>
                  <a:off x="10043826" y="1355597"/>
                  <a:ext cx="1032605" cy="893283"/>
                </a:xfrm>
                <a:custGeom>
                  <a:avLst/>
                  <a:gdLst>
                    <a:gd name="connsiteX0" fmla="*/ 1008793 w 1032605"/>
                    <a:gd name="connsiteY0" fmla="*/ 44006 h 893283"/>
                    <a:gd name="connsiteX1" fmla="*/ 554451 w 1032605"/>
                    <a:gd name="connsiteY1" fmla="*/ 37529 h 893283"/>
                    <a:gd name="connsiteX2" fmla="*/ 93441 w 1032605"/>
                    <a:gd name="connsiteY2" fmla="*/ 0 h 893283"/>
                    <a:gd name="connsiteX3" fmla="*/ 0 w 1032605"/>
                    <a:gd name="connsiteY3" fmla="*/ 842201 h 893283"/>
                    <a:gd name="connsiteX4" fmla="*/ 511493 w 1032605"/>
                    <a:gd name="connsiteY4" fmla="*/ 883825 h 893283"/>
                    <a:gd name="connsiteX5" fmla="*/ 1032606 w 1032605"/>
                    <a:gd name="connsiteY5" fmla="*/ 891064 h 893283"/>
                    <a:gd name="connsiteX6" fmla="*/ 1008793 w 1032605"/>
                    <a:gd name="connsiteY6" fmla="*/ 44006 h 893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2605" h="893283">
                      <a:moveTo>
                        <a:pt x="1008793" y="44006"/>
                      </a:moveTo>
                      <a:cubicBezTo>
                        <a:pt x="860108" y="48101"/>
                        <a:pt x="707517" y="45244"/>
                        <a:pt x="554451" y="37529"/>
                      </a:cubicBezTo>
                      <a:cubicBezTo>
                        <a:pt x="401288" y="29718"/>
                        <a:pt x="247174" y="16954"/>
                        <a:pt x="93441" y="0"/>
                      </a:cubicBezTo>
                      <a:lnTo>
                        <a:pt x="0" y="842201"/>
                      </a:lnTo>
                      <a:cubicBezTo>
                        <a:pt x="169545" y="860965"/>
                        <a:pt x="339853" y="875062"/>
                        <a:pt x="511493" y="883825"/>
                      </a:cubicBezTo>
                      <a:cubicBezTo>
                        <a:pt x="683228" y="892493"/>
                        <a:pt x="856107" y="895922"/>
                        <a:pt x="1032606" y="891064"/>
                      </a:cubicBezTo>
                      <a:lnTo>
                        <a:pt x="1008793" y="44006"/>
                      </a:lnTo>
                      <a:close/>
                    </a:path>
                  </a:pathLst>
                </a:custGeom>
                <a:no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0" name="Freeform: Shape 639">
                  <a:extLst>
                    <a:ext uri="{FF2B5EF4-FFF2-40B4-BE49-F238E27FC236}">
                      <a16:creationId xmlns:a16="http://schemas.microsoft.com/office/drawing/2014/main" id="{774B6879-1A43-445D-93E0-6913423E6CAE}"/>
                    </a:ext>
                  </a:extLst>
                </p:cNvPr>
                <p:cNvSpPr/>
                <p:nvPr/>
              </p:nvSpPr>
              <p:spPr>
                <a:xfrm>
                  <a:off x="10097166" y="1715960"/>
                  <a:ext cx="2857" cy="2455"/>
                </a:xfrm>
                <a:custGeom>
                  <a:avLst/>
                  <a:gdLst>
                    <a:gd name="connsiteX0" fmla="*/ 0 w 2857"/>
                    <a:gd name="connsiteY0" fmla="*/ 826 h 2455"/>
                    <a:gd name="connsiteX1" fmla="*/ 2858 w 2857"/>
                    <a:gd name="connsiteY1" fmla="*/ 1588 h 2455"/>
                    <a:gd name="connsiteX2" fmla="*/ 0 w 2857"/>
                    <a:gd name="connsiteY2" fmla="*/ 826 h 2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2455">
                      <a:moveTo>
                        <a:pt x="0" y="826"/>
                      </a:moveTo>
                      <a:cubicBezTo>
                        <a:pt x="477" y="-1175"/>
                        <a:pt x="2192" y="1016"/>
                        <a:pt x="2858" y="1588"/>
                      </a:cubicBezTo>
                      <a:cubicBezTo>
                        <a:pt x="2381" y="3683"/>
                        <a:pt x="667" y="1397"/>
                        <a:pt x="0" y="8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1" name="Freeform: Shape 640">
                  <a:extLst>
                    <a:ext uri="{FF2B5EF4-FFF2-40B4-BE49-F238E27FC236}">
                      <a16:creationId xmlns:a16="http://schemas.microsoft.com/office/drawing/2014/main" id="{68AADEC5-352C-43B5-864D-C6DAE412B5B5}"/>
                    </a:ext>
                  </a:extLst>
                </p:cNvPr>
                <p:cNvSpPr/>
                <p:nvPr/>
              </p:nvSpPr>
              <p:spPr>
                <a:xfrm>
                  <a:off x="10112121" y="1725168"/>
                  <a:ext cx="2153" cy="4544"/>
                </a:xfrm>
                <a:custGeom>
                  <a:avLst/>
                  <a:gdLst>
                    <a:gd name="connsiteX0" fmla="*/ 0 w 2153"/>
                    <a:gd name="connsiteY0" fmla="*/ 3429 h 4544"/>
                    <a:gd name="connsiteX1" fmla="*/ 666 w 2153"/>
                    <a:gd name="connsiteY1" fmla="*/ 0 h 4544"/>
                    <a:gd name="connsiteX2" fmla="*/ 2095 w 2153"/>
                    <a:gd name="connsiteY2" fmla="*/ 4286 h 4544"/>
                    <a:gd name="connsiteX3" fmla="*/ 0 w 2153"/>
                    <a:gd name="connsiteY3" fmla="*/ 3429 h 45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53" h="4544">
                      <a:moveTo>
                        <a:pt x="0" y="3429"/>
                      </a:moveTo>
                      <a:cubicBezTo>
                        <a:pt x="286" y="2476"/>
                        <a:pt x="571" y="1524"/>
                        <a:pt x="666" y="0"/>
                      </a:cubicBezTo>
                      <a:cubicBezTo>
                        <a:pt x="857" y="2286"/>
                        <a:pt x="2477" y="762"/>
                        <a:pt x="2095" y="4286"/>
                      </a:cubicBezTo>
                      <a:cubicBezTo>
                        <a:pt x="952" y="5239"/>
                        <a:pt x="857" y="3238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2" name="Freeform: Shape 641">
                  <a:extLst>
                    <a:ext uri="{FF2B5EF4-FFF2-40B4-BE49-F238E27FC236}">
                      <a16:creationId xmlns:a16="http://schemas.microsoft.com/office/drawing/2014/main" id="{69CC82B7-B2DE-4448-AA85-E0640827C403}"/>
                    </a:ext>
                  </a:extLst>
                </p:cNvPr>
                <p:cNvSpPr/>
                <p:nvPr/>
              </p:nvSpPr>
              <p:spPr>
                <a:xfrm>
                  <a:off x="10116311" y="1729502"/>
                  <a:ext cx="3810" cy="3943"/>
                </a:xfrm>
                <a:custGeom>
                  <a:avLst/>
                  <a:gdLst>
                    <a:gd name="connsiteX0" fmla="*/ 0 w 3810"/>
                    <a:gd name="connsiteY0" fmla="*/ 809 h 3943"/>
                    <a:gd name="connsiteX1" fmla="*/ 3810 w 3810"/>
                    <a:gd name="connsiteY1" fmla="*/ 2619 h 3943"/>
                    <a:gd name="connsiteX2" fmla="*/ 0 w 3810"/>
                    <a:gd name="connsiteY2" fmla="*/ 809 h 3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3943">
                      <a:moveTo>
                        <a:pt x="0" y="809"/>
                      </a:moveTo>
                      <a:cubicBezTo>
                        <a:pt x="1143" y="-1763"/>
                        <a:pt x="2572" y="2619"/>
                        <a:pt x="3810" y="2619"/>
                      </a:cubicBezTo>
                      <a:cubicBezTo>
                        <a:pt x="2381" y="6048"/>
                        <a:pt x="953" y="1857"/>
                        <a:pt x="0" y="8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3" name="Freeform: Shape 642">
                  <a:extLst>
                    <a:ext uri="{FF2B5EF4-FFF2-40B4-BE49-F238E27FC236}">
                      <a16:creationId xmlns:a16="http://schemas.microsoft.com/office/drawing/2014/main" id="{038530A1-5A87-4C45-AF73-9C7568C2F862}"/>
                    </a:ext>
                  </a:extLst>
                </p:cNvPr>
                <p:cNvSpPr/>
                <p:nvPr/>
              </p:nvSpPr>
              <p:spPr>
                <a:xfrm>
                  <a:off x="10120789" y="1730880"/>
                  <a:ext cx="1808" cy="4481"/>
                </a:xfrm>
                <a:custGeom>
                  <a:avLst/>
                  <a:gdLst>
                    <a:gd name="connsiteX0" fmla="*/ 570 w 1808"/>
                    <a:gd name="connsiteY0" fmla="*/ 2 h 4481"/>
                    <a:gd name="connsiteX1" fmla="*/ 1808 w 1808"/>
                    <a:gd name="connsiteY1" fmla="*/ 2098 h 4481"/>
                    <a:gd name="connsiteX2" fmla="*/ 570 w 1808"/>
                    <a:gd name="connsiteY2" fmla="*/ 2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8" h="4481">
                      <a:moveTo>
                        <a:pt x="570" y="2"/>
                      </a:moveTo>
                      <a:cubicBezTo>
                        <a:pt x="1332" y="-93"/>
                        <a:pt x="761" y="3050"/>
                        <a:pt x="1808" y="2098"/>
                      </a:cubicBezTo>
                      <a:cubicBezTo>
                        <a:pt x="1238" y="6955"/>
                        <a:pt x="-1049" y="3431"/>
                        <a:pt x="570" y="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4" name="Freeform: Shape 643">
                  <a:extLst>
                    <a:ext uri="{FF2B5EF4-FFF2-40B4-BE49-F238E27FC236}">
                      <a16:creationId xmlns:a16="http://schemas.microsoft.com/office/drawing/2014/main" id="{0751C891-6E7C-4269-AF26-2B93BA87269B}"/>
                    </a:ext>
                  </a:extLst>
                </p:cNvPr>
                <p:cNvSpPr/>
                <p:nvPr/>
              </p:nvSpPr>
              <p:spPr>
                <a:xfrm>
                  <a:off x="10123170" y="1734198"/>
                  <a:ext cx="7428" cy="4376"/>
                </a:xfrm>
                <a:custGeom>
                  <a:avLst/>
                  <a:gdLst>
                    <a:gd name="connsiteX0" fmla="*/ 0 w 7428"/>
                    <a:gd name="connsiteY0" fmla="*/ 971 h 4376"/>
                    <a:gd name="connsiteX1" fmla="*/ 7429 w 7428"/>
                    <a:gd name="connsiteY1" fmla="*/ 3543 h 4376"/>
                    <a:gd name="connsiteX2" fmla="*/ 0 w 7428"/>
                    <a:gd name="connsiteY2" fmla="*/ 971 h 43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428" h="4376">
                      <a:moveTo>
                        <a:pt x="0" y="971"/>
                      </a:moveTo>
                      <a:cubicBezTo>
                        <a:pt x="1332" y="-2077"/>
                        <a:pt x="5238" y="2972"/>
                        <a:pt x="7429" y="3543"/>
                      </a:cubicBezTo>
                      <a:cubicBezTo>
                        <a:pt x="4952" y="6305"/>
                        <a:pt x="2477" y="1352"/>
                        <a:pt x="0" y="9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5" name="Freeform: Shape 644">
                  <a:extLst>
                    <a:ext uri="{FF2B5EF4-FFF2-40B4-BE49-F238E27FC236}">
                      <a16:creationId xmlns:a16="http://schemas.microsoft.com/office/drawing/2014/main" id="{0951E963-246E-46E9-804F-F8C23B02609F}"/>
                    </a:ext>
                  </a:extLst>
                </p:cNvPr>
                <p:cNvSpPr/>
                <p:nvPr/>
              </p:nvSpPr>
              <p:spPr>
                <a:xfrm>
                  <a:off x="10176128" y="1633918"/>
                  <a:ext cx="3810" cy="2762"/>
                </a:xfrm>
                <a:custGeom>
                  <a:avLst/>
                  <a:gdLst>
                    <a:gd name="connsiteX0" fmla="*/ 0 w 3810"/>
                    <a:gd name="connsiteY0" fmla="*/ 2762 h 2762"/>
                    <a:gd name="connsiteX1" fmla="*/ 3810 w 3810"/>
                    <a:gd name="connsiteY1" fmla="*/ 0 h 2762"/>
                    <a:gd name="connsiteX2" fmla="*/ 0 w 3810"/>
                    <a:gd name="connsiteY2" fmla="*/ 2762 h 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2762">
                      <a:moveTo>
                        <a:pt x="0" y="2762"/>
                      </a:moveTo>
                      <a:cubicBezTo>
                        <a:pt x="477" y="-1238"/>
                        <a:pt x="2477" y="762"/>
                        <a:pt x="3810" y="0"/>
                      </a:cubicBezTo>
                      <a:cubicBezTo>
                        <a:pt x="2763" y="4667"/>
                        <a:pt x="1620" y="-95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6" name="Freeform: Shape 645">
                  <a:extLst>
                    <a:ext uri="{FF2B5EF4-FFF2-40B4-BE49-F238E27FC236}">
                      <a16:creationId xmlns:a16="http://schemas.microsoft.com/office/drawing/2014/main" id="{BE27CECB-8872-4182-BF45-09A48D6D2626}"/>
                    </a:ext>
                  </a:extLst>
                </p:cNvPr>
                <p:cNvSpPr/>
                <p:nvPr/>
              </p:nvSpPr>
              <p:spPr>
                <a:xfrm>
                  <a:off x="10175081" y="1652685"/>
                  <a:ext cx="4000" cy="2713"/>
                </a:xfrm>
                <a:custGeom>
                  <a:avLst/>
                  <a:gdLst>
                    <a:gd name="connsiteX0" fmla="*/ 0 w 4000"/>
                    <a:gd name="connsiteY0" fmla="*/ 2092 h 2713"/>
                    <a:gd name="connsiteX1" fmla="*/ 4001 w 4000"/>
                    <a:gd name="connsiteY1" fmla="*/ 1616 h 2713"/>
                    <a:gd name="connsiteX2" fmla="*/ 0 w 4000"/>
                    <a:gd name="connsiteY2" fmla="*/ 2092 h 2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00" h="2713">
                      <a:moveTo>
                        <a:pt x="0" y="2092"/>
                      </a:moveTo>
                      <a:cubicBezTo>
                        <a:pt x="1620" y="-2575"/>
                        <a:pt x="1715" y="2092"/>
                        <a:pt x="4001" y="1616"/>
                      </a:cubicBezTo>
                      <a:cubicBezTo>
                        <a:pt x="2667" y="4093"/>
                        <a:pt x="762" y="1521"/>
                        <a:pt x="0" y="20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7" name="Freeform: Shape 646">
                  <a:extLst>
                    <a:ext uri="{FF2B5EF4-FFF2-40B4-BE49-F238E27FC236}">
                      <a16:creationId xmlns:a16="http://schemas.microsoft.com/office/drawing/2014/main" id="{4DC06B2D-4EF2-430D-AACE-24A50C598741}"/>
                    </a:ext>
                  </a:extLst>
                </p:cNvPr>
                <p:cNvSpPr/>
                <p:nvPr/>
              </p:nvSpPr>
              <p:spPr>
                <a:xfrm>
                  <a:off x="10180986" y="1631750"/>
                  <a:ext cx="6000" cy="3120"/>
                </a:xfrm>
                <a:custGeom>
                  <a:avLst/>
                  <a:gdLst>
                    <a:gd name="connsiteX0" fmla="*/ 0 w 6000"/>
                    <a:gd name="connsiteY0" fmla="*/ 3120 h 3120"/>
                    <a:gd name="connsiteX1" fmla="*/ 6001 w 6000"/>
                    <a:gd name="connsiteY1" fmla="*/ 167 h 3120"/>
                    <a:gd name="connsiteX2" fmla="*/ 0 w 6000"/>
                    <a:gd name="connsiteY2" fmla="*/ 3120 h 31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000" h="3120">
                      <a:moveTo>
                        <a:pt x="0" y="3120"/>
                      </a:moveTo>
                      <a:cubicBezTo>
                        <a:pt x="952" y="-2119"/>
                        <a:pt x="4572" y="1025"/>
                        <a:pt x="6001" y="167"/>
                      </a:cubicBezTo>
                      <a:cubicBezTo>
                        <a:pt x="4381" y="2930"/>
                        <a:pt x="2191" y="2930"/>
                        <a:pt x="0" y="31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8" name="Freeform: Shape 647">
                  <a:extLst>
                    <a:ext uri="{FF2B5EF4-FFF2-40B4-BE49-F238E27FC236}">
                      <a16:creationId xmlns:a16="http://schemas.microsoft.com/office/drawing/2014/main" id="{F83F86F4-6636-44A4-B695-1C61EDCC2B60}"/>
                    </a:ext>
                  </a:extLst>
                </p:cNvPr>
                <p:cNvSpPr/>
                <p:nvPr/>
              </p:nvSpPr>
              <p:spPr>
                <a:xfrm>
                  <a:off x="10186987" y="1658269"/>
                  <a:ext cx="7809" cy="5265"/>
                </a:xfrm>
                <a:custGeom>
                  <a:avLst/>
                  <a:gdLst>
                    <a:gd name="connsiteX0" fmla="*/ 0 w 7809"/>
                    <a:gd name="connsiteY0" fmla="*/ 604 h 5265"/>
                    <a:gd name="connsiteX1" fmla="*/ 7810 w 7809"/>
                    <a:gd name="connsiteY1" fmla="*/ 1842 h 5265"/>
                    <a:gd name="connsiteX2" fmla="*/ 0 w 7809"/>
                    <a:gd name="connsiteY2" fmla="*/ 604 h 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809" h="5265">
                      <a:moveTo>
                        <a:pt x="0" y="604"/>
                      </a:moveTo>
                      <a:cubicBezTo>
                        <a:pt x="2191" y="-1682"/>
                        <a:pt x="5905" y="3366"/>
                        <a:pt x="7810" y="1842"/>
                      </a:cubicBezTo>
                      <a:cubicBezTo>
                        <a:pt x="5524" y="10415"/>
                        <a:pt x="2477" y="128"/>
                        <a:pt x="0" y="6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9" name="Freeform: Shape 648">
                  <a:extLst>
                    <a:ext uri="{FF2B5EF4-FFF2-40B4-BE49-F238E27FC236}">
                      <a16:creationId xmlns:a16="http://schemas.microsoft.com/office/drawing/2014/main" id="{DA63166C-7F94-48A4-AE99-55E122FB6A71}"/>
                    </a:ext>
                  </a:extLst>
                </p:cNvPr>
                <p:cNvSpPr/>
                <p:nvPr/>
              </p:nvSpPr>
              <p:spPr>
                <a:xfrm>
                  <a:off x="10167365" y="2052576"/>
                  <a:ext cx="2005" cy="4088"/>
                </a:xfrm>
                <a:custGeom>
                  <a:avLst/>
                  <a:gdLst>
                    <a:gd name="connsiteX0" fmla="*/ 0 w 2005"/>
                    <a:gd name="connsiteY0" fmla="*/ 728 h 4088"/>
                    <a:gd name="connsiteX1" fmla="*/ 2001 w 2005"/>
                    <a:gd name="connsiteY1" fmla="*/ 3871 h 4088"/>
                    <a:gd name="connsiteX2" fmla="*/ 0 w 2005"/>
                    <a:gd name="connsiteY2" fmla="*/ 728 h 4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5" h="4088">
                      <a:moveTo>
                        <a:pt x="0" y="728"/>
                      </a:moveTo>
                      <a:cubicBezTo>
                        <a:pt x="477" y="-1367"/>
                        <a:pt x="2096" y="1490"/>
                        <a:pt x="2001" y="3871"/>
                      </a:cubicBezTo>
                      <a:cubicBezTo>
                        <a:pt x="477" y="5014"/>
                        <a:pt x="858" y="1300"/>
                        <a:pt x="0" y="72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0" name="Freeform: Shape 649">
                  <a:extLst>
                    <a:ext uri="{FF2B5EF4-FFF2-40B4-BE49-F238E27FC236}">
                      <a16:creationId xmlns:a16="http://schemas.microsoft.com/office/drawing/2014/main" id="{61484053-329D-43F3-9734-45C575A74081}"/>
                    </a:ext>
                  </a:extLst>
                </p:cNvPr>
                <p:cNvSpPr/>
                <p:nvPr/>
              </p:nvSpPr>
              <p:spPr>
                <a:xfrm>
                  <a:off x="10169001" y="2056352"/>
                  <a:ext cx="4061" cy="8674"/>
                </a:xfrm>
                <a:custGeom>
                  <a:avLst/>
                  <a:gdLst>
                    <a:gd name="connsiteX0" fmla="*/ 1127 w 4061"/>
                    <a:gd name="connsiteY0" fmla="*/ 0 h 8674"/>
                    <a:gd name="connsiteX1" fmla="*/ 3889 w 4061"/>
                    <a:gd name="connsiteY1" fmla="*/ 8668 h 8674"/>
                    <a:gd name="connsiteX2" fmla="*/ 556 w 4061"/>
                    <a:gd name="connsiteY2" fmla="*/ 7906 h 8674"/>
                    <a:gd name="connsiteX3" fmla="*/ 1127 w 4061"/>
                    <a:gd name="connsiteY3" fmla="*/ 0 h 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61" h="8674">
                      <a:moveTo>
                        <a:pt x="1127" y="0"/>
                      </a:moveTo>
                      <a:cubicBezTo>
                        <a:pt x="841" y="5905"/>
                        <a:pt x="4937" y="762"/>
                        <a:pt x="3889" y="8668"/>
                      </a:cubicBezTo>
                      <a:cubicBezTo>
                        <a:pt x="2746" y="8954"/>
                        <a:pt x="1413" y="-476"/>
                        <a:pt x="556" y="7906"/>
                      </a:cubicBezTo>
                      <a:cubicBezTo>
                        <a:pt x="-969" y="5620"/>
                        <a:pt x="1127" y="2476"/>
                        <a:pt x="112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1" name="Freeform: Shape 650">
                  <a:extLst>
                    <a:ext uri="{FF2B5EF4-FFF2-40B4-BE49-F238E27FC236}">
                      <a16:creationId xmlns:a16="http://schemas.microsoft.com/office/drawing/2014/main" id="{AA43E857-C460-4FDA-91BC-945BE5E4ECFF}"/>
                    </a:ext>
                  </a:extLst>
                </p:cNvPr>
                <p:cNvSpPr/>
                <p:nvPr/>
              </p:nvSpPr>
              <p:spPr>
                <a:xfrm>
                  <a:off x="10209648" y="1619151"/>
                  <a:ext cx="3246" cy="2472"/>
                </a:xfrm>
                <a:custGeom>
                  <a:avLst/>
                  <a:gdLst>
                    <a:gd name="connsiteX0" fmla="*/ 8 w 3246"/>
                    <a:gd name="connsiteY0" fmla="*/ 2003 h 2472"/>
                    <a:gd name="connsiteX1" fmla="*/ 3247 w 3246"/>
                    <a:gd name="connsiteY1" fmla="*/ 1623 h 2472"/>
                    <a:gd name="connsiteX2" fmla="*/ 8 w 3246"/>
                    <a:gd name="connsiteY2" fmla="*/ 2003 h 2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46" h="2472">
                      <a:moveTo>
                        <a:pt x="8" y="2003"/>
                      </a:moveTo>
                      <a:cubicBezTo>
                        <a:pt x="-182" y="480"/>
                        <a:pt x="2960" y="-1426"/>
                        <a:pt x="3247" y="1623"/>
                      </a:cubicBezTo>
                      <a:cubicBezTo>
                        <a:pt x="2199" y="3147"/>
                        <a:pt x="1437" y="2194"/>
                        <a:pt x="8" y="20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2" name="Freeform: Shape 651">
                  <a:extLst>
                    <a:ext uri="{FF2B5EF4-FFF2-40B4-BE49-F238E27FC236}">
                      <a16:creationId xmlns:a16="http://schemas.microsoft.com/office/drawing/2014/main" id="{6F8BA448-664F-4992-96AB-C3E9E1C809AC}"/>
                    </a:ext>
                  </a:extLst>
                </p:cNvPr>
                <p:cNvSpPr/>
                <p:nvPr/>
              </p:nvSpPr>
              <p:spPr>
                <a:xfrm>
                  <a:off x="10222134" y="1635633"/>
                  <a:ext cx="7442" cy="8477"/>
                </a:xfrm>
                <a:custGeom>
                  <a:avLst/>
                  <a:gdLst>
                    <a:gd name="connsiteX0" fmla="*/ 0 w 7442"/>
                    <a:gd name="connsiteY0" fmla="*/ 5334 h 8477"/>
                    <a:gd name="connsiteX1" fmla="*/ 6859 w 7442"/>
                    <a:gd name="connsiteY1" fmla="*/ 0 h 8477"/>
                    <a:gd name="connsiteX2" fmla="*/ 6954 w 7442"/>
                    <a:gd name="connsiteY2" fmla="*/ 7906 h 8477"/>
                    <a:gd name="connsiteX3" fmla="*/ 2287 w 7442"/>
                    <a:gd name="connsiteY3" fmla="*/ 8477 h 8477"/>
                    <a:gd name="connsiteX4" fmla="*/ 0 w 7442"/>
                    <a:gd name="connsiteY4" fmla="*/ 5334 h 8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442" h="8477">
                      <a:moveTo>
                        <a:pt x="0" y="5334"/>
                      </a:moveTo>
                      <a:cubicBezTo>
                        <a:pt x="2096" y="1619"/>
                        <a:pt x="5335" y="4953"/>
                        <a:pt x="6859" y="0"/>
                      </a:cubicBezTo>
                      <a:cubicBezTo>
                        <a:pt x="7620" y="2286"/>
                        <a:pt x="7620" y="3238"/>
                        <a:pt x="6954" y="7906"/>
                      </a:cubicBezTo>
                      <a:cubicBezTo>
                        <a:pt x="5049" y="6191"/>
                        <a:pt x="4573" y="7525"/>
                        <a:pt x="2287" y="8477"/>
                      </a:cubicBezTo>
                      <a:cubicBezTo>
                        <a:pt x="2477" y="4858"/>
                        <a:pt x="1334" y="4763"/>
                        <a:pt x="0" y="5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3" name="Freeform: Shape 652">
                  <a:extLst>
                    <a:ext uri="{FF2B5EF4-FFF2-40B4-BE49-F238E27FC236}">
                      <a16:creationId xmlns:a16="http://schemas.microsoft.com/office/drawing/2014/main" id="{44ABD696-155B-483C-9CD1-8F3B7CD9F8BD}"/>
                    </a:ext>
                  </a:extLst>
                </p:cNvPr>
                <p:cNvSpPr/>
                <p:nvPr/>
              </p:nvSpPr>
              <p:spPr>
                <a:xfrm>
                  <a:off x="10215494" y="1783746"/>
                  <a:ext cx="1508" cy="5429"/>
                </a:xfrm>
                <a:custGeom>
                  <a:avLst/>
                  <a:gdLst>
                    <a:gd name="connsiteX0" fmla="*/ 68 w 1508"/>
                    <a:gd name="connsiteY0" fmla="*/ 0 h 5429"/>
                    <a:gd name="connsiteX1" fmla="*/ 1497 w 1508"/>
                    <a:gd name="connsiteY1" fmla="*/ 5429 h 5429"/>
                    <a:gd name="connsiteX2" fmla="*/ 68 w 1508"/>
                    <a:gd name="connsiteY2" fmla="*/ 0 h 5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08" h="5429">
                      <a:moveTo>
                        <a:pt x="68" y="0"/>
                      </a:moveTo>
                      <a:cubicBezTo>
                        <a:pt x="1115" y="381"/>
                        <a:pt x="1592" y="2191"/>
                        <a:pt x="1497" y="5429"/>
                      </a:cubicBezTo>
                      <a:cubicBezTo>
                        <a:pt x="1020" y="3429"/>
                        <a:pt x="-314" y="4000"/>
                        <a:pt x="6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4" name="Freeform: Shape 653">
                  <a:extLst>
                    <a:ext uri="{FF2B5EF4-FFF2-40B4-BE49-F238E27FC236}">
                      <a16:creationId xmlns:a16="http://schemas.microsoft.com/office/drawing/2014/main" id="{4D3D1989-6E70-45EB-BC7A-9CE13B8E739C}"/>
                    </a:ext>
                  </a:extLst>
                </p:cNvPr>
                <p:cNvSpPr/>
                <p:nvPr/>
              </p:nvSpPr>
              <p:spPr>
                <a:xfrm>
                  <a:off x="10238708" y="1639919"/>
                  <a:ext cx="1719" cy="5617"/>
                </a:xfrm>
                <a:custGeom>
                  <a:avLst/>
                  <a:gdLst>
                    <a:gd name="connsiteX0" fmla="*/ 0 w 1719"/>
                    <a:gd name="connsiteY0" fmla="*/ 4572 h 5617"/>
                    <a:gd name="connsiteX1" fmla="*/ 666 w 1719"/>
                    <a:gd name="connsiteY1" fmla="*/ 0 h 5617"/>
                    <a:gd name="connsiteX2" fmla="*/ 1714 w 1719"/>
                    <a:gd name="connsiteY2" fmla="*/ 5429 h 5617"/>
                    <a:gd name="connsiteX3" fmla="*/ 0 w 1719"/>
                    <a:gd name="connsiteY3" fmla="*/ 4572 h 5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9" h="5617">
                      <a:moveTo>
                        <a:pt x="0" y="4572"/>
                      </a:moveTo>
                      <a:cubicBezTo>
                        <a:pt x="0" y="2191"/>
                        <a:pt x="476" y="1524"/>
                        <a:pt x="666" y="0"/>
                      </a:cubicBezTo>
                      <a:cubicBezTo>
                        <a:pt x="762" y="2477"/>
                        <a:pt x="1809" y="2381"/>
                        <a:pt x="1714" y="5429"/>
                      </a:cubicBezTo>
                      <a:cubicBezTo>
                        <a:pt x="857" y="5906"/>
                        <a:pt x="380" y="5429"/>
                        <a:pt x="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5" name="Freeform: Shape 654">
                  <a:extLst>
                    <a:ext uri="{FF2B5EF4-FFF2-40B4-BE49-F238E27FC236}">
                      <a16:creationId xmlns:a16="http://schemas.microsoft.com/office/drawing/2014/main" id="{B6F67B2E-DCED-4E06-B7A3-31852474DE12}"/>
                    </a:ext>
                  </a:extLst>
                </p:cNvPr>
                <p:cNvSpPr/>
                <p:nvPr/>
              </p:nvSpPr>
              <p:spPr>
                <a:xfrm>
                  <a:off x="10240803" y="1641443"/>
                  <a:ext cx="4190" cy="4206"/>
                </a:xfrm>
                <a:custGeom>
                  <a:avLst/>
                  <a:gdLst>
                    <a:gd name="connsiteX0" fmla="*/ 0 w 4190"/>
                    <a:gd name="connsiteY0" fmla="*/ 3905 h 4206"/>
                    <a:gd name="connsiteX1" fmla="*/ 4190 w 4190"/>
                    <a:gd name="connsiteY1" fmla="*/ 0 h 4206"/>
                    <a:gd name="connsiteX2" fmla="*/ 0 w 4190"/>
                    <a:gd name="connsiteY2" fmla="*/ 3905 h 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190" h="4206">
                      <a:moveTo>
                        <a:pt x="0" y="3905"/>
                      </a:moveTo>
                      <a:cubicBezTo>
                        <a:pt x="380" y="-1238"/>
                        <a:pt x="2667" y="667"/>
                        <a:pt x="4190" y="0"/>
                      </a:cubicBezTo>
                      <a:cubicBezTo>
                        <a:pt x="3143" y="6667"/>
                        <a:pt x="1143" y="3238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6" name="Freeform: Shape 655">
                  <a:extLst>
                    <a:ext uri="{FF2B5EF4-FFF2-40B4-BE49-F238E27FC236}">
                      <a16:creationId xmlns:a16="http://schemas.microsoft.com/office/drawing/2014/main" id="{AB694B41-8E08-4401-8ACA-D88479F900ED}"/>
                    </a:ext>
                  </a:extLst>
                </p:cNvPr>
                <p:cNvSpPr/>
                <p:nvPr/>
              </p:nvSpPr>
              <p:spPr>
                <a:xfrm>
                  <a:off x="10233469" y="1794319"/>
                  <a:ext cx="5428" cy="4695"/>
                </a:xfrm>
                <a:custGeom>
                  <a:avLst/>
                  <a:gdLst>
                    <a:gd name="connsiteX0" fmla="*/ 0 w 5428"/>
                    <a:gd name="connsiteY0" fmla="*/ 4096 h 4695"/>
                    <a:gd name="connsiteX1" fmla="*/ 5429 w 5428"/>
                    <a:gd name="connsiteY1" fmla="*/ 0 h 4695"/>
                    <a:gd name="connsiteX2" fmla="*/ 0 w 5428"/>
                    <a:gd name="connsiteY2" fmla="*/ 4096 h 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28" h="4695">
                      <a:moveTo>
                        <a:pt x="0" y="4096"/>
                      </a:moveTo>
                      <a:cubicBezTo>
                        <a:pt x="1238" y="952"/>
                        <a:pt x="2858" y="762"/>
                        <a:pt x="5429" y="0"/>
                      </a:cubicBezTo>
                      <a:cubicBezTo>
                        <a:pt x="4763" y="9049"/>
                        <a:pt x="2191" y="1810"/>
                        <a:pt x="0" y="4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7" name="Freeform: Shape 656">
                  <a:extLst>
                    <a:ext uri="{FF2B5EF4-FFF2-40B4-BE49-F238E27FC236}">
                      <a16:creationId xmlns:a16="http://schemas.microsoft.com/office/drawing/2014/main" id="{AE3B13F8-2D4B-4074-8918-2CA60E8220FF}"/>
                    </a:ext>
                  </a:extLst>
                </p:cNvPr>
                <p:cNvSpPr/>
                <p:nvPr/>
              </p:nvSpPr>
              <p:spPr>
                <a:xfrm>
                  <a:off x="10234803" y="1829528"/>
                  <a:ext cx="2952" cy="2504"/>
                </a:xfrm>
                <a:custGeom>
                  <a:avLst/>
                  <a:gdLst>
                    <a:gd name="connsiteX0" fmla="*/ 0 w 2952"/>
                    <a:gd name="connsiteY0" fmla="*/ 1367 h 2504"/>
                    <a:gd name="connsiteX1" fmla="*/ 2952 w 2952"/>
                    <a:gd name="connsiteY1" fmla="*/ 986 h 2504"/>
                    <a:gd name="connsiteX2" fmla="*/ 0 w 2952"/>
                    <a:gd name="connsiteY2" fmla="*/ 1367 h 25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52" h="2504">
                      <a:moveTo>
                        <a:pt x="0" y="1367"/>
                      </a:moveTo>
                      <a:cubicBezTo>
                        <a:pt x="952" y="-2157"/>
                        <a:pt x="1619" y="2415"/>
                        <a:pt x="2952" y="986"/>
                      </a:cubicBezTo>
                      <a:cubicBezTo>
                        <a:pt x="2477" y="3367"/>
                        <a:pt x="286" y="2510"/>
                        <a:pt x="0" y="13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8" name="Freeform: Shape 657">
                  <a:extLst>
                    <a:ext uri="{FF2B5EF4-FFF2-40B4-BE49-F238E27FC236}">
                      <a16:creationId xmlns:a16="http://schemas.microsoft.com/office/drawing/2014/main" id="{1AE75D9F-E200-48EC-82D0-76BEA4B4DF00}"/>
                    </a:ext>
                  </a:extLst>
                </p:cNvPr>
                <p:cNvSpPr/>
                <p:nvPr/>
              </p:nvSpPr>
              <p:spPr>
                <a:xfrm>
                  <a:off x="10263282" y="1613795"/>
                  <a:ext cx="1957" cy="3549"/>
                </a:xfrm>
                <a:custGeom>
                  <a:avLst/>
                  <a:gdLst>
                    <a:gd name="connsiteX0" fmla="*/ 0 w 1957"/>
                    <a:gd name="connsiteY0" fmla="*/ 2597 h 3549"/>
                    <a:gd name="connsiteX1" fmla="*/ 1714 w 1957"/>
                    <a:gd name="connsiteY1" fmla="*/ 3550 h 3549"/>
                    <a:gd name="connsiteX2" fmla="*/ 0 w 1957"/>
                    <a:gd name="connsiteY2" fmla="*/ 2597 h 3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57" h="3549">
                      <a:moveTo>
                        <a:pt x="0" y="2597"/>
                      </a:moveTo>
                      <a:cubicBezTo>
                        <a:pt x="95" y="-356"/>
                        <a:pt x="2763" y="-1689"/>
                        <a:pt x="1714" y="3550"/>
                      </a:cubicBezTo>
                      <a:cubicBezTo>
                        <a:pt x="1334" y="2597"/>
                        <a:pt x="857" y="2121"/>
                        <a:pt x="0" y="25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9" name="Freeform: Shape 658">
                  <a:extLst>
                    <a:ext uri="{FF2B5EF4-FFF2-40B4-BE49-F238E27FC236}">
                      <a16:creationId xmlns:a16="http://schemas.microsoft.com/office/drawing/2014/main" id="{2FC81A6F-E0A8-4BE2-8304-2A1AB62EB9BC}"/>
                    </a:ext>
                  </a:extLst>
                </p:cNvPr>
                <p:cNvSpPr/>
                <p:nvPr/>
              </p:nvSpPr>
              <p:spPr>
                <a:xfrm>
                  <a:off x="10266330" y="1641760"/>
                  <a:ext cx="2571" cy="2349"/>
                </a:xfrm>
                <a:custGeom>
                  <a:avLst/>
                  <a:gdLst>
                    <a:gd name="connsiteX0" fmla="*/ 0 w 2571"/>
                    <a:gd name="connsiteY0" fmla="*/ 2350 h 2349"/>
                    <a:gd name="connsiteX1" fmla="*/ 2572 w 2571"/>
                    <a:gd name="connsiteY1" fmla="*/ 921 h 2349"/>
                    <a:gd name="connsiteX2" fmla="*/ 0 w 2571"/>
                    <a:gd name="connsiteY2" fmla="*/ 2350 h 2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1" h="2349">
                      <a:moveTo>
                        <a:pt x="0" y="2350"/>
                      </a:moveTo>
                      <a:cubicBezTo>
                        <a:pt x="667" y="540"/>
                        <a:pt x="2096" y="-1079"/>
                        <a:pt x="2572" y="921"/>
                      </a:cubicBezTo>
                      <a:cubicBezTo>
                        <a:pt x="2286" y="3493"/>
                        <a:pt x="858" y="1588"/>
                        <a:pt x="0" y="235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0" name="Freeform: Shape 659">
                  <a:extLst>
                    <a:ext uri="{FF2B5EF4-FFF2-40B4-BE49-F238E27FC236}">
                      <a16:creationId xmlns:a16="http://schemas.microsoft.com/office/drawing/2014/main" id="{3C227934-6140-409B-87A8-003EA40E1113}"/>
                    </a:ext>
                  </a:extLst>
                </p:cNvPr>
                <p:cNvSpPr/>
                <p:nvPr/>
              </p:nvSpPr>
              <p:spPr>
                <a:xfrm>
                  <a:off x="10240803" y="2061818"/>
                  <a:ext cx="24486" cy="7826"/>
                </a:xfrm>
                <a:custGeom>
                  <a:avLst/>
                  <a:gdLst>
                    <a:gd name="connsiteX0" fmla="*/ 0 w 24486"/>
                    <a:gd name="connsiteY0" fmla="*/ 1773 h 7826"/>
                    <a:gd name="connsiteX1" fmla="*/ 4095 w 24486"/>
                    <a:gd name="connsiteY1" fmla="*/ 2440 h 7826"/>
                    <a:gd name="connsiteX2" fmla="*/ 24383 w 24486"/>
                    <a:gd name="connsiteY2" fmla="*/ 3297 h 7826"/>
                    <a:gd name="connsiteX3" fmla="*/ 24479 w 24486"/>
                    <a:gd name="connsiteY3" fmla="*/ 7774 h 7826"/>
                    <a:gd name="connsiteX4" fmla="*/ 3047 w 24486"/>
                    <a:gd name="connsiteY4" fmla="*/ 7012 h 7826"/>
                    <a:gd name="connsiteX5" fmla="*/ 0 w 24486"/>
                    <a:gd name="connsiteY5" fmla="*/ 1773 h 7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486" h="7826">
                      <a:moveTo>
                        <a:pt x="0" y="1773"/>
                      </a:moveTo>
                      <a:cubicBezTo>
                        <a:pt x="95" y="-1656"/>
                        <a:pt x="3620" y="630"/>
                        <a:pt x="4095" y="2440"/>
                      </a:cubicBezTo>
                      <a:cubicBezTo>
                        <a:pt x="11811" y="-418"/>
                        <a:pt x="16955" y="5678"/>
                        <a:pt x="24383" y="3297"/>
                      </a:cubicBezTo>
                      <a:cubicBezTo>
                        <a:pt x="23717" y="5869"/>
                        <a:pt x="24574" y="6059"/>
                        <a:pt x="24479" y="7774"/>
                      </a:cubicBezTo>
                      <a:cubicBezTo>
                        <a:pt x="18383" y="8250"/>
                        <a:pt x="8668" y="5297"/>
                        <a:pt x="3047" y="7012"/>
                      </a:cubicBezTo>
                      <a:cubicBezTo>
                        <a:pt x="1429" y="7012"/>
                        <a:pt x="1238" y="3107"/>
                        <a:pt x="0" y="177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1" name="Freeform: Shape 660">
                  <a:extLst>
                    <a:ext uri="{FF2B5EF4-FFF2-40B4-BE49-F238E27FC236}">
                      <a16:creationId xmlns:a16="http://schemas.microsoft.com/office/drawing/2014/main" id="{646F2113-1CC0-46E5-AA2F-09441CFD8832}"/>
                    </a:ext>
                  </a:extLst>
                </p:cNvPr>
                <p:cNvSpPr/>
                <p:nvPr/>
              </p:nvSpPr>
              <p:spPr>
                <a:xfrm>
                  <a:off x="10261472" y="1795557"/>
                  <a:ext cx="2484" cy="7048"/>
                </a:xfrm>
                <a:custGeom>
                  <a:avLst/>
                  <a:gdLst>
                    <a:gd name="connsiteX0" fmla="*/ 0 w 2484"/>
                    <a:gd name="connsiteY0" fmla="*/ 4858 h 7048"/>
                    <a:gd name="connsiteX1" fmla="*/ 2477 w 2484"/>
                    <a:gd name="connsiteY1" fmla="*/ 0 h 7048"/>
                    <a:gd name="connsiteX2" fmla="*/ 1715 w 2484"/>
                    <a:gd name="connsiteY2" fmla="*/ 5715 h 7048"/>
                    <a:gd name="connsiteX3" fmla="*/ 191 w 2484"/>
                    <a:gd name="connsiteY3" fmla="*/ 7049 h 7048"/>
                    <a:gd name="connsiteX4" fmla="*/ 0 w 2484"/>
                    <a:gd name="connsiteY4" fmla="*/ 4858 h 7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84" h="7048">
                      <a:moveTo>
                        <a:pt x="0" y="4858"/>
                      </a:moveTo>
                      <a:cubicBezTo>
                        <a:pt x="667" y="2477"/>
                        <a:pt x="1429" y="857"/>
                        <a:pt x="2477" y="0"/>
                      </a:cubicBezTo>
                      <a:cubicBezTo>
                        <a:pt x="2667" y="3810"/>
                        <a:pt x="-857" y="5620"/>
                        <a:pt x="1715" y="5715"/>
                      </a:cubicBezTo>
                      <a:cubicBezTo>
                        <a:pt x="1524" y="7239"/>
                        <a:pt x="763" y="6763"/>
                        <a:pt x="191" y="7049"/>
                      </a:cubicBezTo>
                      <a:cubicBezTo>
                        <a:pt x="381" y="5715"/>
                        <a:pt x="286" y="5048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2" name="Freeform: Shape 661">
                  <a:extLst>
                    <a:ext uri="{FF2B5EF4-FFF2-40B4-BE49-F238E27FC236}">
                      <a16:creationId xmlns:a16="http://schemas.microsoft.com/office/drawing/2014/main" id="{9E183B26-BCC8-4991-A666-BFC3453AB4C5}"/>
                    </a:ext>
                  </a:extLst>
                </p:cNvPr>
                <p:cNvSpPr/>
                <p:nvPr/>
              </p:nvSpPr>
              <p:spPr>
                <a:xfrm>
                  <a:off x="10275379" y="1613439"/>
                  <a:ext cx="3575" cy="5524"/>
                </a:xfrm>
                <a:custGeom>
                  <a:avLst/>
                  <a:gdLst>
                    <a:gd name="connsiteX0" fmla="*/ 0 w 3575"/>
                    <a:gd name="connsiteY0" fmla="*/ 3619 h 5524"/>
                    <a:gd name="connsiteX1" fmla="*/ 2000 w 3575"/>
                    <a:gd name="connsiteY1" fmla="*/ 0 h 5524"/>
                    <a:gd name="connsiteX2" fmla="*/ 3524 w 3575"/>
                    <a:gd name="connsiteY2" fmla="*/ 4286 h 5524"/>
                    <a:gd name="connsiteX3" fmla="*/ 2381 w 3575"/>
                    <a:gd name="connsiteY3" fmla="*/ 5525 h 5524"/>
                    <a:gd name="connsiteX4" fmla="*/ 2000 w 3575"/>
                    <a:gd name="connsiteY4" fmla="*/ 1048 h 5524"/>
                    <a:gd name="connsiteX5" fmla="*/ 0 w 3575"/>
                    <a:gd name="connsiteY5" fmla="*/ 3619 h 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75" h="5524">
                      <a:moveTo>
                        <a:pt x="0" y="3619"/>
                      </a:moveTo>
                      <a:cubicBezTo>
                        <a:pt x="380" y="1333"/>
                        <a:pt x="1143" y="476"/>
                        <a:pt x="2000" y="0"/>
                      </a:cubicBezTo>
                      <a:cubicBezTo>
                        <a:pt x="2857" y="476"/>
                        <a:pt x="3810" y="762"/>
                        <a:pt x="3524" y="4286"/>
                      </a:cubicBezTo>
                      <a:cubicBezTo>
                        <a:pt x="3047" y="4286"/>
                        <a:pt x="2477" y="4191"/>
                        <a:pt x="2381" y="5525"/>
                      </a:cubicBezTo>
                      <a:cubicBezTo>
                        <a:pt x="1809" y="5334"/>
                        <a:pt x="1714" y="3715"/>
                        <a:pt x="2000" y="1048"/>
                      </a:cubicBezTo>
                      <a:cubicBezTo>
                        <a:pt x="1238" y="1619"/>
                        <a:pt x="1143" y="4381"/>
                        <a:pt x="0" y="3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3" name="Freeform: Shape 662">
                  <a:extLst>
                    <a:ext uri="{FF2B5EF4-FFF2-40B4-BE49-F238E27FC236}">
                      <a16:creationId xmlns:a16="http://schemas.microsoft.com/office/drawing/2014/main" id="{5ED11D54-76B4-4F19-B778-0B60758A672D}"/>
                    </a:ext>
                  </a:extLst>
                </p:cNvPr>
                <p:cNvSpPr/>
                <p:nvPr/>
              </p:nvSpPr>
              <p:spPr>
                <a:xfrm>
                  <a:off x="10279665" y="1614293"/>
                  <a:ext cx="30670" cy="13633"/>
                </a:xfrm>
                <a:custGeom>
                  <a:avLst/>
                  <a:gdLst>
                    <a:gd name="connsiteX0" fmla="*/ 19527 w 30670"/>
                    <a:gd name="connsiteY0" fmla="*/ 5147 h 13633"/>
                    <a:gd name="connsiteX1" fmla="*/ 21431 w 30670"/>
                    <a:gd name="connsiteY1" fmla="*/ 8290 h 13633"/>
                    <a:gd name="connsiteX2" fmla="*/ 21145 w 30670"/>
                    <a:gd name="connsiteY2" fmla="*/ 12862 h 13633"/>
                    <a:gd name="connsiteX3" fmla="*/ 17907 w 30670"/>
                    <a:gd name="connsiteY3" fmla="*/ 13338 h 13633"/>
                    <a:gd name="connsiteX4" fmla="*/ 16669 w 30670"/>
                    <a:gd name="connsiteY4" fmla="*/ 10100 h 13633"/>
                    <a:gd name="connsiteX5" fmla="*/ 18574 w 30670"/>
                    <a:gd name="connsiteY5" fmla="*/ 8767 h 13633"/>
                    <a:gd name="connsiteX6" fmla="*/ 15526 w 30670"/>
                    <a:gd name="connsiteY6" fmla="*/ 5814 h 13633"/>
                    <a:gd name="connsiteX7" fmla="*/ 16859 w 30670"/>
                    <a:gd name="connsiteY7" fmla="*/ 6766 h 13633"/>
                    <a:gd name="connsiteX8" fmla="*/ 12002 w 30670"/>
                    <a:gd name="connsiteY8" fmla="*/ 5147 h 13633"/>
                    <a:gd name="connsiteX9" fmla="*/ 0 w 30670"/>
                    <a:gd name="connsiteY9" fmla="*/ 3432 h 13633"/>
                    <a:gd name="connsiteX10" fmla="*/ 7334 w 30670"/>
                    <a:gd name="connsiteY10" fmla="*/ 194 h 13633"/>
                    <a:gd name="connsiteX11" fmla="*/ 9144 w 30670"/>
                    <a:gd name="connsiteY11" fmla="*/ 4480 h 13633"/>
                    <a:gd name="connsiteX12" fmla="*/ 27337 w 30670"/>
                    <a:gd name="connsiteY12" fmla="*/ 10957 h 13633"/>
                    <a:gd name="connsiteX13" fmla="*/ 30670 w 30670"/>
                    <a:gd name="connsiteY13" fmla="*/ 9338 h 13633"/>
                    <a:gd name="connsiteX14" fmla="*/ 26670 w 30670"/>
                    <a:gd name="connsiteY14" fmla="*/ 11052 h 13633"/>
                    <a:gd name="connsiteX15" fmla="*/ 24765 w 30670"/>
                    <a:gd name="connsiteY15" fmla="*/ 13529 h 13633"/>
                    <a:gd name="connsiteX16" fmla="*/ 24289 w 30670"/>
                    <a:gd name="connsiteY16" fmla="*/ 9052 h 13633"/>
                    <a:gd name="connsiteX17" fmla="*/ 22288 w 30670"/>
                    <a:gd name="connsiteY17" fmla="*/ 12672 h 13633"/>
                    <a:gd name="connsiteX18" fmla="*/ 23337 w 30670"/>
                    <a:gd name="connsiteY18" fmla="*/ 8005 h 13633"/>
                    <a:gd name="connsiteX19" fmla="*/ 19527 w 30670"/>
                    <a:gd name="connsiteY19" fmla="*/ 5147 h 1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0670" h="13633">
                      <a:moveTo>
                        <a:pt x="19527" y="5147"/>
                      </a:moveTo>
                      <a:cubicBezTo>
                        <a:pt x="17812" y="8862"/>
                        <a:pt x="20384" y="9052"/>
                        <a:pt x="21431" y="8290"/>
                      </a:cubicBezTo>
                      <a:cubicBezTo>
                        <a:pt x="21241" y="11434"/>
                        <a:pt x="21908" y="10481"/>
                        <a:pt x="21145" y="12862"/>
                      </a:cubicBezTo>
                      <a:cubicBezTo>
                        <a:pt x="20860" y="10671"/>
                        <a:pt x="18574" y="11434"/>
                        <a:pt x="17907" y="13338"/>
                      </a:cubicBezTo>
                      <a:cubicBezTo>
                        <a:pt x="17241" y="12957"/>
                        <a:pt x="16383" y="13148"/>
                        <a:pt x="16669" y="10100"/>
                      </a:cubicBezTo>
                      <a:cubicBezTo>
                        <a:pt x="17907" y="11815"/>
                        <a:pt x="17241" y="9338"/>
                        <a:pt x="18574" y="8767"/>
                      </a:cubicBezTo>
                      <a:cubicBezTo>
                        <a:pt x="18288" y="5623"/>
                        <a:pt x="15335" y="12957"/>
                        <a:pt x="15526" y="5814"/>
                      </a:cubicBezTo>
                      <a:cubicBezTo>
                        <a:pt x="16287" y="5242"/>
                        <a:pt x="16383" y="6481"/>
                        <a:pt x="16859" y="6766"/>
                      </a:cubicBezTo>
                      <a:cubicBezTo>
                        <a:pt x="16383" y="2290"/>
                        <a:pt x="13906" y="5147"/>
                        <a:pt x="12002" y="5147"/>
                      </a:cubicBezTo>
                      <a:cubicBezTo>
                        <a:pt x="7811" y="5242"/>
                        <a:pt x="3144" y="1432"/>
                        <a:pt x="0" y="3432"/>
                      </a:cubicBezTo>
                      <a:cubicBezTo>
                        <a:pt x="763" y="-4092"/>
                        <a:pt x="4953" y="3623"/>
                        <a:pt x="7334" y="194"/>
                      </a:cubicBezTo>
                      <a:cubicBezTo>
                        <a:pt x="7811" y="2004"/>
                        <a:pt x="8954" y="2099"/>
                        <a:pt x="9144" y="4480"/>
                      </a:cubicBezTo>
                      <a:cubicBezTo>
                        <a:pt x="15716" y="289"/>
                        <a:pt x="23051" y="1718"/>
                        <a:pt x="27337" y="10957"/>
                      </a:cubicBezTo>
                      <a:cubicBezTo>
                        <a:pt x="28575" y="8005"/>
                        <a:pt x="29052" y="9243"/>
                        <a:pt x="30670" y="9338"/>
                      </a:cubicBezTo>
                      <a:cubicBezTo>
                        <a:pt x="30004" y="14196"/>
                        <a:pt x="25718" y="14386"/>
                        <a:pt x="26670" y="11052"/>
                      </a:cubicBezTo>
                      <a:cubicBezTo>
                        <a:pt x="24669" y="10005"/>
                        <a:pt x="26003" y="13529"/>
                        <a:pt x="24765" y="13529"/>
                      </a:cubicBezTo>
                      <a:cubicBezTo>
                        <a:pt x="23242" y="14291"/>
                        <a:pt x="25241" y="10671"/>
                        <a:pt x="24289" y="9052"/>
                      </a:cubicBezTo>
                      <a:cubicBezTo>
                        <a:pt x="23431" y="12577"/>
                        <a:pt x="23717" y="11910"/>
                        <a:pt x="22288" y="12672"/>
                      </a:cubicBezTo>
                      <a:cubicBezTo>
                        <a:pt x="22479" y="10576"/>
                        <a:pt x="22765" y="8862"/>
                        <a:pt x="23337" y="8005"/>
                      </a:cubicBezTo>
                      <a:cubicBezTo>
                        <a:pt x="22574" y="5052"/>
                        <a:pt x="19813" y="10671"/>
                        <a:pt x="19527" y="514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4" name="Freeform: Shape 663">
                  <a:extLst>
                    <a:ext uri="{FF2B5EF4-FFF2-40B4-BE49-F238E27FC236}">
                      <a16:creationId xmlns:a16="http://schemas.microsoft.com/office/drawing/2014/main" id="{11747B36-6415-4A05-9A22-7D5A9B06E83A}"/>
                    </a:ext>
                  </a:extLst>
                </p:cNvPr>
                <p:cNvSpPr/>
                <p:nvPr/>
              </p:nvSpPr>
              <p:spPr>
                <a:xfrm>
                  <a:off x="10278713" y="1799253"/>
                  <a:ext cx="27003" cy="13259"/>
                </a:xfrm>
                <a:custGeom>
                  <a:avLst/>
                  <a:gdLst>
                    <a:gd name="connsiteX0" fmla="*/ 191 w 27003"/>
                    <a:gd name="connsiteY0" fmla="*/ 2210 h 13259"/>
                    <a:gd name="connsiteX1" fmla="*/ 4667 w 27003"/>
                    <a:gd name="connsiteY1" fmla="*/ 496 h 13259"/>
                    <a:gd name="connsiteX2" fmla="*/ 5715 w 27003"/>
                    <a:gd name="connsiteY2" fmla="*/ 7163 h 13259"/>
                    <a:gd name="connsiteX3" fmla="*/ 7525 w 27003"/>
                    <a:gd name="connsiteY3" fmla="*/ 1258 h 13259"/>
                    <a:gd name="connsiteX4" fmla="*/ 26765 w 27003"/>
                    <a:gd name="connsiteY4" fmla="*/ 8783 h 13259"/>
                    <a:gd name="connsiteX5" fmla="*/ 26955 w 27003"/>
                    <a:gd name="connsiteY5" fmla="*/ 10973 h 13259"/>
                    <a:gd name="connsiteX6" fmla="*/ 26765 w 27003"/>
                    <a:gd name="connsiteY6" fmla="*/ 13259 h 13259"/>
                    <a:gd name="connsiteX7" fmla="*/ 15812 w 27003"/>
                    <a:gd name="connsiteY7" fmla="*/ 6877 h 13259"/>
                    <a:gd name="connsiteX8" fmla="*/ 14858 w 27003"/>
                    <a:gd name="connsiteY8" fmla="*/ 10402 h 13259"/>
                    <a:gd name="connsiteX9" fmla="*/ 11240 w 27003"/>
                    <a:gd name="connsiteY9" fmla="*/ 9735 h 13259"/>
                    <a:gd name="connsiteX10" fmla="*/ 11049 w 27003"/>
                    <a:gd name="connsiteY10" fmla="*/ 6401 h 13259"/>
                    <a:gd name="connsiteX11" fmla="*/ 7144 w 27003"/>
                    <a:gd name="connsiteY11" fmla="*/ 10306 h 13259"/>
                    <a:gd name="connsiteX12" fmla="*/ 4286 w 27003"/>
                    <a:gd name="connsiteY12" fmla="*/ 9544 h 13259"/>
                    <a:gd name="connsiteX13" fmla="*/ 2572 w 27003"/>
                    <a:gd name="connsiteY13" fmla="*/ 1829 h 13259"/>
                    <a:gd name="connsiteX14" fmla="*/ 1429 w 27003"/>
                    <a:gd name="connsiteY14" fmla="*/ 7639 h 13259"/>
                    <a:gd name="connsiteX15" fmla="*/ 0 w 27003"/>
                    <a:gd name="connsiteY15" fmla="*/ 6687 h 13259"/>
                    <a:gd name="connsiteX16" fmla="*/ 191 w 27003"/>
                    <a:gd name="connsiteY16" fmla="*/ 2210 h 13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7003" h="13259">
                      <a:moveTo>
                        <a:pt x="191" y="2210"/>
                      </a:moveTo>
                      <a:cubicBezTo>
                        <a:pt x="1620" y="-457"/>
                        <a:pt x="3047" y="-266"/>
                        <a:pt x="4667" y="496"/>
                      </a:cubicBezTo>
                      <a:cubicBezTo>
                        <a:pt x="2667" y="6211"/>
                        <a:pt x="6858" y="877"/>
                        <a:pt x="5715" y="7163"/>
                      </a:cubicBezTo>
                      <a:cubicBezTo>
                        <a:pt x="6572" y="6115"/>
                        <a:pt x="6858" y="3067"/>
                        <a:pt x="7525" y="1258"/>
                      </a:cubicBezTo>
                      <a:cubicBezTo>
                        <a:pt x="16097" y="1448"/>
                        <a:pt x="20193" y="5544"/>
                        <a:pt x="26765" y="8783"/>
                      </a:cubicBezTo>
                      <a:cubicBezTo>
                        <a:pt x="27146" y="8783"/>
                        <a:pt x="26955" y="10116"/>
                        <a:pt x="26955" y="10973"/>
                      </a:cubicBezTo>
                      <a:lnTo>
                        <a:pt x="26765" y="13259"/>
                      </a:lnTo>
                      <a:cubicBezTo>
                        <a:pt x="24099" y="9259"/>
                        <a:pt x="19716" y="12688"/>
                        <a:pt x="15812" y="6877"/>
                      </a:cubicBezTo>
                      <a:cubicBezTo>
                        <a:pt x="15430" y="7735"/>
                        <a:pt x="15144" y="9068"/>
                        <a:pt x="14858" y="10402"/>
                      </a:cubicBezTo>
                      <a:cubicBezTo>
                        <a:pt x="13715" y="9259"/>
                        <a:pt x="12477" y="8020"/>
                        <a:pt x="11240" y="9735"/>
                      </a:cubicBezTo>
                      <a:cubicBezTo>
                        <a:pt x="11430" y="7830"/>
                        <a:pt x="11049" y="7830"/>
                        <a:pt x="11049" y="6401"/>
                      </a:cubicBezTo>
                      <a:cubicBezTo>
                        <a:pt x="9906" y="9640"/>
                        <a:pt x="7620" y="3829"/>
                        <a:pt x="7144" y="10306"/>
                      </a:cubicBezTo>
                      <a:cubicBezTo>
                        <a:pt x="5905" y="9830"/>
                        <a:pt x="5715" y="7258"/>
                        <a:pt x="4286" y="9544"/>
                      </a:cubicBezTo>
                      <a:cubicBezTo>
                        <a:pt x="3429" y="5734"/>
                        <a:pt x="3906" y="3258"/>
                        <a:pt x="2572" y="1829"/>
                      </a:cubicBezTo>
                      <a:cubicBezTo>
                        <a:pt x="2095" y="2782"/>
                        <a:pt x="2477" y="5830"/>
                        <a:pt x="1429" y="7639"/>
                      </a:cubicBezTo>
                      <a:cubicBezTo>
                        <a:pt x="1143" y="6782"/>
                        <a:pt x="666" y="6496"/>
                        <a:pt x="0" y="6687"/>
                      </a:cubicBezTo>
                      <a:cubicBezTo>
                        <a:pt x="762" y="5163"/>
                        <a:pt x="2095" y="1162"/>
                        <a:pt x="191" y="22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5" name="Freeform: Shape 664">
                  <a:extLst>
                    <a:ext uri="{FF2B5EF4-FFF2-40B4-BE49-F238E27FC236}">
                      <a16:creationId xmlns:a16="http://schemas.microsoft.com/office/drawing/2014/main" id="{9E48E453-C0C1-4BBB-83C9-164EB7476B22}"/>
                    </a:ext>
                  </a:extLst>
                </p:cNvPr>
                <p:cNvSpPr/>
                <p:nvPr/>
              </p:nvSpPr>
              <p:spPr>
                <a:xfrm>
                  <a:off x="10265854" y="2064734"/>
                  <a:ext cx="1999" cy="4137"/>
                </a:xfrm>
                <a:custGeom>
                  <a:avLst/>
                  <a:gdLst>
                    <a:gd name="connsiteX0" fmla="*/ 0 w 1999"/>
                    <a:gd name="connsiteY0" fmla="*/ 2572 h 4137"/>
                    <a:gd name="connsiteX1" fmla="*/ 2000 w 1999"/>
                    <a:gd name="connsiteY1" fmla="*/ 0 h 4137"/>
                    <a:gd name="connsiteX2" fmla="*/ 0 w 1999"/>
                    <a:gd name="connsiteY2" fmla="*/ 2572 h 4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99" h="4137">
                      <a:moveTo>
                        <a:pt x="0" y="2572"/>
                      </a:moveTo>
                      <a:cubicBezTo>
                        <a:pt x="380" y="857"/>
                        <a:pt x="1334" y="762"/>
                        <a:pt x="2000" y="0"/>
                      </a:cubicBezTo>
                      <a:cubicBezTo>
                        <a:pt x="1619" y="4572"/>
                        <a:pt x="571" y="5239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6" name="Freeform: Shape 665">
                  <a:extLst>
                    <a:ext uri="{FF2B5EF4-FFF2-40B4-BE49-F238E27FC236}">
                      <a16:creationId xmlns:a16="http://schemas.microsoft.com/office/drawing/2014/main" id="{68063460-D819-4DB4-BFF5-D07C4978B1B3}"/>
                    </a:ext>
                  </a:extLst>
                </p:cNvPr>
                <p:cNvSpPr/>
                <p:nvPr/>
              </p:nvSpPr>
              <p:spPr>
                <a:xfrm>
                  <a:off x="10281856" y="1813369"/>
                  <a:ext cx="2238" cy="4667"/>
                </a:xfrm>
                <a:custGeom>
                  <a:avLst/>
                  <a:gdLst>
                    <a:gd name="connsiteX0" fmla="*/ 0 w 2238"/>
                    <a:gd name="connsiteY0" fmla="*/ 4667 h 4667"/>
                    <a:gd name="connsiteX1" fmla="*/ 191 w 2238"/>
                    <a:gd name="connsiteY1" fmla="*/ 1238 h 4667"/>
                    <a:gd name="connsiteX2" fmla="*/ 1048 w 2238"/>
                    <a:gd name="connsiteY2" fmla="*/ 0 h 4667"/>
                    <a:gd name="connsiteX3" fmla="*/ 2191 w 2238"/>
                    <a:gd name="connsiteY3" fmla="*/ 4381 h 4667"/>
                    <a:gd name="connsiteX4" fmla="*/ 0 w 2238"/>
                    <a:gd name="connsiteY4" fmla="*/ 4667 h 4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38" h="4667">
                      <a:moveTo>
                        <a:pt x="0" y="4667"/>
                      </a:moveTo>
                      <a:lnTo>
                        <a:pt x="191" y="1238"/>
                      </a:lnTo>
                      <a:cubicBezTo>
                        <a:pt x="572" y="2476"/>
                        <a:pt x="858" y="2096"/>
                        <a:pt x="1048" y="0"/>
                      </a:cubicBezTo>
                      <a:cubicBezTo>
                        <a:pt x="2001" y="0"/>
                        <a:pt x="2381" y="1429"/>
                        <a:pt x="2191" y="4381"/>
                      </a:cubicBezTo>
                      <a:cubicBezTo>
                        <a:pt x="1238" y="3524"/>
                        <a:pt x="1143" y="3524"/>
                        <a:pt x="0" y="4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7" name="Freeform: Shape 666">
                  <a:extLst>
                    <a:ext uri="{FF2B5EF4-FFF2-40B4-BE49-F238E27FC236}">
                      <a16:creationId xmlns:a16="http://schemas.microsoft.com/office/drawing/2014/main" id="{386FDB73-75EB-440D-8BF5-BD27815AB51D}"/>
                    </a:ext>
                  </a:extLst>
                </p:cNvPr>
                <p:cNvSpPr/>
                <p:nvPr/>
              </p:nvSpPr>
              <p:spPr>
                <a:xfrm>
                  <a:off x="10290125" y="1813514"/>
                  <a:ext cx="2970" cy="3533"/>
                </a:xfrm>
                <a:custGeom>
                  <a:avLst/>
                  <a:gdLst>
                    <a:gd name="connsiteX0" fmla="*/ 113 w 2970"/>
                    <a:gd name="connsiteY0" fmla="*/ 45 h 3533"/>
                    <a:gd name="connsiteX1" fmla="*/ 2971 w 2970"/>
                    <a:gd name="connsiteY1" fmla="*/ 807 h 3533"/>
                    <a:gd name="connsiteX2" fmla="*/ 113 w 2970"/>
                    <a:gd name="connsiteY2" fmla="*/ 45 h 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70" h="3533">
                      <a:moveTo>
                        <a:pt x="113" y="45"/>
                      </a:moveTo>
                      <a:cubicBezTo>
                        <a:pt x="1351" y="-336"/>
                        <a:pt x="1542" y="1855"/>
                        <a:pt x="2971" y="807"/>
                      </a:cubicBezTo>
                      <a:cubicBezTo>
                        <a:pt x="2685" y="4236"/>
                        <a:pt x="-649" y="4903"/>
                        <a:pt x="113" y="4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8" name="Freeform: Shape 667">
                  <a:extLst>
                    <a:ext uri="{FF2B5EF4-FFF2-40B4-BE49-F238E27FC236}">
                      <a16:creationId xmlns:a16="http://schemas.microsoft.com/office/drawing/2014/main" id="{0750E524-B8B4-44D4-BEF4-F3C942C62452}"/>
                    </a:ext>
                  </a:extLst>
                </p:cNvPr>
                <p:cNvSpPr/>
                <p:nvPr/>
              </p:nvSpPr>
              <p:spPr>
                <a:xfrm>
                  <a:off x="10306526" y="1807476"/>
                  <a:ext cx="2594" cy="6845"/>
                </a:xfrm>
                <a:custGeom>
                  <a:avLst/>
                  <a:gdLst>
                    <a:gd name="connsiteX0" fmla="*/ 0 w 2594"/>
                    <a:gd name="connsiteY0" fmla="*/ 1511 h 6845"/>
                    <a:gd name="connsiteX1" fmla="*/ 2191 w 2594"/>
                    <a:gd name="connsiteY1" fmla="*/ 6845 h 6845"/>
                    <a:gd name="connsiteX2" fmla="*/ 0 w 2594"/>
                    <a:gd name="connsiteY2" fmla="*/ 1511 h 6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94" h="6845">
                      <a:moveTo>
                        <a:pt x="0" y="1511"/>
                      </a:moveTo>
                      <a:cubicBezTo>
                        <a:pt x="476" y="-2680"/>
                        <a:pt x="3714" y="2749"/>
                        <a:pt x="2191" y="6845"/>
                      </a:cubicBezTo>
                      <a:cubicBezTo>
                        <a:pt x="2095" y="3702"/>
                        <a:pt x="1428" y="1511"/>
                        <a:pt x="0" y="15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9" name="Freeform: Shape 668">
                  <a:extLst>
                    <a:ext uri="{FF2B5EF4-FFF2-40B4-BE49-F238E27FC236}">
                      <a16:creationId xmlns:a16="http://schemas.microsoft.com/office/drawing/2014/main" id="{29B37D72-1F4D-4C39-ABCC-C2FE77A45CAA}"/>
                    </a:ext>
                  </a:extLst>
                </p:cNvPr>
                <p:cNvSpPr/>
                <p:nvPr/>
              </p:nvSpPr>
              <p:spPr>
                <a:xfrm>
                  <a:off x="10308812" y="1772454"/>
                  <a:ext cx="3619" cy="3150"/>
                </a:xfrm>
                <a:custGeom>
                  <a:avLst/>
                  <a:gdLst>
                    <a:gd name="connsiteX0" fmla="*/ 0 w 3619"/>
                    <a:gd name="connsiteY0" fmla="*/ 1291 h 3150"/>
                    <a:gd name="connsiteX1" fmla="*/ 3620 w 3619"/>
                    <a:gd name="connsiteY1" fmla="*/ 1958 h 3150"/>
                    <a:gd name="connsiteX2" fmla="*/ 0 w 3619"/>
                    <a:gd name="connsiteY2" fmla="*/ 1291 h 3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9" h="3150">
                      <a:moveTo>
                        <a:pt x="0" y="1291"/>
                      </a:moveTo>
                      <a:cubicBezTo>
                        <a:pt x="1238" y="-2328"/>
                        <a:pt x="2191" y="2911"/>
                        <a:pt x="3620" y="1958"/>
                      </a:cubicBezTo>
                      <a:cubicBezTo>
                        <a:pt x="2477" y="5101"/>
                        <a:pt x="1143" y="1006"/>
                        <a:pt x="0" y="12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0" name="Freeform: Shape 669">
                  <a:extLst>
                    <a:ext uri="{FF2B5EF4-FFF2-40B4-BE49-F238E27FC236}">
                      <a16:creationId xmlns:a16="http://schemas.microsoft.com/office/drawing/2014/main" id="{63ACC6D8-F0E3-4C6D-8278-490BADE874D8}"/>
                    </a:ext>
                  </a:extLst>
                </p:cNvPr>
                <p:cNvSpPr/>
                <p:nvPr/>
              </p:nvSpPr>
              <p:spPr>
                <a:xfrm>
                  <a:off x="10293692" y="2047886"/>
                  <a:ext cx="1917" cy="3327"/>
                </a:xfrm>
                <a:custGeom>
                  <a:avLst/>
                  <a:gdLst>
                    <a:gd name="connsiteX0" fmla="*/ 261 w 1917"/>
                    <a:gd name="connsiteY0" fmla="*/ 3322 h 3327"/>
                    <a:gd name="connsiteX1" fmla="*/ 1785 w 1917"/>
                    <a:gd name="connsiteY1" fmla="*/ 3132 h 3327"/>
                    <a:gd name="connsiteX2" fmla="*/ 261 w 1917"/>
                    <a:gd name="connsiteY2" fmla="*/ 3322 h 3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17" h="3327">
                      <a:moveTo>
                        <a:pt x="261" y="3322"/>
                      </a:moveTo>
                      <a:cubicBezTo>
                        <a:pt x="-977" y="1227"/>
                        <a:pt x="2642" y="-2869"/>
                        <a:pt x="1785" y="3132"/>
                      </a:cubicBezTo>
                      <a:cubicBezTo>
                        <a:pt x="1024" y="4275"/>
                        <a:pt x="738" y="-107"/>
                        <a:pt x="261" y="33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F74A207A-5AB7-4C84-84BA-EE3E23704387}"/>
                    </a:ext>
                  </a:extLst>
                </p:cNvPr>
                <p:cNvSpPr/>
                <p:nvPr/>
              </p:nvSpPr>
              <p:spPr>
                <a:xfrm>
                  <a:off x="10326815" y="1511553"/>
                  <a:ext cx="2190" cy="4452"/>
                </a:xfrm>
                <a:custGeom>
                  <a:avLst/>
                  <a:gdLst>
                    <a:gd name="connsiteX0" fmla="*/ 0 w 2190"/>
                    <a:gd name="connsiteY0" fmla="*/ 3588 h 4452"/>
                    <a:gd name="connsiteX1" fmla="*/ 190 w 2190"/>
                    <a:gd name="connsiteY1" fmla="*/ 159 h 4452"/>
                    <a:gd name="connsiteX2" fmla="*/ 2191 w 2190"/>
                    <a:gd name="connsiteY2" fmla="*/ 2159 h 4452"/>
                    <a:gd name="connsiteX3" fmla="*/ 0 w 2190"/>
                    <a:gd name="connsiteY3" fmla="*/ 3588 h 4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0" h="4452">
                      <a:moveTo>
                        <a:pt x="0" y="3588"/>
                      </a:moveTo>
                      <a:lnTo>
                        <a:pt x="190" y="159"/>
                      </a:lnTo>
                      <a:cubicBezTo>
                        <a:pt x="1332" y="-603"/>
                        <a:pt x="1523" y="1588"/>
                        <a:pt x="2191" y="2159"/>
                      </a:cubicBezTo>
                      <a:cubicBezTo>
                        <a:pt x="1809" y="5969"/>
                        <a:pt x="762" y="3969"/>
                        <a:pt x="0" y="35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A2CC7AE0-DE02-4656-B1F2-22902F9CA77E}"/>
                    </a:ext>
                  </a:extLst>
                </p:cNvPr>
                <p:cNvSpPr/>
                <p:nvPr/>
              </p:nvSpPr>
              <p:spPr>
                <a:xfrm>
                  <a:off x="10311764" y="1798977"/>
                  <a:ext cx="2385" cy="2580"/>
                </a:xfrm>
                <a:custGeom>
                  <a:avLst/>
                  <a:gdLst>
                    <a:gd name="connsiteX0" fmla="*/ 0 w 2385"/>
                    <a:gd name="connsiteY0" fmla="*/ 2581 h 2580"/>
                    <a:gd name="connsiteX1" fmla="*/ 2381 w 2385"/>
                    <a:gd name="connsiteY1" fmla="*/ 9 h 2580"/>
                    <a:gd name="connsiteX2" fmla="*/ 0 w 2385"/>
                    <a:gd name="connsiteY2" fmla="*/ 2581 h 2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5" h="2580">
                      <a:moveTo>
                        <a:pt x="0" y="2581"/>
                      </a:moveTo>
                      <a:cubicBezTo>
                        <a:pt x="477" y="580"/>
                        <a:pt x="1334" y="-86"/>
                        <a:pt x="2381" y="9"/>
                      </a:cubicBezTo>
                      <a:cubicBezTo>
                        <a:pt x="2477" y="4009"/>
                        <a:pt x="857" y="1723"/>
                        <a:pt x="0" y="25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3" name="Freeform: Shape 672">
                  <a:extLst>
                    <a:ext uri="{FF2B5EF4-FFF2-40B4-BE49-F238E27FC236}">
                      <a16:creationId xmlns:a16="http://schemas.microsoft.com/office/drawing/2014/main" id="{99138005-FD15-41EC-8B27-11E0B5CD94EE}"/>
                    </a:ext>
                  </a:extLst>
                </p:cNvPr>
                <p:cNvSpPr/>
                <p:nvPr/>
              </p:nvSpPr>
              <p:spPr>
                <a:xfrm>
                  <a:off x="10321077" y="1809273"/>
                  <a:ext cx="3927" cy="4042"/>
                </a:xfrm>
                <a:custGeom>
                  <a:avLst/>
                  <a:gdLst>
                    <a:gd name="connsiteX0" fmla="*/ 117 w 3927"/>
                    <a:gd name="connsiteY0" fmla="*/ 0 h 4042"/>
                    <a:gd name="connsiteX1" fmla="*/ 3927 w 3927"/>
                    <a:gd name="connsiteY1" fmla="*/ 4000 h 4042"/>
                    <a:gd name="connsiteX2" fmla="*/ 117 w 3927"/>
                    <a:gd name="connsiteY2" fmla="*/ 0 h 4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27" h="4042">
                      <a:moveTo>
                        <a:pt x="117" y="0"/>
                      </a:moveTo>
                      <a:cubicBezTo>
                        <a:pt x="1546" y="2477"/>
                        <a:pt x="3737" y="-2476"/>
                        <a:pt x="3927" y="4000"/>
                      </a:cubicBezTo>
                      <a:cubicBezTo>
                        <a:pt x="2499" y="857"/>
                        <a:pt x="-644" y="8192"/>
                        <a:pt x="11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4" name="Freeform: Shape 673">
                  <a:extLst>
                    <a:ext uri="{FF2B5EF4-FFF2-40B4-BE49-F238E27FC236}">
                      <a16:creationId xmlns:a16="http://schemas.microsoft.com/office/drawing/2014/main" id="{6AF1E75C-B9AF-4A26-A70A-9657F4BF443D}"/>
                    </a:ext>
                  </a:extLst>
                </p:cNvPr>
                <p:cNvSpPr/>
                <p:nvPr/>
              </p:nvSpPr>
              <p:spPr>
                <a:xfrm>
                  <a:off x="10320051" y="1845183"/>
                  <a:ext cx="2571" cy="2666"/>
                </a:xfrm>
                <a:custGeom>
                  <a:avLst/>
                  <a:gdLst>
                    <a:gd name="connsiteX0" fmla="*/ 0 w 2571"/>
                    <a:gd name="connsiteY0" fmla="*/ 1524 h 2666"/>
                    <a:gd name="connsiteX1" fmla="*/ 2572 w 2571"/>
                    <a:gd name="connsiteY1" fmla="*/ 1143 h 2666"/>
                    <a:gd name="connsiteX2" fmla="*/ 0 w 2571"/>
                    <a:gd name="connsiteY2" fmla="*/ 1524 h 2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1" h="2666">
                      <a:moveTo>
                        <a:pt x="0" y="1524"/>
                      </a:moveTo>
                      <a:cubicBezTo>
                        <a:pt x="381" y="-953"/>
                        <a:pt x="2381" y="95"/>
                        <a:pt x="2572" y="1143"/>
                      </a:cubicBezTo>
                      <a:cubicBezTo>
                        <a:pt x="2191" y="3619"/>
                        <a:pt x="191" y="2571"/>
                        <a:pt x="0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5" name="Freeform: Shape 674">
                  <a:extLst>
                    <a:ext uri="{FF2B5EF4-FFF2-40B4-BE49-F238E27FC236}">
                      <a16:creationId xmlns:a16="http://schemas.microsoft.com/office/drawing/2014/main" id="{F148B686-B0F1-4B98-B8B1-2DB83CC8DA66}"/>
                    </a:ext>
                  </a:extLst>
                </p:cNvPr>
                <p:cNvSpPr/>
                <p:nvPr/>
              </p:nvSpPr>
              <p:spPr>
                <a:xfrm>
                  <a:off x="10326663" y="1825275"/>
                  <a:ext cx="1740" cy="4476"/>
                </a:xfrm>
                <a:custGeom>
                  <a:avLst/>
                  <a:gdLst>
                    <a:gd name="connsiteX0" fmla="*/ 57 w 1740"/>
                    <a:gd name="connsiteY0" fmla="*/ 1333 h 4476"/>
                    <a:gd name="connsiteX1" fmla="*/ 723 w 1740"/>
                    <a:gd name="connsiteY1" fmla="*/ 2381 h 4476"/>
                    <a:gd name="connsiteX2" fmla="*/ 1200 w 1740"/>
                    <a:gd name="connsiteY2" fmla="*/ 0 h 4476"/>
                    <a:gd name="connsiteX3" fmla="*/ 1295 w 1740"/>
                    <a:gd name="connsiteY3" fmla="*/ 4477 h 4476"/>
                    <a:gd name="connsiteX4" fmla="*/ 57 w 1740"/>
                    <a:gd name="connsiteY4" fmla="*/ 1333 h 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0" h="4476">
                      <a:moveTo>
                        <a:pt x="57" y="1333"/>
                      </a:moveTo>
                      <a:cubicBezTo>
                        <a:pt x="532" y="1048"/>
                        <a:pt x="723" y="1524"/>
                        <a:pt x="723" y="2381"/>
                      </a:cubicBezTo>
                      <a:cubicBezTo>
                        <a:pt x="1104" y="2286"/>
                        <a:pt x="1104" y="952"/>
                        <a:pt x="1200" y="0"/>
                      </a:cubicBezTo>
                      <a:cubicBezTo>
                        <a:pt x="2247" y="857"/>
                        <a:pt x="1484" y="1619"/>
                        <a:pt x="1295" y="4477"/>
                      </a:cubicBezTo>
                      <a:cubicBezTo>
                        <a:pt x="628" y="4096"/>
                        <a:pt x="-229" y="4286"/>
                        <a:pt x="57" y="13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6" name="Freeform: Shape 675">
                  <a:extLst>
                    <a:ext uri="{FF2B5EF4-FFF2-40B4-BE49-F238E27FC236}">
                      <a16:creationId xmlns:a16="http://schemas.microsoft.com/office/drawing/2014/main" id="{70B844BB-9F9E-41E8-AA4B-9C4D63FF2D0B}"/>
                    </a:ext>
                  </a:extLst>
                </p:cNvPr>
                <p:cNvSpPr/>
                <p:nvPr/>
              </p:nvSpPr>
              <p:spPr>
                <a:xfrm>
                  <a:off x="10327619" y="1808702"/>
                  <a:ext cx="7766" cy="8215"/>
                </a:xfrm>
                <a:custGeom>
                  <a:avLst/>
                  <a:gdLst>
                    <a:gd name="connsiteX0" fmla="*/ 7767 w 7766"/>
                    <a:gd name="connsiteY0" fmla="*/ 7620 h 8215"/>
                    <a:gd name="connsiteX1" fmla="*/ 2338 w 7766"/>
                    <a:gd name="connsiteY1" fmla="*/ 6096 h 8215"/>
                    <a:gd name="connsiteX2" fmla="*/ 52 w 7766"/>
                    <a:gd name="connsiteY2" fmla="*/ 762 h 8215"/>
                    <a:gd name="connsiteX3" fmla="*/ 5196 w 7766"/>
                    <a:gd name="connsiteY3" fmla="*/ 0 h 8215"/>
                    <a:gd name="connsiteX4" fmla="*/ 7767 w 7766"/>
                    <a:gd name="connsiteY4" fmla="*/ 7620 h 8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66" h="8215">
                      <a:moveTo>
                        <a:pt x="7767" y="7620"/>
                      </a:moveTo>
                      <a:cubicBezTo>
                        <a:pt x="5005" y="10668"/>
                        <a:pt x="3672" y="762"/>
                        <a:pt x="2338" y="6096"/>
                      </a:cubicBezTo>
                      <a:cubicBezTo>
                        <a:pt x="1481" y="4572"/>
                        <a:pt x="-329" y="5905"/>
                        <a:pt x="52" y="762"/>
                      </a:cubicBezTo>
                      <a:cubicBezTo>
                        <a:pt x="2243" y="3238"/>
                        <a:pt x="3004" y="2000"/>
                        <a:pt x="5196" y="0"/>
                      </a:cubicBezTo>
                      <a:cubicBezTo>
                        <a:pt x="3576" y="6858"/>
                        <a:pt x="7767" y="2572"/>
                        <a:pt x="7767" y="7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7" name="Freeform: Shape 676">
                  <a:extLst>
                    <a:ext uri="{FF2B5EF4-FFF2-40B4-BE49-F238E27FC236}">
                      <a16:creationId xmlns:a16="http://schemas.microsoft.com/office/drawing/2014/main" id="{15220E39-9DC0-4DC8-9F33-794176A466DE}"/>
                    </a:ext>
                  </a:extLst>
                </p:cNvPr>
                <p:cNvSpPr/>
                <p:nvPr/>
              </p:nvSpPr>
              <p:spPr>
                <a:xfrm>
                  <a:off x="10333768" y="1789175"/>
                  <a:ext cx="2476" cy="4857"/>
                </a:xfrm>
                <a:custGeom>
                  <a:avLst/>
                  <a:gdLst>
                    <a:gd name="connsiteX0" fmla="*/ 0 w 2476"/>
                    <a:gd name="connsiteY0" fmla="*/ 4858 h 4857"/>
                    <a:gd name="connsiteX1" fmla="*/ 2477 w 2476"/>
                    <a:gd name="connsiteY1" fmla="*/ 0 h 4857"/>
                    <a:gd name="connsiteX2" fmla="*/ 0 w 2476"/>
                    <a:gd name="connsiteY2" fmla="*/ 4858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76" h="4857">
                      <a:moveTo>
                        <a:pt x="0" y="4858"/>
                      </a:moveTo>
                      <a:cubicBezTo>
                        <a:pt x="191" y="1048"/>
                        <a:pt x="1334" y="381"/>
                        <a:pt x="2477" y="0"/>
                      </a:cubicBezTo>
                      <a:cubicBezTo>
                        <a:pt x="1905" y="4953"/>
                        <a:pt x="1334" y="2000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8" name="Freeform: Shape 677">
                  <a:extLst>
                    <a:ext uri="{FF2B5EF4-FFF2-40B4-BE49-F238E27FC236}">
                      <a16:creationId xmlns:a16="http://schemas.microsoft.com/office/drawing/2014/main" id="{F1B986D3-1250-45CF-84C7-E3AF249DDDA1}"/>
                    </a:ext>
                  </a:extLst>
                </p:cNvPr>
                <p:cNvSpPr/>
                <p:nvPr/>
              </p:nvSpPr>
              <p:spPr>
                <a:xfrm>
                  <a:off x="10333100" y="1809533"/>
                  <a:ext cx="2953" cy="3292"/>
                </a:xfrm>
                <a:custGeom>
                  <a:avLst/>
                  <a:gdLst>
                    <a:gd name="connsiteX0" fmla="*/ 0 w 2953"/>
                    <a:gd name="connsiteY0" fmla="*/ 1455 h 3292"/>
                    <a:gd name="connsiteX1" fmla="*/ 2953 w 2953"/>
                    <a:gd name="connsiteY1" fmla="*/ 1074 h 3292"/>
                    <a:gd name="connsiteX2" fmla="*/ 0 w 2953"/>
                    <a:gd name="connsiteY2" fmla="*/ 1455 h 3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53" h="3292">
                      <a:moveTo>
                        <a:pt x="0" y="1455"/>
                      </a:moveTo>
                      <a:cubicBezTo>
                        <a:pt x="858" y="-1974"/>
                        <a:pt x="1906" y="1836"/>
                        <a:pt x="2953" y="1074"/>
                      </a:cubicBezTo>
                      <a:cubicBezTo>
                        <a:pt x="2001" y="5265"/>
                        <a:pt x="952" y="2407"/>
                        <a:pt x="0" y="14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9" name="Freeform: Shape 678">
                  <a:extLst>
                    <a:ext uri="{FF2B5EF4-FFF2-40B4-BE49-F238E27FC236}">
                      <a16:creationId xmlns:a16="http://schemas.microsoft.com/office/drawing/2014/main" id="{479C5217-2024-4362-A94D-266AF757807A}"/>
                    </a:ext>
                  </a:extLst>
                </p:cNvPr>
                <p:cNvSpPr/>
                <p:nvPr/>
              </p:nvSpPr>
              <p:spPr>
                <a:xfrm>
                  <a:off x="10334911" y="1847827"/>
                  <a:ext cx="1904" cy="3231"/>
                </a:xfrm>
                <a:custGeom>
                  <a:avLst/>
                  <a:gdLst>
                    <a:gd name="connsiteX0" fmla="*/ 0 w 1904"/>
                    <a:gd name="connsiteY0" fmla="*/ 1356 h 3231"/>
                    <a:gd name="connsiteX1" fmla="*/ 1905 w 1904"/>
                    <a:gd name="connsiteY1" fmla="*/ 22 h 3231"/>
                    <a:gd name="connsiteX2" fmla="*/ 0 w 1904"/>
                    <a:gd name="connsiteY2" fmla="*/ 1356 h 3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3231">
                      <a:moveTo>
                        <a:pt x="0" y="1356"/>
                      </a:moveTo>
                      <a:cubicBezTo>
                        <a:pt x="95" y="-1121"/>
                        <a:pt x="1334" y="689"/>
                        <a:pt x="1905" y="22"/>
                      </a:cubicBezTo>
                      <a:cubicBezTo>
                        <a:pt x="1714" y="5070"/>
                        <a:pt x="476" y="3070"/>
                        <a:pt x="0" y="135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0" name="Freeform: Shape 679">
                  <a:extLst>
                    <a:ext uri="{FF2B5EF4-FFF2-40B4-BE49-F238E27FC236}">
                      <a16:creationId xmlns:a16="http://schemas.microsoft.com/office/drawing/2014/main" id="{9DFE7038-0FA5-406C-951D-6B6D733F84A7}"/>
                    </a:ext>
                  </a:extLst>
                </p:cNvPr>
                <p:cNvSpPr/>
                <p:nvPr/>
              </p:nvSpPr>
              <p:spPr>
                <a:xfrm>
                  <a:off x="10325861" y="2017109"/>
                  <a:ext cx="3428" cy="2396"/>
                </a:xfrm>
                <a:custGeom>
                  <a:avLst/>
                  <a:gdLst>
                    <a:gd name="connsiteX0" fmla="*/ 0 w 3428"/>
                    <a:gd name="connsiteY0" fmla="*/ 1619 h 2396"/>
                    <a:gd name="connsiteX1" fmla="*/ 3429 w 3428"/>
                    <a:gd name="connsiteY1" fmla="*/ 0 h 2396"/>
                    <a:gd name="connsiteX2" fmla="*/ 0 w 3428"/>
                    <a:gd name="connsiteY2" fmla="*/ 1619 h 2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28" h="2396">
                      <a:moveTo>
                        <a:pt x="0" y="1619"/>
                      </a:moveTo>
                      <a:cubicBezTo>
                        <a:pt x="572" y="-1048"/>
                        <a:pt x="2381" y="857"/>
                        <a:pt x="3429" y="0"/>
                      </a:cubicBezTo>
                      <a:cubicBezTo>
                        <a:pt x="2763" y="4858"/>
                        <a:pt x="1429" y="667"/>
                        <a:pt x="0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1" name="Freeform: Shape 680">
                  <a:extLst>
                    <a:ext uri="{FF2B5EF4-FFF2-40B4-BE49-F238E27FC236}">
                      <a16:creationId xmlns:a16="http://schemas.microsoft.com/office/drawing/2014/main" id="{3F8470B3-6EFA-4C14-AA0B-655A6F96757F}"/>
                    </a:ext>
                  </a:extLst>
                </p:cNvPr>
                <p:cNvSpPr/>
                <p:nvPr/>
              </p:nvSpPr>
              <p:spPr>
                <a:xfrm>
                  <a:off x="10338244" y="1820132"/>
                  <a:ext cx="2384" cy="3642"/>
                </a:xfrm>
                <a:custGeom>
                  <a:avLst/>
                  <a:gdLst>
                    <a:gd name="connsiteX0" fmla="*/ 0 w 2384"/>
                    <a:gd name="connsiteY0" fmla="*/ 2572 h 3642"/>
                    <a:gd name="connsiteX1" fmla="*/ 2381 w 2384"/>
                    <a:gd name="connsiteY1" fmla="*/ 0 h 3642"/>
                    <a:gd name="connsiteX2" fmla="*/ 0 w 2384"/>
                    <a:gd name="connsiteY2" fmla="*/ 2572 h 36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4" h="3642">
                      <a:moveTo>
                        <a:pt x="0" y="2572"/>
                      </a:moveTo>
                      <a:cubicBezTo>
                        <a:pt x="477" y="667"/>
                        <a:pt x="1620" y="1143"/>
                        <a:pt x="2381" y="0"/>
                      </a:cubicBezTo>
                      <a:cubicBezTo>
                        <a:pt x="2477" y="4286"/>
                        <a:pt x="477" y="4286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2" name="Freeform: Shape 681">
                  <a:extLst>
                    <a:ext uri="{FF2B5EF4-FFF2-40B4-BE49-F238E27FC236}">
                      <a16:creationId xmlns:a16="http://schemas.microsoft.com/office/drawing/2014/main" id="{27385C67-595E-4608-AC5D-09E809AAF035}"/>
                    </a:ext>
                  </a:extLst>
                </p:cNvPr>
                <p:cNvSpPr/>
                <p:nvPr/>
              </p:nvSpPr>
              <p:spPr>
                <a:xfrm>
                  <a:off x="10329576" y="2016707"/>
                  <a:ext cx="2299" cy="4835"/>
                </a:xfrm>
                <a:custGeom>
                  <a:avLst/>
                  <a:gdLst>
                    <a:gd name="connsiteX0" fmla="*/ 0 w 2299"/>
                    <a:gd name="connsiteY0" fmla="*/ 2688 h 4835"/>
                    <a:gd name="connsiteX1" fmla="*/ 1715 w 2299"/>
                    <a:gd name="connsiteY1" fmla="*/ 4688 h 4835"/>
                    <a:gd name="connsiteX2" fmla="*/ 0 w 2299"/>
                    <a:gd name="connsiteY2" fmla="*/ 2688 h 4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99" h="4835">
                      <a:moveTo>
                        <a:pt x="0" y="2688"/>
                      </a:moveTo>
                      <a:cubicBezTo>
                        <a:pt x="286" y="-2741"/>
                        <a:pt x="3620" y="1164"/>
                        <a:pt x="1715" y="4688"/>
                      </a:cubicBezTo>
                      <a:cubicBezTo>
                        <a:pt x="572" y="5736"/>
                        <a:pt x="1524" y="783"/>
                        <a:pt x="0" y="26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3" name="Freeform: Shape 682">
                  <a:extLst>
                    <a:ext uri="{FF2B5EF4-FFF2-40B4-BE49-F238E27FC236}">
                      <a16:creationId xmlns:a16="http://schemas.microsoft.com/office/drawing/2014/main" id="{B5ECF983-D97B-45BC-B21C-0365DC980779}"/>
                    </a:ext>
                  </a:extLst>
                </p:cNvPr>
                <p:cNvSpPr/>
                <p:nvPr/>
              </p:nvSpPr>
              <p:spPr>
                <a:xfrm>
                  <a:off x="10333672" y="2016632"/>
                  <a:ext cx="11238" cy="6381"/>
                </a:xfrm>
                <a:custGeom>
                  <a:avLst/>
                  <a:gdLst>
                    <a:gd name="connsiteX0" fmla="*/ 0 w 11238"/>
                    <a:gd name="connsiteY0" fmla="*/ 3334 h 6381"/>
                    <a:gd name="connsiteX1" fmla="*/ 4286 w 11238"/>
                    <a:gd name="connsiteY1" fmla="*/ 476 h 6381"/>
                    <a:gd name="connsiteX2" fmla="*/ 11239 w 11238"/>
                    <a:gd name="connsiteY2" fmla="*/ 4001 h 6381"/>
                    <a:gd name="connsiteX3" fmla="*/ 2477 w 11238"/>
                    <a:gd name="connsiteY3" fmla="*/ 6382 h 6381"/>
                    <a:gd name="connsiteX4" fmla="*/ 2667 w 11238"/>
                    <a:gd name="connsiteY4" fmla="*/ 2953 h 6381"/>
                    <a:gd name="connsiteX5" fmla="*/ 666 w 11238"/>
                    <a:gd name="connsiteY5" fmla="*/ 5525 h 6381"/>
                    <a:gd name="connsiteX6" fmla="*/ 0 w 11238"/>
                    <a:gd name="connsiteY6" fmla="*/ 3334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238" h="6381">
                      <a:moveTo>
                        <a:pt x="0" y="3334"/>
                      </a:moveTo>
                      <a:cubicBezTo>
                        <a:pt x="571" y="-1238"/>
                        <a:pt x="2952" y="95"/>
                        <a:pt x="4286" y="476"/>
                      </a:cubicBezTo>
                      <a:cubicBezTo>
                        <a:pt x="6858" y="1143"/>
                        <a:pt x="9716" y="3715"/>
                        <a:pt x="11239" y="4001"/>
                      </a:cubicBezTo>
                      <a:cubicBezTo>
                        <a:pt x="8382" y="6287"/>
                        <a:pt x="4858" y="1905"/>
                        <a:pt x="2477" y="6382"/>
                      </a:cubicBezTo>
                      <a:cubicBezTo>
                        <a:pt x="1809" y="5620"/>
                        <a:pt x="2572" y="4286"/>
                        <a:pt x="2667" y="2953"/>
                      </a:cubicBezTo>
                      <a:cubicBezTo>
                        <a:pt x="1334" y="1524"/>
                        <a:pt x="1809" y="6191"/>
                        <a:pt x="666" y="5525"/>
                      </a:cubicBezTo>
                      <a:cubicBezTo>
                        <a:pt x="857" y="3524"/>
                        <a:pt x="476" y="3334"/>
                        <a:pt x="0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4" name="Freeform: Shape 683">
                  <a:extLst>
                    <a:ext uri="{FF2B5EF4-FFF2-40B4-BE49-F238E27FC236}">
                      <a16:creationId xmlns:a16="http://schemas.microsoft.com/office/drawing/2014/main" id="{6A066032-F6F2-4B52-93A5-736D39B7E575}"/>
                    </a:ext>
                  </a:extLst>
                </p:cNvPr>
                <p:cNvSpPr/>
                <p:nvPr/>
              </p:nvSpPr>
              <p:spPr>
                <a:xfrm>
                  <a:off x="10343959" y="1844503"/>
                  <a:ext cx="2123" cy="3285"/>
                </a:xfrm>
                <a:custGeom>
                  <a:avLst/>
                  <a:gdLst>
                    <a:gd name="connsiteX0" fmla="*/ 0 w 2123"/>
                    <a:gd name="connsiteY0" fmla="*/ 1156 h 3285"/>
                    <a:gd name="connsiteX1" fmla="*/ 2095 w 2123"/>
                    <a:gd name="connsiteY1" fmla="*/ 3156 h 3285"/>
                    <a:gd name="connsiteX2" fmla="*/ 0 w 2123"/>
                    <a:gd name="connsiteY2" fmla="*/ 1156 h 3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23" h="3285">
                      <a:moveTo>
                        <a:pt x="0" y="1156"/>
                      </a:moveTo>
                      <a:cubicBezTo>
                        <a:pt x="381" y="-1130"/>
                        <a:pt x="2381" y="203"/>
                        <a:pt x="2095" y="3156"/>
                      </a:cubicBezTo>
                      <a:cubicBezTo>
                        <a:pt x="857" y="3823"/>
                        <a:pt x="667" y="1727"/>
                        <a:pt x="0" y="115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5" name="Freeform: Shape 684">
                  <a:extLst>
                    <a:ext uri="{FF2B5EF4-FFF2-40B4-BE49-F238E27FC236}">
                      <a16:creationId xmlns:a16="http://schemas.microsoft.com/office/drawing/2014/main" id="{65AD15A0-C97F-47AE-9898-BAE0C45C78E3}"/>
                    </a:ext>
                  </a:extLst>
                </p:cNvPr>
                <p:cNvSpPr/>
                <p:nvPr/>
              </p:nvSpPr>
              <p:spPr>
                <a:xfrm>
                  <a:off x="10352913" y="1703115"/>
                  <a:ext cx="3252" cy="5466"/>
                </a:xfrm>
                <a:custGeom>
                  <a:avLst/>
                  <a:gdLst>
                    <a:gd name="connsiteX0" fmla="*/ 0 w 3252"/>
                    <a:gd name="connsiteY0" fmla="*/ 4622 h 5466"/>
                    <a:gd name="connsiteX1" fmla="*/ 2381 w 3252"/>
                    <a:gd name="connsiteY1" fmla="*/ 907 h 5466"/>
                    <a:gd name="connsiteX2" fmla="*/ 3238 w 3252"/>
                    <a:gd name="connsiteY2" fmla="*/ 5288 h 5466"/>
                    <a:gd name="connsiteX3" fmla="*/ 0 w 3252"/>
                    <a:gd name="connsiteY3" fmla="*/ 4622 h 5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52" h="5466">
                      <a:moveTo>
                        <a:pt x="0" y="4622"/>
                      </a:moveTo>
                      <a:cubicBezTo>
                        <a:pt x="190" y="2050"/>
                        <a:pt x="3143" y="2621"/>
                        <a:pt x="2381" y="907"/>
                      </a:cubicBezTo>
                      <a:cubicBezTo>
                        <a:pt x="3620" y="-1951"/>
                        <a:pt x="3143" y="2621"/>
                        <a:pt x="3238" y="5288"/>
                      </a:cubicBezTo>
                      <a:cubicBezTo>
                        <a:pt x="1809" y="6146"/>
                        <a:pt x="1619" y="3574"/>
                        <a:pt x="0" y="46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6" name="Freeform: Shape 685">
                  <a:extLst>
                    <a:ext uri="{FF2B5EF4-FFF2-40B4-BE49-F238E27FC236}">
                      <a16:creationId xmlns:a16="http://schemas.microsoft.com/office/drawing/2014/main" id="{39C6D3D2-75FD-44A8-8046-E682E23EB41D}"/>
                    </a:ext>
                  </a:extLst>
                </p:cNvPr>
                <p:cNvSpPr/>
                <p:nvPr/>
              </p:nvSpPr>
              <p:spPr>
                <a:xfrm>
                  <a:off x="10346340" y="1845087"/>
                  <a:ext cx="2190" cy="3073"/>
                </a:xfrm>
                <a:custGeom>
                  <a:avLst/>
                  <a:gdLst>
                    <a:gd name="connsiteX0" fmla="*/ 0 w 2190"/>
                    <a:gd name="connsiteY0" fmla="*/ 2476 h 3073"/>
                    <a:gd name="connsiteX1" fmla="*/ 1620 w 2190"/>
                    <a:gd name="connsiteY1" fmla="*/ 0 h 3073"/>
                    <a:gd name="connsiteX2" fmla="*/ 2191 w 2190"/>
                    <a:gd name="connsiteY2" fmla="*/ 2191 h 3073"/>
                    <a:gd name="connsiteX3" fmla="*/ 0 w 2190"/>
                    <a:gd name="connsiteY3" fmla="*/ 2476 h 30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0" h="3073">
                      <a:moveTo>
                        <a:pt x="0" y="2476"/>
                      </a:moveTo>
                      <a:cubicBezTo>
                        <a:pt x="381" y="952"/>
                        <a:pt x="952" y="286"/>
                        <a:pt x="1620" y="0"/>
                      </a:cubicBezTo>
                      <a:cubicBezTo>
                        <a:pt x="1715" y="952"/>
                        <a:pt x="1810" y="2000"/>
                        <a:pt x="2191" y="2191"/>
                      </a:cubicBezTo>
                      <a:cubicBezTo>
                        <a:pt x="1620" y="3810"/>
                        <a:pt x="667" y="2762"/>
                        <a:pt x="0" y="2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705F8C6B-33B1-4FDB-A122-4BA019CFC211}"/>
                    </a:ext>
                  </a:extLst>
                </p:cNvPr>
                <p:cNvSpPr/>
                <p:nvPr/>
              </p:nvSpPr>
              <p:spPr>
                <a:xfrm>
                  <a:off x="10335291" y="2077108"/>
                  <a:ext cx="9049" cy="3571"/>
                </a:xfrm>
                <a:custGeom>
                  <a:avLst/>
                  <a:gdLst>
                    <a:gd name="connsiteX0" fmla="*/ 0 w 9049"/>
                    <a:gd name="connsiteY0" fmla="*/ 1341 h 3571"/>
                    <a:gd name="connsiteX1" fmla="*/ 9049 w 9049"/>
                    <a:gd name="connsiteY1" fmla="*/ 1246 h 3571"/>
                    <a:gd name="connsiteX2" fmla="*/ 0 w 9049"/>
                    <a:gd name="connsiteY2" fmla="*/ 1341 h 3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49" h="3571">
                      <a:moveTo>
                        <a:pt x="0" y="1341"/>
                      </a:moveTo>
                      <a:cubicBezTo>
                        <a:pt x="1810" y="-2564"/>
                        <a:pt x="5525" y="3532"/>
                        <a:pt x="9049" y="1246"/>
                      </a:cubicBezTo>
                      <a:cubicBezTo>
                        <a:pt x="6382" y="5723"/>
                        <a:pt x="2001" y="2580"/>
                        <a:pt x="0" y="134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8" name="Freeform: Shape 687">
                  <a:extLst>
                    <a:ext uri="{FF2B5EF4-FFF2-40B4-BE49-F238E27FC236}">
                      <a16:creationId xmlns:a16="http://schemas.microsoft.com/office/drawing/2014/main" id="{8797A286-9E9F-43FE-B1FC-04459FE6F8E4}"/>
                    </a:ext>
                  </a:extLst>
                </p:cNvPr>
                <p:cNvSpPr/>
                <p:nvPr/>
              </p:nvSpPr>
              <p:spPr>
                <a:xfrm>
                  <a:off x="10353388" y="1790033"/>
                  <a:ext cx="1595" cy="7810"/>
                </a:xfrm>
                <a:custGeom>
                  <a:avLst/>
                  <a:gdLst>
                    <a:gd name="connsiteX0" fmla="*/ 0 w 1595"/>
                    <a:gd name="connsiteY0" fmla="*/ 5715 h 7810"/>
                    <a:gd name="connsiteX1" fmla="*/ 667 w 1595"/>
                    <a:gd name="connsiteY1" fmla="*/ 0 h 7810"/>
                    <a:gd name="connsiteX2" fmla="*/ 1334 w 1595"/>
                    <a:gd name="connsiteY2" fmla="*/ 7811 h 7810"/>
                    <a:gd name="connsiteX3" fmla="*/ 0 w 1595"/>
                    <a:gd name="connsiteY3" fmla="*/ 5715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95" h="7810">
                      <a:moveTo>
                        <a:pt x="0" y="5715"/>
                      </a:moveTo>
                      <a:cubicBezTo>
                        <a:pt x="381" y="4382"/>
                        <a:pt x="667" y="2572"/>
                        <a:pt x="667" y="0"/>
                      </a:cubicBezTo>
                      <a:cubicBezTo>
                        <a:pt x="667" y="3143"/>
                        <a:pt x="2191" y="5048"/>
                        <a:pt x="1334" y="7811"/>
                      </a:cubicBezTo>
                      <a:cubicBezTo>
                        <a:pt x="763" y="7430"/>
                        <a:pt x="1143" y="4286"/>
                        <a:pt x="0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9" name="Freeform: Shape 688">
                  <a:extLst>
                    <a:ext uri="{FF2B5EF4-FFF2-40B4-BE49-F238E27FC236}">
                      <a16:creationId xmlns:a16="http://schemas.microsoft.com/office/drawing/2014/main" id="{92DAB124-1E05-40C8-BD39-EEC66BACFE32}"/>
                    </a:ext>
                  </a:extLst>
                </p:cNvPr>
                <p:cNvSpPr/>
                <p:nvPr/>
              </p:nvSpPr>
              <p:spPr>
                <a:xfrm>
                  <a:off x="10352532" y="1838449"/>
                  <a:ext cx="1800" cy="4421"/>
                </a:xfrm>
                <a:custGeom>
                  <a:avLst/>
                  <a:gdLst>
                    <a:gd name="connsiteX0" fmla="*/ 0 w 1800"/>
                    <a:gd name="connsiteY0" fmla="*/ 3781 h 4421"/>
                    <a:gd name="connsiteX1" fmla="*/ 1715 w 1800"/>
                    <a:gd name="connsiteY1" fmla="*/ 161 h 4421"/>
                    <a:gd name="connsiteX2" fmla="*/ 0 w 1800"/>
                    <a:gd name="connsiteY2" fmla="*/ 3781 h 4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0" h="4421">
                      <a:moveTo>
                        <a:pt x="0" y="3781"/>
                      </a:moveTo>
                      <a:cubicBezTo>
                        <a:pt x="381" y="2066"/>
                        <a:pt x="571" y="-696"/>
                        <a:pt x="1715" y="161"/>
                      </a:cubicBezTo>
                      <a:cubicBezTo>
                        <a:pt x="2095" y="4352"/>
                        <a:pt x="1143" y="5209"/>
                        <a:pt x="0" y="37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0" name="Freeform: Shape 689">
                  <a:extLst>
                    <a:ext uri="{FF2B5EF4-FFF2-40B4-BE49-F238E27FC236}">
                      <a16:creationId xmlns:a16="http://schemas.microsoft.com/office/drawing/2014/main" id="{F72DE409-D5FF-443A-8D76-0E12B5DD0C9B}"/>
                    </a:ext>
                  </a:extLst>
                </p:cNvPr>
                <p:cNvSpPr/>
                <p:nvPr/>
              </p:nvSpPr>
              <p:spPr>
                <a:xfrm>
                  <a:off x="10355484" y="1789747"/>
                  <a:ext cx="2004" cy="7988"/>
                </a:xfrm>
                <a:custGeom>
                  <a:avLst/>
                  <a:gdLst>
                    <a:gd name="connsiteX0" fmla="*/ 0 w 2004"/>
                    <a:gd name="connsiteY0" fmla="*/ 6858 h 7988"/>
                    <a:gd name="connsiteX1" fmla="*/ 763 w 2004"/>
                    <a:gd name="connsiteY1" fmla="*/ 0 h 7988"/>
                    <a:gd name="connsiteX2" fmla="*/ 2001 w 2004"/>
                    <a:gd name="connsiteY2" fmla="*/ 3239 h 7988"/>
                    <a:gd name="connsiteX3" fmla="*/ 1429 w 2004"/>
                    <a:gd name="connsiteY3" fmla="*/ 6668 h 7988"/>
                    <a:gd name="connsiteX4" fmla="*/ 0 w 2004"/>
                    <a:gd name="connsiteY4" fmla="*/ 6858 h 7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04" h="7988">
                      <a:moveTo>
                        <a:pt x="0" y="6858"/>
                      </a:moveTo>
                      <a:cubicBezTo>
                        <a:pt x="477" y="5429"/>
                        <a:pt x="667" y="2762"/>
                        <a:pt x="763" y="0"/>
                      </a:cubicBezTo>
                      <a:cubicBezTo>
                        <a:pt x="1144" y="1048"/>
                        <a:pt x="1334" y="2953"/>
                        <a:pt x="2001" y="3239"/>
                      </a:cubicBezTo>
                      <a:cubicBezTo>
                        <a:pt x="2096" y="4858"/>
                        <a:pt x="381" y="6191"/>
                        <a:pt x="1429" y="6668"/>
                      </a:cubicBezTo>
                      <a:cubicBezTo>
                        <a:pt x="1049" y="10097"/>
                        <a:pt x="763" y="5620"/>
                        <a:pt x="0" y="6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1" name="Freeform: Shape 690">
                  <a:extLst>
                    <a:ext uri="{FF2B5EF4-FFF2-40B4-BE49-F238E27FC236}">
                      <a16:creationId xmlns:a16="http://schemas.microsoft.com/office/drawing/2014/main" id="{239B2AE1-A615-43B3-BAD4-79DB3BB984C8}"/>
                    </a:ext>
                  </a:extLst>
                </p:cNvPr>
                <p:cNvSpPr/>
                <p:nvPr/>
              </p:nvSpPr>
              <p:spPr>
                <a:xfrm>
                  <a:off x="10357580" y="1770030"/>
                  <a:ext cx="2285" cy="4571"/>
                </a:xfrm>
                <a:custGeom>
                  <a:avLst/>
                  <a:gdLst>
                    <a:gd name="connsiteX0" fmla="*/ 0 w 2285"/>
                    <a:gd name="connsiteY0" fmla="*/ 2572 h 4571"/>
                    <a:gd name="connsiteX1" fmla="*/ 2286 w 2285"/>
                    <a:gd name="connsiteY1" fmla="*/ 0 h 4571"/>
                    <a:gd name="connsiteX2" fmla="*/ 1619 w 2285"/>
                    <a:gd name="connsiteY2" fmla="*/ 4572 h 4571"/>
                    <a:gd name="connsiteX3" fmla="*/ 0 w 2285"/>
                    <a:gd name="connsiteY3" fmla="*/ 2572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4571">
                      <a:moveTo>
                        <a:pt x="0" y="2572"/>
                      </a:moveTo>
                      <a:cubicBezTo>
                        <a:pt x="571" y="857"/>
                        <a:pt x="1429" y="191"/>
                        <a:pt x="2286" y="0"/>
                      </a:cubicBezTo>
                      <a:cubicBezTo>
                        <a:pt x="1905" y="1048"/>
                        <a:pt x="1714" y="2667"/>
                        <a:pt x="1619" y="4572"/>
                      </a:cubicBezTo>
                      <a:cubicBezTo>
                        <a:pt x="1048" y="4191"/>
                        <a:pt x="1238" y="1429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2" name="Freeform: Shape 691">
                  <a:extLst>
                    <a:ext uri="{FF2B5EF4-FFF2-40B4-BE49-F238E27FC236}">
                      <a16:creationId xmlns:a16="http://schemas.microsoft.com/office/drawing/2014/main" id="{B420B7CA-98A2-40DE-BCD5-314A00D0EE83}"/>
                    </a:ext>
                  </a:extLst>
                </p:cNvPr>
                <p:cNvSpPr/>
                <p:nvPr/>
              </p:nvSpPr>
              <p:spPr>
                <a:xfrm>
                  <a:off x="10365676" y="1768924"/>
                  <a:ext cx="2116" cy="9106"/>
                </a:xfrm>
                <a:custGeom>
                  <a:avLst/>
                  <a:gdLst>
                    <a:gd name="connsiteX0" fmla="*/ 0 w 2116"/>
                    <a:gd name="connsiteY0" fmla="*/ 1297 h 9106"/>
                    <a:gd name="connsiteX1" fmla="*/ 1905 w 2116"/>
                    <a:gd name="connsiteY1" fmla="*/ 5487 h 9106"/>
                    <a:gd name="connsiteX2" fmla="*/ 286 w 2116"/>
                    <a:gd name="connsiteY2" fmla="*/ 9107 h 9106"/>
                    <a:gd name="connsiteX3" fmla="*/ 0 w 2116"/>
                    <a:gd name="connsiteY3" fmla="*/ 1297 h 9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16" h="9106">
                      <a:moveTo>
                        <a:pt x="0" y="1297"/>
                      </a:moveTo>
                      <a:cubicBezTo>
                        <a:pt x="1620" y="-3847"/>
                        <a:pt x="0" y="8155"/>
                        <a:pt x="1905" y="5487"/>
                      </a:cubicBezTo>
                      <a:cubicBezTo>
                        <a:pt x="2858" y="6916"/>
                        <a:pt x="286" y="6726"/>
                        <a:pt x="286" y="9107"/>
                      </a:cubicBezTo>
                      <a:cubicBezTo>
                        <a:pt x="-572" y="6249"/>
                        <a:pt x="952" y="3297"/>
                        <a:pt x="0" y="12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3" name="Freeform: Shape 692">
                  <a:extLst>
                    <a:ext uri="{FF2B5EF4-FFF2-40B4-BE49-F238E27FC236}">
                      <a16:creationId xmlns:a16="http://schemas.microsoft.com/office/drawing/2014/main" id="{D992E233-0A53-4B97-A376-04F441500D7E}"/>
                    </a:ext>
                  </a:extLst>
                </p:cNvPr>
                <p:cNvSpPr/>
                <p:nvPr/>
              </p:nvSpPr>
              <p:spPr>
                <a:xfrm>
                  <a:off x="10365393" y="1780412"/>
                  <a:ext cx="1234" cy="5524"/>
                </a:xfrm>
                <a:custGeom>
                  <a:avLst/>
                  <a:gdLst>
                    <a:gd name="connsiteX0" fmla="*/ 92 w 1234"/>
                    <a:gd name="connsiteY0" fmla="*/ 0 h 5524"/>
                    <a:gd name="connsiteX1" fmla="*/ 1235 w 1234"/>
                    <a:gd name="connsiteY1" fmla="*/ 5525 h 5524"/>
                    <a:gd name="connsiteX2" fmla="*/ 92 w 1234"/>
                    <a:gd name="connsiteY2" fmla="*/ 0 h 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34" h="5524">
                      <a:moveTo>
                        <a:pt x="92" y="0"/>
                      </a:moveTo>
                      <a:cubicBezTo>
                        <a:pt x="1044" y="286"/>
                        <a:pt x="949" y="3429"/>
                        <a:pt x="1235" y="5525"/>
                      </a:cubicBezTo>
                      <a:cubicBezTo>
                        <a:pt x="187" y="5429"/>
                        <a:pt x="-194" y="3715"/>
                        <a:pt x="9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4" name="Freeform: Shape 693">
                  <a:extLst>
                    <a:ext uri="{FF2B5EF4-FFF2-40B4-BE49-F238E27FC236}">
                      <a16:creationId xmlns:a16="http://schemas.microsoft.com/office/drawing/2014/main" id="{458B7DC4-DD29-4078-B568-D69E5D1320EC}"/>
                    </a:ext>
                  </a:extLst>
                </p:cNvPr>
                <p:cNvSpPr/>
                <p:nvPr/>
              </p:nvSpPr>
              <p:spPr>
                <a:xfrm>
                  <a:off x="10356793" y="1957780"/>
                  <a:ext cx="1824" cy="3322"/>
                </a:xfrm>
                <a:custGeom>
                  <a:avLst/>
                  <a:gdLst>
                    <a:gd name="connsiteX0" fmla="*/ 1739 w 1824"/>
                    <a:gd name="connsiteY0" fmla="*/ 3322 h 3322"/>
                    <a:gd name="connsiteX1" fmla="*/ 24 w 1824"/>
                    <a:gd name="connsiteY1" fmla="*/ 179 h 3322"/>
                    <a:gd name="connsiteX2" fmla="*/ 1739 w 1824"/>
                    <a:gd name="connsiteY2" fmla="*/ 3322 h 3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24" h="3322">
                      <a:moveTo>
                        <a:pt x="1739" y="3322"/>
                      </a:moveTo>
                      <a:cubicBezTo>
                        <a:pt x="787" y="3322"/>
                        <a:pt x="-165" y="3417"/>
                        <a:pt x="24" y="179"/>
                      </a:cubicBezTo>
                      <a:cubicBezTo>
                        <a:pt x="1167" y="-202"/>
                        <a:pt x="2121" y="-297"/>
                        <a:pt x="1739" y="33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5" name="Freeform: Shape 694">
                  <a:extLst>
                    <a:ext uri="{FF2B5EF4-FFF2-40B4-BE49-F238E27FC236}">
                      <a16:creationId xmlns:a16="http://schemas.microsoft.com/office/drawing/2014/main" id="{5D6F311D-D846-4A44-8864-739CA541283D}"/>
                    </a:ext>
                  </a:extLst>
                </p:cNvPr>
                <p:cNvSpPr/>
                <p:nvPr/>
              </p:nvSpPr>
              <p:spPr>
                <a:xfrm>
                  <a:off x="10366914" y="1777269"/>
                  <a:ext cx="4571" cy="3524"/>
                </a:xfrm>
                <a:custGeom>
                  <a:avLst/>
                  <a:gdLst>
                    <a:gd name="connsiteX0" fmla="*/ 0 w 4571"/>
                    <a:gd name="connsiteY0" fmla="*/ 2953 h 3524"/>
                    <a:gd name="connsiteX1" fmla="*/ 4572 w 4571"/>
                    <a:gd name="connsiteY1" fmla="*/ 0 h 3524"/>
                    <a:gd name="connsiteX2" fmla="*/ 3620 w 4571"/>
                    <a:gd name="connsiteY2" fmla="*/ 3524 h 3524"/>
                    <a:gd name="connsiteX3" fmla="*/ 0 w 4571"/>
                    <a:gd name="connsiteY3" fmla="*/ 2953 h 3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1" h="3524">
                      <a:moveTo>
                        <a:pt x="0" y="2953"/>
                      </a:moveTo>
                      <a:cubicBezTo>
                        <a:pt x="571" y="-1333"/>
                        <a:pt x="3047" y="1048"/>
                        <a:pt x="4572" y="0"/>
                      </a:cubicBezTo>
                      <a:cubicBezTo>
                        <a:pt x="4286" y="1238"/>
                        <a:pt x="3620" y="1333"/>
                        <a:pt x="3620" y="3524"/>
                      </a:cubicBezTo>
                      <a:cubicBezTo>
                        <a:pt x="2095" y="2286"/>
                        <a:pt x="1809" y="3620"/>
                        <a:pt x="0" y="2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6" name="Freeform: Shape 695">
                  <a:extLst>
                    <a:ext uri="{FF2B5EF4-FFF2-40B4-BE49-F238E27FC236}">
                      <a16:creationId xmlns:a16="http://schemas.microsoft.com/office/drawing/2014/main" id="{ACA2509B-6745-4D45-AB0F-1D624D816846}"/>
                    </a:ext>
                  </a:extLst>
                </p:cNvPr>
                <p:cNvSpPr/>
                <p:nvPr/>
              </p:nvSpPr>
              <p:spPr>
                <a:xfrm>
                  <a:off x="10366533" y="1811210"/>
                  <a:ext cx="2953" cy="3776"/>
                </a:xfrm>
                <a:custGeom>
                  <a:avLst/>
                  <a:gdLst>
                    <a:gd name="connsiteX0" fmla="*/ 0 w 2953"/>
                    <a:gd name="connsiteY0" fmla="*/ 3017 h 3776"/>
                    <a:gd name="connsiteX1" fmla="*/ 2953 w 2953"/>
                    <a:gd name="connsiteY1" fmla="*/ 2540 h 3776"/>
                    <a:gd name="connsiteX2" fmla="*/ 0 w 2953"/>
                    <a:gd name="connsiteY2" fmla="*/ 3017 h 3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53" h="3776">
                      <a:moveTo>
                        <a:pt x="0" y="3017"/>
                      </a:moveTo>
                      <a:cubicBezTo>
                        <a:pt x="763" y="-3270"/>
                        <a:pt x="1810" y="2159"/>
                        <a:pt x="2953" y="2540"/>
                      </a:cubicBezTo>
                      <a:cubicBezTo>
                        <a:pt x="2191" y="5874"/>
                        <a:pt x="1429" y="1207"/>
                        <a:pt x="0" y="30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7" name="Freeform: Shape 696">
                  <a:extLst>
                    <a:ext uri="{FF2B5EF4-FFF2-40B4-BE49-F238E27FC236}">
                      <a16:creationId xmlns:a16="http://schemas.microsoft.com/office/drawing/2014/main" id="{0B4F4DEE-BC8B-49EF-A24C-29DF4A6CFBDE}"/>
                    </a:ext>
                  </a:extLst>
                </p:cNvPr>
                <p:cNvSpPr/>
                <p:nvPr/>
              </p:nvSpPr>
              <p:spPr>
                <a:xfrm>
                  <a:off x="10353046" y="2074604"/>
                  <a:ext cx="2724" cy="2773"/>
                </a:xfrm>
                <a:custGeom>
                  <a:avLst/>
                  <a:gdLst>
                    <a:gd name="connsiteX0" fmla="*/ 2724 w 2724"/>
                    <a:gd name="connsiteY0" fmla="*/ 989 h 2773"/>
                    <a:gd name="connsiteX1" fmla="*/ 1201 w 2724"/>
                    <a:gd name="connsiteY1" fmla="*/ 1179 h 2773"/>
                    <a:gd name="connsiteX2" fmla="*/ 2724 w 2724"/>
                    <a:gd name="connsiteY2" fmla="*/ 989 h 2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24" h="2773">
                      <a:moveTo>
                        <a:pt x="2724" y="989"/>
                      </a:moveTo>
                      <a:cubicBezTo>
                        <a:pt x="2249" y="4513"/>
                        <a:pt x="-2038" y="1846"/>
                        <a:pt x="1201" y="1179"/>
                      </a:cubicBezTo>
                      <a:cubicBezTo>
                        <a:pt x="2058" y="1084"/>
                        <a:pt x="2058" y="-1297"/>
                        <a:pt x="2724" y="9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8" name="Freeform: Shape 697">
                  <a:extLst>
                    <a:ext uri="{FF2B5EF4-FFF2-40B4-BE49-F238E27FC236}">
                      <a16:creationId xmlns:a16="http://schemas.microsoft.com/office/drawing/2014/main" id="{E12DFC26-D58B-450E-80DC-318D64058948}"/>
                    </a:ext>
                  </a:extLst>
                </p:cNvPr>
                <p:cNvSpPr/>
                <p:nvPr/>
              </p:nvSpPr>
              <p:spPr>
                <a:xfrm>
                  <a:off x="10379582" y="1819959"/>
                  <a:ext cx="1905" cy="4171"/>
                </a:xfrm>
                <a:custGeom>
                  <a:avLst/>
                  <a:gdLst>
                    <a:gd name="connsiteX0" fmla="*/ 0 w 1905"/>
                    <a:gd name="connsiteY0" fmla="*/ 3602 h 4171"/>
                    <a:gd name="connsiteX1" fmla="*/ 191 w 1905"/>
                    <a:gd name="connsiteY1" fmla="*/ 173 h 4171"/>
                    <a:gd name="connsiteX2" fmla="*/ 1906 w 1905"/>
                    <a:gd name="connsiteY2" fmla="*/ 2173 h 4171"/>
                    <a:gd name="connsiteX3" fmla="*/ 0 w 1905"/>
                    <a:gd name="connsiteY3" fmla="*/ 3602 h 4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" h="4171">
                      <a:moveTo>
                        <a:pt x="0" y="3602"/>
                      </a:moveTo>
                      <a:lnTo>
                        <a:pt x="191" y="173"/>
                      </a:lnTo>
                      <a:cubicBezTo>
                        <a:pt x="1334" y="-875"/>
                        <a:pt x="763" y="3221"/>
                        <a:pt x="1906" y="2173"/>
                      </a:cubicBezTo>
                      <a:cubicBezTo>
                        <a:pt x="1334" y="6079"/>
                        <a:pt x="1143" y="2935"/>
                        <a:pt x="0" y="36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99" name="Freeform: Shape 698">
                  <a:extLst>
                    <a:ext uri="{FF2B5EF4-FFF2-40B4-BE49-F238E27FC236}">
                      <a16:creationId xmlns:a16="http://schemas.microsoft.com/office/drawing/2014/main" id="{3937CFD6-C443-47B5-BBA5-EA5FFE1E6289}"/>
                    </a:ext>
                  </a:extLst>
                </p:cNvPr>
                <p:cNvSpPr/>
                <p:nvPr/>
              </p:nvSpPr>
              <p:spPr>
                <a:xfrm>
                  <a:off x="10381488" y="1805558"/>
                  <a:ext cx="7507" cy="6477"/>
                </a:xfrm>
                <a:custGeom>
                  <a:avLst/>
                  <a:gdLst>
                    <a:gd name="connsiteX0" fmla="*/ 0 w 7507"/>
                    <a:gd name="connsiteY0" fmla="*/ 3048 h 6477"/>
                    <a:gd name="connsiteX1" fmla="*/ 5619 w 7507"/>
                    <a:gd name="connsiteY1" fmla="*/ 0 h 6477"/>
                    <a:gd name="connsiteX2" fmla="*/ 5715 w 7507"/>
                    <a:gd name="connsiteY2" fmla="*/ 4477 h 6477"/>
                    <a:gd name="connsiteX3" fmla="*/ 7429 w 7507"/>
                    <a:gd name="connsiteY3" fmla="*/ 6477 h 6477"/>
                    <a:gd name="connsiteX4" fmla="*/ 0 w 7507"/>
                    <a:gd name="connsiteY4" fmla="*/ 3048 h 6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07" h="6477">
                      <a:moveTo>
                        <a:pt x="0" y="3048"/>
                      </a:moveTo>
                      <a:cubicBezTo>
                        <a:pt x="666" y="-1810"/>
                        <a:pt x="4000" y="4096"/>
                        <a:pt x="5619" y="0"/>
                      </a:cubicBezTo>
                      <a:cubicBezTo>
                        <a:pt x="5429" y="2096"/>
                        <a:pt x="5905" y="2286"/>
                        <a:pt x="5715" y="4477"/>
                      </a:cubicBezTo>
                      <a:cubicBezTo>
                        <a:pt x="7239" y="286"/>
                        <a:pt x="7715" y="762"/>
                        <a:pt x="7429" y="6477"/>
                      </a:cubicBezTo>
                      <a:cubicBezTo>
                        <a:pt x="3715" y="4572"/>
                        <a:pt x="3524" y="3524"/>
                        <a:pt x="0" y="3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0" name="Freeform: Shape 699">
                  <a:extLst>
                    <a:ext uri="{FF2B5EF4-FFF2-40B4-BE49-F238E27FC236}">
                      <a16:creationId xmlns:a16="http://schemas.microsoft.com/office/drawing/2014/main" id="{6B30950E-B3F4-4DDC-AC0F-D884A2269A8D}"/>
                    </a:ext>
                  </a:extLst>
                </p:cNvPr>
                <p:cNvSpPr/>
                <p:nvPr/>
              </p:nvSpPr>
              <p:spPr>
                <a:xfrm>
                  <a:off x="10389485" y="1808607"/>
                  <a:ext cx="3432" cy="5143"/>
                </a:xfrm>
                <a:custGeom>
                  <a:avLst/>
                  <a:gdLst>
                    <a:gd name="connsiteX0" fmla="*/ 3 w 3432"/>
                    <a:gd name="connsiteY0" fmla="*/ 0 h 5143"/>
                    <a:gd name="connsiteX1" fmla="*/ 3432 w 3432"/>
                    <a:gd name="connsiteY1" fmla="*/ 5143 h 5143"/>
                    <a:gd name="connsiteX2" fmla="*/ 3 w 3432"/>
                    <a:gd name="connsiteY2" fmla="*/ 0 h 5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32" h="5143">
                      <a:moveTo>
                        <a:pt x="3" y="0"/>
                      </a:moveTo>
                      <a:cubicBezTo>
                        <a:pt x="1241" y="1524"/>
                        <a:pt x="3146" y="857"/>
                        <a:pt x="3432" y="5143"/>
                      </a:cubicBezTo>
                      <a:cubicBezTo>
                        <a:pt x="2003" y="4191"/>
                        <a:pt x="-92" y="5239"/>
                        <a:pt x="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1" name="Freeform: Shape 700">
                  <a:extLst>
                    <a:ext uri="{FF2B5EF4-FFF2-40B4-BE49-F238E27FC236}">
                      <a16:creationId xmlns:a16="http://schemas.microsoft.com/office/drawing/2014/main" id="{E295E3D5-A542-4F42-BC0D-791335539121}"/>
                    </a:ext>
                  </a:extLst>
                </p:cNvPr>
                <p:cNvSpPr/>
                <p:nvPr/>
              </p:nvSpPr>
              <p:spPr>
                <a:xfrm>
                  <a:off x="10402704" y="1593503"/>
                  <a:ext cx="3689" cy="2409"/>
                </a:xfrm>
                <a:custGeom>
                  <a:avLst/>
                  <a:gdLst>
                    <a:gd name="connsiteX0" fmla="*/ 120 w 3689"/>
                    <a:gd name="connsiteY0" fmla="*/ 1838 h 2409"/>
                    <a:gd name="connsiteX1" fmla="*/ 3644 w 3689"/>
                    <a:gd name="connsiteY1" fmla="*/ 2410 h 2409"/>
                    <a:gd name="connsiteX2" fmla="*/ 120 w 3689"/>
                    <a:gd name="connsiteY2" fmla="*/ 1838 h 2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89" h="2409">
                      <a:moveTo>
                        <a:pt x="120" y="1838"/>
                      </a:moveTo>
                      <a:cubicBezTo>
                        <a:pt x="-832" y="886"/>
                        <a:pt x="4215" y="-2067"/>
                        <a:pt x="3644" y="2410"/>
                      </a:cubicBezTo>
                      <a:cubicBezTo>
                        <a:pt x="2215" y="1553"/>
                        <a:pt x="2120" y="1934"/>
                        <a:pt x="120" y="18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2" name="Freeform: Shape 701">
                  <a:extLst>
                    <a:ext uri="{FF2B5EF4-FFF2-40B4-BE49-F238E27FC236}">
                      <a16:creationId xmlns:a16="http://schemas.microsoft.com/office/drawing/2014/main" id="{1E87D641-AF9A-4FC8-8C74-7FD4E74D3033}"/>
                    </a:ext>
                  </a:extLst>
                </p:cNvPr>
                <p:cNvSpPr/>
                <p:nvPr/>
              </p:nvSpPr>
              <p:spPr>
                <a:xfrm>
                  <a:off x="10394060" y="1834419"/>
                  <a:ext cx="4096" cy="5143"/>
                </a:xfrm>
                <a:custGeom>
                  <a:avLst/>
                  <a:gdLst>
                    <a:gd name="connsiteX0" fmla="*/ 0 w 4096"/>
                    <a:gd name="connsiteY0" fmla="*/ 5144 h 5143"/>
                    <a:gd name="connsiteX1" fmla="*/ 3906 w 4096"/>
                    <a:gd name="connsiteY1" fmla="*/ 0 h 5143"/>
                    <a:gd name="connsiteX2" fmla="*/ 4096 w 4096"/>
                    <a:gd name="connsiteY2" fmla="*/ 3334 h 5143"/>
                    <a:gd name="connsiteX3" fmla="*/ 0 w 4096"/>
                    <a:gd name="connsiteY3" fmla="*/ 5144 h 5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6" h="5143">
                      <a:moveTo>
                        <a:pt x="0" y="5144"/>
                      </a:moveTo>
                      <a:cubicBezTo>
                        <a:pt x="857" y="1333"/>
                        <a:pt x="2572" y="4191"/>
                        <a:pt x="3906" y="0"/>
                      </a:cubicBezTo>
                      <a:cubicBezTo>
                        <a:pt x="3810" y="1619"/>
                        <a:pt x="3715" y="3238"/>
                        <a:pt x="4096" y="3334"/>
                      </a:cubicBezTo>
                      <a:cubicBezTo>
                        <a:pt x="3429" y="6096"/>
                        <a:pt x="1334" y="4286"/>
                        <a:pt x="0" y="51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3" name="Freeform: Shape 702">
                  <a:extLst>
                    <a:ext uri="{FF2B5EF4-FFF2-40B4-BE49-F238E27FC236}">
                      <a16:creationId xmlns:a16="http://schemas.microsoft.com/office/drawing/2014/main" id="{42FF1084-1EBA-40F7-99AF-769C0F822E3B}"/>
                    </a:ext>
                  </a:extLst>
                </p:cNvPr>
                <p:cNvSpPr/>
                <p:nvPr/>
              </p:nvSpPr>
              <p:spPr>
                <a:xfrm>
                  <a:off x="10399355" y="1770755"/>
                  <a:ext cx="1563" cy="8037"/>
                </a:xfrm>
                <a:custGeom>
                  <a:avLst/>
                  <a:gdLst>
                    <a:gd name="connsiteX0" fmla="*/ 1563 w 1563"/>
                    <a:gd name="connsiteY0" fmla="*/ 37 h 8037"/>
                    <a:gd name="connsiteX1" fmla="*/ 707 w 1563"/>
                    <a:gd name="connsiteY1" fmla="*/ 2418 h 8037"/>
                    <a:gd name="connsiteX2" fmla="*/ 802 w 1563"/>
                    <a:gd name="connsiteY2" fmla="*/ 8038 h 8037"/>
                    <a:gd name="connsiteX3" fmla="*/ 1563 w 1563"/>
                    <a:gd name="connsiteY3" fmla="*/ 37 h 8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63" h="8037">
                      <a:moveTo>
                        <a:pt x="1563" y="37"/>
                      </a:moveTo>
                      <a:cubicBezTo>
                        <a:pt x="1563" y="1942"/>
                        <a:pt x="1183" y="2228"/>
                        <a:pt x="707" y="2418"/>
                      </a:cubicBezTo>
                      <a:cubicBezTo>
                        <a:pt x="421" y="5180"/>
                        <a:pt x="1279" y="4799"/>
                        <a:pt x="802" y="8038"/>
                      </a:cubicBezTo>
                      <a:cubicBezTo>
                        <a:pt x="-532" y="7943"/>
                        <a:pt x="-150" y="-630"/>
                        <a:pt x="1563" y="3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4" name="Freeform: Shape 703">
                  <a:extLst>
                    <a:ext uri="{FF2B5EF4-FFF2-40B4-BE49-F238E27FC236}">
                      <a16:creationId xmlns:a16="http://schemas.microsoft.com/office/drawing/2014/main" id="{5D69598C-AC4B-4041-AB90-E953269EF129}"/>
                    </a:ext>
                  </a:extLst>
                </p:cNvPr>
                <p:cNvSpPr/>
                <p:nvPr/>
              </p:nvSpPr>
              <p:spPr>
                <a:xfrm>
                  <a:off x="10393870" y="1906997"/>
                  <a:ext cx="3048" cy="2669"/>
                </a:xfrm>
                <a:custGeom>
                  <a:avLst/>
                  <a:gdLst>
                    <a:gd name="connsiteX0" fmla="*/ 0 w 3048"/>
                    <a:gd name="connsiteY0" fmla="*/ 2669 h 2669"/>
                    <a:gd name="connsiteX1" fmla="*/ 3049 w 3048"/>
                    <a:gd name="connsiteY1" fmla="*/ 1145 h 2669"/>
                    <a:gd name="connsiteX2" fmla="*/ 0 w 3048"/>
                    <a:gd name="connsiteY2" fmla="*/ 2669 h 2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8" h="2669">
                      <a:moveTo>
                        <a:pt x="0" y="2669"/>
                      </a:moveTo>
                      <a:cubicBezTo>
                        <a:pt x="191" y="-2189"/>
                        <a:pt x="2381" y="1050"/>
                        <a:pt x="3049" y="1145"/>
                      </a:cubicBezTo>
                      <a:cubicBezTo>
                        <a:pt x="2572" y="3717"/>
                        <a:pt x="952" y="1907"/>
                        <a:pt x="0" y="26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5" name="Freeform: Shape 704">
                  <a:extLst>
                    <a:ext uri="{FF2B5EF4-FFF2-40B4-BE49-F238E27FC236}">
                      <a16:creationId xmlns:a16="http://schemas.microsoft.com/office/drawing/2014/main" id="{38B3FBC7-4BAF-47D9-831E-33A276EB1C42}"/>
                    </a:ext>
                  </a:extLst>
                </p:cNvPr>
                <p:cNvSpPr/>
                <p:nvPr/>
              </p:nvSpPr>
              <p:spPr>
                <a:xfrm>
                  <a:off x="10398346" y="1822785"/>
                  <a:ext cx="3334" cy="7060"/>
                </a:xfrm>
                <a:custGeom>
                  <a:avLst/>
                  <a:gdLst>
                    <a:gd name="connsiteX0" fmla="*/ 0 w 3334"/>
                    <a:gd name="connsiteY0" fmla="*/ 4871 h 7060"/>
                    <a:gd name="connsiteX1" fmla="*/ 2477 w 3334"/>
                    <a:gd name="connsiteY1" fmla="*/ 13 h 7060"/>
                    <a:gd name="connsiteX2" fmla="*/ 3335 w 3334"/>
                    <a:gd name="connsiteY2" fmla="*/ 5538 h 7060"/>
                    <a:gd name="connsiteX3" fmla="*/ 0 w 3334"/>
                    <a:gd name="connsiteY3" fmla="*/ 4871 h 7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4" h="7060">
                      <a:moveTo>
                        <a:pt x="0" y="4871"/>
                      </a:moveTo>
                      <a:cubicBezTo>
                        <a:pt x="572" y="2490"/>
                        <a:pt x="2096" y="3347"/>
                        <a:pt x="2477" y="13"/>
                      </a:cubicBezTo>
                      <a:cubicBezTo>
                        <a:pt x="3525" y="-368"/>
                        <a:pt x="1620" y="7538"/>
                        <a:pt x="3335" y="5538"/>
                      </a:cubicBezTo>
                      <a:cubicBezTo>
                        <a:pt x="2001" y="9729"/>
                        <a:pt x="1334" y="3823"/>
                        <a:pt x="0" y="48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6" name="Freeform: Shape 705">
                  <a:extLst>
                    <a:ext uri="{FF2B5EF4-FFF2-40B4-BE49-F238E27FC236}">
                      <a16:creationId xmlns:a16="http://schemas.microsoft.com/office/drawing/2014/main" id="{D7E0AACE-0200-4437-9419-76AEB494416C}"/>
                    </a:ext>
                  </a:extLst>
                </p:cNvPr>
                <p:cNvSpPr/>
                <p:nvPr/>
              </p:nvSpPr>
              <p:spPr>
                <a:xfrm>
                  <a:off x="10409968" y="1614040"/>
                  <a:ext cx="3810" cy="3399"/>
                </a:xfrm>
                <a:custGeom>
                  <a:avLst/>
                  <a:gdLst>
                    <a:gd name="connsiteX0" fmla="*/ 0 w 3810"/>
                    <a:gd name="connsiteY0" fmla="*/ 1685 h 3399"/>
                    <a:gd name="connsiteX1" fmla="*/ 3810 w 3810"/>
                    <a:gd name="connsiteY1" fmla="*/ 3400 h 3399"/>
                    <a:gd name="connsiteX2" fmla="*/ 0 w 3810"/>
                    <a:gd name="connsiteY2" fmla="*/ 1685 h 3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3399">
                      <a:moveTo>
                        <a:pt x="0" y="1685"/>
                      </a:moveTo>
                      <a:cubicBezTo>
                        <a:pt x="95" y="-1553"/>
                        <a:pt x="3715" y="352"/>
                        <a:pt x="3810" y="3400"/>
                      </a:cubicBezTo>
                      <a:cubicBezTo>
                        <a:pt x="2381" y="3209"/>
                        <a:pt x="1429" y="1780"/>
                        <a:pt x="0" y="16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7" name="Freeform: Shape 706">
                  <a:extLst>
                    <a:ext uri="{FF2B5EF4-FFF2-40B4-BE49-F238E27FC236}">
                      <a16:creationId xmlns:a16="http://schemas.microsoft.com/office/drawing/2014/main" id="{A9D6A235-AC71-454A-AB20-C22A28B1E850}"/>
                    </a:ext>
                  </a:extLst>
                </p:cNvPr>
                <p:cNvSpPr/>
                <p:nvPr/>
              </p:nvSpPr>
              <p:spPr>
                <a:xfrm>
                  <a:off x="10398061" y="1894808"/>
                  <a:ext cx="4667" cy="5065"/>
                </a:xfrm>
                <a:custGeom>
                  <a:avLst/>
                  <a:gdLst>
                    <a:gd name="connsiteX0" fmla="*/ 0 w 4667"/>
                    <a:gd name="connsiteY0" fmla="*/ 4096 h 5065"/>
                    <a:gd name="connsiteX1" fmla="*/ 4667 w 4667"/>
                    <a:gd name="connsiteY1" fmla="*/ 0 h 5065"/>
                    <a:gd name="connsiteX2" fmla="*/ 1809 w 4667"/>
                    <a:gd name="connsiteY2" fmla="*/ 4953 h 5065"/>
                    <a:gd name="connsiteX3" fmla="*/ 0 w 4667"/>
                    <a:gd name="connsiteY3" fmla="*/ 4096 h 5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667" h="5065">
                      <a:moveTo>
                        <a:pt x="0" y="4096"/>
                      </a:moveTo>
                      <a:cubicBezTo>
                        <a:pt x="1523" y="2572"/>
                        <a:pt x="2666" y="95"/>
                        <a:pt x="4667" y="0"/>
                      </a:cubicBezTo>
                      <a:cubicBezTo>
                        <a:pt x="4000" y="3143"/>
                        <a:pt x="2857" y="857"/>
                        <a:pt x="1809" y="4953"/>
                      </a:cubicBezTo>
                      <a:cubicBezTo>
                        <a:pt x="857" y="5620"/>
                        <a:pt x="1143" y="3048"/>
                        <a:pt x="0" y="4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8" name="Freeform: Shape 707">
                  <a:extLst>
                    <a:ext uri="{FF2B5EF4-FFF2-40B4-BE49-F238E27FC236}">
                      <a16:creationId xmlns:a16="http://schemas.microsoft.com/office/drawing/2014/main" id="{2A65FE1F-1B18-44B9-B032-C5A077B2233E}"/>
                    </a:ext>
                  </a:extLst>
                </p:cNvPr>
                <p:cNvSpPr/>
                <p:nvPr/>
              </p:nvSpPr>
              <p:spPr>
                <a:xfrm>
                  <a:off x="10401300" y="1832613"/>
                  <a:ext cx="3714" cy="2343"/>
                </a:xfrm>
                <a:custGeom>
                  <a:avLst/>
                  <a:gdLst>
                    <a:gd name="connsiteX0" fmla="*/ 0 w 3714"/>
                    <a:gd name="connsiteY0" fmla="*/ 1425 h 2343"/>
                    <a:gd name="connsiteX1" fmla="*/ 3715 w 3714"/>
                    <a:gd name="connsiteY1" fmla="*/ 853 h 2343"/>
                    <a:gd name="connsiteX2" fmla="*/ 0 w 3714"/>
                    <a:gd name="connsiteY2" fmla="*/ 1425 h 2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714" h="2343">
                      <a:moveTo>
                        <a:pt x="0" y="1425"/>
                      </a:moveTo>
                      <a:cubicBezTo>
                        <a:pt x="1334" y="-1147"/>
                        <a:pt x="2858" y="472"/>
                        <a:pt x="3715" y="853"/>
                      </a:cubicBezTo>
                      <a:cubicBezTo>
                        <a:pt x="2477" y="3711"/>
                        <a:pt x="572" y="1615"/>
                        <a:pt x="0" y="14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09" name="Freeform: Shape 708">
                  <a:extLst>
                    <a:ext uri="{FF2B5EF4-FFF2-40B4-BE49-F238E27FC236}">
                      <a16:creationId xmlns:a16="http://schemas.microsoft.com/office/drawing/2014/main" id="{3498CF10-4257-4BD8-BD31-E2B36781441E}"/>
                    </a:ext>
                  </a:extLst>
                </p:cNvPr>
                <p:cNvSpPr/>
                <p:nvPr/>
              </p:nvSpPr>
              <p:spPr>
                <a:xfrm>
                  <a:off x="10402442" y="1821207"/>
                  <a:ext cx="4476" cy="6354"/>
                </a:xfrm>
                <a:custGeom>
                  <a:avLst/>
                  <a:gdLst>
                    <a:gd name="connsiteX0" fmla="*/ 0 w 4476"/>
                    <a:gd name="connsiteY0" fmla="*/ 4735 h 6354"/>
                    <a:gd name="connsiteX1" fmla="*/ 1334 w 4476"/>
                    <a:gd name="connsiteY1" fmla="*/ 68 h 6354"/>
                    <a:gd name="connsiteX2" fmla="*/ 1620 w 4476"/>
                    <a:gd name="connsiteY2" fmla="*/ 1116 h 6354"/>
                    <a:gd name="connsiteX3" fmla="*/ 2381 w 4476"/>
                    <a:gd name="connsiteY3" fmla="*/ 1020 h 6354"/>
                    <a:gd name="connsiteX4" fmla="*/ 1429 w 4476"/>
                    <a:gd name="connsiteY4" fmla="*/ 4545 h 6354"/>
                    <a:gd name="connsiteX5" fmla="*/ 4476 w 4476"/>
                    <a:gd name="connsiteY5" fmla="*/ 1782 h 6354"/>
                    <a:gd name="connsiteX6" fmla="*/ 3906 w 4476"/>
                    <a:gd name="connsiteY6" fmla="*/ 6354 h 6354"/>
                    <a:gd name="connsiteX7" fmla="*/ 3620 w 4476"/>
                    <a:gd name="connsiteY7" fmla="*/ 4164 h 6354"/>
                    <a:gd name="connsiteX8" fmla="*/ 0 w 4476"/>
                    <a:gd name="connsiteY8" fmla="*/ 4735 h 6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76" h="6354">
                      <a:moveTo>
                        <a:pt x="0" y="4735"/>
                      </a:moveTo>
                      <a:cubicBezTo>
                        <a:pt x="0" y="1782"/>
                        <a:pt x="1429" y="3592"/>
                        <a:pt x="1334" y="68"/>
                      </a:cubicBezTo>
                      <a:cubicBezTo>
                        <a:pt x="1620" y="-218"/>
                        <a:pt x="1620" y="449"/>
                        <a:pt x="1620" y="1116"/>
                      </a:cubicBezTo>
                      <a:lnTo>
                        <a:pt x="2381" y="1020"/>
                      </a:lnTo>
                      <a:cubicBezTo>
                        <a:pt x="2191" y="2544"/>
                        <a:pt x="1620" y="2925"/>
                        <a:pt x="1429" y="4545"/>
                      </a:cubicBezTo>
                      <a:cubicBezTo>
                        <a:pt x="2667" y="4354"/>
                        <a:pt x="2953" y="1116"/>
                        <a:pt x="4476" y="1782"/>
                      </a:cubicBezTo>
                      <a:cubicBezTo>
                        <a:pt x="4096" y="2830"/>
                        <a:pt x="3906" y="4449"/>
                        <a:pt x="3906" y="6354"/>
                      </a:cubicBezTo>
                      <a:cubicBezTo>
                        <a:pt x="3524" y="6354"/>
                        <a:pt x="3715" y="5021"/>
                        <a:pt x="3620" y="4164"/>
                      </a:cubicBezTo>
                      <a:cubicBezTo>
                        <a:pt x="1905" y="5116"/>
                        <a:pt x="1334" y="7688"/>
                        <a:pt x="0" y="473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0" name="Freeform: Shape 709">
                  <a:extLst>
                    <a:ext uri="{FF2B5EF4-FFF2-40B4-BE49-F238E27FC236}">
                      <a16:creationId xmlns:a16="http://schemas.microsoft.com/office/drawing/2014/main" id="{87F86CEE-168D-4C79-88A6-6ECD1F3D40FD}"/>
                    </a:ext>
                  </a:extLst>
                </p:cNvPr>
                <p:cNvSpPr/>
                <p:nvPr/>
              </p:nvSpPr>
              <p:spPr>
                <a:xfrm>
                  <a:off x="10403015" y="1813609"/>
                  <a:ext cx="4762" cy="2985"/>
                </a:xfrm>
                <a:custGeom>
                  <a:avLst/>
                  <a:gdLst>
                    <a:gd name="connsiteX0" fmla="*/ 0 w 4762"/>
                    <a:gd name="connsiteY0" fmla="*/ 2046 h 2985"/>
                    <a:gd name="connsiteX1" fmla="*/ 4763 w 4762"/>
                    <a:gd name="connsiteY1" fmla="*/ 1380 h 2985"/>
                    <a:gd name="connsiteX2" fmla="*/ 0 w 4762"/>
                    <a:gd name="connsiteY2" fmla="*/ 2046 h 2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762" h="2985">
                      <a:moveTo>
                        <a:pt x="0" y="2046"/>
                      </a:moveTo>
                      <a:cubicBezTo>
                        <a:pt x="1619" y="-1954"/>
                        <a:pt x="2952" y="1094"/>
                        <a:pt x="4763" y="1380"/>
                      </a:cubicBezTo>
                      <a:cubicBezTo>
                        <a:pt x="3524" y="4428"/>
                        <a:pt x="1238" y="2237"/>
                        <a:pt x="0" y="20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1" name="Freeform: Shape 710">
                  <a:extLst>
                    <a:ext uri="{FF2B5EF4-FFF2-40B4-BE49-F238E27FC236}">
                      <a16:creationId xmlns:a16="http://schemas.microsoft.com/office/drawing/2014/main" id="{785EC327-1854-4918-B627-5A1B2BEDDB1F}"/>
                    </a:ext>
                  </a:extLst>
                </p:cNvPr>
                <p:cNvSpPr/>
                <p:nvPr/>
              </p:nvSpPr>
              <p:spPr>
                <a:xfrm>
                  <a:off x="10414349" y="1636299"/>
                  <a:ext cx="1704" cy="5892"/>
                </a:xfrm>
                <a:custGeom>
                  <a:avLst/>
                  <a:gdLst>
                    <a:gd name="connsiteX0" fmla="*/ 0 w 1704"/>
                    <a:gd name="connsiteY0" fmla="*/ 5810 h 5892"/>
                    <a:gd name="connsiteX1" fmla="*/ 191 w 1704"/>
                    <a:gd name="connsiteY1" fmla="*/ 2381 h 5892"/>
                    <a:gd name="connsiteX2" fmla="*/ 1429 w 1704"/>
                    <a:gd name="connsiteY2" fmla="*/ 0 h 5892"/>
                    <a:gd name="connsiteX3" fmla="*/ 0 w 1704"/>
                    <a:gd name="connsiteY3" fmla="*/ 5810 h 58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04" h="5892">
                      <a:moveTo>
                        <a:pt x="0" y="5810"/>
                      </a:moveTo>
                      <a:lnTo>
                        <a:pt x="191" y="2381"/>
                      </a:lnTo>
                      <a:cubicBezTo>
                        <a:pt x="857" y="2667"/>
                        <a:pt x="1334" y="2000"/>
                        <a:pt x="1429" y="0"/>
                      </a:cubicBezTo>
                      <a:cubicBezTo>
                        <a:pt x="2286" y="1810"/>
                        <a:pt x="952" y="6572"/>
                        <a:pt x="0" y="5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2" name="Freeform: Shape 711">
                  <a:extLst>
                    <a:ext uri="{FF2B5EF4-FFF2-40B4-BE49-F238E27FC236}">
                      <a16:creationId xmlns:a16="http://schemas.microsoft.com/office/drawing/2014/main" id="{F4A6C0B2-1BFF-4595-BF5E-491985233A1B}"/>
                    </a:ext>
                  </a:extLst>
                </p:cNvPr>
                <p:cNvSpPr/>
                <p:nvPr/>
              </p:nvSpPr>
              <p:spPr>
                <a:xfrm>
                  <a:off x="10418064" y="1622107"/>
                  <a:ext cx="2642" cy="6137"/>
                </a:xfrm>
                <a:custGeom>
                  <a:avLst/>
                  <a:gdLst>
                    <a:gd name="connsiteX0" fmla="*/ 286 w 2642"/>
                    <a:gd name="connsiteY0" fmla="*/ 4763 h 6137"/>
                    <a:gd name="connsiteX1" fmla="*/ 0 w 2642"/>
                    <a:gd name="connsiteY1" fmla="*/ 3715 h 6137"/>
                    <a:gd name="connsiteX2" fmla="*/ 95 w 2642"/>
                    <a:gd name="connsiteY2" fmla="*/ 1429 h 6137"/>
                    <a:gd name="connsiteX3" fmla="*/ 2286 w 2642"/>
                    <a:gd name="connsiteY3" fmla="*/ 0 h 6137"/>
                    <a:gd name="connsiteX4" fmla="*/ 2000 w 2642"/>
                    <a:gd name="connsiteY4" fmla="*/ 5715 h 6137"/>
                    <a:gd name="connsiteX5" fmla="*/ 286 w 2642"/>
                    <a:gd name="connsiteY5" fmla="*/ 4763 h 6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42" h="6137">
                      <a:moveTo>
                        <a:pt x="286" y="4763"/>
                      </a:moveTo>
                      <a:cubicBezTo>
                        <a:pt x="0" y="5048"/>
                        <a:pt x="0" y="4381"/>
                        <a:pt x="0" y="3715"/>
                      </a:cubicBezTo>
                      <a:lnTo>
                        <a:pt x="95" y="1429"/>
                      </a:lnTo>
                      <a:cubicBezTo>
                        <a:pt x="571" y="3238"/>
                        <a:pt x="1714" y="1715"/>
                        <a:pt x="2286" y="0"/>
                      </a:cubicBezTo>
                      <a:cubicBezTo>
                        <a:pt x="3334" y="762"/>
                        <a:pt x="1714" y="2953"/>
                        <a:pt x="2000" y="5715"/>
                      </a:cubicBezTo>
                      <a:cubicBezTo>
                        <a:pt x="666" y="7906"/>
                        <a:pt x="1048" y="667"/>
                        <a:pt x="286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3" name="Freeform: Shape 712">
                  <a:extLst>
                    <a:ext uri="{FF2B5EF4-FFF2-40B4-BE49-F238E27FC236}">
                      <a16:creationId xmlns:a16="http://schemas.microsoft.com/office/drawing/2014/main" id="{5FC426D9-4236-43DC-9A9E-8309C3CB6B14}"/>
                    </a:ext>
                  </a:extLst>
                </p:cNvPr>
                <p:cNvSpPr/>
                <p:nvPr/>
              </p:nvSpPr>
              <p:spPr>
                <a:xfrm>
                  <a:off x="10403490" y="1945481"/>
                  <a:ext cx="1410" cy="5803"/>
                </a:xfrm>
                <a:custGeom>
                  <a:avLst/>
                  <a:gdLst>
                    <a:gd name="connsiteX0" fmla="*/ 0 w 1410"/>
                    <a:gd name="connsiteY0" fmla="*/ 1333 h 5803"/>
                    <a:gd name="connsiteX1" fmla="*/ 1143 w 1410"/>
                    <a:gd name="connsiteY1" fmla="*/ 0 h 5803"/>
                    <a:gd name="connsiteX2" fmla="*/ 1238 w 1410"/>
                    <a:gd name="connsiteY2" fmla="*/ 5620 h 5803"/>
                    <a:gd name="connsiteX3" fmla="*/ 0 w 1410"/>
                    <a:gd name="connsiteY3" fmla="*/ 1333 h 5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" h="5803">
                      <a:moveTo>
                        <a:pt x="0" y="1333"/>
                      </a:moveTo>
                      <a:cubicBezTo>
                        <a:pt x="95" y="0"/>
                        <a:pt x="763" y="286"/>
                        <a:pt x="1143" y="0"/>
                      </a:cubicBezTo>
                      <a:cubicBezTo>
                        <a:pt x="1429" y="1238"/>
                        <a:pt x="1524" y="2953"/>
                        <a:pt x="1238" y="5620"/>
                      </a:cubicBezTo>
                      <a:cubicBezTo>
                        <a:pt x="-95" y="6953"/>
                        <a:pt x="1238" y="571"/>
                        <a:pt x="0" y="13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4" name="Freeform: Shape 713">
                  <a:extLst>
                    <a:ext uri="{FF2B5EF4-FFF2-40B4-BE49-F238E27FC236}">
                      <a16:creationId xmlns:a16="http://schemas.microsoft.com/office/drawing/2014/main" id="{B828EF08-D86A-44FB-9FDC-F8E3BC0CABBA}"/>
                    </a:ext>
                  </a:extLst>
                </p:cNvPr>
                <p:cNvSpPr/>
                <p:nvPr/>
              </p:nvSpPr>
              <p:spPr>
                <a:xfrm>
                  <a:off x="10412431" y="1772280"/>
                  <a:ext cx="1060" cy="8037"/>
                </a:xfrm>
                <a:custGeom>
                  <a:avLst/>
                  <a:gdLst>
                    <a:gd name="connsiteX0" fmla="*/ 1060 w 1060"/>
                    <a:gd name="connsiteY0" fmla="*/ 36 h 8037"/>
                    <a:gd name="connsiteX1" fmla="*/ 298 w 1060"/>
                    <a:gd name="connsiteY1" fmla="*/ 8037 h 8037"/>
                    <a:gd name="connsiteX2" fmla="*/ 1060 w 1060"/>
                    <a:gd name="connsiteY2" fmla="*/ 36 h 80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60" h="8037">
                      <a:moveTo>
                        <a:pt x="1060" y="36"/>
                      </a:moveTo>
                      <a:cubicBezTo>
                        <a:pt x="108" y="2417"/>
                        <a:pt x="1441" y="5370"/>
                        <a:pt x="298" y="8037"/>
                      </a:cubicBezTo>
                      <a:cubicBezTo>
                        <a:pt x="108" y="5846"/>
                        <a:pt x="-559" y="-536"/>
                        <a:pt x="1060" y="3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5" name="Freeform: Shape 714">
                  <a:extLst>
                    <a:ext uri="{FF2B5EF4-FFF2-40B4-BE49-F238E27FC236}">
                      <a16:creationId xmlns:a16="http://schemas.microsoft.com/office/drawing/2014/main" id="{6AE61BB0-2C3F-41FD-A18B-091CDE20A66E}"/>
                    </a:ext>
                  </a:extLst>
                </p:cNvPr>
                <p:cNvSpPr/>
                <p:nvPr/>
              </p:nvSpPr>
              <p:spPr>
                <a:xfrm>
                  <a:off x="10411301" y="1833181"/>
                  <a:ext cx="2856" cy="6132"/>
                </a:xfrm>
                <a:custGeom>
                  <a:avLst/>
                  <a:gdLst>
                    <a:gd name="connsiteX0" fmla="*/ 0 w 2856"/>
                    <a:gd name="connsiteY0" fmla="*/ 6096 h 6132"/>
                    <a:gd name="connsiteX1" fmla="*/ 1332 w 2856"/>
                    <a:gd name="connsiteY1" fmla="*/ 1333 h 6132"/>
                    <a:gd name="connsiteX2" fmla="*/ 2857 w 2856"/>
                    <a:gd name="connsiteY2" fmla="*/ 0 h 6132"/>
                    <a:gd name="connsiteX3" fmla="*/ 0 w 2856"/>
                    <a:gd name="connsiteY3" fmla="*/ 6096 h 6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6" h="6132">
                      <a:moveTo>
                        <a:pt x="0" y="6096"/>
                      </a:moveTo>
                      <a:cubicBezTo>
                        <a:pt x="190" y="2953"/>
                        <a:pt x="3047" y="5048"/>
                        <a:pt x="1332" y="1333"/>
                      </a:cubicBezTo>
                      <a:cubicBezTo>
                        <a:pt x="1523" y="-191"/>
                        <a:pt x="2286" y="286"/>
                        <a:pt x="2857" y="0"/>
                      </a:cubicBezTo>
                      <a:cubicBezTo>
                        <a:pt x="2761" y="5048"/>
                        <a:pt x="1619" y="6382"/>
                        <a:pt x="0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6" name="Freeform: Shape 715">
                  <a:extLst>
                    <a:ext uri="{FF2B5EF4-FFF2-40B4-BE49-F238E27FC236}">
                      <a16:creationId xmlns:a16="http://schemas.microsoft.com/office/drawing/2014/main" id="{AB245B36-6DB1-45F8-8AC1-35577F991313}"/>
                    </a:ext>
                  </a:extLst>
                </p:cNvPr>
                <p:cNvSpPr/>
                <p:nvPr/>
              </p:nvSpPr>
              <p:spPr>
                <a:xfrm>
                  <a:off x="10430256" y="1461135"/>
                  <a:ext cx="5810" cy="3431"/>
                </a:xfrm>
                <a:custGeom>
                  <a:avLst/>
                  <a:gdLst>
                    <a:gd name="connsiteX0" fmla="*/ 0 w 5810"/>
                    <a:gd name="connsiteY0" fmla="*/ 0 h 3431"/>
                    <a:gd name="connsiteX1" fmla="*/ 5810 w 5810"/>
                    <a:gd name="connsiteY1" fmla="*/ 2477 h 3431"/>
                    <a:gd name="connsiteX2" fmla="*/ 0 w 5810"/>
                    <a:gd name="connsiteY2" fmla="*/ 0 h 3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10" h="3431">
                      <a:moveTo>
                        <a:pt x="0" y="0"/>
                      </a:moveTo>
                      <a:cubicBezTo>
                        <a:pt x="1238" y="952"/>
                        <a:pt x="3429" y="1619"/>
                        <a:pt x="5810" y="2477"/>
                      </a:cubicBezTo>
                      <a:cubicBezTo>
                        <a:pt x="4572" y="3715"/>
                        <a:pt x="476" y="4477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7" name="Freeform: Shape 716">
                  <a:extLst>
                    <a:ext uri="{FF2B5EF4-FFF2-40B4-BE49-F238E27FC236}">
                      <a16:creationId xmlns:a16="http://schemas.microsoft.com/office/drawing/2014/main" id="{2B3F7E0F-BAEF-4FF6-8619-B82A1DF49A35}"/>
                    </a:ext>
                  </a:extLst>
                </p:cNvPr>
                <p:cNvSpPr/>
                <p:nvPr/>
              </p:nvSpPr>
              <p:spPr>
                <a:xfrm>
                  <a:off x="10399775" y="2114454"/>
                  <a:ext cx="1813" cy="5853"/>
                </a:xfrm>
                <a:custGeom>
                  <a:avLst/>
                  <a:gdLst>
                    <a:gd name="connsiteX0" fmla="*/ 0 w 1813"/>
                    <a:gd name="connsiteY0" fmla="*/ 2476 h 5853"/>
                    <a:gd name="connsiteX1" fmla="*/ 1238 w 1813"/>
                    <a:gd name="connsiteY1" fmla="*/ 0 h 5853"/>
                    <a:gd name="connsiteX2" fmla="*/ 1715 w 1813"/>
                    <a:gd name="connsiteY2" fmla="*/ 5620 h 5853"/>
                    <a:gd name="connsiteX3" fmla="*/ 0 w 1813"/>
                    <a:gd name="connsiteY3" fmla="*/ 2476 h 5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3" h="5853">
                      <a:moveTo>
                        <a:pt x="0" y="2476"/>
                      </a:moveTo>
                      <a:cubicBezTo>
                        <a:pt x="191" y="1048"/>
                        <a:pt x="572" y="95"/>
                        <a:pt x="1238" y="0"/>
                      </a:cubicBezTo>
                      <a:cubicBezTo>
                        <a:pt x="763" y="3524"/>
                        <a:pt x="2191" y="2000"/>
                        <a:pt x="1715" y="5620"/>
                      </a:cubicBezTo>
                      <a:cubicBezTo>
                        <a:pt x="286" y="7048"/>
                        <a:pt x="1429" y="1429"/>
                        <a:pt x="0" y="2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01CC2FBD-9915-4C92-87AB-0FDB5E9E089D}"/>
                    </a:ext>
                  </a:extLst>
                </p:cNvPr>
                <p:cNvSpPr/>
                <p:nvPr/>
              </p:nvSpPr>
              <p:spPr>
                <a:xfrm>
                  <a:off x="10418921" y="1772844"/>
                  <a:ext cx="4857" cy="7187"/>
                </a:xfrm>
                <a:custGeom>
                  <a:avLst/>
                  <a:gdLst>
                    <a:gd name="connsiteX0" fmla="*/ 2477 w 4857"/>
                    <a:gd name="connsiteY0" fmla="*/ 1663 h 7187"/>
                    <a:gd name="connsiteX1" fmla="*/ 1715 w 4857"/>
                    <a:gd name="connsiteY1" fmla="*/ 2901 h 7187"/>
                    <a:gd name="connsiteX2" fmla="*/ 2953 w 4857"/>
                    <a:gd name="connsiteY2" fmla="*/ 7187 h 7187"/>
                    <a:gd name="connsiteX3" fmla="*/ 0 w 4857"/>
                    <a:gd name="connsiteY3" fmla="*/ 901 h 7187"/>
                    <a:gd name="connsiteX4" fmla="*/ 4858 w 4857"/>
                    <a:gd name="connsiteY4" fmla="*/ 5758 h 7187"/>
                    <a:gd name="connsiteX5" fmla="*/ 2477 w 4857"/>
                    <a:gd name="connsiteY5" fmla="*/ 1663 h 71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7" h="7187">
                      <a:moveTo>
                        <a:pt x="2477" y="1663"/>
                      </a:moveTo>
                      <a:cubicBezTo>
                        <a:pt x="2191" y="1948"/>
                        <a:pt x="2095" y="2901"/>
                        <a:pt x="1715" y="2901"/>
                      </a:cubicBezTo>
                      <a:cubicBezTo>
                        <a:pt x="2001" y="4901"/>
                        <a:pt x="4287" y="3377"/>
                        <a:pt x="2953" y="7187"/>
                      </a:cubicBezTo>
                      <a:cubicBezTo>
                        <a:pt x="2191" y="4425"/>
                        <a:pt x="477" y="4520"/>
                        <a:pt x="0" y="901"/>
                      </a:cubicBezTo>
                      <a:cubicBezTo>
                        <a:pt x="1715" y="-814"/>
                        <a:pt x="4382" y="-528"/>
                        <a:pt x="4858" y="5758"/>
                      </a:cubicBezTo>
                      <a:cubicBezTo>
                        <a:pt x="3524" y="5949"/>
                        <a:pt x="3334" y="2805"/>
                        <a:pt x="2477" y="16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04B92450-B726-475F-9861-3753D88FCE3D}"/>
                    </a:ext>
                  </a:extLst>
                </p:cNvPr>
                <p:cNvSpPr/>
                <p:nvPr/>
              </p:nvSpPr>
              <p:spPr>
                <a:xfrm>
                  <a:off x="10413327" y="1903475"/>
                  <a:ext cx="1878" cy="7620"/>
                </a:xfrm>
                <a:custGeom>
                  <a:avLst/>
                  <a:gdLst>
                    <a:gd name="connsiteX0" fmla="*/ 70 w 1878"/>
                    <a:gd name="connsiteY0" fmla="*/ 0 h 7620"/>
                    <a:gd name="connsiteX1" fmla="*/ 1879 w 1878"/>
                    <a:gd name="connsiteY1" fmla="*/ 7620 h 7620"/>
                    <a:gd name="connsiteX2" fmla="*/ 451 w 1878"/>
                    <a:gd name="connsiteY2" fmla="*/ 6667 h 7620"/>
                    <a:gd name="connsiteX3" fmla="*/ 70 w 1878"/>
                    <a:gd name="connsiteY3" fmla="*/ 0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78" h="7620">
                      <a:moveTo>
                        <a:pt x="70" y="0"/>
                      </a:moveTo>
                      <a:cubicBezTo>
                        <a:pt x="927" y="2000"/>
                        <a:pt x="1499" y="4572"/>
                        <a:pt x="1879" y="7620"/>
                      </a:cubicBezTo>
                      <a:cubicBezTo>
                        <a:pt x="1594" y="6763"/>
                        <a:pt x="1117" y="6477"/>
                        <a:pt x="451" y="6667"/>
                      </a:cubicBezTo>
                      <a:cubicBezTo>
                        <a:pt x="1022" y="2381"/>
                        <a:pt x="-312" y="3620"/>
                        <a:pt x="7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0" name="Freeform: Shape 719">
                  <a:extLst>
                    <a:ext uri="{FF2B5EF4-FFF2-40B4-BE49-F238E27FC236}">
                      <a16:creationId xmlns:a16="http://schemas.microsoft.com/office/drawing/2014/main" id="{D61089D6-5848-44EA-B943-1170D59E83C1}"/>
                    </a:ext>
                  </a:extLst>
                </p:cNvPr>
                <p:cNvSpPr/>
                <p:nvPr/>
              </p:nvSpPr>
              <p:spPr>
                <a:xfrm>
                  <a:off x="10420254" y="1781079"/>
                  <a:ext cx="2571" cy="4888"/>
                </a:xfrm>
                <a:custGeom>
                  <a:avLst/>
                  <a:gdLst>
                    <a:gd name="connsiteX0" fmla="*/ 0 w 2571"/>
                    <a:gd name="connsiteY0" fmla="*/ 1524 h 4888"/>
                    <a:gd name="connsiteX1" fmla="*/ 2572 w 2571"/>
                    <a:gd name="connsiteY1" fmla="*/ 0 h 4888"/>
                    <a:gd name="connsiteX2" fmla="*/ 1334 w 2571"/>
                    <a:gd name="connsiteY2" fmla="*/ 2476 h 4888"/>
                    <a:gd name="connsiteX3" fmla="*/ 1620 w 2571"/>
                    <a:gd name="connsiteY3" fmla="*/ 3524 h 4888"/>
                    <a:gd name="connsiteX4" fmla="*/ 952 w 2571"/>
                    <a:gd name="connsiteY4" fmla="*/ 1333 h 4888"/>
                    <a:gd name="connsiteX5" fmla="*/ 0 w 2571"/>
                    <a:gd name="connsiteY5" fmla="*/ 1524 h 4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71" h="4888">
                      <a:moveTo>
                        <a:pt x="0" y="1524"/>
                      </a:moveTo>
                      <a:cubicBezTo>
                        <a:pt x="286" y="-1048"/>
                        <a:pt x="1810" y="762"/>
                        <a:pt x="2572" y="0"/>
                      </a:cubicBezTo>
                      <a:cubicBezTo>
                        <a:pt x="2381" y="1429"/>
                        <a:pt x="2000" y="2381"/>
                        <a:pt x="1334" y="2476"/>
                      </a:cubicBezTo>
                      <a:cubicBezTo>
                        <a:pt x="1238" y="3429"/>
                        <a:pt x="1429" y="3524"/>
                        <a:pt x="1620" y="3524"/>
                      </a:cubicBezTo>
                      <a:cubicBezTo>
                        <a:pt x="1334" y="6667"/>
                        <a:pt x="477" y="3715"/>
                        <a:pt x="952" y="1333"/>
                      </a:cubicBezTo>
                      <a:lnTo>
                        <a:pt x="0" y="152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1" name="Freeform: Shape 720">
                  <a:extLst>
                    <a:ext uri="{FF2B5EF4-FFF2-40B4-BE49-F238E27FC236}">
                      <a16:creationId xmlns:a16="http://schemas.microsoft.com/office/drawing/2014/main" id="{2E67C9CF-F77C-42C2-B4A9-6CF383432315}"/>
                    </a:ext>
                  </a:extLst>
                </p:cNvPr>
                <p:cNvSpPr/>
                <p:nvPr/>
              </p:nvSpPr>
              <p:spPr>
                <a:xfrm>
                  <a:off x="10429779" y="1624274"/>
                  <a:ext cx="3238" cy="2930"/>
                </a:xfrm>
                <a:custGeom>
                  <a:avLst/>
                  <a:gdLst>
                    <a:gd name="connsiteX0" fmla="*/ 0 w 3238"/>
                    <a:gd name="connsiteY0" fmla="*/ 1929 h 2930"/>
                    <a:gd name="connsiteX1" fmla="*/ 3238 w 3238"/>
                    <a:gd name="connsiteY1" fmla="*/ 1453 h 2930"/>
                    <a:gd name="connsiteX2" fmla="*/ 0 w 3238"/>
                    <a:gd name="connsiteY2" fmla="*/ 1929 h 29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238" h="2930">
                      <a:moveTo>
                        <a:pt x="0" y="1929"/>
                      </a:moveTo>
                      <a:cubicBezTo>
                        <a:pt x="477" y="-2167"/>
                        <a:pt x="2095" y="1548"/>
                        <a:pt x="3238" y="1453"/>
                      </a:cubicBezTo>
                      <a:cubicBezTo>
                        <a:pt x="2286" y="4786"/>
                        <a:pt x="952" y="1357"/>
                        <a:pt x="0" y="19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2" name="Freeform: Shape 721">
                  <a:extLst>
                    <a:ext uri="{FF2B5EF4-FFF2-40B4-BE49-F238E27FC236}">
                      <a16:creationId xmlns:a16="http://schemas.microsoft.com/office/drawing/2014/main" id="{84525C36-5B4E-428A-8A95-1C7451D73783}"/>
                    </a:ext>
                  </a:extLst>
                </p:cNvPr>
                <p:cNvSpPr/>
                <p:nvPr/>
              </p:nvSpPr>
              <p:spPr>
                <a:xfrm>
                  <a:off x="10425303" y="1772058"/>
                  <a:ext cx="3333" cy="5521"/>
                </a:xfrm>
                <a:custGeom>
                  <a:avLst/>
                  <a:gdLst>
                    <a:gd name="connsiteX0" fmla="*/ 0 w 3333"/>
                    <a:gd name="connsiteY0" fmla="*/ 5211 h 5521"/>
                    <a:gd name="connsiteX1" fmla="*/ 3143 w 3333"/>
                    <a:gd name="connsiteY1" fmla="*/ 163 h 5521"/>
                    <a:gd name="connsiteX2" fmla="*/ 3334 w 3333"/>
                    <a:gd name="connsiteY2" fmla="*/ 3497 h 5521"/>
                    <a:gd name="connsiteX3" fmla="*/ 0 w 3333"/>
                    <a:gd name="connsiteY3" fmla="*/ 5211 h 5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333" h="5521">
                      <a:moveTo>
                        <a:pt x="0" y="5211"/>
                      </a:moveTo>
                      <a:cubicBezTo>
                        <a:pt x="1048" y="3401"/>
                        <a:pt x="1334" y="-885"/>
                        <a:pt x="3143" y="163"/>
                      </a:cubicBezTo>
                      <a:cubicBezTo>
                        <a:pt x="3047" y="1782"/>
                        <a:pt x="2952" y="3401"/>
                        <a:pt x="3334" y="3497"/>
                      </a:cubicBezTo>
                      <a:cubicBezTo>
                        <a:pt x="2572" y="5306"/>
                        <a:pt x="286" y="5973"/>
                        <a:pt x="0" y="52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3" name="Freeform: Shape 722">
                  <a:extLst>
                    <a:ext uri="{FF2B5EF4-FFF2-40B4-BE49-F238E27FC236}">
                      <a16:creationId xmlns:a16="http://schemas.microsoft.com/office/drawing/2014/main" id="{D1626745-18D4-4804-B9AE-75D9CFC64319}"/>
                    </a:ext>
                  </a:extLst>
                </p:cNvPr>
                <p:cNvSpPr/>
                <p:nvPr/>
              </p:nvSpPr>
              <p:spPr>
                <a:xfrm>
                  <a:off x="10416444" y="2039778"/>
                  <a:ext cx="1369" cy="5619"/>
                </a:xfrm>
                <a:custGeom>
                  <a:avLst/>
                  <a:gdLst>
                    <a:gd name="connsiteX0" fmla="*/ 0 w 1369"/>
                    <a:gd name="connsiteY0" fmla="*/ 3429 h 5619"/>
                    <a:gd name="connsiteX1" fmla="*/ 572 w 1369"/>
                    <a:gd name="connsiteY1" fmla="*/ 0 h 5619"/>
                    <a:gd name="connsiteX2" fmla="*/ 1048 w 1369"/>
                    <a:gd name="connsiteY2" fmla="*/ 5620 h 5619"/>
                    <a:gd name="connsiteX3" fmla="*/ 0 w 1369"/>
                    <a:gd name="connsiteY3" fmla="*/ 3429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9" h="5619">
                      <a:moveTo>
                        <a:pt x="0" y="3429"/>
                      </a:moveTo>
                      <a:cubicBezTo>
                        <a:pt x="0" y="1619"/>
                        <a:pt x="477" y="1429"/>
                        <a:pt x="572" y="0"/>
                      </a:cubicBezTo>
                      <a:cubicBezTo>
                        <a:pt x="1238" y="762"/>
                        <a:pt x="1715" y="3810"/>
                        <a:pt x="1048" y="5620"/>
                      </a:cubicBezTo>
                      <a:cubicBezTo>
                        <a:pt x="667" y="4858"/>
                        <a:pt x="763" y="3048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4" name="Freeform: Shape 723">
                  <a:extLst>
                    <a:ext uri="{FF2B5EF4-FFF2-40B4-BE49-F238E27FC236}">
                      <a16:creationId xmlns:a16="http://schemas.microsoft.com/office/drawing/2014/main" id="{BD8D8EFC-9980-45B4-BBAF-ECE87B4D5F90}"/>
                    </a:ext>
                  </a:extLst>
                </p:cNvPr>
                <p:cNvSpPr/>
                <p:nvPr/>
              </p:nvSpPr>
              <p:spPr>
                <a:xfrm>
                  <a:off x="10437066" y="1658969"/>
                  <a:ext cx="2143" cy="4148"/>
                </a:xfrm>
                <a:custGeom>
                  <a:avLst/>
                  <a:gdLst>
                    <a:gd name="connsiteX0" fmla="*/ 48 w 2143"/>
                    <a:gd name="connsiteY0" fmla="*/ 0 h 4148"/>
                    <a:gd name="connsiteX1" fmla="*/ 2143 w 2143"/>
                    <a:gd name="connsiteY1" fmla="*/ 1905 h 4148"/>
                    <a:gd name="connsiteX2" fmla="*/ 48 w 2143"/>
                    <a:gd name="connsiteY2" fmla="*/ 0 h 4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43" h="4148">
                      <a:moveTo>
                        <a:pt x="48" y="0"/>
                      </a:moveTo>
                      <a:cubicBezTo>
                        <a:pt x="429" y="1524"/>
                        <a:pt x="1762" y="381"/>
                        <a:pt x="2143" y="1905"/>
                      </a:cubicBezTo>
                      <a:cubicBezTo>
                        <a:pt x="1668" y="6096"/>
                        <a:pt x="-333" y="3810"/>
                        <a:pt x="48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5" name="Freeform: Shape 724">
                  <a:extLst>
                    <a:ext uri="{FF2B5EF4-FFF2-40B4-BE49-F238E27FC236}">
                      <a16:creationId xmlns:a16="http://schemas.microsoft.com/office/drawing/2014/main" id="{A00498DE-C21B-4FD3-A7FC-9DAB76A9817B}"/>
                    </a:ext>
                  </a:extLst>
                </p:cNvPr>
                <p:cNvSpPr/>
                <p:nvPr/>
              </p:nvSpPr>
              <p:spPr>
                <a:xfrm>
                  <a:off x="10427684" y="1864229"/>
                  <a:ext cx="2571" cy="4290"/>
                </a:xfrm>
                <a:custGeom>
                  <a:avLst/>
                  <a:gdLst>
                    <a:gd name="connsiteX0" fmla="*/ 0 w 2571"/>
                    <a:gd name="connsiteY0" fmla="*/ 2004 h 4290"/>
                    <a:gd name="connsiteX1" fmla="*/ 2572 w 2571"/>
                    <a:gd name="connsiteY1" fmla="*/ 2766 h 4290"/>
                    <a:gd name="connsiteX2" fmla="*/ 286 w 2571"/>
                    <a:gd name="connsiteY2" fmla="*/ 4290 h 4290"/>
                    <a:gd name="connsiteX3" fmla="*/ 0 w 2571"/>
                    <a:gd name="connsiteY3" fmla="*/ 2004 h 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71" h="4290">
                      <a:moveTo>
                        <a:pt x="0" y="2004"/>
                      </a:moveTo>
                      <a:cubicBezTo>
                        <a:pt x="476" y="-2377"/>
                        <a:pt x="1905" y="1623"/>
                        <a:pt x="2572" y="2766"/>
                      </a:cubicBezTo>
                      <a:cubicBezTo>
                        <a:pt x="1238" y="5814"/>
                        <a:pt x="1619" y="194"/>
                        <a:pt x="286" y="4290"/>
                      </a:cubicBezTo>
                      <a:cubicBezTo>
                        <a:pt x="381" y="2861"/>
                        <a:pt x="191" y="2195"/>
                        <a:pt x="0" y="20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6" name="Freeform: Shape 725">
                  <a:extLst>
                    <a:ext uri="{FF2B5EF4-FFF2-40B4-BE49-F238E27FC236}">
                      <a16:creationId xmlns:a16="http://schemas.microsoft.com/office/drawing/2014/main" id="{6A56D948-3C2F-46B9-9567-05C12FC21DA9}"/>
                    </a:ext>
                  </a:extLst>
                </p:cNvPr>
                <p:cNvSpPr/>
                <p:nvPr/>
              </p:nvSpPr>
              <p:spPr>
                <a:xfrm>
                  <a:off x="10432637" y="1774394"/>
                  <a:ext cx="4097" cy="7652"/>
                </a:xfrm>
                <a:custGeom>
                  <a:avLst/>
                  <a:gdLst>
                    <a:gd name="connsiteX0" fmla="*/ 0 w 4097"/>
                    <a:gd name="connsiteY0" fmla="*/ 1733 h 7652"/>
                    <a:gd name="connsiteX1" fmla="*/ 4095 w 4097"/>
                    <a:gd name="connsiteY1" fmla="*/ 6781 h 7652"/>
                    <a:gd name="connsiteX2" fmla="*/ 952 w 4097"/>
                    <a:gd name="connsiteY2" fmla="*/ 4971 h 7652"/>
                    <a:gd name="connsiteX3" fmla="*/ 0 w 4097"/>
                    <a:gd name="connsiteY3" fmla="*/ 1733 h 7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7" h="7652">
                      <a:moveTo>
                        <a:pt x="0" y="1733"/>
                      </a:moveTo>
                      <a:cubicBezTo>
                        <a:pt x="857" y="-2649"/>
                        <a:pt x="4190" y="2114"/>
                        <a:pt x="4095" y="6781"/>
                      </a:cubicBezTo>
                      <a:cubicBezTo>
                        <a:pt x="2761" y="10496"/>
                        <a:pt x="2572" y="875"/>
                        <a:pt x="952" y="4971"/>
                      </a:cubicBezTo>
                      <a:cubicBezTo>
                        <a:pt x="1238" y="2018"/>
                        <a:pt x="952" y="875"/>
                        <a:pt x="0" y="17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7" name="Freeform: Shape 726">
                  <a:extLst>
                    <a:ext uri="{FF2B5EF4-FFF2-40B4-BE49-F238E27FC236}">
                      <a16:creationId xmlns:a16="http://schemas.microsoft.com/office/drawing/2014/main" id="{45A7D153-D8DA-46DD-9FD7-B40EC3C1114E}"/>
                    </a:ext>
                  </a:extLst>
                </p:cNvPr>
                <p:cNvSpPr/>
                <p:nvPr/>
              </p:nvSpPr>
              <p:spPr>
                <a:xfrm>
                  <a:off x="10424540" y="1988343"/>
                  <a:ext cx="3048" cy="3602"/>
                </a:xfrm>
                <a:custGeom>
                  <a:avLst/>
                  <a:gdLst>
                    <a:gd name="connsiteX0" fmla="*/ 0 w 3048"/>
                    <a:gd name="connsiteY0" fmla="*/ 1619 h 3602"/>
                    <a:gd name="connsiteX1" fmla="*/ 3049 w 3048"/>
                    <a:gd name="connsiteY1" fmla="*/ 0 h 3602"/>
                    <a:gd name="connsiteX2" fmla="*/ 0 w 3048"/>
                    <a:gd name="connsiteY2" fmla="*/ 1619 h 3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8" h="3602">
                      <a:moveTo>
                        <a:pt x="0" y="1619"/>
                      </a:moveTo>
                      <a:cubicBezTo>
                        <a:pt x="763" y="-1333"/>
                        <a:pt x="2001" y="1238"/>
                        <a:pt x="3049" y="0"/>
                      </a:cubicBezTo>
                      <a:cubicBezTo>
                        <a:pt x="2572" y="4382"/>
                        <a:pt x="477" y="4572"/>
                        <a:pt x="0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32A506CF-867B-47A6-B917-934BB2629674}"/>
                    </a:ext>
                  </a:extLst>
                </p:cNvPr>
                <p:cNvSpPr/>
                <p:nvPr/>
              </p:nvSpPr>
              <p:spPr>
                <a:xfrm>
                  <a:off x="10426921" y="1950842"/>
                  <a:ext cx="1905" cy="3513"/>
                </a:xfrm>
                <a:custGeom>
                  <a:avLst/>
                  <a:gdLst>
                    <a:gd name="connsiteX0" fmla="*/ 0 w 1905"/>
                    <a:gd name="connsiteY0" fmla="*/ 2544 h 3513"/>
                    <a:gd name="connsiteX1" fmla="*/ 1620 w 1905"/>
                    <a:gd name="connsiteY1" fmla="*/ 68 h 3513"/>
                    <a:gd name="connsiteX2" fmla="*/ 1906 w 1905"/>
                    <a:gd name="connsiteY2" fmla="*/ 1116 h 3513"/>
                    <a:gd name="connsiteX3" fmla="*/ 1810 w 1905"/>
                    <a:gd name="connsiteY3" fmla="*/ 3402 h 3513"/>
                    <a:gd name="connsiteX4" fmla="*/ 0 w 1905"/>
                    <a:gd name="connsiteY4" fmla="*/ 2544 h 3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" h="3513">
                      <a:moveTo>
                        <a:pt x="0" y="2544"/>
                      </a:moveTo>
                      <a:cubicBezTo>
                        <a:pt x="0" y="-3075"/>
                        <a:pt x="1334" y="3878"/>
                        <a:pt x="1620" y="68"/>
                      </a:cubicBezTo>
                      <a:cubicBezTo>
                        <a:pt x="1906" y="-218"/>
                        <a:pt x="1906" y="449"/>
                        <a:pt x="1906" y="1116"/>
                      </a:cubicBezTo>
                      <a:lnTo>
                        <a:pt x="1810" y="3402"/>
                      </a:lnTo>
                      <a:cubicBezTo>
                        <a:pt x="953" y="4068"/>
                        <a:pt x="1144" y="1497"/>
                        <a:pt x="0" y="25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29" name="Freeform: Shape 728">
                  <a:extLst>
                    <a:ext uri="{FF2B5EF4-FFF2-40B4-BE49-F238E27FC236}">
                      <a16:creationId xmlns:a16="http://schemas.microsoft.com/office/drawing/2014/main" id="{AD345275-8508-49EE-A103-BBA9C8AD84B1}"/>
                    </a:ext>
                  </a:extLst>
                </p:cNvPr>
                <p:cNvSpPr/>
                <p:nvPr/>
              </p:nvSpPr>
              <p:spPr>
                <a:xfrm>
                  <a:off x="10436285" y="1781216"/>
                  <a:ext cx="3686" cy="8664"/>
                </a:xfrm>
                <a:custGeom>
                  <a:avLst/>
                  <a:gdLst>
                    <a:gd name="connsiteX0" fmla="*/ 67 w 3686"/>
                    <a:gd name="connsiteY0" fmla="*/ 7864 h 8664"/>
                    <a:gd name="connsiteX1" fmla="*/ 733 w 3686"/>
                    <a:gd name="connsiteY1" fmla="*/ 2149 h 8664"/>
                    <a:gd name="connsiteX2" fmla="*/ 3687 w 3686"/>
                    <a:gd name="connsiteY2" fmla="*/ 530 h 8664"/>
                    <a:gd name="connsiteX3" fmla="*/ 2067 w 3686"/>
                    <a:gd name="connsiteY3" fmla="*/ 4149 h 8664"/>
                    <a:gd name="connsiteX4" fmla="*/ 3496 w 3686"/>
                    <a:gd name="connsiteY4" fmla="*/ 5102 h 8664"/>
                    <a:gd name="connsiteX5" fmla="*/ 67 w 3686"/>
                    <a:gd name="connsiteY5" fmla="*/ 7864 h 8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86" h="8664">
                      <a:moveTo>
                        <a:pt x="67" y="7864"/>
                      </a:moveTo>
                      <a:cubicBezTo>
                        <a:pt x="-505" y="3673"/>
                        <a:pt x="2829" y="3387"/>
                        <a:pt x="733" y="2149"/>
                      </a:cubicBezTo>
                      <a:cubicBezTo>
                        <a:pt x="1305" y="-1661"/>
                        <a:pt x="3019" y="816"/>
                        <a:pt x="3687" y="530"/>
                      </a:cubicBezTo>
                      <a:cubicBezTo>
                        <a:pt x="3210" y="2149"/>
                        <a:pt x="2638" y="3006"/>
                        <a:pt x="2067" y="4149"/>
                      </a:cubicBezTo>
                      <a:cubicBezTo>
                        <a:pt x="1876" y="6054"/>
                        <a:pt x="3305" y="7769"/>
                        <a:pt x="3496" y="5102"/>
                      </a:cubicBezTo>
                      <a:cubicBezTo>
                        <a:pt x="4162" y="9388"/>
                        <a:pt x="638" y="9102"/>
                        <a:pt x="67" y="78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0" name="Freeform: Shape 729">
                  <a:extLst>
                    <a:ext uri="{FF2B5EF4-FFF2-40B4-BE49-F238E27FC236}">
                      <a16:creationId xmlns:a16="http://schemas.microsoft.com/office/drawing/2014/main" id="{AEF4DDF6-1167-483E-8CB8-09B369AC3991}"/>
                    </a:ext>
                  </a:extLst>
                </p:cNvPr>
                <p:cNvSpPr/>
                <p:nvPr/>
              </p:nvSpPr>
              <p:spPr>
                <a:xfrm>
                  <a:off x="10436637" y="1804511"/>
                  <a:ext cx="3048" cy="6953"/>
                </a:xfrm>
                <a:custGeom>
                  <a:avLst/>
                  <a:gdLst>
                    <a:gd name="connsiteX0" fmla="*/ 0 w 3048"/>
                    <a:gd name="connsiteY0" fmla="*/ 2667 h 6953"/>
                    <a:gd name="connsiteX1" fmla="*/ 3049 w 3048"/>
                    <a:gd name="connsiteY1" fmla="*/ 0 h 6953"/>
                    <a:gd name="connsiteX2" fmla="*/ 1620 w 3048"/>
                    <a:gd name="connsiteY2" fmla="*/ 6953 h 6953"/>
                    <a:gd name="connsiteX3" fmla="*/ 0 w 3048"/>
                    <a:gd name="connsiteY3" fmla="*/ 2667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8" h="6953">
                      <a:moveTo>
                        <a:pt x="0" y="2667"/>
                      </a:moveTo>
                      <a:cubicBezTo>
                        <a:pt x="191" y="-571"/>
                        <a:pt x="1524" y="1143"/>
                        <a:pt x="3049" y="0"/>
                      </a:cubicBezTo>
                      <a:cubicBezTo>
                        <a:pt x="1334" y="2858"/>
                        <a:pt x="3906" y="5906"/>
                        <a:pt x="1620" y="6953"/>
                      </a:cubicBezTo>
                      <a:cubicBezTo>
                        <a:pt x="2477" y="4286"/>
                        <a:pt x="1429" y="1715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1" name="Freeform: Shape 730">
                  <a:extLst>
                    <a:ext uri="{FF2B5EF4-FFF2-40B4-BE49-F238E27FC236}">
                      <a16:creationId xmlns:a16="http://schemas.microsoft.com/office/drawing/2014/main" id="{6F5A722D-D6E9-40C0-AECD-C987136BA038}"/>
                    </a:ext>
                  </a:extLst>
                </p:cNvPr>
                <p:cNvSpPr/>
                <p:nvPr/>
              </p:nvSpPr>
              <p:spPr>
                <a:xfrm>
                  <a:off x="10431073" y="1944606"/>
                  <a:ext cx="2802" cy="4894"/>
                </a:xfrm>
                <a:custGeom>
                  <a:avLst/>
                  <a:gdLst>
                    <a:gd name="connsiteX0" fmla="*/ 326 w 2802"/>
                    <a:gd name="connsiteY0" fmla="*/ 1351 h 4894"/>
                    <a:gd name="connsiteX1" fmla="*/ 1849 w 2802"/>
                    <a:gd name="connsiteY1" fmla="*/ 17 h 4894"/>
                    <a:gd name="connsiteX2" fmla="*/ 2803 w 2802"/>
                    <a:gd name="connsiteY2" fmla="*/ 3256 h 4894"/>
                    <a:gd name="connsiteX3" fmla="*/ 326 w 2802"/>
                    <a:gd name="connsiteY3" fmla="*/ 1351 h 4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02" h="4894">
                      <a:moveTo>
                        <a:pt x="326" y="1351"/>
                      </a:moveTo>
                      <a:cubicBezTo>
                        <a:pt x="-817" y="207"/>
                        <a:pt x="1374" y="-78"/>
                        <a:pt x="1849" y="17"/>
                      </a:cubicBezTo>
                      <a:cubicBezTo>
                        <a:pt x="1660" y="2494"/>
                        <a:pt x="1945" y="3636"/>
                        <a:pt x="2803" y="3256"/>
                      </a:cubicBezTo>
                      <a:cubicBezTo>
                        <a:pt x="1278" y="8399"/>
                        <a:pt x="1755" y="-364"/>
                        <a:pt x="326" y="135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2" name="Freeform: Shape 731">
                  <a:extLst>
                    <a:ext uri="{FF2B5EF4-FFF2-40B4-BE49-F238E27FC236}">
                      <a16:creationId xmlns:a16="http://schemas.microsoft.com/office/drawing/2014/main" id="{9709060F-B68C-4324-AF96-9935E4C707F7}"/>
                    </a:ext>
                  </a:extLst>
                </p:cNvPr>
                <p:cNvSpPr/>
                <p:nvPr/>
              </p:nvSpPr>
              <p:spPr>
                <a:xfrm>
                  <a:off x="10431684" y="1927764"/>
                  <a:ext cx="2571" cy="4155"/>
                </a:xfrm>
                <a:custGeom>
                  <a:avLst/>
                  <a:gdLst>
                    <a:gd name="connsiteX0" fmla="*/ 0 w 2571"/>
                    <a:gd name="connsiteY0" fmla="*/ 2381 h 4155"/>
                    <a:gd name="connsiteX1" fmla="*/ 858 w 2571"/>
                    <a:gd name="connsiteY1" fmla="*/ 0 h 4155"/>
                    <a:gd name="connsiteX2" fmla="*/ 2572 w 2571"/>
                    <a:gd name="connsiteY2" fmla="*/ 2000 h 4155"/>
                    <a:gd name="connsiteX3" fmla="*/ 0 w 2571"/>
                    <a:gd name="connsiteY3" fmla="*/ 2381 h 4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71" h="4155">
                      <a:moveTo>
                        <a:pt x="0" y="2381"/>
                      </a:moveTo>
                      <a:cubicBezTo>
                        <a:pt x="191" y="1143"/>
                        <a:pt x="763" y="1524"/>
                        <a:pt x="858" y="0"/>
                      </a:cubicBezTo>
                      <a:cubicBezTo>
                        <a:pt x="1238" y="1238"/>
                        <a:pt x="1429" y="3143"/>
                        <a:pt x="2572" y="2000"/>
                      </a:cubicBezTo>
                      <a:cubicBezTo>
                        <a:pt x="2192" y="6287"/>
                        <a:pt x="763" y="2953"/>
                        <a:pt x="0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3" name="Freeform: Shape 732">
                  <a:extLst>
                    <a:ext uri="{FF2B5EF4-FFF2-40B4-BE49-F238E27FC236}">
                      <a16:creationId xmlns:a16="http://schemas.microsoft.com/office/drawing/2014/main" id="{99B3B6C3-9EE9-4FE5-BA8D-1FB60AF28BAA}"/>
                    </a:ext>
                  </a:extLst>
                </p:cNvPr>
                <p:cNvSpPr/>
                <p:nvPr/>
              </p:nvSpPr>
              <p:spPr>
                <a:xfrm>
                  <a:off x="10440114" y="1816798"/>
                  <a:ext cx="3666" cy="5421"/>
                </a:xfrm>
                <a:custGeom>
                  <a:avLst/>
                  <a:gdLst>
                    <a:gd name="connsiteX0" fmla="*/ 238 w 3666"/>
                    <a:gd name="connsiteY0" fmla="*/ 3334 h 5421"/>
                    <a:gd name="connsiteX1" fmla="*/ 47 w 3666"/>
                    <a:gd name="connsiteY1" fmla="*/ 0 h 5421"/>
                    <a:gd name="connsiteX2" fmla="*/ 3667 w 3666"/>
                    <a:gd name="connsiteY2" fmla="*/ 1714 h 5421"/>
                    <a:gd name="connsiteX3" fmla="*/ 2428 w 3666"/>
                    <a:gd name="connsiteY3" fmla="*/ 5334 h 5421"/>
                    <a:gd name="connsiteX4" fmla="*/ 238 w 3666"/>
                    <a:gd name="connsiteY4" fmla="*/ 3334 h 5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66" h="5421">
                      <a:moveTo>
                        <a:pt x="238" y="3334"/>
                      </a:moveTo>
                      <a:cubicBezTo>
                        <a:pt x="-142" y="3238"/>
                        <a:pt x="47" y="1333"/>
                        <a:pt x="47" y="0"/>
                      </a:cubicBezTo>
                      <a:cubicBezTo>
                        <a:pt x="1095" y="1048"/>
                        <a:pt x="1762" y="2953"/>
                        <a:pt x="3667" y="1714"/>
                      </a:cubicBezTo>
                      <a:cubicBezTo>
                        <a:pt x="3667" y="4381"/>
                        <a:pt x="2048" y="1333"/>
                        <a:pt x="2428" y="5334"/>
                      </a:cubicBezTo>
                      <a:cubicBezTo>
                        <a:pt x="1381" y="6191"/>
                        <a:pt x="905" y="381"/>
                        <a:pt x="238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4" name="Freeform: Shape 733">
                  <a:extLst>
                    <a:ext uri="{FF2B5EF4-FFF2-40B4-BE49-F238E27FC236}">
                      <a16:creationId xmlns:a16="http://schemas.microsoft.com/office/drawing/2014/main" id="{FDE16D6C-089B-4FED-8FB3-A9E1259D2CAB}"/>
                    </a:ext>
                  </a:extLst>
                </p:cNvPr>
                <p:cNvSpPr/>
                <p:nvPr/>
              </p:nvSpPr>
              <p:spPr>
                <a:xfrm>
                  <a:off x="10436915" y="1905010"/>
                  <a:ext cx="3150" cy="7323"/>
                </a:xfrm>
                <a:custGeom>
                  <a:avLst/>
                  <a:gdLst>
                    <a:gd name="connsiteX0" fmla="*/ 8 w 3150"/>
                    <a:gd name="connsiteY0" fmla="*/ 7324 h 7323"/>
                    <a:gd name="connsiteX1" fmla="*/ 1246 w 3150"/>
                    <a:gd name="connsiteY1" fmla="*/ 4847 h 7323"/>
                    <a:gd name="connsiteX2" fmla="*/ 1437 w 3150"/>
                    <a:gd name="connsiteY2" fmla="*/ 275 h 7323"/>
                    <a:gd name="connsiteX3" fmla="*/ 3151 w 3150"/>
                    <a:gd name="connsiteY3" fmla="*/ 2276 h 7323"/>
                    <a:gd name="connsiteX4" fmla="*/ 1818 w 3150"/>
                    <a:gd name="connsiteY4" fmla="*/ 7038 h 7323"/>
                    <a:gd name="connsiteX5" fmla="*/ 8 w 3150"/>
                    <a:gd name="connsiteY5" fmla="*/ 7324 h 73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50" h="7323">
                      <a:moveTo>
                        <a:pt x="8" y="7324"/>
                      </a:moveTo>
                      <a:cubicBezTo>
                        <a:pt x="-87" y="4943"/>
                        <a:pt x="676" y="5038"/>
                        <a:pt x="1246" y="4847"/>
                      </a:cubicBezTo>
                      <a:cubicBezTo>
                        <a:pt x="865" y="3228"/>
                        <a:pt x="960" y="2085"/>
                        <a:pt x="1437" y="275"/>
                      </a:cubicBezTo>
                      <a:cubicBezTo>
                        <a:pt x="2675" y="-868"/>
                        <a:pt x="2485" y="1894"/>
                        <a:pt x="3151" y="2276"/>
                      </a:cubicBezTo>
                      <a:cubicBezTo>
                        <a:pt x="2866" y="4466"/>
                        <a:pt x="1628" y="3418"/>
                        <a:pt x="1818" y="7038"/>
                      </a:cubicBezTo>
                      <a:lnTo>
                        <a:pt x="8" y="732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5" name="Freeform: Shape 734">
                  <a:extLst>
                    <a:ext uri="{FF2B5EF4-FFF2-40B4-BE49-F238E27FC236}">
                      <a16:creationId xmlns:a16="http://schemas.microsoft.com/office/drawing/2014/main" id="{8C029F00-4B2E-46BE-94EC-BE5833AC8325}"/>
                    </a:ext>
                  </a:extLst>
                </p:cNvPr>
                <p:cNvSpPr/>
                <p:nvPr/>
              </p:nvSpPr>
              <p:spPr>
                <a:xfrm>
                  <a:off x="10450924" y="1640300"/>
                  <a:ext cx="11240" cy="8886"/>
                </a:xfrm>
                <a:custGeom>
                  <a:avLst/>
                  <a:gdLst>
                    <a:gd name="connsiteX0" fmla="*/ 11240 w 11240"/>
                    <a:gd name="connsiteY0" fmla="*/ 1143 h 8886"/>
                    <a:gd name="connsiteX1" fmla="*/ 10668 w 11240"/>
                    <a:gd name="connsiteY1" fmla="*/ 5810 h 8886"/>
                    <a:gd name="connsiteX2" fmla="*/ 8573 w 11240"/>
                    <a:gd name="connsiteY2" fmla="*/ 3905 h 8886"/>
                    <a:gd name="connsiteX3" fmla="*/ 7334 w 11240"/>
                    <a:gd name="connsiteY3" fmla="*/ 7525 h 8886"/>
                    <a:gd name="connsiteX4" fmla="*/ 6191 w 11240"/>
                    <a:gd name="connsiteY4" fmla="*/ 8858 h 8886"/>
                    <a:gd name="connsiteX5" fmla="*/ 5716 w 11240"/>
                    <a:gd name="connsiteY5" fmla="*/ 4381 h 8886"/>
                    <a:gd name="connsiteX6" fmla="*/ 0 w 11240"/>
                    <a:gd name="connsiteY6" fmla="*/ 5334 h 8886"/>
                    <a:gd name="connsiteX7" fmla="*/ 4858 w 11240"/>
                    <a:gd name="connsiteY7" fmla="*/ 0 h 8886"/>
                    <a:gd name="connsiteX8" fmla="*/ 11240 w 11240"/>
                    <a:gd name="connsiteY8" fmla="*/ 1143 h 8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240" h="8886">
                      <a:moveTo>
                        <a:pt x="11240" y="1143"/>
                      </a:moveTo>
                      <a:cubicBezTo>
                        <a:pt x="11145" y="3143"/>
                        <a:pt x="10668" y="3619"/>
                        <a:pt x="10668" y="5810"/>
                      </a:cubicBezTo>
                      <a:cubicBezTo>
                        <a:pt x="10288" y="1143"/>
                        <a:pt x="9145" y="8954"/>
                        <a:pt x="8573" y="3905"/>
                      </a:cubicBezTo>
                      <a:cubicBezTo>
                        <a:pt x="7716" y="3619"/>
                        <a:pt x="8573" y="9049"/>
                        <a:pt x="7334" y="7525"/>
                      </a:cubicBezTo>
                      <a:cubicBezTo>
                        <a:pt x="8382" y="2953"/>
                        <a:pt x="6382" y="6287"/>
                        <a:pt x="6191" y="8858"/>
                      </a:cubicBezTo>
                      <a:cubicBezTo>
                        <a:pt x="4572" y="9239"/>
                        <a:pt x="6478" y="5620"/>
                        <a:pt x="5716" y="4381"/>
                      </a:cubicBezTo>
                      <a:cubicBezTo>
                        <a:pt x="3620" y="6763"/>
                        <a:pt x="1620" y="5429"/>
                        <a:pt x="0" y="5334"/>
                      </a:cubicBezTo>
                      <a:cubicBezTo>
                        <a:pt x="1048" y="1333"/>
                        <a:pt x="3715" y="3524"/>
                        <a:pt x="4858" y="0"/>
                      </a:cubicBezTo>
                      <a:cubicBezTo>
                        <a:pt x="6382" y="3810"/>
                        <a:pt x="8477" y="1429"/>
                        <a:pt x="11240" y="1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6" name="Freeform: Shape 735">
                  <a:extLst>
                    <a:ext uri="{FF2B5EF4-FFF2-40B4-BE49-F238E27FC236}">
                      <a16:creationId xmlns:a16="http://schemas.microsoft.com/office/drawing/2014/main" id="{67345A28-981C-48DE-9581-C002FCD8BB03}"/>
                    </a:ext>
                  </a:extLst>
                </p:cNvPr>
                <p:cNvSpPr/>
                <p:nvPr/>
              </p:nvSpPr>
              <p:spPr>
                <a:xfrm>
                  <a:off x="10445019" y="1781341"/>
                  <a:ext cx="1524" cy="6310"/>
                </a:xfrm>
                <a:custGeom>
                  <a:avLst/>
                  <a:gdLst>
                    <a:gd name="connsiteX0" fmla="*/ 0 w 1524"/>
                    <a:gd name="connsiteY0" fmla="*/ 1929 h 6310"/>
                    <a:gd name="connsiteX1" fmla="*/ 1524 w 1524"/>
                    <a:gd name="connsiteY1" fmla="*/ 595 h 6310"/>
                    <a:gd name="connsiteX2" fmla="*/ 1238 w 1524"/>
                    <a:gd name="connsiteY2" fmla="*/ 6310 h 6310"/>
                    <a:gd name="connsiteX3" fmla="*/ 0 w 1524"/>
                    <a:gd name="connsiteY3" fmla="*/ 1929 h 6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4" h="6310">
                      <a:moveTo>
                        <a:pt x="0" y="1929"/>
                      </a:moveTo>
                      <a:cubicBezTo>
                        <a:pt x="477" y="-1405"/>
                        <a:pt x="572" y="595"/>
                        <a:pt x="1524" y="595"/>
                      </a:cubicBezTo>
                      <a:lnTo>
                        <a:pt x="1238" y="6310"/>
                      </a:lnTo>
                      <a:cubicBezTo>
                        <a:pt x="286" y="6310"/>
                        <a:pt x="858" y="1929"/>
                        <a:pt x="0" y="19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7" name="Freeform: Shape 736">
                  <a:extLst>
                    <a:ext uri="{FF2B5EF4-FFF2-40B4-BE49-F238E27FC236}">
                      <a16:creationId xmlns:a16="http://schemas.microsoft.com/office/drawing/2014/main" id="{2C5EC55D-C33A-4333-A70B-6E7214F386BB}"/>
                    </a:ext>
                  </a:extLst>
                </p:cNvPr>
                <p:cNvSpPr/>
                <p:nvPr/>
              </p:nvSpPr>
              <p:spPr>
                <a:xfrm>
                  <a:off x="10450449" y="1739265"/>
                  <a:ext cx="2476" cy="4666"/>
                </a:xfrm>
                <a:custGeom>
                  <a:avLst/>
                  <a:gdLst>
                    <a:gd name="connsiteX0" fmla="*/ 0 w 2476"/>
                    <a:gd name="connsiteY0" fmla="*/ 3524 h 4666"/>
                    <a:gd name="connsiteX1" fmla="*/ 857 w 2476"/>
                    <a:gd name="connsiteY1" fmla="*/ 0 h 4666"/>
                    <a:gd name="connsiteX2" fmla="*/ 2477 w 2476"/>
                    <a:gd name="connsiteY2" fmla="*/ 3143 h 4666"/>
                    <a:gd name="connsiteX3" fmla="*/ 0 w 2476"/>
                    <a:gd name="connsiteY3" fmla="*/ 3524 h 4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4666">
                      <a:moveTo>
                        <a:pt x="0" y="3524"/>
                      </a:moveTo>
                      <a:cubicBezTo>
                        <a:pt x="285" y="2286"/>
                        <a:pt x="857" y="2191"/>
                        <a:pt x="857" y="0"/>
                      </a:cubicBezTo>
                      <a:cubicBezTo>
                        <a:pt x="1429" y="952"/>
                        <a:pt x="1143" y="4572"/>
                        <a:pt x="2477" y="3143"/>
                      </a:cubicBezTo>
                      <a:cubicBezTo>
                        <a:pt x="2191" y="5620"/>
                        <a:pt x="285" y="4572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893DB44D-B447-41A1-9590-7D18B3C25A0D}"/>
                    </a:ext>
                  </a:extLst>
                </p:cNvPr>
                <p:cNvSpPr/>
                <p:nvPr/>
              </p:nvSpPr>
              <p:spPr>
                <a:xfrm>
                  <a:off x="10453878" y="1670399"/>
                  <a:ext cx="3810" cy="5143"/>
                </a:xfrm>
                <a:custGeom>
                  <a:avLst/>
                  <a:gdLst>
                    <a:gd name="connsiteX0" fmla="*/ 0 w 3810"/>
                    <a:gd name="connsiteY0" fmla="*/ 5144 h 5143"/>
                    <a:gd name="connsiteX1" fmla="*/ 3810 w 3810"/>
                    <a:gd name="connsiteY1" fmla="*/ 0 h 5143"/>
                    <a:gd name="connsiteX2" fmla="*/ 0 w 3810"/>
                    <a:gd name="connsiteY2" fmla="*/ 5144 h 5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5143">
                      <a:moveTo>
                        <a:pt x="0" y="5144"/>
                      </a:moveTo>
                      <a:cubicBezTo>
                        <a:pt x="857" y="-95"/>
                        <a:pt x="2477" y="952"/>
                        <a:pt x="3810" y="0"/>
                      </a:cubicBezTo>
                      <a:cubicBezTo>
                        <a:pt x="3238" y="4286"/>
                        <a:pt x="857" y="1905"/>
                        <a:pt x="0" y="51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9" name="Freeform: Shape 738">
                  <a:extLst>
                    <a:ext uri="{FF2B5EF4-FFF2-40B4-BE49-F238E27FC236}">
                      <a16:creationId xmlns:a16="http://schemas.microsoft.com/office/drawing/2014/main" id="{D56956D8-0046-47DB-B85A-13654C67EAFA}"/>
                    </a:ext>
                  </a:extLst>
                </p:cNvPr>
                <p:cNvSpPr/>
                <p:nvPr/>
              </p:nvSpPr>
              <p:spPr>
                <a:xfrm>
                  <a:off x="10452830" y="1719609"/>
                  <a:ext cx="2190" cy="4510"/>
                </a:xfrm>
                <a:custGeom>
                  <a:avLst/>
                  <a:gdLst>
                    <a:gd name="connsiteX0" fmla="*/ 0 w 2190"/>
                    <a:gd name="connsiteY0" fmla="*/ 1367 h 4510"/>
                    <a:gd name="connsiteX1" fmla="*/ 2191 w 2190"/>
                    <a:gd name="connsiteY1" fmla="*/ 986 h 4510"/>
                    <a:gd name="connsiteX2" fmla="*/ 1714 w 2190"/>
                    <a:gd name="connsiteY2" fmla="*/ 4511 h 4510"/>
                    <a:gd name="connsiteX3" fmla="*/ 0 w 2190"/>
                    <a:gd name="connsiteY3" fmla="*/ 1367 h 4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0" h="4510">
                      <a:moveTo>
                        <a:pt x="0" y="1367"/>
                      </a:moveTo>
                      <a:cubicBezTo>
                        <a:pt x="571" y="-2157"/>
                        <a:pt x="1238" y="2415"/>
                        <a:pt x="2191" y="986"/>
                      </a:cubicBezTo>
                      <a:cubicBezTo>
                        <a:pt x="2000" y="1939"/>
                        <a:pt x="1714" y="2891"/>
                        <a:pt x="1714" y="4511"/>
                      </a:cubicBezTo>
                      <a:cubicBezTo>
                        <a:pt x="857" y="4225"/>
                        <a:pt x="1238" y="605"/>
                        <a:pt x="0" y="13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0" name="Freeform: Shape 739">
                  <a:extLst>
                    <a:ext uri="{FF2B5EF4-FFF2-40B4-BE49-F238E27FC236}">
                      <a16:creationId xmlns:a16="http://schemas.microsoft.com/office/drawing/2014/main" id="{31CC258B-8CB8-4C36-B57D-66ADD6EDFB8D}"/>
                    </a:ext>
                  </a:extLst>
                </p:cNvPr>
                <p:cNvSpPr/>
                <p:nvPr/>
              </p:nvSpPr>
              <p:spPr>
                <a:xfrm>
                  <a:off x="10449608" y="1798087"/>
                  <a:ext cx="1507" cy="4810"/>
                </a:xfrm>
                <a:custGeom>
                  <a:avLst/>
                  <a:gdLst>
                    <a:gd name="connsiteX0" fmla="*/ 173 w 1507"/>
                    <a:gd name="connsiteY0" fmla="*/ 233 h 4810"/>
                    <a:gd name="connsiteX1" fmla="*/ 1507 w 1507"/>
                    <a:gd name="connsiteY1" fmla="*/ 3376 h 4810"/>
                    <a:gd name="connsiteX2" fmla="*/ 173 w 1507"/>
                    <a:gd name="connsiteY2" fmla="*/ 233 h 4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07" h="4810">
                      <a:moveTo>
                        <a:pt x="173" y="233"/>
                      </a:moveTo>
                      <a:cubicBezTo>
                        <a:pt x="1412" y="-1006"/>
                        <a:pt x="841" y="3090"/>
                        <a:pt x="1507" y="3376"/>
                      </a:cubicBezTo>
                      <a:cubicBezTo>
                        <a:pt x="936" y="6614"/>
                        <a:pt x="-493" y="3852"/>
                        <a:pt x="173" y="2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1" name="Freeform: Shape 740">
                  <a:extLst>
                    <a:ext uri="{FF2B5EF4-FFF2-40B4-BE49-F238E27FC236}">
                      <a16:creationId xmlns:a16="http://schemas.microsoft.com/office/drawing/2014/main" id="{973D2A51-B130-40B6-96DC-84849AF5D860}"/>
                    </a:ext>
                  </a:extLst>
                </p:cNvPr>
                <p:cNvSpPr/>
                <p:nvPr/>
              </p:nvSpPr>
              <p:spPr>
                <a:xfrm>
                  <a:off x="10457593" y="1621535"/>
                  <a:ext cx="2190" cy="3558"/>
                </a:xfrm>
                <a:custGeom>
                  <a:avLst/>
                  <a:gdLst>
                    <a:gd name="connsiteX0" fmla="*/ 0 w 2190"/>
                    <a:gd name="connsiteY0" fmla="*/ 2572 h 3558"/>
                    <a:gd name="connsiteX1" fmla="*/ 1905 w 2190"/>
                    <a:gd name="connsiteY1" fmla="*/ 0 h 3558"/>
                    <a:gd name="connsiteX2" fmla="*/ 2191 w 2190"/>
                    <a:gd name="connsiteY2" fmla="*/ 2191 h 3558"/>
                    <a:gd name="connsiteX3" fmla="*/ 0 w 2190"/>
                    <a:gd name="connsiteY3" fmla="*/ 2572 h 3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0" h="3558">
                      <a:moveTo>
                        <a:pt x="0" y="2572"/>
                      </a:moveTo>
                      <a:cubicBezTo>
                        <a:pt x="380" y="857"/>
                        <a:pt x="1048" y="0"/>
                        <a:pt x="1905" y="0"/>
                      </a:cubicBezTo>
                      <a:cubicBezTo>
                        <a:pt x="1809" y="1333"/>
                        <a:pt x="1905" y="2000"/>
                        <a:pt x="2191" y="2191"/>
                      </a:cubicBezTo>
                      <a:cubicBezTo>
                        <a:pt x="1619" y="5715"/>
                        <a:pt x="1048" y="1143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2" name="Freeform: Shape 741">
                  <a:extLst>
                    <a:ext uri="{FF2B5EF4-FFF2-40B4-BE49-F238E27FC236}">
                      <a16:creationId xmlns:a16="http://schemas.microsoft.com/office/drawing/2014/main" id="{503AA0B8-774A-4340-BA6E-C9617C57EFA6}"/>
                    </a:ext>
                  </a:extLst>
                </p:cNvPr>
                <p:cNvSpPr/>
                <p:nvPr/>
              </p:nvSpPr>
              <p:spPr>
                <a:xfrm>
                  <a:off x="10457402" y="1630542"/>
                  <a:ext cx="2381" cy="7090"/>
                </a:xfrm>
                <a:custGeom>
                  <a:avLst/>
                  <a:gdLst>
                    <a:gd name="connsiteX0" fmla="*/ 0 w 2381"/>
                    <a:gd name="connsiteY0" fmla="*/ 7091 h 7090"/>
                    <a:gd name="connsiteX1" fmla="*/ 1429 w 2381"/>
                    <a:gd name="connsiteY1" fmla="*/ 42 h 7090"/>
                    <a:gd name="connsiteX2" fmla="*/ 2381 w 2381"/>
                    <a:gd name="connsiteY2" fmla="*/ 3281 h 7090"/>
                    <a:gd name="connsiteX3" fmla="*/ 0 w 2381"/>
                    <a:gd name="connsiteY3" fmla="*/ 7091 h 7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81" h="7090">
                      <a:moveTo>
                        <a:pt x="0" y="7091"/>
                      </a:moveTo>
                      <a:cubicBezTo>
                        <a:pt x="191" y="3662"/>
                        <a:pt x="1143" y="3090"/>
                        <a:pt x="1429" y="42"/>
                      </a:cubicBezTo>
                      <a:cubicBezTo>
                        <a:pt x="2286" y="-434"/>
                        <a:pt x="1714" y="3281"/>
                        <a:pt x="2381" y="3281"/>
                      </a:cubicBezTo>
                      <a:cubicBezTo>
                        <a:pt x="1809" y="5852"/>
                        <a:pt x="1048" y="6995"/>
                        <a:pt x="0" y="70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3" name="Freeform: Shape 742">
                  <a:extLst>
                    <a:ext uri="{FF2B5EF4-FFF2-40B4-BE49-F238E27FC236}">
                      <a16:creationId xmlns:a16="http://schemas.microsoft.com/office/drawing/2014/main" id="{5B7465FF-598D-4F0E-A886-AB035DBD515D}"/>
                    </a:ext>
                  </a:extLst>
                </p:cNvPr>
                <p:cNvSpPr/>
                <p:nvPr/>
              </p:nvSpPr>
              <p:spPr>
                <a:xfrm>
                  <a:off x="10443590" y="1950854"/>
                  <a:ext cx="1524" cy="4627"/>
                </a:xfrm>
                <a:custGeom>
                  <a:avLst/>
                  <a:gdLst>
                    <a:gd name="connsiteX0" fmla="*/ 0 w 1524"/>
                    <a:gd name="connsiteY0" fmla="*/ 4628 h 4627"/>
                    <a:gd name="connsiteX1" fmla="*/ 381 w 1524"/>
                    <a:gd name="connsiteY1" fmla="*/ 3485 h 4627"/>
                    <a:gd name="connsiteX2" fmla="*/ 572 w 1524"/>
                    <a:gd name="connsiteY2" fmla="*/ 56 h 4627"/>
                    <a:gd name="connsiteX3" fmla="*/ 1524 w 1524"/>
                    <a:gd name="connsiteY3" fmla="*/ 4437 h 4627"/>
                    <a:gd name="connsiteX4" fmla="*/ 0 w 1524"/>
                    <a:gd name="connsiteY4" fmla="*/ 4628 h 4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" h="4627">
                      <a:moveTo>
                        <a:pt x="0" y="4628"/>
                      </a:moveTo>
                      <a:cubicBezTo>
                        <a:pt x="0" y="3675"/>
                        <a:pt x="191" y="3580"/>
                        <a:pt x="381" y="3485"/>
                      </a:cubicBezTo>
                      <a:cubicBezTo>
                        <a:pt x="953" y="2913"/>
                        <a:pt x="286" y="2056"/>
                        <a:pt x="572" y="56"/>
                      </a:cubicBezTo>
                      <a:cubicBezTo>
                        <a:pt x="1524" y="-420"/>
                        <a:pt x="1429" y="2247"/>
                        <a:pt x="1524" y="4437"/>
                      </a:cubicBezTo>
                      <a:lnTo>
                        <a:pt x="0" y="4628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4" name="Freeform: Shape 743">
                  <a:extLst>
                    <a:ext uri="{FF2B5EF4-FFF2-40B4-BE49-F238E27FC236}">
                      <a16:creationId xmlns:a16="http://schemas.microsoft.com/office/drawing/2014/main" id="{D2D3A7F4-0813-476B-83FA-D27F7360CAF2}"/>
                    </a:ext>
                  </a:extLst>
                </p:cNvPr>
                <p:cNvSpPr/>
                <p:nvPr/>
              </p:nvSpPr>
              <p:spPr>
                <a:xfrm>
                  <a:off x="10452449" y="1776735"/>
                  <a:ext cx="2285" cy="5106"/>
                </a:xfrm>
                <a:custGeom>
                  <a:avLst/>
                  <a:gdLst>
                    <a:gd name="connsiteX0" fmla="*/ 0 w 2285"/>
                    <a:gd name="connsiteY0" fmla="*/ 1963 h 5106"/>
                    <a:gd name="connsiteX1" fmla="*/ 2286 w 2285"/>
                    <a:gd name="connsiteY1" fmla="*/ 439 h 5106"/>
                    <a:gd name="connsiteX2" fmla="*/ 1334 w 2285"/>
                    <a:gd name="connsiteY2" fmla="*/ 5106 h 5106"/>
                    <a:gd name="connsiteX3" fmla="*/ 0 w 2285"/>
                    <a:gd name="connsiteY3" fmla="*/ 1963 h 5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5106">
                      <a:moveTo>
                        <a:pt x="0" y="1963"/>
                      </a:moveTo>
                      <a:cubicBezTo>
                        <a:pt x="762" y="-418"/>
                        <a:pt x="1334" y="-228"/>
                        <a:pt x="2286" y="439"/>
                      </a:cubicBezTo>
                      <a:cubicBezTo>
                        <a:pt x="2000" y="2249"/>
                        <a:pt x="1048" y="1582"/>
                        <a:pt x="1334" y="5106"/>
                      </a:cubicBezTo>
                      <a:cubicBezTo>
                        <a:pt x="666" y="4820"/>
                        <a:pt x="1238" y="820"/>
                        <a:pt x="0" y="19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5" name="Freeform: Shape 744">
                  <a:extLst>
                    <a:ext uri="{FF2B5EF4-FFF2-40B4-BE49-F238E27FC236}">
                      <a16:creationId xmlns:a16="http://schemas.microsoft.com/office/drawing/2014/main" id="{EC7156DC-B688-4A6F-BFFA-5AD4D39027E0}"/>
                    </a:ext>
                  </a:extLst>
                </p:cNvPr>
                <p:cNvSpPr/>
                <p:nvPr/>
              </p:nvSpPr>
              <p:spPr>
                <a:xfrm>
                  <a:off x="10454639" y="1727166"/>
                  <a:ext cx="1715" cy="5795"/>
                </a:xfrm>
                <a:custGeom>
                  <a:avLst/>
                  <a:gdLst>
                    <a:gd name="connsiteX0" fmla="*/ 0 w 1715"/>
                    <a:gd name="connsiteY0" fmla="*/ 2574 h 5795"/>
                    <a:gd name="connsiteX1" fmla="*/ 1143 w 1715"/>
                    <a:gd name="connsiteY1" fmla="*/ 97 h 5795"/>
                    <a:gd name="connsiteX2" fmla="*/ 1715 w 1715"/>
                    <a:gd name="connsiteY2" fmla="*/ 4574 h 5795"/>
                    <a:gd name="connsiteX3" fmla="*/ 0 w 1715"/>
                    <a:gd name="connsiteY3" fmla="*/ 2574 h 5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5" h="5795">
                      <a:moveTo>
                        <a:pt x="0" y="2574"/>
                      </a:moveTo>
                      <a:cubicBezTo>
                        <a:pt x="191" y="955"/>
                        <a:pt x="1143" y="2002"/>
                        <a:pt x="1143" y="97"/>
                      </a:cubicBezTo>
                      <a:cubicBezTo>
                        <a:pt x="2191" y="-855"/>
                        <a:pt x="667" y="5527"/>
                        <a:pt x="1715" y="4574"/>
                      </a:cubicBezTo>
                      <a:cubicBezTo>
                        <a:pt x="763" y="8765"/>
                        <a:pt x="1238" y="669"/>
                        <a:pt x="0" y="25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6" name="Freeform: Shape 745">
                  <a:extLst>
                    <a:ext uri="{FF2B5EF4-FFF2-40B4-BE49-F238E27FC236}">
                      <a16:creationId xmlns:a16="http://schemas.microsoft.com/office/drawing/2014/main" id="{6992A4FD-330C-4EC8-B10A-6D1989CDB806}"/>
                    </a:ext>
                  </a:extLst>
                </p:cNvPr>
                <p:cNvSpPr/>
                <p:nvPr/>
              </p:nvSpPr>
              <p:spPr>
                <a:xfrm>
                  <a:off x="10458259" y="1668684"/>
                  <a:ext cx="7239" cy="5447"/>
                </a:xfrm>
                <a:custGeom>
                  <a:avLst/>
                  <a:gdLst>
                    <a:gd name="connsiteX0" fmla="*/ 0 w 7239"/>
                    <a:gd name="connsiteY0" fmla="*/ 3905 h 5447"/>
                    <a:gd name="connsiteX1" fmla="*/ 3429 w 7239"/>
                    <a:gd name="connsiteY1" fmla="*/ 0 h 5447"/>
                    <a:gd name="connsiteX2" fmla="*/ 3620 w 7239"/>
                    <a:gd name="connsiteY2" fmla="*/ 3334 h 5447"/>
                    <a:gd name="connsiteX3" fmla="*/ 7239 w 7239"/>
                    <a:gd name="connsiteY3" fmla="*/ 1619 h 5447"/>
                    <a:gd name="connsiteX4" fmla="*/ 0 w 7239"/>
                    <a:gd name="connsiteY4" fmla="*/ 3905 h 5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239" h="5447">
                      <a:moveTo>
                        <a:pt x="0" y="3905"/>
                      </a:moveTo>
                      <a:cubicBezTo>
                        <a:pt x="572" y="667"/>
                        <a:pt x="3238" y="4667"/>
                        <a:pt x="3429" y="0"/>
                      </a:cubicBezTo>
                      <a:cubicBezTo>
                        <a:pt x="3810" y="95"/>
                        <a:pt x="3620" y="2000"/>
                        <a:pt x="3620" y="3334"/>
                      </a:cubicBezTo>
                      <a:cubicBezTo>
                        <a:pt x="4953" y="4000"/>
                        <a:pt x="6382" y="-1715"/>
                        <a:pt x="7239" y="1619"/>
                      </a:cubicBezTo>
                      <a:cubicBezTo>
                        <a:pt x="5525" y="7144"/>
                        <a:pt x="2000" y="5524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7" name="Freeform: Shape 746">
                  <a:extLst>
                    <a:ext uri="{FF2B5EF4-FFF2-40B4-BE49-F238E27FC236}">
                      <a16:creationId xmlns:a16="http://schemas.microsoft.com/office/drawing/2014/main" id="{C58725E0-305F-4455-9ABD-CF84757133FD}"/>
                    </a:ext>
                  </a:extLst>
                </p:cNvPr>
                <p:cNvSpPr/>
                <p:nvPr/>
              </p:nvSpPr>
              <p:spPr>
                <a:xfrm>
                  <a:off x="10454449" y="1781574"/>
                  <a:ext cx="2488" cy="3220"/>
                </a:xfrm>
                <a:custGeom>
                  <a:avLst/>
                  <a:gdLst>
                    <a:gd name="connsiteX0" fmla="*/ 0 w 2488"/>
                    <a:gd name="connsiteY0" fmla="*/ 1315 h 3220"/>
                    <a:gd name="connsiteX1" fmla="*/ 2477 w 2488"/>
                    <a:gd name="connsiteY1" fmla="*/ 3220 h 3220"/>
                    <a:gd name="connsiteX2" fmla="*/ 0 w 2488"/>
                    <a:gd name="connsiteY2" fmla="*/ 1315 h 3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88" h="3220">
                      <a:moveTo>
                        <a:pt x="0" y="1315"/>
                      </a:moveTo>
                      <a:cubicBezTo>
                        <a:pt x="572" y="-1161"/>
                        <a:pt x="2667" y="77"/>
                        <a:pt x="2477" y="3220"/>
                      </a:cubicBezTo>
                      <a:cubicBezTo>
                        <a:pt x="1429" y="3220"/>
                        <a:pt x="1048" y="1410"/>
                        <a:pt x="0" y="13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8" name="Freeform: Shape 747">
                  <a:extLst>
                    <a:ext uri="{FF2B5EF4-FFF2-40B4-BE49-F238E27FC236}">
                      <a16:creationId xmlns:a16="http://schemas.microsoft.com/office/drawing/2014/main" id="{71325D4B-FFA2-451E-B8FC-CF15D173BC62}"/>
                    </a:ext>
                  </a:extLst>
                </p:cNvPr>
                <p:cNvSpPr/>
                <p:nvPr/>
              </p:nvSpPr>
              <p:spPr>
                <a:xfrm>
                  <a:off x="10453577" y="1808702"/>
                  <a:ext cx="2300" cy="2995"/>
                </a:xfrm>
                <a:custGeom>
                  <a:avLst/>
                  <a:gdLst>
                    <a:gd name="connsiteX0" fmla="*/ 15 w 2300"/>
                    <a:gd name="connsiteY0" fmla="*/ 2667 h 2995"/>
                    <a:gd name="connsiteX1" fmla="*/ 2301 w 2300"/>
                    <a:gd name="connsiteY1" fmla="*/ 0 h 2995"/>
                    <a:gd name="connsiteX2" fmla="*/ 15 w 2300"/>
                    <a:gd name="connsiteY2" fmla="*/ 2667 h 2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00" h="2995">
                      <a:moveTo>
                        <a:pt x="15" y="2667"/>
                      </a:moveTo>
                      <a:cubicBezTo>
                        <a:pt x="-176" y="-1429"/>
                        <a:pt x="1539" y="857"/>
                        <a:pt x="2301" y="0"/>
                      </a:cubicBezTo>
                      <a:cubicBezTo>
                        <a:pt x="1634" y="3810"/>
                        <a:pt x="1348" y="3048"/>
                        <a:pt x="15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9" name="Freeform: Shape 748">
                  <a:extLst>
                    <a:ext uri="{FF2B5EF4-FFF2-40B4-BE49-F238E27FC236}">
                      <a16:creationId xmlns:a16="http://schemas.microsoft.com/office/drawing/2014/main" id="{000B0C91-D2B4-4C4F-BA80-1B8D61DC5E3B}"/>
                    </a:ext>
                  </a:extLst>
                </p:cNvPr>
                <p:cNvSpPr/>
                <p:nvPr/>
              </p:nvSpPr>
              <p:spPr>
                <a:xfrm>
                  <a:off x="10458163" y="1704780"/>
                  <a:ext cx="2095" cy="3848"/>
                </a:xfrm>
                <a:custGeom>
                  <a:avLst/>
                  <a:gdLst>
                    <a:gd name="connsiteX0" fmla="*/ 0 w 2095"/>
                    <a:gd name="connsiteY0" fmla="*/ 1813 h 3848"/>
                    <a:gd name="connsiteX1" fmla="*/ 2095 w 2095"/>
                    <a:gd name="connsiteY1" fmla="*/ 3718 h 3848"/>
                    <a:gd name="connsiteX2" fmla="*/ 0 w 2095"/>
                    <a:gd name="connsiteY2" fmla="*/ 1813 h 38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" h="3848">
                      <a:moveTo>
                        <a:pt x="0" y="1813"/>
                      </a:moveTo>
                      <a:cubicBezTo>
                        <a:pt x="381" y="-2092"/>
                        <a:pt x="2001" y="1147"/>
                        <a:pt x="2095" y="3718"/>
                      </a:cubicBezTo>
                      <a:cubicBezTo>
                        <a:pt x="952" y="4385"/>
                        <a:pt x="763" y="2290"/>
                        <a:pt x="0" y="18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0" name="Freeform: Shape 749">
                  <a:extLst>
                    <a:ext uri="{FF2B5EF4-FFF2-40B4-BE49-F238E27FC236}">
                      <a16:creationId xmlns:a16="http://schemas.microsoft.com/office/drawing/2014/main" id="{55F7B04E-966C-40E4-925D-E74E829D1D5C}"/>
                    </a:ext>
                  </a:extLst>
                </p:cNvPr>
                <p:cNvSpPr/>
                <p:nvPr/>
              </p:nvSpPr>
              <p:spPr>
                <a:xfrm>
                  <a:off x="10462069" y="1648968"/>
                  <a:ext cx="2667" cy="3415"/>
                </a:xfrm>
                <a:custGeom>
                  <a:avLst/>
                  <a:gdLst>
                    <a:gd name="connsiteX0" fmla="*/ 0 w 2667"/>
                    <a:gd name="connsiteY0" fmla="*/ 2667 h 3415"/>
                    <a:gd name="connsiteX1" fmla="*/ 2667 w 2667"/>
                    <a:gd name="connsiteY1" fmla="*/ 0 h 3415"/>
                    <a:gd name="connsiteX2" fmla="*/ 0 w 2667"/>
                    <a:gd name="connsiteY2" fmla="*/ 2667 h 3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7" h="3415">
                      <a:moveTo>
                        <a:pt x="0" y="2667"/>
                      </a:moveTo>
                      <a:cubicBezTo>
                        <a:pt x="571" y="857"/>
                        <a:pt x="1524" y="95"/>
                        <a:pt x="2667" y="0"/>
                      </a:cubicBezTo>
                      <a:cubicBezTo>
                        <a:pt x="2191" y="3619"/>
                        <a:pt x="1048" y="4096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1" name="Freeform: Shape 750">
                  <a:extLst>
                    <a:ext uri="{FF2B5EF4-FFF2-40B4-BE49-F238E27FC236}">
                      <a16:creationId xmlns:a16="http://schemas.microsoft.com/office/drawing/2014/main" id="{987E3A57-6478-4619-A1C3-60C4F7BFF906}"/>
                    </a:ext>
                  </a:extLst>
                </p:cNvPr>
                <p:cNvSpPr/>
                <p:nvPr/>
              </p:nvSpPr>
              <p:spPr>
                <a:xfrm>
                  <a:off x="10445877" y="2061209"/>
                  <a:ext cx="2095" cy="4861"/>
                </a:xfrm>
                <a:custGeom>
                  <a:avLst/>
                  <a:gdLst>
                    <a:gd name="connsiteX0" fmla="*/ 0 w 2095"/>
                    <a:gd name="connsiteY0" fmla="*/ 4858 h 4861"/>
                    <a:gd name="connsiteX1" fmla="*/ 2095 w 2095"/>
                    <a:gd name="connsiteY1" fmla="*/ 0 h 4861"/>
                    <a:gd name="connsiteX2" fmla="*/ 0 w 2095"/>
                    <a:gd name="connsiteY2" fmla="*/ 4858 h 4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" h="4861">
                      <a:moveTo>
                        <a:pt x="0" y="4858"/>
                      </a:moveTo>
                      <a:cubicBezTo>
                        <a:pt x="94" y="1238"/>
                        <a:pt x="1143" y="762"/>
                        <a:pt x="2095" y="0"/>
                      </a:cubicBezTo>
                      <a:cubicBezTo>
                        <a:pt x="1905" y="3239"/>
                        <a:pt x="1238" y="4953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2" name="Freeform: Shape 751">
                  <a:extLst>
                    <a:ext uri="{FF2B5EF4-FFF2-40B4-BE49-F238E27FC236}">
                      <a16:creationId xmlns:a16="http://schemas.microsoft.com/office/drawing/2014/main" id="{4A10F5B6-F626-4D06-8A7C-F09AD878AD94}"/>
                    </a:ext>
                  </a:extLst>
                </p:cNvPr>
                <p:cNvSpPr/>
                <p:nvPr/>
              </p:nvSpPr>
              <p:spPr>
                <a:xfrm>
                  <a:off x="10460259" y="1806282"/>
                  <a:ext cx="2927" cy="2564"/>
                </a:xfrm>
                <a:custGeom>
                  <a:avLst/>
                  <a:gdLst>
                    <a:gd name="connsiteX0" fmla="*/ 0 w 2927"/>
                    <a:gd name="connsiteY0" fmla="*/ 1753 h 2564"/>
                    <a:gd name="connsiteX1" fmla="*/ 2858 w 2927"/>
                    <a:gd name="connsiteY1" fmla="*/ 2420 h 2564"/>
                    <a:gd name="connsiteX2" fmla="*/ 0 w 2927"/>
                    <a:gd name="connsiteY2" fmla="*/ 1753 h 2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27" h="2564">
                      <a:moveTo>
                        <a:pt x="0" y="1753"/>
                      </a:moveTo>
                      <a:cubicBezTo>
                        <a:pt x="286" y="134"/>
                        <a:pt x="3430" y="-1485"/>
                        <a:pt x="2858" y="2420"/>
                      </a:cubicBezTo>
                      <a:cubicBezTo>
                        <a:pt x="1524" y="1277"/>
                        <a:pt x="1049" y="3754"/>
                        <a:pt x="0" y="17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3" name="Freeform: Shape 752">
                  <a:extLst>
                    <a:ext uri="{FF2B5EF4-FFF2-40B4-BE49-F238E27FC236}">
                      <a16:creationId xmlns:a16="http://schemas.microsoft.com/office/drawing/2014/main" id="{260F0D65-E265-4A00-BDC1-816EE84DD47E}"/>
                    </a:ext>
                  </a:extLst>
                </p:cNvPr>
                <p:cNvSpPr/>
                <p:nvPr/>
              </p:nvSpPr>
              <p:spPr>
                <a:xfrm>
                  <a:off x="10467975" y="1641537"/>
                  <a:ext cx="1248" cy="5808"/>
                </a:xfrm>
                <a:custGeom>
                  <a:avLst/>
                  <a:gdLst>
                    <a:gd name="connsiteX0" fmla="*/ 0 w 1248"/>
                    <a:gd name="connsiteY0" fmla="*/ 5716 h 5808"/>
                    <a:gd name="connsiteX1" fmla="*/ 572 w 1248"/>
                    <a:gd name="connsiteY1" fmla="*/ 1 h 5808"/>
                    <a:gd name="connsiteX2" fmla="*/ 0 w 1248"/>
                    <a:gd name="connsiteY2" fmla="*/ 5716 h 5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48" h="5808">
                      <a:moveTo>
                        <a:pt x="0" y="5716"/>
                      </a:moveTo>
                      <a:cubicBezTo>
                        <a:pt x="0" y="2954"/>
                        <a:pt x="762" y="3144"/>
                        <a:pt x="572" y="1"/>
                      </a:cubicBezTo>
                      <a:cubicBezTo>
                        <a:pt x="1715" y="-94"/>
                        <a:pt x="1334" y="6669"/>
                        <a:pt x="0" y="571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4" name="Freeform: Shape 753">
                  <a:extLst>
                    <a:ext uri="{FF2B5EF4-FFF2-40B4-BE49-F238E27FC236}">
                      <a16:creationId xmlns:a16="http://schemas.microsoft.com/office/drawing/2014/main" id="{8AFCDC03-9BA9-4AA8-8D1D-9C9DE9EECA5E}"/>
                    </a:ext>
                  </a:extLst>
                </p:cNvPr>
                <p:cNvSpPr/>
                <p:nvPr/>
              </p:nvSpPr>
              <p:spPr>
                <a:xfrm>
                  <a:off x="10477786" y="1479665"/>
                  <a:ext cx="2072" cy="4044"/>
                </a:xfrm>
                <a:custGeom>
                  <a:avLst/>
                  <a:gdLst>
                    <a:gd name="connsiteX0" fmla="*/ 0 w 2072"/>
                    <a:gd name="connsiteY0" fmla="*/ 2044 h 4044"/>
                    <a:gd name="connsiteX1" fmla="*/ 2000 w 2072"/>
                    <a:gd name="connsiteY1" fmla="*/ 3949 h 4044"/>
                    <a:gd name="connsiteX2" fmla="*/ 0 w 2072"/>
                    <a:gd name="connsiteY2" fmla="*/ 2044 h 4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72" h="4044">
                      <a:moveTo>
                        <a:pt x="0" y="2044"/>
                      </a:moveTo>
                      <a:cubicBezTo>
                        <a:pt x="476" y="-814"/>
                        <a:pt x="2477" y="-1100"/>
                        <a:pt x="2000" y="3949"/>
                      </a:cubicBezTo>
                      <a:cubicBezTo>
                        <a:pt x="952" y="4711"/>
                        <a:pt x="1429" y="615"/>
                        <a:pt x="0" y="20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5" name="Freeform: Shape 754">
                  <a:extLst>
                    <a:ext uri="{FF2B5EF4-FFF2-40B4-BE49-F238E27FC236}">
                      <a16:creationId xmlns:a16="http://schemas.microsoft.com/office/drawing/2014/main" id="{164DF5A9-FF29-4C92-8F31-1F3F600C073C}"/>
                    </a:ext>
                  </a:extLst>
                </p:cNvPr>
                <p:cNvSpPr/>
                <p:nvPr/>
              </p:nvSpPr>
              <p:spPr>
                <a:xfrm>
                  <a:off x="10471213" y="1667785"/>
                  <a:ext cx="4096" cy="3851"/>
                </a:xfrm>
                <a:custGeom>
                  <a:avLst/>
                  <a:gdLst>
                    <a:gd name="connsiteX0" fmla="*/ 0 w 4096"/>
                    <a:gd name="connsiteY0" fmla="*/ 3852 h 3851"/>
                    <a:gd name="connsiteX1" fmla="*/ 858 w 4096"/>
                    <a:gd name="connsiteY1" fmla="*/ 328 h 3851"/>
                    <a:gd name="connsiteX2" fmla="*/ 4096 w 4096"/>
                    <a:gd name="connsiteY2" fmla="*/ 994 h 3851"/>
                    <a:gd name="connsiteX3" fmla="*/ 0 w 4096"/>
                    <a:gd name="connsiteY3" fmla="*/ 3852 h 3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6" h="3851">
                      <a:moveTo>
                        <a:pt x="0" y="3852"/>
                      </a:moveTo>
                      <a:cubicBezTo>
                        <a:pt x="191" y="2328"/>
                        <a:pt x="667" y="1947"/>
                        <a:pt x="858" y="328"/>
                      </a:cubicBezTo>
                      <a:cubicBezTo>
                        <a:pt x="2381" y="-720"/>
                        <a:pt x="2858" y="1090"/>
                        <a:pt x="4096" y="994"/>
                      </a:cubicBezTo>
                      <a:cubicBezTo>
                        <a:pt x="2572" y="2423"/>
                        <a:pt x="1906" y="2042"/>
                        <a:pt x="0" y="385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6" name="Freeform: Shape 755">
                  <a:extLst>
                    <a:ext uri="{FF2B5EF4-FFF2-40B4-BE49-F238E27FC236}">
                      <a16:creationId xmlns:a16="http://schemas.microsoft.com/office/drawing/2014/main" id="{E16D7F41-B70C-4E05-B788-45BB3166B32A}"/>
                    </a:ext>
                  </a:extLst>
                </p:cNvPr>
                <p:cNvSpPr/>
                <p:nvPr/>
              </p:nvSpPr>
              <p:spPr>
                <a:xfrm>
                  <a:off x="10473403" y="1634775"/>
                  <a:ext cx="2287" cy="3714"/>
                </a:xfrm>
                <a:custGeom>
                  <a:avLst/>
                  <a:gdLst>
                    <a:gd name="connsiteX0" fmla="*/ 0 w 2287"/>
                    <a:gd name="connsiteY0" fmla="*/ 3715 h 3714"/>
                    <a:gd name="connsiteX1" fmla="*/ 2287 w 2287"/>
                    <a:gd name="connsiteY1" fmla="*/ 0 h 3714"/>
                    <a:gd name="connsiteX2" fmla="*/ 0 w 2287"/>
                    <a:gd name="connsiteY2" fmla="*/ 3715 h 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7" h="3714">
                      <a:moveTo>
                        <a:pt x="0" y="3715"/>
                      </a:moveTo>
                      <a:cubicBezTo>
                        <a:pt x="763" y="2381"/>
                        <a:pt x="1429" y="667"/>
                        <a:pt x="2287" y="0"/>
                      </a:cubicBezTo>
                      <a:cubicBezTo>
                        <a:pt x="2287" y="4001"/>
                        <a:pt x="1049" y="3620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7" name="Freeform: Shape 756">
                  <a:extLst>
                    <a:ext uri="{FF2B5EF4-FFF2-40B4-BE49-F238E27FC236}">
                      <a16:creationId xmlns:a16="http://schemas.microsoft.com/office/drawing/2014/main" id="{10C1B3F5-48DC-4E23-B49B-C52A7A243ED4}"/>
                    </a:ext>
                  </a:extLst>
                </p:cNvPr>
                <p:cNvSpPr/>
                <p:nvPr/>
              </p:nvSpPr>
              <p:spPr>
                <a:xfrm>
                  <a:off x="10465307" y="1842050"/>
                  <a:ext cx="2514" cy="5609"/>
                </a:xfrm>
                <a:custGeom>
                  <a:avLst/>
                  <a:gdLst>
                    <a:gd name="connsiteX0" fmla="*/ 0 w 2514"/>
                    <a:gd name="connsiteY0" fmla="*/ 1418 h 5609"/>
                    <a:gd name="connsiteX1" fmla="*/ 2381 w 2514"/>
                    <a:gd name="connsiteY1" fmla="*/ 5609 h 5609"/>
                    <a:gd name="connsiteX2" fmla="*/ 0 w 2514"/>
                    <a:gd name="connsiteY2" fmla="*/ 1418 h 5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" h="5609">
                      <a:moveTo>
                        <a:pt x="0" y="1418"/>
                      </a:moveTo>
                      <a:cubicBezTo>
                        <a:pt x="1048" y="-1725"/>
                        <a:pt x="3049" y="657"/>
                        <a:pt x="2381" y="5609"/>
                      </a:cubicBezTo>
                      <a:cubicBezTo>
                        <a:pt x="1524" y="4466"/>
                        <a:pt x="1334" y="1228"/>
                        <a:pt x="0" y="14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8" name="Freeform: Shape 757">
                  <a:extLst>
                    <a:ext uri="{FF2B5EF4-FFF2-40B4-BE49-F238E27FC236}">
                      <a16:creationId xmlns:a16="http://schemas.microsoft.com/office/drawing/2014/main" id="{434E6416-2293-41C0-9729-AECB2C46B833}"/>
                    </a:ext>
                  </a:extLst>
                </p:cNvPr>
                <p:cNvSpPr/>
                <p:nvPr/>
              </p:nvSpPr>
              <p:spPr>
                <a:xfrm>
                  <a:off x="10473023" y="1704441"/>
                  <a:ext cx="3524" cy="4290"/>
                </a:xfrm>
                <a:custGeom>
                  <a:avLst/>
                  <a:gdLst>
                    <a:gd name="connsiteX0" fmla="*/ 0 w 3524"/>
                    <a:gd name="connsiteY0" fmla="*/ 915 h 4290"/>
                    <a:gd name="connsiteX1" fmla="*/ 3524 w 3524"/>
                    <a:gd name="connsiteY1" fmla="*/ 2629 h 4290"/>
                    <a:gd name="connsiteX2" fmla="*/ 0 w 3524"/>
                    <a:gd name="connsiteY2" fmla="*/ 915 h 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24" h="4290">
                      <a:moveTo>
                        <a:pt x="0" y="915"/>
                      </a:moveTo>
                      <a:cubicBezTo>
                        <a:pt x="1048" y="-2133"/>
                        <a:pt x="2095" y="3486"/>
                        <a:pt x="3524" y="2629"/>
                      </a:cubicBezTo>
                      <a:cubicBezTo>
                        <a:pt x="2477" y="5582"/>
                        <a:pt x="0" y="4344"/>
                        <a:pt x="0" y="9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9" name="Freeform: Shape 758">
                  <a:extLst>
                    <a:ext uri="{FF2B5EF4-FFF2-40B4-BE49-F238E27FC236}">
                      <a16:creationId xmlns:a16="http://schemas.microsoft.com/office/drawing/2014/main" id="{6EC676B0-6F65-426B-B679-B48FFC6C5366}"/>
                    </a:ext>
                  </a:extLst>
                </p:cNvPr>
                <p:cNvSpPr/>
                <p:nvPr/>
              </p:nvSpPr>
              <p:spPr>
                <a:xfrm>
                  <a:off x="10475116" y="1672875"/>
                  <a:ext cx="2860" cy="3596"/>
                </a:xfrm>
                <a:custGeom>
                  <a:avLst/>
                  <a:gdLst>
                    <a:gd name="connsiteX0" fmla="*/ 2 w 2860"/>
                    <a:gd name="connsiteY0" fmla="*/ 476 h 3596"/>
                    <a:gd name="connsiteX1" fmla="*/ 2860 w 2860"/>
                    <a:gd name="connsiteY1" fmla="*/ 0 h 3596"/>
                    <a:gd name="connsiteX2" fmla="*/ 2 w 2860"/>
                    <a:gd name="connsiteY2" fmla="*/ 476 h 3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60" h="3596">
                      <a:moveTo>
                        <a:pt x="2" y="476"/>
                      </a:moveTo>
                      <a:lnTo>
                        <a:pt x="2860" y="0"/>
                      </a:lnTo>
                      <a:cubicBezTo>
                        <a:pt x="2765" y="4858"/>
                        <a:pt x="-93" y="4572"/>
                        <a:pt x="2" y="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0" name="Freeform: Shape 759">
                  <a:extLst>
                    <a:ext uri="{FF2B5EF4-FFF2-40B4-BE49-F238E27FC236}">
                      <a16:creationId xmlns:a16="http://schemas.microsoft.com/office/drawing/2014/main" id="{66C5F784-D984-4EF0-ABD8-4D65B83BD417}"/>
                    </a:ext>
                  </a:extLst>
                </p:cNvPr>
                <p:cNvSpPr/>
                <p:nvPr/>
              </p:nvSpPr>
              <p:spPr>
                <a:xfrm>
                  <a:off x="10476071" y="1645348"/>
                  <a:ext cx="4571" cy="6415"/>
                </a:xfrm>
                <a:custGeom>
                  <a:avLst/>
                  <a:gdLst>
                    <a:gd name="connsiteX0" fmla="*/ 0 w 4571"/>
                    <a:gd name="connsiteY0" fmla="*/ 6382 h 6415"/>
                    <a:gd name="connsiteX1" fmla="*/ 4572 w 4571"/>
                    <a:gd name="connsiteY1" fmla="*/ 0 h 6415"/>
                    <a:gd name="connsiteX2" fmla="*/ 2953 w 4571"/>
                    <a:gd name="connsiteY2" fmla="*/ 4763 h 6415"/>
                    <a:gd name="connsiteX3" fmla="*/ 0 w 4571"/>
                    <a:gd name="connsiteY3" fmla="*/ 6382 h 64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1" h="6415">
                      <a:moveTo>
                        <a:pt x="0" y="6382"/>
                      </a:moveTo>
                      <a:cubicBezTo>
                        <a:pt x="572" y="1143"/>
                        <a:pt x="2763" y="1143"/>
                        <a:pt x="4572" y="0"/>
                      </a:cubicBezTo>
                      <a:cubicBezTo>
                        <a:pt x="4192" y="2096"/>
                        <a:pt x="3144" y="2096"/>
                        <a:pt x="2953" y="4763"/>
                      </a:cubicBezTo>
                      <a:cubicBezTo>
                        <a:pt x="2286" y="-95"/>
                        <a:pt x="1524" y="6953"/>
                        <a:pt x="0" y="63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1" name="Freeform: Shape 760">
                  <a:extLst>
                    <a:ext uri="{FF2B5EF4-FFF2-40B4-BE49-F238E27FC236}">
                      <a16:creationId xmlns:a16="http://schemas.microsoft.com/office/drawing/2014/main" id="{EF6851B9-682B-424F-8337-31DFF6EFBAE9}"/>
                    </a:ext>
                  </a:extLst>
                </p:cNvPr>
                <p:cNvSpPr/>
                <p:nvPr/>
              </p:nvSpPr>
              <p:spPr>
                <a:xfrm>
                  <a:off x="10484643" y="1482317"/>
                  <a:ext cx="2500" cy="3582"/>
                </a:xfrm>
                <a:custGeom>
                  <a:avLst/>
                  <a:gdLst>
                    <a:gd name="connsiteX0" fmla="*/ 0 w 2500"/>
                    <a:gd name="connsiteY0" fmla="*/ 2820 h 3582"/>
                    <a:gd name="connsiteX1" fmla="*/ 2381 w 2500"/>
                    <a:gd name="connsiteY1" fmla="*/ 3582 h 3582"/>
                    <a:gd name="connsiteX2" fmla="*/ 0 w 2500"/>
                    <a:gd name="connsiteY2" fmla="*/ 2820 h 3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00" h="3582">
                      <a:moveTo>
                        <a:pt x="0" y="2820"/>
                      </a:moveTo>
                      <a:cubicBezTo>
                        <a:pt x="0" y="-1371"/>
                        <a:pt x="3143" y="-704"/>
                        <a:pt x="2381" y="3582"/>
                      </a:cubicBezTo>
                      <a:cubicBezTo>
                        <a:pt x="1620" y="3297"/>
                        <a:pt x="1238" y="1963"/>
                        <a:pt x="0" y="28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2" name="Freeform: Shape 761">
                  <a:extLst>
                    <a:ext uri="{FF2B5EF4-FFF2-40B4-BE49-F238E27FC236}">
                      <a16:creationId xmlns:a16="http://schemas.microsoft.com/office/drawing/2014/main" id="{9BD5F295-4011-41AC-B541-3AA99069E0B8}"/>
                    </a:ext>
                  </a:extLst>
                </p:cNvPr>
                <p:cNvSpPr/>
                <p:nvPr/>
              </p:nvSpPr>
              <p:spPr>
                <a:xfrm>
                  <a:off x="10479690" y="1628870"/>
                  <a:ext cx="4096" cy="5035"/>
                </a:xfrm>
                <a:custGeom>
                  <a:avLst/>
                  <a:gdLst>
                    <a:gd name="connsiteX0" fmla="*/ 0 w 4096"/>
                    <a:gd name="connsiteY0" fmla="*/ 4096 h 5035"/>
                    <a:gd name="connsiteX1" fmla="*/ 4096 w 4096"/>
                    <a:gd name="connsiteY1" fmla="*/ 0 h 5035"/>
                    <a:gd name="connsiteX2" fmla="*/ 3144 w 4096"/>
                    <a:gd name="connsiteY2" fmla="*/ 4667 h 5035"/>
                    <a:gd name="connsiteX3" fmla="*/ 0 w 4096"/>
                    <a:gd name="connsiteY3" fmla="*/ 4096 h 5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6" h="5035">
                      <a:moveTo>
                        <a:pt x="0" y="4096"/>
                      </a:moveTo>
                      <a:cubicBezTo>
                        <a:pt x="1334" y="-95"/>
                        <a:pt x="2286" y="2191"/>
                        <a:pt x="4096" y="0"/>
                      </a:cubicBezTo>
                      <a:cubicBezTo>
                        <a:pt x="4001" y="2286"/>
                        <a:pt x="3049" y="1619"/>
                        <a:pt x="3144" y="4667"/>
                      </a:cubicBezTo>
                      <a:cubicBezTo>
                        <a:pt x="2381" y="1524"/>
                        <a:pt x="763" y="7144"/>
                        <a:pt x="0" y="4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3" name="Freeform: Shape 762">
                  <a:extLst>
                    <a:ext uri="{FF2B5EF4-FFF2-40B4-BE49-F238E27FC236}">
                      <a16:creationId xmlns:a16="http://schemas.microsoft.com/office/drawing/2014/main" id="{082B65B7-3A18-49AE-A841-594087CB54FC}"/>
                    </a:ext>
                  </a:extLst>
                </p:cNvPr>
                <p:cNvSpPr/>
                <p:nvPr/>
              </p:nvSpPr>
              <p:spPr>
                <a:xfrm>
                  <a:off x="10481214" y="1643824"/>
                  <a:ext cx="3540" cy="8000"/>
                </a:xfrm>
                <a:custGeom>
                  <a:avLst/>
                  <a:gdLst>
                    <a:gd name="connsiteX0" fmla="*/ 286 w 3540"/>
                    <a:gd name="connsiteY0" fmla="*/ 5905 h 8000"/>
                    <a:gd name="connsiteX1" fmla="*/ 0 w 3540"/>
                    <a:gd name="connsiteY1" fmla="*/ 3715 h 8000"/>
                    <a:gd name="connsiteX2" fmla="*/ 1905 w 3540"/>
                    <a:gd name="connsiteY2" fmla="*/ 0 h 8000"/>
                    <a:gd name="connsiteX3" fmla="*/ 3524 w 3540"/>
                    <a:gd name="connsiteY3" fmla="*/ 4286 h 8000"/>
                    <a:gd name="connsiteX4" fmla="*/ 1620 w 3540"/>
                    <a:gd name="connsiteY4" fmla="*/ 8001 h 8000"/>
                    <a:gd name="connsiteX5" fmla="*/ 286 w 3540"/>
                    <a:gd name="connsiteY5" fmla="*/ 5905 h 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40" h="8000">
                      <a:moveTo>
                        <a:pt x="286" y="5905"/>
                      </a:moveTo>
                      <a:cubicBezTo>
                        <a:pt x="381" y="4572"/>
                        <a:pt x="286" y="3905"/>
                        <a:pt x="0" y="3715"/>
                      </a:cubicBezTo>
                      <a:cubicBezTo>
                        <a:pt x="286" y="1333"/>
                        <a:pt x="1714" y="2762"/>
                        <a:pt x="1905" y="0"/>
                      </a:cubicBezTo>
                      <a:cubicBezTo>
                        <a:pt x="2191" y="2286"/>
                        <a:pt x="3715" y="667"/>
                        <a:pt x="3524" y="4286"/>
                      </a:cubicBezTo>
                      <a:cubicBezTo>
                        <a:pt x="1809" y="2381"/>
                        <a:pt x="2667" y="4763"/>
                        <a:pt x="1620" y="8001"/>
                      </a:cubicBezTo>
                      <a:cubicBezTo>
                        <a:pt x="286" y="6763"/>
                        <a:pt x="2191" y="3429"/>
                        <a:pt x="286" y="5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4" name="Freeform: Shape 763">
                  <a:extLst>
                    <a:ext uri="{FF2B5EF4-FFF2-40B4-BE49-F238E27FC236}">
                      <a16:creationId xmlns:a16="http://schemas.microsoft.com/office/drawing/2014/main" id="{41DB2EF4-DE6B-4BA0-889C-370EAB2A1000}"/>
                    </a:ext>
                  </a:extLst>
                </p:cNvPr>
                <p:cNvSpPr/>
                <p:nvPr/>
              </p:nvSpPr>
              <p:spPr>
                <a:xfrm>
                  <a:off x="10472260" y="1873948"/>
                  <a:ext cx="1920" cy="4852"/>
                </a:xfrm>
                <a:custGeom>
                  <a:avLst/>
                  <a:gdLst>
                    <a:gd name="connsiteX0" fmla="*/ 0 w 1920"/>
                    <a:gd name="connsiteY0" fmla="*/ 4763 h 4852"/>
                    <a:gd name="connsiteX1" fmla="*/ 763 w 1920"/>
                    <a:gd name="connsiteY1" fmla="*/ 3524 h 4852"/>
                    <a:gd name="connsiteX2" fmla="*/ 1620 w 1920"/>
                    <a:gd name="connsiteY2" fmla="*/ 0 h 4852"/>
                    <a:gd name="connsiteX3" fmla="*/ 0 w 1920"/>
                    <a:gd name="connsiteY3" fmla="*/ 4763 h 4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0" h="4852">
                      <a:moveTo>
                        <a:pt x="0" y="4763"/>
                      </a:moveTo>
                      <a:cubicBezTo>
                        <a:pt x="95" y="3619"/>
                        <a:pt x="477" y="3810"/>
                        <a:pt x="763" y="3524"/>
                      </a:cubicBezTo>
                      <a:cubicBezTo>
                        <a:pt x="-95" y="571"/>
                        <a:pt x="1334" y="2381"/>
                        <a:pt x="1620" y="0"/>
                      </a:cubicBezTo>
                      <a:cubicBezTo>
                        <a:pt x="2572" y="1238"/>
                        <a:pt x="1049" y="5525"/>
                        <a:pt x="0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5" name="Freeform: Shape 764">
                  <a:extLst>
                    <a:ext uri="{FF2B5EF4-FFF2-40B4-BE49-F238E27FC236}">
                      <a16:creationId xmlns:a16="http://schemas.microsoft.com/office/drawing/2014/main" id="{00C6E784-8752-4EA6-9DA6-5594405801E6}"/>
                    </a:ext>
                  </a:extLst>
                </p:cNvPr>
                <p:cNvSpPr/>
                <p:nvPr/>
              </p:nvSpPr>
              <p:spPr>
                <a:xfrm>
                  <a:off x="10473880" y="1857369"/>
                  <a:ext cx="2857" cy="3659"/>
                </a:xfrm>
                <a:custGeom>
                  <a:avLst/>
                  <a:gdLst>
                    <a:gd name="connsiteX0" fmla="*/ 0 w 2857"/>
                    <a:gd name="connsiteY0" fmla="*/ 673 h 3659"/>
                    <a:gd name="connsiteX1" fmla="*/ 2858 w 2857"/>
                    <a:gd name="connsiteY1" fmla="*/ 3625 h 3659"/>
                    <a:gd name="connsiteX2" fmla="*/ 0 w 2857"/>
                    <a:gd name="connsiteY2" fmla="*/ 673 h 3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659">
                      <a:moveTo>
                        <a:pt x="0" y="673"/>
                      </a:moveTo>
                      <a:cubicBezTo>
                        <a:pt x="477" y="-947"/>
                        <a:pt x="2858" y="482"/>
                        <a:pt x="2858" y="3625"/>
                      </a:cubicBezTo>
                      <a:cubicBezTo>
                        <a:pt x="1429" y="4006"/>
                        <a:pt x="1143" y="1054"/>
                        <a:pt x="0" y="67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6" name="Freeform: Shape 765">
                  <a:extLst>
                    <a:ext uri="{FF2B5EF4-FFF2-40B4-BE49-F238E27FC236}">
                      <a16:creationId xmlns:a16="http://schemas.microsoft.com/office/drawing/2014/main" id="{BCFBE9F7-E0F0-48F5-8FD6-CF6DAABF2F1F}"/>
                    </a:ext>
                  </a:extLst>
                </p:cNvPr>
                <p:cNvSpPr/>
                <p:nvPr/>
              </p:nvSpPr>
              <p:spPr>
                <a:xfrm>
                  <a:off x="10476911" y="1781020"/>
                  <a:ext cx="2653" cy="3024"/>
                </a:xfrm>
                <a:custGeom>
                  <a:avLst/>
                  <a:gdLst>
                    <a:gd name="connsiteX0" fmla="*/ 17 w 2653"/>
                    <a:gd name="connsiteY0" fmla="*/ 2917 h 3024"/>
                    <a:gd name="connsiteX1" fmla="*/ 2589 w 2653"/>
                    <a:gd name="connsiteY1" fmla="*/ 2536 h 3024"/>
                    <a:gd name="connsiteX2" fmla="*/ 17 w 2653"/>
                    <a:gd name="connsiteY2" fmla="*/ 2917 h 3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53" h="3024">
                      <a:moveTo>
                        <a:pt x="17" y="2917"/>
                      </a:moveTo>
                      <a:cubicBezTo>
                        <a:pt x="-268" y="-607"/>
                        <a:pt x="3161" y="-1179"/>
                        <a:pt x="2589" y="2536"/>
                      </a:cubicBezTo>
                      <a:cubicBezTo>
                        <a:pt x="1923" y="59"/>
                        <a:pt x="1255" y="3679"/>
                        <a:pt x="17" y="29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7" name="Freeform: Shape 766">
                  <a:extLst>
                    <a:ext uri="{FF2B5EF4-FFF2-40B4-BE49-F238E27FC236}">
                      <a16:creationId xmlns:a16="http://schemas.microsoft.com/office/drawing/2014/main" id="{A6968903-EB82-4CBB-9C4F-8DA07CB0DC4F}"/>
                    </a:ext>
                  </a:extLst>
                </p:cNvPr>
                <p:cNvSpPr/>
                <p:nvPr/>
              </p:nvSpPr>
              <p:spPr>
                <a:xfrm>
                  <a:off x="10468927" y="2004345"/>
                  <a:ext cx="3143" cy="3915"/>
                </a:xfrm>
                <a:custGeom>
                  <a:avLst/>
                  <a:gdLst>
                    <a:gd name="connsiteX0" fmla="*/ 0 w 3143"/>
                    <a:gd name="connsiteY0" fmla="*/ 2762 h 3915"/>
                    <a:gd name="connsiteX1" fmla="*/ 3144 w 3143"/>
                    <a:gd name="connsiteY1" fmla="*/ 0 h 3915"/>
                    <a:gd name="connsiteX2" fmla="*/ 1906 w 3143"/>
                    <a:gd name="connsiteY2" fmla="*/ 3620 h 3915"/>
                    <a:gd name="connsiteX3" fmla="*/ 0 w 3143"/>
                    <a:gd name="connsiteY3" fmla="*/ 2762 h 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43" h="3915">
                      <a:moveTo>
                        <a:pt x="0" y="2762"/>
                      </a:moveTo>
                      <a:cubicBezTo>
                        <a:pt x="763" y="953"/>
                        <a:pt x="1906" y="286"/>
                        <a:pt x="3144" y="0"/>
                      </a:cubicBezTo>
                      <a:cubicBezTo>
                        <a:pt x="2858" y="4572"/>
                        <a:pt x="1906" y="-1048"/>
                        <a:pt x="1906" y="3620"/>
                      </a:cubicBezTo>
                      <a:cubicBezTo>
                        <a:pt x="763" y="4763"/>
                        <a:pt x="952" y="2191"/>
                        <a:pt x="0" y="2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8" name="Freeform: Shape 767">
                  <a:extLst>
                    <a:ext uri="{FF2B5EF4-FFF2-40B4-BE49-F238E27FC236}">
                      <a16:creationId xmlns:a16="http://schemas.microsoft.com/office/drawing/2014/main" id="{B54DC5D5-36F3-4542-B239-7C3E0E370EDD}"/>
                    </a:ext>
                  </a:extLst>
                </p:cNvPr>
                <p:cNvSpPr/>
                <p:nvPr/>
              </p:nvSpPr>
              <p:spPr>
                <a:xfrm>
                  <a:off x="10481024" y="1714657"/>
                  <a:ext cx="2953" cy="5718"/>
                </a:xfrm>
                <a:custGeom>
                  <a:avLst/>
                  <a:gdLst>
                    <a:gd name="connsiteX0" fmla="*/ 0 w 2953"/>
                    <a:gd name="connsiteY0" fmla="*/ 5272 h 5718"/>
                    <a:gd name="connsiteX1" fmla="*/ 1143 w 2953"/>
                    <a:gd name="connsiteY1" fmla="*/ 3939 h 5718"/>
                    <a:gd name="connsiteX2" fmla="*/ 1620 w 2953"/>
                    <a:gd name="connsiteY2" fmla="*/ 414 h 5718"/>
                    <a:gd name="connsiteX3" fmla="*/ 2953 w 2953"/>
                    <a:gd name="connsiteY3" fmla="*/ 2414 h 5718"/>
                    <a:gd name="connsiteX4" fmla="*/ 0 w 2953"/>
                    <a:gd name="connsiteY4" fmla="*/ 5272 h 57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53" h="5718">
                      <a:moveTo>
                        <a:pt x="0" y="5272"/>
                      </a:moveTo>
                      <a:cubicBezTo>
                        <a:pt x="95" y="3939"/>
                        <a:pt x="666" y="4224"/>
                        <a:pt x="1143" y="3939"/>
                      </a:cubicBezTo>
                      <a:cubicBezTo>
                        <a:pt x="1620" y="3653"/>
                        <a:pt x="1524" y="1843"/>
                        <a:pt x="1620" y="414"/>
                      </a:cubicBezTo>
                      <a:cubicBezTo>
                        <a:pt x="2858" y="-1110"/>
                        <a:pt x="2381" y="2034"/>
                        <a:pt x="2953" y="2414"/>
                      </a:cubicBezTo>
                      <a:cubicBezTo>
                        <a:pt x="2000" y="4415"/>
                        <a:pt x="1048" y="6701"/>
                        <a:pt x="0" y="52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69" name="Freeform: Shape 768">
                  <a:extLst>
                    <a:ext uri="{FF2B5EF4-FFF2-40B4-BE49-F238E27FC236}">
                      <a16:creationId xmlns:a16="http://schemas.microsoft.com/office/drawing/2014/main" id="{4F4694E6-88E8-4A5A-BC18-048942D497A5}"/>
                    </a:ext>
                  </a:extLst>
                </p:cNvPr>
                <p:cNvSpPr/>
                <p:nvPr/>
              </p:nvSpPr>
              <p:spPr>
                <a:xfrm>
                  <a:off x="10485120" y="1641791"/>
                  <a:ext cx="2761" cy="7012"/>
                </a:xfrm>
                <a:custGeom>
                  <a:avLst/>
                  <a:gdLst>
                    <a:gd name="connsiteX0" fmla="*/ 0 w 2761"/>
                    <a:gd name="connsiteY0" fmla="*/ 5081 h 7012"/>
                    <a:gd name="connsiteX1" fmla="*/ 571 w 2761"/>
                    <a:gd name="connsiteY1" fmla="*/ 414 h 7012"/>
                    <a:gd name="connsiteX2" fmla="*/ 2761 w 2761"/>
                    <a:gd name="connsiteY2" fmla="*/ 32 h 7012"/>
                    <a:gd name="connsiteX3" fmla="*/ 1238 w 2761"/>
                    <a:gd name="connsiteY3" fmla="*/ 2509 h 7012"/>
                    <a:gd name="connsiteX4" fmla="*/ 2191 w 2761"/>
                    <a:gd name="connsiteY4" fmla="*/ 5747 h 7012"/>
                    <a:gd name="connsiteX5" fmla="*/ 0 w 2761"/>
                    <a:gd name="connsiteY5" fmla="*/ 5081 h 7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61" h="7012">
                      <a:moveTo>
                        <a:pt x="0" y="5081"/>
                      </a:moveTo>
                      <a:cubicBezTo>
                        <a:pt x="0" y="3080"/>
                        <a:pt x="571" y="2604"/>
                        <a:pt x="571" y="414"/>
                      </a:cubicBezTo>
                      <a:cubicBezTo>
                        <a:pt x="1238" y="2795"/>
                        <a:pt x="1619" y="-349"/>
                        <a:pt x="2761" y="32"/>
                      </a:cubicBezTo>
                      <a:cubicBezTo>
                        <a:pt x="2571" y="2033"/>
                        <a:pt x="2000" y="2699"/>
                        <a:pt x="1238" y="2509"/>
                      </a:cubicBezTo>
                      <a:cubicBezTo>
                        <a:pt x="1523" y="3652"/>
                        <a:pt x="1905" y="4700"/>
                        <a:pt x="2191" y="5747"/>
                      </a:cubicBezTo>
                      <a:cubicBezTo>
                        <a:pt x="1332" y="9653"/>
                        <a:pt x="1332" y="3080"/>
                        <a:pt x="0" y="50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0" name="Freeform: Shape 769">
                  <a:extLst>
                    <a:ext uri="{FF2B5EF4-FFF2-40B4-BE49-F238E27FC236}">
                      <a16:creationId xmlns:a16="http://schemas.microsoft.com/office/drawing/2014/main" id="{4C9D4A31-E609-44A7-B683-DC686805232E}"/>
                    </a:ext>
                  </a:extLst>
                </p:cNvPr>
                <p:cNvSpPr/>
                <p:nvPr/>
              </p:nvSpPr>
              <p:spPr>
                <a:xfrm>
                  <a:off x="10477213" y="1862804"/>
                  <a:ext cx="2770" cy="6774"/>
                </a:xfrm>
                <a:custGeom>
                  <a:avLst/>
                  <a:gdLst>
                    <a:gd name="connsiteX0" fmla="*/ 0 w 2770"/>
                    <a:gd name="connsiteY0" fmla="*/ 2572 h 6774"/>
                    <a:gd name="connsiteX1" fmla="*/ 1906 w 2770"/>
                    <a:gd name="connsiteY1" fmla="*/ 0 h 6774"/>
                    <a:gd name="connsiteX2" fmla="*/ 2763 w 2770"/>
                    <a:gd name="connsiteY2" fmla="*/ 6667 h 6774"/>
                    <a:gd name="connsiteX3" fmla="*/ 0 w 2770"/>
                    <a:gd name="connsiteY3" fmla="*/ 2572 h 6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70" h="6774">
                      <a:moveTo>
                        <a:pt x="0" y="2572"/>
                      </a:moveTo>
                      <a:cubicBezTo>
                        <a:pt x="381" y="857"/>
                        <a:pt x="1238" y="762"/>
                        <a:pt x="1906" y="0"/>
                      </a:cubicBezTo>
                      <a:cubicBezTo>
                        <a:pt x="2095" y="2381"/>
                        <a:pt x="2858" y="3238"/>
                        <a:pt x="2763" y="6667"/>
                      </a:cubicBezTo>
                      <a:cubicBezTo>
                        <a:pt x="1143" y="7525"/>
                        <a:pt x="1334" y="2953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1" name="Freeform: Shape 770">
                  <a:extLst>
                    <a:ext uri="{FF2B5EF4-FFF2-40B4-BE49-F238E27FC236}">
                      <a16:creationId xmlns:a16="http://schemas.microsoft.com/office/drawing/2014/main" id="{177CAF8F-C8A0-4F5C-9E19-BFA57960DB5B}"/>
                    </a:ext>
                  </a:extLst>
                </p:cNvPr>
                <p:cNvSpPr/>
                <p:nvPr/>
              </p:nvSpPr>
              <p:spPr>
                <a:xfrm>
                  <a:off x="10478261" y="1835921"/>
                  <a:ext cx="3810" cy="4404"/>
                </a:xfrm>
                <a:custGeom>
                  <a:avLst/>
                  <a:gdLst>
                    <a:gd name="connsiteX0" fmla="*/ 0 w 3810"/>
                    <a:gd name="connsiteY0" fmla="*/ 4404 h 4404"/>
                    <a:gd name="connsiteX1" fmla="*/ 3810 w 3810"/>
                    <a:gd name="connsiteY1" fmla="*/ 404 h 4404"/>
                    <a:gd name="connsiteX2" fmla="*/ 0 w 3810"/>
                    <a:gd name="connsiteY2" fmla="*/ 4404 h 4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4404">
                      <a:moveTo>
                        <a:pt x="0" y="4404"/>
                      </a:moveTo>
                      <a:cubicBezTo>
                        <a:pt x="286" y="-739"/>
                        <a:pt x="2858" y="-263"/>
                        <a:pt x="3810" y="404"/>
                      </a:cubicBezTo>
                      <a:cubicBezTo>
                        <a:pt x="2763" y="2404"/>
                        <a:pt x="1143" y="2785"/>
                        <a:pt x="0" y="44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2" name="Freeform: Shape 771">
                  <a:extLst>
                    <a:ext uri="{FF2B5EF4-FFF2-40B4-BE49-F238E27FC236}">
                      <a16:creationId xmlns:a16="http://schemas.microsoft.com/office/drawing/2014/main" id="{82D3F8DC-E3FE-49AE-88A3-DFD9DB6ADC2E}"/>
                    </a:ext>
                  </a:extLst>
                </p:cNvPr>
                <p:cNvSpPr/>
                <p:nvPr/>
              </p:nvSpPr>
              <p:spPr>
                <a:xfrm>
                  <a:off x="10478642" y="1825561"/>
                  <a:ext cx="3738" cy="7229"/>
                </a:xfrm>
                <a:custGeom>
                  <a:avLst/>
                  <a:gdLst>
                    <a:gd name="connsiteX0" fmla="*/ 0 w 3738"/>
                    <a:gd name="connsiteY0" fmla="*/ 4572 h 7229"/>
                    <a:gd name="connsiteX1" fmla="*/ 191 w 3738"/>
                    <a:gd name="connsiteY1" fmla="*/ 0 h 7229"/>
                    <a:gd name="connsiteX2" fmla="*/ 3715 w 3738"/>
                    <a:gd name="connsiteY2" fmla="*/ 4000 h 7229"/>
                    <a:gd name="connsiteX3" fmla="*/ 2858 w 3738"/>
                    <a:gd name="connsiteY3" fmla="*/ 6382 h 7229"/>
                    <a:gd name="connsiteX4" fmla="*/ 0 w 3738"/>
                    <a:gd name="connsiteY4" fmla="*/ 4572 h 7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38" h="7229">
                      <a:moveTo>
                        <a:pt x="0" y="4572"/>
                      </a:moveTo>
                      <a:cubicBezTo>
                        <a:pt x="666" y="2191"/>
                        <a:pt x="0" y="3143"/>
                        <a:pt x="191" y="0"/>
                      </a:cubicBezTo>
                      <a:cubicBezTo>
                        <a:pt x="1048" y="3715"/>
                        <a:pt x="2477" y="3238"/>
                        <a:pt x="3715" y="4000"/>
                      </a:cubicBezTo>
                      <a:cubicBezTo>
                        <a:pt x="4001" y="6001"/>
                        <a:pt x="1620" y="5048"/>
                        <a:pt x="2858" y="6382"/>
                      </a:cubicBezTo>
                      <a:cubicBezTo>
                        <a:pt x="2191" y="9049"/>
                        <a:pt x="952" y="4572"/>
                        <a:pt x="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3" name="Freeform: Shape 772">
                  <a:extLst>
                    <a:ext uri="{FF2B5EF4-FFF2-40B4-BE49-F238E27FC236}">
                      <a16:creationId xmlns:a16="http://schemas.microsoft.com/office/drawing/2014/main" id="{320540E6-A987-4474-AD6C-346AEABE19A4}"/>
                    </a:ext>
                  </a:extLst>
                </p:cNvPr>
                <p:cNvSpPr/>
                <p:nvPr/>
              </p:nvSpPr>
              <p:spPr>
                <a:xfrm>
                  <a:off x="10477023" y="1885473"/>
                  <a:ext cx="2773" cy="4727"/>
                </a:xfrm>
                <a:custGeom>
                  <a:avLst/>
                  <a:gdLst>
                    <a:gd name="connsiteX0" fmla="*/ 0 w 2773"/>
                    <a:gd name="connsiteY0" fmla="*/ 3810 h 4727"/>
                    <a:gd name="connsiteX1" fmla="*/ 2763 w 2773"/>
                    <a:gd name="connsiteY1" fmla="*/ 0 h 4727"/>
                    <a:gd name="connsiteX2" fmla="*/ 0 w 2773"/>
                    <a:gd name="connsiteY2" fmla="*/ 3810 h 4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73" h="4727">
                      <a:moveTo>
                        <a:pt x="0" y="3810"/>
                      </a:moveTo>
                      <a:cubicBezTo>
                        <a:pt x="763" y="2096"/>
                        <a:pt x="1715" y="857"/>
                        <a:pt x="2763" y="0"/>
                      </a:cubicBezTo>
                      <a:cubicBezTo>
                        <a:pt x="2953" y="4953"/>
                        <a:pt x="667" y="5620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4" name="Freeform: Shape 773">
                  <a:extLst>
                    <a:ext uri="{FF2B5EF4-FFF2-40B4-BE49-F238E27FC236}">
                      <a16:creationId xmlns:a16="http://schemas.microsoft.com/office/drawing/2014/main" id="{985B6351-91AC-4CB4-8974-CBA7F0AFAB6D}"/>
                    </a:ext>
                  </a:extLst>
                </p:cNvPr>
                <p:cNvSpPr/>
                <p:nvPr/>
              </p:nvSpPr>
              <p:spPr>
                <a:xfrm>
                  <a:off x="10475063" y="1947076"/>
                  <a:ext cx="1293" cy="6447"/>
                </a:xfrm>
                <a:custGeom>
                  <a:avLst/>
                  <a:gdLst>
                    <a:gd name="connsiteX0" fmla="*/ 1103 w 1293"/>
                    <a:gd name="connsiteY0" fmla="*/ 24 h 6447"/>
                    <a:gd name="connsiteX1" fmla="*/ 1294 w 1293"/>
                    <a:gd name="connsiteY1" fmla="*/ 5644 h 6447"/>
                    <a:gd name="connsiteX2" fmla="*/ 1103 w 1293"/>
                    <a:gd name="connsiteY2" fmla="*/ 24 h 6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93" h="6447">
                      <a:moveTo>
                        <a:pt x="1103" y="24"/>
                      </a:moveTo>
                      <a:cubicBezTo>
                        <a:pt x="532" y="1453"/>
                        <a:pt x="817" y="4310"/>
                        <a:pt x="1294" y="5644"/>
                      </a:cubicBezTo>
                      <a:cubicBezTo>
                        <a:pt x="532" y="9263"/>
                        <a:pt x="-1087" y="-547"/>
                        <a:pt x="1103" y="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5" name="Freeform: Shape 774">
                  <a:extLst>
                    <a:ext uri="{FF2B5EF4-FFF2-40B4-BE49-F238E27FC236}">
                      <a16:creationId xmlns:a16="http://schemas.microsoft.com/office/drawing/2014/main" id="{9A151B0B-FDC2-4120-9BC3-88B026BB71DA}"/>
                    </a:ext>
                  </a:extLst>
                </p:cNvPr>
                <p:cNvSpPr/>
                <p:nvPr/>
              </p:nvSpPr>
              <p:spPr>
                <a:xfrm>
                  <a:off x="10487416" y="1649495"/>
                  <a:ext cx="1703" cy="4917"/>
                </a:xfrm>
                <a:custGeom>
                  <a:avLst/>
                  <a:gdLst>
                    <a:gd name="connsiteX0" fmla="*/ 275 w 1703"/>
                    <a:gd name="connsiteY0" fmla="*/ 4806 h 4917"/>
                    <a:gd name="connsiteX1" fmla="*/ 85 w 1703"/>
                    <a:gd name="connsiteY1" fmla="*/ 330 h 4917"/>
                    <a:gd name="connsiteX2" fmla="*/ 1704 w 1703"/>
                    <a:gd name="connsiteY2" fmla="*/ 3473 h 4917"/>
                    <a:gd name="connsiteX3" fmla="*/ 656 w 1703"/>
                    <a:gd name="connsiteY3" fmla="*/ 2521 h 4917"/>
                    <a:gd name="connsiteX4" fmla="*/ 275 w 1703"/>
                    <a:gd name="connsiteY4" fmla="*/ 4806 h 4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3" h="4917">
                      <a:moveTo>
                        <a:pt x="275" y="4806"/>
                      </a:moveTo>
                      <a:cubicBezTo>
                        <a:pt x="-201" y="4521"/>
                        <a:pt x="85" y="2044"/>
                        <a:pt x="85" y="330"/>
                      </a:cubicBezTo>
                      <a:cubicBezTo>
                        <a:pt x="1513" y="-1099"/>
                        <a:pt x="1133" y="2521"/>
                        <a:pt x="1704" y="3473"/>
                      </a:cubicBezTo>
                      <a:cubicBezTo>
                        <a:pt x="1228" y="7283"/>
                        <a:pt x="1038" y="2330"/>
                        <a:pt x="656" y="2521"/>
                      </a:cubicBezTo>
                      <a:cubicBezTo>
                        <a:pt x="370" y="2616"/>
                        <a:pt x="370" y="3949"/>
                        <a:pt x="275" y="48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6" name="Freeform: Shape 775">
                  <a:extLst>
                    <a:ext uri="{FF2B5EF4-FFF2-40B4-BE49-F238E27FC236}">
                      <a16:creationId xmlns:a16="http://schemas.microsoft.com/office/drawing/2014/main" id="{E38D0761-46A9-4D3A-90C0-0AAF18557945}"/>
                    </a:ext>
                  </a:extLst>
                </p:cNvPr>
                <p:cNvSpPr/>
                <p:nvPr/>
              </p:nvSpPr>
              <p:spPr>
                <a:xfrm>
                  <a:off x="10481119" y="1823656"/>
                  <a:ext cx="2285" cy="2960"/>
                </a:xfrm>
                <a:custGeom>
                  <a:avLst/>
                  <a:gdLst>
                    <a:gd name="connsiteX0" fmla="*/ 0 w 2285"/>
                    <a:gd name="connsiteY0" fmla="*/ 1524 h 2960"/>
                    <a:gd name="connsiteX1" fmla="*/ 2286 w 2285"/>
                    <a:gd name="connsiteY1" fmla="*/ 0 h 2960"/>
                    <a:gd name="connsiteX2" fmla="*/ 0 w 2285"/>
                    <a:gd name="connsiteY2" fmla="*/ 1524 h 2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2960">
                      <a:moveTo>
                        <a:pt x="0" y="1524"/>
                      </a:moveTo>
                      <a:cubicBezTo>
                        <a:pt x="191" y="-1048"/>
                        <a:pt x="1620" y="762"/>
                        <a:pt x="2286" y="0"/>
                      </a:cubicBezTo>
                      <a:cubicBezTo>
                        <a:pt x="1715" y="6096"/>
                        <a:pt x="857" y="762"/>
                        <a:pt x="0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7" name="Freeform: Shape 776">
                  <a:extLst>
                    <a:ext uri="{FF2B5EF4-FFF2-40B4-BE49-F238E27FC236}">
                      <a16:creationId xmlns:a16="http://schemas.microsoft.com/office/drawing/2014/main" id="{4E4649F5-C491-4EDF-9300-C5653D2DF2DA}"/>
                    </a:ext>
                  </a:extLst>
                </p:cNvPr>
                <p:cNvSpPr/>
                <p:nvPr/>
              </p:nvSpPr>
              <p:spPr>
                <a:xfrm>
                  <a:off x="10489310" y="1632394"/>
                  <a:ext cx="1410" cy="5619"/>
                </a:xfrm>
                <a:custGeom>
                  <a:avLst/>
                  <a:gdLst>
                    <a:gd name="connsiteX0" fmla="*/ 0 w 1410"/>
                    <a:gd name="connsiteY0" fmla="*/ 1333 h 5619"/>
                    <a:gd name="connsiteX1" fmla="*/ 1143 w 1410"/>
                    <a:gd name="connsiteY1" fmla="*/ 0 h 5619"/>
                    <a:gd name="connsiteX2" fmla="*/ 1238 w 1410"/>
                    <a:gd name="connsiteY2" fmla="*/ 5620 h 5619"/>
                    <a:gd name="connsiteX3" fmla="*/ 0 w 1410"/>
                    <a:gd name="connsiteY3" fmla="*/ 1333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10" h="5619">
                      <a:moveTo>
                        <a:pt x="0" y="1333"/>
                      </a:moveTo>
                      <a:cubicBezTo>
                        <a:pt x="95" y="0"/>
                        <a:pt x="667" y="286"/>
                        <a:pt x="1143" y="0"/>
                      </a:cubicBezTo>
                      <a:cubicBezTo>
                        <a:pt x="1429" y="1238"/>
                        <a:pt x="1524" y="2953"/>
                        <a:pt x="1238" y="5620"/>
                      </a:cubicBezTo>
                      <a:cubicBezTo>
                        <a:pt x="667" y="4667"/>
                        <a:pt x="762" y="1524"/>
                        <a:pt x="0" y="13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8" name="Freeform: Shape 777">
                  <a:extLst>
                    <a:ext uri="{FF2B5EF4-FFF2-40B4-BE49-F238E27FC236}">
                      <a16:creationId xmlns:a16="http://schemas.microsoft.com/office/drawing/2014/main" id="{9A7D3F9B-C68E-4F06-AA9B-1CC9B38D5D52}"/>
                    </a:ext>
                  </a:extLst>
                </p:cNvPr>
                <p:cNvSpPr/>
                <p:nvPr/>
              </p:nvSpPr>
              <p:spPr>
                <a:xfrm>
                  <a:off x="10480928" y="1855638"/>
                  <a:ext cx="1769" cy="4131"/>
                </a:xfrm>
                <a:custGeom>
                  <a:avLst/>
                  <a:gdLst>
                    <a:gd name="connsiteX0" fmla="*/ 0 w 1769"/>
                    <a:gd name="connsiteY0" fmla="*/ 1260 h 4131"/>
                    <a:gd name="connsiteX1" fmla="*/ 1715 w 1769"/>
                    <a:gd name="connsiteY1" fmla="*/ 3261 h 4131"/>
                    <a:gd name="connsiteX2" fmla="*/ 0 w 1769"/>
                    <a:gd name="connsiteY2" fmla="*/ 1260 h 41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9" h="4131">
                      <a:moveTo>
                        <a:pt x="0" y="1260"/>
                      </a:moveTo>
                      <a:cubicBezTo>
                        <a:pt x="381" y="-1311"/>
                        <a:pt x="2095" y="403"/>
                        <a:pt x="1715" y="3261"/>
                      </a:cubicBezTo>
                      <a:cubicBezTo>
                        <a:pt x="381" y="5356"/>
                        <a:pt x="572" y="3261"/>
                        <a:pt x="0" y="12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9" name="Freeform: Shape 778">
                  <a:extLst>
                    <a:ext uri="{FF2B5EF4-FFF2-40B4-BE49-F238E27FC236}">
                      <a16:creationId xmlns:a16="http://schemas.microsoft.com/office/drawing/2014/main" id="{B191343F-0204-420E-B0DB-97E84F247576}"/>
                    </a:ext>
                  </a:extLst>
                </p:cNvPr>
                <p:cNvSpPr/>
                <p:nvPr/>
              </p:nvSpPr>
              <p:spPr>
                <a:xfrm>
                  <a:off x="10489402" y="1650396"/>
                  <a:ext cx="2194" cy="5905"/>
                </a:xfrm>
                <a:custGeom>
                  <a:avLst/>
                  <a:gdLst>
                    <a:gd name="connsiteX0" fmla="*/ 4 w 2194"/>
                    <a:gd name="connsiteY0" fmla="*/ 5906 h 5905"/>
                    <a:gd name="connsiteX1" fmla="*/ 1338 w 2194"/>
                    <a:gd name="connsiteY1" fmla="*/ 0 h 5905"/>
                    <a:gd name="connsiteX2" fmla="*/ 2195 w 2194"/>
                    <a:gd name="connsiteY2" fmla="*/ 4382 h 5905"/>
                    <a:gd name="connsiteX3" fmla="*/ 4 w 2194"/>
                    <a:gd name="connsiteY3" fmla="*/ 5906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94" h="5905">
                      <a:moveTo>
                        <a:pt x="4" y="5906"/>
                      </a:moveTo>
                      <a:cubicBezTo>
                        <a:pt x="-91" y="2096"/>
                        <a:pt x="1528" y="4191"/>
                        <a:pt x="1338" y="0"/>
                      </a:cubicBezTo>
                      <a:cubicBezTo>
                        <a:pt x="2099" y="191"/>
                        <a:pt x="1528" y="4191"/>
                        <a:pt x="2195" y="4382"/>
                      </a:cubicBezTo>
                      <a:cubicBezTo>
                        <a:pt x="2099" y="6953"/>
                        <a:pt x="670" y="5144"/>
                        <a:pt x="4" y="5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0" name="Freeform: Shape 779">
                  <a:extLst>
                    <a:ext uri="{FF2B5EF4-FFF2-40B4-BE49-F238E27FC236}">
                      <a16:creationId xmlns:a16="http://schemas.microsoft.com/office/drawing/2014/main" id="{CDF0D005-68E1-4268-B032-B59EA887CB7B}"/>
                    </a:ext>
                  </a:extLst>
                </p:cNvPr>
                <p:cNvSpPr/>
                <p:nvPr/>
              </p:nvSpPr>
              <p:spPr>
                <a:xfrm>
                  <a:off x="10488720" y="1678950"/>
                  <a:ext cx="1842" cy="3545"/>
                </a:xfrm>
                <a:custGeom>
                  <a:avLst/>
                  <a:gdLst>
                    <a:gd name="connsiteX0" fmla="*/ 1734 w 1842"/>
                    <a:gd name="connsiteY0" fmla="*/ 3260 h 3545"/>
                    <a:gd name="connsiteX1" fmla="*/ 305 w 1842"/>
                    <a:gd name="connsiteY1" fmla="*/ 3546 h 3545"/>
                    <a:gd name="connsiteX2" fmla="*/ 1734 w 1842"/>
                    <a:gd name="connsiteY2" fmla="*/ 3260 h 35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42" h="3545">
                      <a:moveTo>
                        <a:pt x="1734" y="3260"/>
                      </a:moveTo>
                      <a:cubicBezTo>
                        <a:pt x="1543" y="2974"/>
                        <a:pt x="495" y="688"/>
                        <a:pt x="305" y="3546"/>
                      </a:cubicBezTo>
                      <a:cubicBezTo>
                        <a:pt x="-1029" y="879"/>
                        <a:pt x="2495" y="-2741"/>
                        <a:pt x="1734" y="32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1" name="Freeform: Shape 780">
                  <a:extLst>
                    <a:ext uri="{FF2B5EF4-FFF2-40B4-BE49-F238E27FC236}">
                      <a16:creationId xmlns:a16="http://schemas.microsoft.com/office/drawing/2014/main" id="{136B18C8-DD64-4809-9906-EE3CA72DC744}"/>
                    </a:ext>
                  </a:extLst>
                </p:cNvPr>
                <p:cNvSpPr/>
                <p:nvPr/>
              </p:nvSpPr>
              <p:spPr>
                <a:xfrm>
                  <a:off x="10480738" y="1892712"/>
                  <a:ext cx="2762" cy="4952"/>
                </a:xfrm>
                <a:custGeom>
                  <a:avLst/>
                  <a:gdLst>
                    <a:gd name="connsiteX0" fmla="*/ 0 w 2762"/>
                    <a:gd name="connsiteY0" fmla="*/ 4953 h 4952"/>
                    <a:gd name="connsiteX1" fmla="*/ 2763 w 2762"/>
                    <a:gd name="connsiteY1" fmla="*/ 0 h 4952"/>
                    <a:gd name="connsiteX2" fmla="*/ 0 w 2762"/>
                    <a:gd name="connsiteY2" fmla="*/ 4953 h 4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2" h="4952">
                      <a:moveTo>
                        <a:pt x="0" y="4953"/>
                      </a:moveTo>
                      <a:cubicBezTo>
                        <a:pt x="477" y="1714"/>
                        <a:pt x="1620" y="667"/>
                        <a:pt x="2763" y="0"/>
                      </a:cubicBezTo>
                      <a:cubicBezTo>
                        <a:pt x="2286" y="3238"/>
                        <a:pt x="1143" y="4000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2" name="Freeform: Shape 781">
                  <a:extLst>
                    <a:ext uri="{FF2B5EF4-FFF2-40B4-BE49-F238E27FC236}">
                      <a16:creationId xmlns:a16="http://schemas.microsoft.com/office/drawing/2014/main" id="{6E7C4867-4C47-4557-A4ED-6B963D05DEF1}"/>
                    </a:ext>
                  </a:extLst>
                </p:cNvPr>
                <p:cNvSpPr/>
                <p:nvPr/>
              </p:nvSpPr>
              <p:spPr>
                <a:xfrm>
                  <a:off x="10491799" y="1645634"/>
                  <a:ext cx="1512" cy="6709"/>
                </a:xfrm>
                <a:custGeom>
                  <a:avLst/>
                  <a:gdLst>
                    <a:gd name="connsiteX0" fmla="*/ 941 w 1512"/>
                    <a:gd name="connsiteY0" fmla="*/ 0 h 6709"/>
                    <a:gd name="connsiteX1" fmla="*/ 1513 w 1512"/>
                    <a:gd name="connsiteY1" fmla="*/ 3334 h 6709"/>
                    <a:gd name="connsiteX2" fmla="*/ 370 w 1512"/>
                    <a:gd name="connsiteY2" fmla="*/ 4667 h 6709"/>
                    <a:gd name="connsiteX3" fmla="*/ 655 w 1512"/>
                    <a:gd name="connsiteY3" fmla="*/ 5715 h 6709"/>
                    <a:gd name="connsiteX4" fmla="*/ 941 w 1512"/>
                    <a:gd name="connsiteY4" fmla="*/ 0 h 6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12" h="6709">
                      <a:moveTo>
                        <a:pt x="941" y="0"/>
                      </a:moveTo>
                      <a:cubicBezTo>
                        <a:pt x="1417" y="191"/>
                        <a:pt x="941" y="3334"/>
                        <a:pt x="1513" y="3334"/>
                      </a:cubicBezTo>
                      <a:cubicBezTo>
                        <a:pt x="1417" y="4667"/>
                        <a:pt x="845" y="4382"/>
                        <a:pt x="370" y="4667"/>
                      </a:cubicBezTo>
                      <a:cubicBezTo>
                        <a:pt x="274" y="5620"/>
                        <a:pt x="465" y="5715"/>
                        <a:pt x="655" y="5715"/>
                      </a:cubicBezTo>
                      <a:cubicBezTo>
                        <a:pt x="-584" y="9716"/>
                        <a:pt x="179" y="381"/>
                        <a:pt x="94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3" name="Freeform: Shape 782">
                  <a:extLst>
                    <a:ext uri="{FF2B5EF4-FFF2-40B4-BE49-F238E27FC236}">
                      <a16:creationId xmlns:a16="http://schemas.microsoft.com/office/drawing/2014/main" id="{D2231917-7E0A-4E1C-B8BA-E40E2463FBE0}"/>
                    </a:ext>
                  </a:extLst>
                </p:cNvPr>
                <p:cNvSpPr/>
                <p:nvPr/>
              </p:nvSpPr>
              <p:spPr>
                <a:xfrm>
                  <a:off x="10491406" y="1669351"/>
                  <a:ext cx="3048" cy="10104"/>
                </a:xfrm>
                <a:custGeom>
                  <a:avLst/>
                  <a:gdLst>
                    <a:gd name="connsiteX0" fmla="*/ 0 w 3048"/>
                    <a:gd name="connsiteY0" fmla="*/ 8096 h 10104"/>
                    <a:gd name="connsiteX1" fmla="*/ 1048 w 3048"/>
                    <a:gd name="connsiteY1" fmla="*/ 0 h 10104"/>
                    <a:gd name="connsiteX2" fmla="*/ 3049 w 3048"/>
                    <a:gd name="connsiteY2" fmla="*/ 3048 h 10104"/>
                    <a:gd name="connsiteX3" fmla="*/ 2096 w 3048"/>
                    <a:gd name="connsiteY3" fmla="*/ 10001 h 10104"/>
                    <a:gd name="connsiteX4" fmla="*/ 1429 w 3048"/>
                    <a:gd name="connsiteY4" fmla="*/ 7810 h 10104"/>
                    <a:gd name="connsiteX5" fmla="*/ 0 w 3048"/>
                    <a:gd name="connsiteY5" fmla="*/ 8096 h 10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48" h="10104">
                      <a:moveTo>
                        <a:pt x="0" y="8096"/>
                      </a:moveTo>
                      <a:cubicBezTo>
                        <a:pt x="953" y="4667"/>
                        <a:pt x="477" y="3524"/>
                        <a:pt x="1048" y="0"/>
                      </a:cubicBezTo>
                      <a:cubicBezTo>
                        <a:pt x="1715" y="2857"/>
                        <a:pt x="2096" y="2762"/>
                        <a:pt x="3049" y="3048"/>
                      </a:cubicBezTo>
                      <a:cubicBezTo>
                        <a:pt x="1429" y="5905"/>
                        <a:pt x="1715" y="4763"/>
                        <a:pt x="2096" y="10001"/>
                      </a:cubicBezTo>
                      <a:cubicBezTo>
                        <a:pt x="1429" y="10477"/>
                        <a:pt x="1429" y="9239"/>
                        <a:pt x="1429" y="7810"/>
                      </a:cubicBezTo>
                      <a:cubicBezTo>
                        <a:pt x="858" y="9334"/>
                        <a:pt x="477" y="9334"/>
                        <a:pt x="0" y="8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4" name="Freeform: Shape 783">
                  <a:extLst>
                    <a:ext uri="{FF2B5EF4-FFF2-40B4-BE49-F238E27FC236}">
                      <a16:creationId xmlns:a16="http://schemas.microsoft.com/office/drawing/2014/main" id="{FF5704A1-0617-44C7-A40D-D4D2FD8E330A}"/>
                    </a:ext>
                  </a:extLst>
                </p:cNvPr>
                <p:cNvSpPr/>
                <p:nvPr/>
              </p:nvSpPr>
              <p:spPr>
                <a:xfrm>
                  <a:off x="10493407" y="1648777"/>
                  <a:ext cx="1540" cy="5560"/>
                </a:xfrm>
                <a:custGeom>
                  <a:avLst/>
                  <a:gdLst>
                    <a:gd name="connsiteX0" fmla="*/ 1428 w 1540"/>
                    <a:gd name="connsiteY0" fmla="*/ 5525 h 5560"/>
                    <a:gd name="connsiteX1" fmla="*/ 0 w 1540"/>
                    <a:gd name="connsiteY1" fmla="*/ 4667 h 5560"/>
                    <a:gd name="connsiteX2" fmla="*/ 571 w 1540"/>
                    <a:gd name="connsiteY2" fmla="*/ 0 h 5560"/>
                    <a:gd name="connsiteX3" fmla="*/ 1428 w 1540"/>
                    <a:gd name="connsiteY3" fmla="*/ 5525 h 5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0" h="5560">
                      <a:moveTo>
                        <a:pt x="1428" y="5525"/>
                      </a:moveTo>
                      <a:cubicBezTo>
                        <a:pt x="762" y="5810"/>
                        <a:pt x="762" y="4286"/>
                        <a:pt x="0" y="4667"/>
                      </a:cubicBezTo>
                      <a:cubicBezTo>
                        <a:pt x="285" y="3620"/>
                        <a:pt x="476" y="2000"/>
                        <a:pt x="571" y="0"/>
                      </a:cubicBezTo>
                      <a:cubicBezTo>
                        <a:pt x="1143" y="952"/>
                        <a:pt x="1809" y="1905"/>
                        <a:pt x="1428" y="55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5" name="Freeform: Shape 784">
                  <a:extLst>
                    <a:ext uri="{FF2B5EF4-FFF2-40B4-BE49-F238E27FC236}">
                      <a16:creationId xmlns:a16="http://schemas.microsoft.com/office/drawing/2014/main" id="{92492103-005D-48B7-9C9D-4A0E8AD20DAD}"/>
                    </a:ext>
                  </a:extLst>
                </p:cNvPr>
                <p:cNvSpPr/>
                <p:nvPr/>
              </p:nvSpPr>
              <p:spPr>
                <a:xfrm>
                  <a:off x="10490652" y="1755423"/>
                  <a:ext cx="1516" cy="7082"/>
                </a:xfrm>
                <a:custGeom>
                  <a:avLst/>
                  <a:gdLst>
                    <a:gd name="connsiteX0" fmla="*/ 183 w 1516"/>
                    <a:gd name="connsiteY0" fmla="*/ 7082 h 7082"/>
                    <a:gd name="connsiteX1" fmla="*/ 1517 w 1516"/>
                    <a:gd name="connsiteY1" fmla="*/ 34 h 7082"/>
                    <a:gd name="connsiteX2" fmla="*/ 183 w 1516"/>
                    <a:gd name="connsiteY2" fmla="*/ 7082 h 7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16" h="7082">
                      <a:moveTo>
                        <a:pt x="183" y="7082"/>
                      </a:moveTo>
                      <a:cubicBezTo>
                        <a:pt x="-389" y="6320"/>
                        <a:pt x="469" y="-538"/>
                        <a:pt x="1517" y="34"/>
                      </a:cubicBezTo>
                      <a:cubicBezTo>
                        <a:pt x="1135" y="2415"/>
                        <a:pt x="659" y="4701"/>
                        <a:pt x="183" y="70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6" name="Freeform: Shape 785">
                  <a:extLst>
                    <a:ext uri="{FF2B5EF4-FFF2-40B4-BE49-F238E27FC236}">
                      <a16:creationId xmlns:a16="http://schemas.microsoft.com/office/drawing/2014/main" id="{E7B5EC45-7072-43F0-9194-64316C71F390}"/>
                    </a:ext>
                  </a:extLst>
                </p:cNvPr>
                <p:cNvSpPr/>
                <p:nvPr/>
              </p:nvSpPr>
              <p:spPr>
                <a:xfrm>
                  <a:off x="10487025" y="1858274"/>
                  <a:ext cx="2667" cy="2759"/>
                </a:xfrm>
                <a:custGeom>
                  <a:avLst/>
                  <a:gdLst>
                    <a:gd name="connsiteX0" fmla="*/ 0 w 2667"/>
                    <a:gd name="connsiteY0" fmla="*/ 2148 h 2759"/>
                    <a:gd name="connsiteX1" fmla="*/ 2667 w 2667"/>
                    <a:gd name="connsiteY1" fmla="*/ 624 h 2759"/>
                    <a:gd name="connsiteX2" fmla="*/ 0 w 2667"/>
                    <a:gd name="connsiteY2" fmla="*/ 2148 h 2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7" h="2759">
                      <a:moveTo>
                        <a:pt x="0" y="2148"/>
                      </a:moveTo>
                      <a:cubicBezTo>
                        <a:pt x="572" y="-2329"/>
                        <a:pt x="1238" y="1767"/>
                        <a:pt x="2667" y="624"/>
                      </a:cubicBezTo>
                      <a:cubicBezTo>
                        <a:pt x="2095" y="3577"/>
                        <a:pt x="857" y="2815"/>
                        <a:pt x="0" y="21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7" name="Freeform: Shape 786">
                  <a:extLst>
                    <a:ext uri="{FF2B5EF4-FFF2-40B4-BE49-F238E27FC236}">
                      <a16:creationId xmlns:a16="http://schemas.microsoft.com/office/drawing/2014/main" id="{8BD1D2B5-CFA2-4E5B-83DD-5C786C6E8EC1}"/>
                    </a:ext>
                  </a:extLst>
                </p:cNvPr>
                <p:cNvSpPr/>
                <p:nvPr/>
              </p:nvSpPr>
              <p:spPr>
                <a:xfrm>
                  <a:off x="10478072" y="2130144"/>
                  <a:ext cx="2761" cy="2408"/>
                </a:xfrm>
                <a:custGeom>
                  <a:avLst/>
                  <a:gdLst>
                    <a:gd name="connsiteX0" fmla="*/ 0 w 2761"/>
                    <a:gd name="connsiteY0" fmla="*/ 2408 h 2408"/>
                    <a:gd name="connsiteX1" fmla="*/ 2761 w 2761"/>
                    <a:gd name="connsiteY1" fmla="*/ 884 h 2408"/>
                    <a:gd name="connsiteX2" fmla="*/ 0 w 2761"/>
                    <a:gd name="connsiteY2" fmla="*/ 2408 h 2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1" h="2408">
                      <a:moveTo>
                        <a:pt x="0" y="2408"/>
                      </a:moveTo>
                      <a:cubicBezTo>
                        <a:pt x="380" y="-1497"/>
                        <a:pt x="1905" y="408"/>
                        <a:pt x="2761" y="884"/>
                      </a:cubicBezTo>
                      <a:cubicBezTo>
                        <a:pt x="2381" y="3456"/>
                        <a:pt x="762" y="1646"/>
                        <a:pt x="0" y="24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8" name="Freeform: Shape 787">
                  <a:extLst>
                    <a:ext uri="{FF2B5EF4-FFF2-40B4-BE49-F238E27FC236}">
                      <a16:creationId xmlns:a16="http://schemas.microsoft.com/office/drawing/2014/main" id="{BB799371-8EA0-4D9F-AFEB-FC892319E203}"/>
                    </a:ext>
                  </a:extLst>
                </p:cNvPr>
                <p:cNvSpPr/>
                <p:nvPr/>
              </p:nvSpPr>
              <p:spPr>
                <a:xfrm>
                  <a:off x="10500546" y="1566186"/>
                  <a:ext cx="2004" cy="4211"/>
                </a:xfrm>
                <a:custGeom>
                  <a:avLst/>
                  <a:gdLst>
                    <a:gd name="connsiteX0" fmla="*/ 5 w 2004"/>
                    <a:gd name="connsiteY0" fmla="*/ 9 h 4211"/>
                    <a:gd name="connsiteX1" fmla="*/ 2004 w 2004"/>
                    <a:gd name="connsiteY1" fmla="*/ 3057 h 4211"/>
                    <a:gd name="connsiteX2" fmla="*/ 5 w 2004"/>
                    <a:gd name="connsiteY2" fmla="*/ 9 h 4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4" h="4211">
                      <a:moveTo>
                        <a:pt x="5" y="9"/>
                      </a:moveTo>
                      <a:cubicBezTo>
                        <a:pt x="1052" y="-182"/>
                        <a:pt x="1052" y="2771"/>
                        <a:pt x="2004" y="3057"/>
                      </a:cubicBezTo>
                      <a:cubicBezTo>
                        <a:pt x="1338" y="6010"/>
                        <a:pt x="-91" y="2676"/>
                        <a:pt x="5" y="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9" name="Freeform: Shape 788">
                  <a:extLst>
                    <a:ext uri="{FF2B5EF4-FFF2-40B4-BE49-F238E27FC236}">
                      <a16:creationId xmlns:a16="http://schemas.microsoft.com/office/drawing/2014/main" id="{359B2841-F79D-4619-8E59-97906EF9428E}"/>
                    </a:ext>
                  </a:extLst>
                </p:cNvPr>
                <p:cNvSpPr/>
                <p:nvPr/>
              </p:nvSpPr>
              <p:spPr>
                <a:xfrm>
                  <a:off x="10499121" y="1632775"/>
                  <a:ext cx="2285" cy="5905"/>
                </a:xfrm>
                <a:custGeom>
                  <a:avLst/>
                  <a:gdLst>
                    <a:gd name="connsiteX0" fmla="*/ 0 w 2285"/>
                    <a:gd name="connsiteY0" fmla="*/ 3810 h 5905"/>
                    <a:gd name="connsiteX1" fmla="*/ 2286 w 2285"/>
                    <a:gd name="connsiteY1" fmla="*/ 0 h 5905"/>
                    <a:gd name="connsiteX2" fmla="*/ 666 w 2285"/>
                    <a:gd name="connsiteY2" fmla="*/ 5906 h 5905"/>
                    <a:gd name="connsiteX3" fmla="*/ 0 w 2285"/>
                    <a:gd name="connsiteY3" fmla="*/ 3810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5905">
                      <a:moveTo>
                        <a:pt x="0" y="3810"/>
                      </a:moveTo>
                      <a:cubicBezTo>
                        <a:pt x="571" y="1905"/>
                        <a:pt x="1334" y="667"/>
                        <a:pt x="2286" y="0"/>
                      </a:cubicBezTo>
                      <a:cubicBezTo>
                        <a:pt x="2191" y="3715"/>
                        <a:pt x="762" y="2667"/>
                        <a:pt x="666" y="5906"/>
                      </a:cubicBezTo>
                      <a:cubicBezTo>
                        <a:pt x="286" y="5810"/>
                        <a:pt x="476" y="3715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0" name="Freeform: Shape 789">
                  <a:extLst>
                    <a:ext uri="{FF2B5EF4-FFF2-40B4-BE49-F238E27FC236}">
                      <a16:creationId xmlns:a16="http://schemas.microsoft.com/office/drawing/2014/main" id="{00B6E2EF-964E-446A-8F42-C592227C92F2}"/>
                    </a:ext>
                  </a:extLst>
                </p:cNvPr>
                <p:cNvSpPr/>
                <p:nvPr/>
              </p:nvSpPr>
              <p:spPr>
                <a:xfrm>
                  <a:off x="10483310" y="2059005"/>
                  <a:ext cx="3142" cy="3633"/>
                </a:xfrm>
                <a:custGeom>
                  <a:avLst/>
                  <a:gdLst>
                    <a:gd name="connsiteX0" fmla="*/ 3143 w 3142"/>
                    <a:gd name="connsiteY0" fmla="*/ 871 h 3633"/>
                    <a:gd name="connsiteX1" fmla="*/ 0 w 3142"/>
                    <a:gd name="connsiteY1" fmla="*/ 3634 h 3633"/>
                    <a:gd name="connsiteX2" fmla="*/ 3143 w 3142"/>
                    <a:gd name="connsiteY2" fmla="*/ 871 h 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2" h="3633">
                      <a:moveTo>
                        <a:pt x="3143" y="871"/>
                      </a:moveTo>
                      <a:cubicBezTo>
                        <a:pt x="2381" y="2776"/>
                        <a:pt x="1048" y="2681"/>
                        <a:pt x="0" y="3634"/>
                      </a:cubicBezTo>
                      <a:cubicBezTo>
                        <a:pt x="191" y="-81"/>
                        <a:pt x="2477" y="-843"/>
                        <a:pt x="3143" y="8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1" name="Freeform: Shape 790">
                  <a:extLst>
                    <a:ext uri="{FF2B5EF4-FFF2-40B4-BE49-F238E27FC236}">
                      <a16:creationId xmlns:a16="http://schemas.microsoft.com/office/drawing/2014/main" id="{D7B85F10-99CC-4D94-AB2C-4CD6B109D10C}"/>
                    </a:ext>
                  </a:extLst>
                </p:cNvPr>
                <p:cNvSpPr/>
                <p:nvPr/>
              </p:nvSpPr>
              <p:spPr>
                <a:xfrm>
                  <a:off x="10503979" y="1566672"/>
                  <a:ext cx="2571" cy="3816"/>
                </a:xfrm>
                <a:custGeom>
                  <a:avLst/>
                  <a:gdLst>
                    <a:gd name="connsiteX0" fmla="*/ 0 w 2571"/>
                    <a:gd name="connsiteY0" fmla="*/ 3429 h 3816"/>
                    <a:gd name="connsiteX1" fmla="*/ 95 w 2571"/>
                    <a:gd name="connsiteY1" fmla="*/ 1143 h 3816"/>
                    <a:gd name="connsiteX2" fmla="*/ 476 w 2571"/>
                    <a:gd name="connsiteY2" fmla="*/ 0 h 3816"/>
                    <a:gd name="connsiteX3" fmla="*/ 2572 w 2571"/>
                    <a:gd name="connsiteY3" fmla="*/ 762 h 3816"/>
                    <a:gd name="connsiteX4" fmla="*/ 0 w 2571"/>
                    <a:gd name="connsiteY4" fmla="*/ 3429 h 3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71" h="3816">
                      <a:moveTo>
                        <a:pt x="0" y="3429"/>
                      </a:moveTo>
                      <a:lnTo>
                        <a:pt x="95" y="1143"/>
                      </a:lnTo>
                      <a:cubicBezTo>
                        <a:pt x="380" y="1333"/>
                        <a:pt x="476" y="667"/>
                        <a:pt x="476" y="0"/>
                      </a:cubicBezTo>
                      <a:cubicBezTo>
                        <a:pt x="857" y="3143"/>
                        <a:pt x="1143" y="571"/>
                        <a:pt x="2572" y="762"/>
                      </a:cubicBezTo>
                      <a:cubicBezTo>
                        <a:pt x="2095" y="6001"/>
                        <a:pt x="1334" y="2762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2" name="Freeform: Shape 791">
                  <a:extLst>
                    <a:ext uri="{FF2B5EF4-FFF2-40B4-BE49-F238E27FC236}">
                      <a16:creationId xmlns:a16="http://schemas.microsoft.com/office/drawing/2014/main" id="{DD2CB454-E8F3-42CC-9FC2-A53D1085DEE2}"/>
                    </a:ext>
                  </a:extLst>
                </p:cNvPr>
                <p:cNvSpPr/>
                <p:nvPr/>
              </p:nvSpPr>
              <p:spPr>
                <a:xfrm>
                  <a:off x="10486072" y="2057208"/>
                  <a:ext cx="16382" cy="10287"/>
                </a:xfrm>
                <a:custGeom>
                  <a:avLst/>
                  <a:gdLst>
                    <a:gd name="connsiteX0" fmla="*/ 0 w 16382"/>
                    <a:gd name="connsiteY0" fmla="*/ 1620 h 10287"/>
                    <a:gd name="connsiteX1" fmla="*/ 16383 w 16382"/>
                    <a:gd name="connsiteY1" fmla="*/ 7049 h 10287"/>
                    <a:gd name="connsiteX2" fmla="*/ 10287 w 16382"/>
                    <a:gd name="connsiteY2" fmla="*/ 10288 h 10287"/>
                    <a:gd name="connsiteX3" fmla="*/ 10477 w 16382"/>
                    <a:gd name="connsiteY3" fmla="*/ 5716 h 10287"/>
                    <a:gd name="connsiteX4" fmla="*/ 0 w 16382"/>
                    <a:gd name="connsiteY4" fmla="*/ 1620 h 10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82" h="10287">
                      <a:moveTo>
                        <a:pt x="0" y="1620"/>
                      </a:moveTo>
                      <a:cubicBezTo>
                        <a:pt x="4667" y="-3524"/>
                        <a:pt x="11525" y="5049"/>
                        <a:pt x="16383" y="7049"/>
                      </a:cubicBezTo>
                      <a:cubicBezTo>
                        <a:pt x="16097" y="10097"/>
                        <a:pt x="12192" y="6478"/>
                        <a:pt x="10287" y="10288"/>
                      </a:cubicBezTo>
                      <a:cubicBezTo>
                        <a:pt x="9048" y="8573"/>
                        <a:pt x="11620" y="7811"/>
                        <a:pt x="10477" y="5716"/>
                      </a:cubicBezTo>
                      <a:cubicBezTo>
                        <a:pt x="6001" y="11907"/>
                        <a:pt x="2381" y="6668"/>
                        <a:pt x="0" y="1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3" name="Freeform: Shape 792">
                  <a:extLst>
                    <a:ext uri="{FF2B5EF4-FFF2-40B4-BE49-F238E27FC236}">
                      <a16:creationId xmlns:a16="http://schemas.microsoft.com/office/drawing/2014/main" id="{B6D48EF5-312D-4801-9FCF-207762664DA6}"/>
                    </a:ext>
                  </a:extLst>
                </p:cNvPr>
                <p:cNvSpPr/>
                <p:nvPr/>
              </p:nvSpPr>
              <p:spPr>
                <a:xfrm>
                  <a:off x="10495788" y="1800354"/>
                  <a:ext cx="2063" cy="6347"/>
                </a:xfrm>
                <a:custGeom>
                  <a:avLst/>
                  <a:gdLst>
                    <a:gd name="connsiteX0" fmla="*/ 0 w 2063"/>
                    <a:gd name="connsiteY0" fmla="*/ 2062 h 6347"/>
                    <a:gd name="connsiteX1" fmla="*/ 1619 w 2063"/>
                    <a:gd name="connsiteY1" fmla="*/ 6348 h 6347"/>
                    <a:gd name="connsiteX2" fmla="*/ 0 w 2063"/>
                    <a:gd name="connsiteY2" fmla="*/ 2062 h 6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63" h="6347">
                      <a:moveTo>
                        <a:pt x="0" y="2062"/>
                      </a:moveTo>
                      <a:cubicBezTo>
                        <a:pt x="285" y="-3368"/>
                        <a:pt x="3143" y="3300"/>
                        <a:pt x="1619" y="6348"/>
                      </a:cubicBezTo>
                      <a:cubicBezTo>
                        <a:pt x="857" y="5681"/>
                        <a:pt x="1619" y="347"/>
                        <a:pt x="0" y="20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4" name="Freeform: Shape 793">
                  <a:extLst>
                    <a:ext uri="{FF2B5EF4-FFF2-40B4-BE49-F238E27FC236}">
                      <a16:creationId xmlns:a16="http://schemas.microsoft.com/office/drawing/2014/main" id="{AC6684AB-DA40-4597-8068-CC4CA18927F1}"/>
                    </a:ext>
                  </a:extLst>
                </p:cNvPr>
                <p:cNvSpPr/>
                <p:nvPr/>
              </p:nvSpPr>
              <p:spPr>
                <a:xfrm>
                  <a:off x="10499203" y="1744122"/>
                  <a:ext cx="4967" cy="4290"/>
                </a:xfrm>
                <a:custGeom>
                  <a:avLst/>
                  <a:gdLst>
                    <a:gd name="connsiteX0" fmla="*/ 14 w 4967"/>
                    <a:gd name="connsiteY0" fmla="*/ 0 h 4290"/>
                    <a:gd name="connsiteX1" fmla="*/ 4967 w 4967"/>
                    <a:gd name="connsiteY1" fmla="*/ 2572 h 4290"/>
                    <a:gd name="connsiteX2" fmla="*/ 1253 w 4967"/>
                    <a:gd name="connsiteY2" fmla="*/ 4286 h 4290"/>
                    <a:gd name="connsiteX3" fmla="*/ 14 w 4967"/>
                    <a:gd name="connsiteY3" fmla="*/ 0 h 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67" h="4290">
                      <a:moveTo>
                        <a:pt x="14" y="0"/>
                      </a:moveTo>
                      <a:cubicBezTo>
                        <a:pt x="1348" y="571"/>
                        <a:pt x="3062" y="1238"/>
                        <a:pt x="4967" y="2572"/>
                      </a:cubicBezTo>
                      <a:cubicBezTo>
                        <a:pt x="4014" y="6382"/>
                        <a:pt x="1823" y="-95"/>
                        <a:pt x="1253" y="4286"/>
                      </a:cubicBezTo>
                      <a:cubicBezTo>
                        <a:pt x="300" y="4382"/>
                        <a:pt x="-81" y="2953"/>
                        <a:pt x="1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5" name="Freeform: Shape 794">
                  <a:extLst>
                    <a:ext uri="{FF2B5EF4-FFF2-40B4-BE49-F238E27FC236}">
                      <a16:creationId xmlns:a16="http://schemas.microsoft.com/office/drawing/2014/main" id="{E59B96D4-B206-4271-84ED-6063BF659777}"/>
                    </a:ext>
                  </a:extLst>
                </p:cNvPr>
                <p:cNvSpPr/>
                <p:nvPr/>
              </p:nvSpPr>
              <p:spPr>
                <a:xfrm>
                  <a:off x="10506870" y="1567052"/>
                  <a:ext cx="3804" cy="8191"/>
                </a:xfrm>
                <a:custGeom>
                  <a:avLst/>
                  <a:gdLst>
                    <a:gd name="connsiteX0" fmla="*/ 1395 w 3804"/>
                    <a:gd name="connsiteY0" fmla="*/ 95 h 8191"/>
                    <a:gd name="connsiteX1" fmla="*/ 538 w 3804"/>
                    <a:gd name="connsiteY1" fmla="*/ 4763 h 8191"/>
                    <a:gd name="connsiteX2" fmla="*/ 2158 w 3804"/>
                    <a:gd name="connsiteY2" fmla="*/ 0 h 8191"/>
                    <a:gd name="connsiteX3" fmla="*/ 3776 w 3804"/>
                    <a:gd name="connsiteY3" fmla="*/ 4286 h 8191"/>
                    <a:gd name="connsiteX4" fmla="*/ 824 w 3804"/>
                    <a:gd name="connsiteY4" fmla="*/ 8192 h 8191"/>
                    <a:gd name="connsiteX5" fmla="*/ 1395 w 3804"/>
                    <a:gd name="connsiteY5" fmla="*/ 95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04" h="8191">
                      <a:moveTo>
                        <a:pt x="1395" y="95"/>
                      </a:moveTo>
                      <a:cubicBezTo>
                        <a:pt x="1300" y="2381"/>
                        <a:pt x="347" y="1715"/>
                        <a:pt x="538" y="4763"/>
                      </a:cubicBezTo>
                      <a:cubicBezTo>
                        <a:pt x="1681" y="5048"/>
                        <a:pt x="1681" y="1715"/>
                        <a:pt x="2158" y="0"/>
                      </a:cubicBezTo>
                      <a:cubicBezTo>
                        <a:pt x="2063" y="3239"/>
                        <a:pt x="4062" y="286"/>
                        <a:pt x="3776" y="4286"/>
                      </a:cubicBezTo>
                      <a:cubicBezTo>
                        <a:pt x="2347" y="4096"/>
                        <a:pt x="1204" y="4763"/>
                        <a:pt x="824" y="8192"/>
                      </a:cubicBezTo>
                      <a:cubicBezTo>
                        <a:pt x="-223" y="6287"/>
                        <a:pt x="-509" y="667"/>
                        <a:pt x="1395" y="9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6" name="Freeform: Shape 795">
                  <a:extLst>
                    <a:ext uri="{FF2B5EF4-FFF2-40B4-BE49-F238E27FC236}">
                      <a16:creationId xmlns:a16="http://schemas.microsoft.com/office/drawing/2014/main" id="{0BDB590E-713F-408B-ABD2-4391AA4D0622}"/>
                    </a:ext>
                  </a:extLst>
                </p:cNvPr>
                <p:cNvSpPr/>
                <p:nvPr/>
              </p:nvSpPr>
              <p:spPr>
                <a:xfrm>
                  <a:off x="10496454" y="1859756"/>
                  <a:ext cx="1904" cy="3731"/>
                </a:xfrm>
                <a:custGeom>
                  <a:avLst/>
                  <a:gdLst>
                    <a:gd name="connsiteX0" fmla="*/ 0 w 1904"/>
                    <a:gd name="connsiteY0" fmla="*/ 2572 h 3731"/>
                    <a:gd name="connsiteX1" fmla="*/ 1905 w 1904"/>
                    <a:gd name="connsiteY1" fmla="*/ 0 h 3731"/>
                    <a:gd name="connsiteX2" fmla="*/ 1810 w 1904"/>
                    <a:gd name="connsiteY2" fmla="*/ 2286 h 3731"/>
                    <a:gd name="connsiteX3" fmla="*/ 0 w 1904"/>
                    <a:gd name="connsiteY3" fmla="*/ 2572 h 37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3731">
                      <a:moveTo>
                        <a:pt x="0" y="2572"/>
                      </a:moveTo>
                      <a:cubicBezTo>
                        <a:pt x="381" y="857"/>
                        <a:pt x="1048" y="0"/>
                        <a:pt x="1905" y="0"/>
                      </a:cubicBezTo>
                      <a:cubicBezTo>
                        <a:pt x="1620" y="1048"/>
                        <a:pt x="1429" y="2096"/>
                        <a:pt x="1810" y="2286"/>
                      </a:cubicBezTo>
                      <a:cubicBezTo>
                        <a:pt x="1620" y="4953"/>
                        <a:pt x="191" y="3238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7" name="Freeform: Shape 796">
                  <a:extLst>
                    <a:ext uri="{FF2B5EF4-FFF2-40B4-BE49-F238E27FC236}">
                      <a16:creationId xmlns:a16="http://schemas.microsoft.com/office/drawing/2014/main" id="{F2C94AEC-70EE-471C-89A3-C8110257D800}"/>
                    </a:ext>
                  </a:extLst>
                </p:cNvPr>
                <p:cNvSpPr/>
                <p:nvPr/>
              </p:nvSpPr>
              <p:spPr>
                <a:xfrm>
                  <a:off x="10506170" y="1629413"/>
                  <a:ext cx="2381" cy="5272"/>
                </a:xfrm>
                <a:custGeom>
                  <a:avLst/>
                  <a:gdLst>
                    <a:gd name="connsiteX0" fmla="*/ 0 w 2381"/>
                    <a:gd name="connsiteY0" fmla="*/ 1457 h 5272"/>
                    <a:gd name="connsiteX1" fmla="*/ 2381 w 2381"/>
                    <a:gd name="connsiteY1" fmla="*/ 4410 h 5272"/>
                    <a:gd name="connsiteX2" fmla="*/ 0 w 2381"/>
                    <a:gd name="connsiteY2" fmla="*/ 1457 h 5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5272">
                      <a:moveTo>
                        <a:pt x="0" y="1457"/>
                      </a:moveTo>
                      <a:cubicBezTo>
                        <a:pt x="1143" y="-2544"/>
                        <a:pt x="2000" y="2790"/>
                        <a:pt x="2381" y="4410"/>
                      </a:cubicBezTo>
                      <a:cubicBezTo>
                        <a:pt x="1429" y="7839"/>
                        <a:pt x="1429" y="-162"/>
                        <a:pt x="0" y="14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8" name="Freeform: Shape 797">
                  <a:extLst>
                    <a:ext uri="{FF2B5EF4-FFF2-40B4-BE49-F238E27FC236}">
                      <a16:creationId xmlns:a16="http://schemas.microsoft.com/office/drawing/2014/main" id="{3BFB99A5-DB36-4C3F-ABE8-8D53E8222492}"/>
                    </a:ext>
                  </a:extLst>
                </p:cNvPr>
                <p:cNvSpPr/>
                <p:nvPr/>
              </p:nvSpPr>
              <p:spPr>
                <a:xfrm>
                  <a:off x="10502455" y="1727072"/>
                  <a:ext cx="3810" cy="10808"/>
                </a:xfrm>
                <a:custGeom>
                  <a:avLst/>
                  <a:gdLst>
                    <a:gd name="connsiteX0" fmla="*/ 0 w 3810"/>
                    <a:gd name="connsiteY0" fmla="*/ 6287 h 10808"/>
                    <a:gd name="connsiteX1" fmla="*/ 3810 w 3810"/>
                    <a:gd name="connsiteY1" fmla="*/ 0 h 10808"/>
                    <a:gd name="connsiteX2" fmla="*/ 3620 w 3810"/>
                    <a:gd name="connsiteY2" fmla="*/ 5715 h 10808"/>
                    <a:gd name="connsiteX3" fmla="*/ 1238 w 3810"/>
                    <a:gd name="connsiteY3" fmla="*/ 10668 h 10808"/>
                    <a:gd name="connsiteX4" fmla="*/ 0 w 3810"/>
                    <a:gd name="connsiteY4" fmla="*/ 6287 h 10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10" h="10808">
                      <a:moveTo>
                        <a:pt x="0" y="6287"/>
                      </a:moveTo>
                      <a:cubicBezTo>
                        <a:pt x="952" y="4096"/>
                        <a:pt x="2667" y="6287"/>
                        <a:pt x="3810" y="0"/>
                      </a:cubicBezTo>
                      <a:cubicBezTo>
                        <a:pt x="3429" y="3524"/>
                        <a:pt x="3429" y="2286"/>
                        <a:pt x="3620" y="5715"/>
                      </a:cubicBezTo>
                      <a:cubicBezTo>
                        <a:pt x="2858" y="7430"/>
                        <a:pt x="1048" y="5620"/>
                        <a:pt x="1238" y="10668"/>
                      </a:cubicBezTo>
                      <a:cubicBezTo>
                        <a:pt x="0" y="11716"/>
                        <a:pt x="857" y="6572"/>
                        <a:pt x="0" y="62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9" name="Freeform: Shape 798">
                  <a:extLst>
                    <a:ext uri="{FF2B5EF4-FFF2-40B4-BE49-F238E27FC236}">
                      <a16:creationId xmlns:a16="http://schemas.microsoft.com/office/drawing/2014/main" id="{29FF41C4-6275-4C6E-86EF-C61EE148930C}"/>
                    </a:ext>
                  </a:extLst>
                </p:cNvPr>
                <p:cNvSpPr/>
                <p:nvPr/>
              </p:nvSpPr>
              <p:spPr>
                <a:xfrm>
                  <a:off x="10503693" y="1736314"/>
                  <a:ext cx="3619" cy="4283"/>
                </a:xfrm>
                <a:custGeom>
                  <a:avLst/>
                  <a:gdLst>
                    <a:gd name="connsiteX0" fmla="*/ 0 w 3619"/>
                    <a:gd name="connsiteY0" fmla="*/ 3712 h 4283"/>
                    <a:gd name="connsiteX1" fmla="*/ 857 w 3619"/>
                    <a:gd name="connsiteY1" fmla="*/ 188 h 4283"/>
                    <a:gd name="connsiteX2" fmla="*/ 3620 w 3619"/>
                    <a:gd name="connsiteY2" fmla="*/ 4284 h 4283"/>
                    <a:gd name="connsiteX3" fmla="*/ 0 w 3619"/>
                    <a:gd name="connsiteY3" fmla="*/ 3712 h 42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19" h="4283">
                      <a:moveTo>
                        <a:pt x="0" y="3712"/>
                      </a:moveTo>
                      <a:cubicBezTo>
                        <a:pt x="191" y="2188"/>
                        <a:pt x="666" y="1807"/>
                        <a:pt x="857" y="188"/>
                      </a:cubicBezTo>
                      <a:cubicBezTo>
                        <a:pt x="2477" y="-479"/>
                        <a:pt x="3429" y="569"/>
                        <a:pt x="3620" y="4284"/>
                      </a:cubicBezTo>
                      <a:cubicBezTo>
                        <a:pt x="2095" y="3331"/>
                        <a:pt x="1620" y="1807"/>
                        <a:pt x="0" y="371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0" name="Freeform: Shape 799">
                  <a:extLst>
                    <a:ext uri="{FF2B5EF4-FFF2-40B4-BE49-F238E27FC236}">
                      <a16:creationId xmlns:a16="http://schemas.microsoft.com/office/drawing/2014/main" id="{98C8D923-80CB-4A0B-8773-58F0F954DFF4}"/>
                    </a:ext>
                  </a:extLst>
                </p:cNvPr>
                <p:cNvSpPr/>
                <p:nvPr/>
              </p:nvSpPr>
              <p:spPr>
                <a:xfrm>
                  <a:off x="10500096" y="1860318"/>
                  <a:ext cx="2739" cy="10514"/>
                </a:xfrm>
                <a:custGeom>
                  <a:avLst/>
                  <a:gdLst>
                    <a:gd name="connsiteX0" fmla="*/ 1977 w 2739"/>
                    <a:gd name="connsiteY0" fmla="*/ 10 h 10514"/>
                    <a:gd name="connsiteX1" fmla="*/ 644 w 2739"/>
                    <a:gd name="connsiteY1" fmla="*/ 5915 h 10514"/>
                    <a:gd name="connsiteX2" fmla="*/ 2740 w 2739"/>
                    <a:gd name="connsiteY2" fmla="*/ 7820 h 10514"/>
                    <a:gd name="connsiteX3" fmla="*/ 1977 w 2739"/>
                    <a:gd name="connsiteY3" fmla="*/ 10 h 10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39" h="10514">
                      <a:moveTo>
                        <a:pt x="1977" y="10"/>
                      </a:moveTo>
                      <a:cubicBezTo>
                        <a:pt x="1692" y="2391"/>
                        <a:pt x="1025" y="3820"/>
                        <a:pt x="644" y="5915"/>
                      </a:cubicBezTo>
                      <a:cubicBezTo>
                        <a:pt x="739" y="9535"/>
                        <a:pt x="2740" y="6296"/>
                        <a:pt x="2740" y="7820"/>
                      </a:cubicBezTo>
                      <a:cubicBezTo>
                        <a:pt x="834" y="17059"/>
                        <a:pt x="-1927" y="-467"/>
                        <a:pt x="1977" y="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1" name="Freeform: Shape 800">
                  <a:extLst>
                    <a:ext uri="{FF2B5EF4-FFF2-40B4-BE49-F238E27FC236}">
                      <a16:creationId xmlns:a16="http://schemas.microsoft.com/office/drawing/2014/main" id="{C9F69812-47AE-4D04-945D-D6637E31DFB8}"/>
                    </a:ext>
                  </a:extLst>
                </p:cNvPr>
                <p:cNvSpPr/>
                <p:nvPr/>
              </p:nvSpPr>
              <p:spPr>
                <a:xfrm>
                  <a:off x="10494168" y="2040516"/>
                  <a:ext cx="1967" cy="3453"/>
                </a:xfrm>
                <a:custGeom>
                  <a:avLst/>
                  <a:gdLst>
                    <a:gd name="connsiteX0" fmla="*/ 0 w 1967"/>
                    <a:gd name="connsiteY0" fmla="*/ 3454 h 3453"/>
                    <a:gd name="connsiteX1" fmla="*/ 1905 w 1967"/>
                    <a:gd name="connsiteY1" fmla="*/ 3168 h 3453"/>
                    <a:gd name="connsiteX2" fmla="*/ 0 w 1967"/>
                    <a:gd name="connsiteY2" fmla="*/ 3454 h 34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67" h="3453">
                      <a:moveTo>
                        <a:pt x="0" y="3454"/>
                      </a:moveTo>
                      <a:cubicBezTo>
                        <a:pt x="0" y="-452"/>
                        <a:pt x="2381" y="-1690"/>
                        <a:pt x="1905" y="3168"/>
                      </a:cubicBezTo>
                      <a:lnTo>
                        <a:pt x="0" y="345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2" name="Freeform: Shape 801">
                  <a:extLst>
                    <a:ext uri="{FF2B5EF4-FFF2-40B4-BE49-F238E27FC236}">
                      <a16:creationId xmlns:a16="http://schemas.microsoft.com/office/drawing/2014/main" id="{0FCAFC85-910E-401E-8274-F5D16BDBD9F4}"/>
                    </a:ext>
                  </a:extLst>
                </p:cNvPr>
                <p:cNvSpPr/>
                <p:nvPr/>
              </p:nvSpPr>
              <p:spPr>
                <a:xfrm>
                  <a:off x="10504170" y="1778316"/>
                  <a:ext cx="2285" cy="4767"/>
                </a:xfrm>
                <a:custGeom>
                  <a:avLst/>
                  <a:gdLst>
                    <a:gd name="connsiteX0" fmla="*/ 0 w 2285"/>
                    <a:gd name="connsiteY0" fmla="*/ 4669 h 4767"/>
                    <a:gd name="connsiteX1" fmla="*/ 2286 w 2285"/>
                    <a:gd name="connsiteY1" fmla="*/ 859 h 4767"/>
                    <a:gd name="connsiteX2" fmla="*/ 0 w 2285"/>
                    <a:gd name="connsiteY2" fmla="*/ 4669 h 4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4767">
                      <a:moveTo>
                        <a:pt x="0" y="4669"/>
                      </a:moveTo>
                      <a:cubicBezTo>
                        <a:pt x="476" y="2383"/>
                        <a:pt x="1523" y="-1808"/>
                        <a:pt x="2286" y="859"/>
                      </a:cubicBezTo>
                      <a:cubicBezTo>
                        <a:pt x="1714" y="2478"/>
                        <a:pt x="1428" y="5335"/>
                        <a:pt x="0" y="46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3" name="Freeform: Shape 802">
                  <a:extLst>
                    <a:ext uri="{FF2B5EF4-FFF2-40B4-BE49-F238E27FC236}">
                      <a16:creationId xmlns:a16="http://schemas.microsoft.com/office/drawing/2014/main" id="{71550F0A-26B0-4CA6-BDE3-B02AADC08B5D}"/>
                    </a:ext>
                  </a:extLst>
                </p:cNvPr>
                <p:cNvSpPr/>
                <p:nvPr/>
              </p:nvSpPr>
              <p:spPr>
                <a:xfrm>
                  <a:off x="10507694" y="1698402"/>
                  <a:ext cx="1540" cy="5647"/>
                </a:xfrm>
                <a:custGeom>
                  <a:avLst/>
                  <a:gdLst>
                    <a:gd name="connsiteX0" fmla="*/ 0 w 1540"/>
                    <a:gd name="connsiteY0" fmla="*/ 2477 h 5647"/>
                    <a:gd name="connsiteX1" fmla="*/ 1143 w 1540"/>
                    <a:gd name="connsiteY1" fmla="*/ 0 h 5647"/>
                    <a:gd name="connsiteX2" fmla="*/ 1334 w 1540"/>
                    <a:gd name="connsiteY2" fmla="*/ 5620 h 5647"/>
                    <a:gd name="connsiteX3" fmla="*/ 1048 w 1540"/>
                    <a:gd name="connsiteY3" fmla="*/ 3429 h 5647"/>
                    <a:gd name="connsiteX4" fmla="*/ 0 w 1540"/>
                    <a:gd name="connsiteY4" fmla="*/ 2477 h 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0" h="5647">
                      <a:moveTo>
                        <a:pt x="0" y="2477"/>
                      </a:moveTo>
                      <a:cubicBezTo>
                        <a:pt x="190" y="857"/>
                        <a:pt x="1048" y="1905"/>
                        <a:pt x="1143" y="0"/>
                      </a:cubicBezTo>
                      <a:cubicBezTo>
                        <a:pt x="1523" y="381"/>
                        <a:pt x="1714" y="6096"/>
                        <a:pt x="1334" y="5620"/>
                      </a:cubicBezTo>
                      <a:cubicBezTo>
                        <a:pt x="380" y="5810"/>
                        <a:pt x="952" y="4858"/>
                        <a:pt x="1048" y="3429"/>
                      </a:cubicBezTo>
                      <a:cubicBezTo>
                        <a:pt x="1048" y="2096"/>
                        <a:pt x="380" y="2572"/>
                        <a:pt x="0" y="2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4" name="Freeform: Shape 803">
                  <a:extLst>
                    <a:ext uri="{FF2B5EF4-FFF2-40B4-BE49-F238E27FC236}">
                      <a16:creationId xmlns:a16="http://schemas.microsoft.com/office/drawing/2014/main" id="{9B55A405-B785-44EA-8B04-ED565EB86055}"/>
                    </a:ext>
                  </a:extLst>
                </p:cNvPr>
                <p:cNvSpPr/>
                <p:nvPr/>
              </p:nvSpPr>
              <p:spPr>
                <a:xfrm>
                  <a:off x="10503858" y="1808038"/>
                  <a:ext cx="2748" cy="2970"/>
                </a:xfrm>
                <a:custGeom>
                  <a:avLst/>
                  <a:gdLst>
                    <a:gd name="connsiteX0" fmla="*/ 26 w 2748"/>
                    <a:gd name="connsiteY0" fmla="*/ 2093 h 2970"/>
                    <a:gd name="connsiteX1" fmla="*/ 2598 w 2748"/>
                    <a:gd name="connsiteY1" fmla="*/ 1617 h 2970"/>
                    <a:gd name="connsiteX2" fmla="*/ 26 w 2748"/>
                    <a:gd name="connsiteY2" fmla="*/ 2093 h 2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48" h="2970">
                      <a:moveTo>
                        <a:pt x="26" y="2093"/>
                      </a:moveTo>
                      <a:cubicBezTo>
                        <a:pt x="-355" y="-2098"/>
                        <a:pt x="3551" y="1236"/>
                        <a:pt x="2598" y="1617"/>
                      </a:cubicBezTo>
                      <a:cubicBezTo>
                        <a:pt x="1360" y="950"/>
                        <a:pt x="788" y="4570"/>
                        <a:pt x="26" y="20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5" name="Freeform: Shape 804">
                  <a:extLst>
                    <a:ext uri="{FF2B5EF4-FFF2-40B4-BE49-F238E27FC236}">
                      <a16:creationId xmlns:a16="http://schemas.microsoft.com/office/drawing/2014/main" id="{2485F5C0-99AE-4283-A155-4FEA17CDDD92}"/>
                    </a:ext>
                  </a:extLst>
                </p:cNvPr>
                <p:cNvSpPr/>
                <p:nvPr/>
              </p:nvSpPr>
              <p:spPr>
                <a:xfrm>
                  <a:off x="10507027" y="1734502"/>
                  <a:ext cx="2495" cy="3454"/>
                </a:xfrm>
                <a:custGeom>
                  <a:avLst/>
                  <a:gdLst>
                    <a:gd name="connsiteX0" fmla="*/ 0 w 2495"/>
                    <a:gd name="connsiteY0" fmla="*/ 2667 h 3454"/>
                    <a:gd name="connsiteX1" fmla="*/ 2286 w 2495"/>
                    <a:gd name="connsiteY1" fmla="*/ 0 h 3454"/>
                    <a:gd name="connsiteX2" fmla="*/ 0 w 2495"/>
                    <a:gd name="connsiteY2" fmla="*/ 2667 h 3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95" h="3454">
                      <a:moveTo>
                        <a:pt x="0" y="2667"/>
                      </a:moveTo>
                      <a:cubicBezTo>
                        <a:pt x="381" y="-2477"/>
                        <a:pt x="1620" y="3619"/>
                        <a:pt x="2286" y="0"/>
                      </a:cubicBezTo>
                      <a:cubicBezTo>
                        <a:pt x="3238" y="2762"/>
                        <a:pt x="667" y="4572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6" name="Freeform: Shape 805">
                  <a:extLst>
                    <a:ext uri="{FF2B5EF4-FFF2-40B4-BE49-F238E27FC236}">
                      <a16:creationId xmlns:a16="http://schemas.microsoft.com/office/drawing/2014/main" id="{5FF3FFE1-E0FF-4A9C-A260-0AB83EC0A7DF}"/>
                    </a:ext>
                  </a:extLst>
                </p:cNvPr>
                <p:cNvSpPr/>
                <p:nvPr/>
              </p:nvSpPr>
              <p:spPr>
                <a:xfrm>
                  <a:off x="10504222" y="1814512"/>
                  <a:ext cx="1111" cy="11278"/>
                </a:xfrm>
                <a:custGeom>
                  <a:avLst/>
                  <a:gdLst>
                    <a:gd name="connsiteX0" fmla="*/ 614 w 1111"/>
                    <a:gd name="connsiteY0" fmla="*/ 0 h 11278"/>
                    <a:gd name="connsiteX1" fmla="*/ 900 w 1111"/>
                    <a:gd name="connsiteY1" fmla="*/ 11239 h 11278"/>
                    <a:gd name="connsiteX2" fmla="*/ 614 w 1111"/>
                    <a:gd name="connsiteY2" fmla="*/ 0 h 11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11" h="11278">
                      <a:moveTo>
                        <a:pt x="614" y="0"/>
                      </a:moveTo>
                      <a:cubicBezTo>
                        <a:pt x="1757" y="667"/>
                        <a:pt x="519" y="8001"/>
                        <a:pt x="900" y="11239"/>
                      </a:cubicBezTo>
                      <a:cubicBezTo>
                        <a:pt x="-1101" y="12001"/>
                        <a:pt x="900" y="1333"/>
                        <a:pt x="61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7" name="Freeform: Shape 806">
                  <a:extLst>
                    <a:ext uri="{FF2B5EF4-FFF2-40B4-BE49-F238E27FC236}">
                      <a16:creationId xmlns:a16="http://schemas.microsoft.com/office/drawing/2014/main" id="{619EA0F8-4606-45FC-912B-B295591032D6}"/>
                    </a:ext>
                  </a:extLst>
                </p:cNvPr>
                <p:cNvSpPr/>
                <p:nvPr/>
              </p:nvSpPr>
              <p:spPr>
                <a:xfrm>
                  <a:off x="10510837" y="1652350"/>
                  <a:ext cx="1911" cy="3776"/>
                </a:xfrm>
                <a:custGeom>
                  <a:avLst/>
                  <a:gdLst>
                    <a:gd name="connsiteX0" fmla="*/ 0 w 1911"/>
                    <a:gd name="connsiteY0" fmla="*/ 3762 h 3776"/>
                    <a:gd name="connsiteX1" fmla="*/ 1905 w 1911"/>
                    <a:gd name="connsiteY1" fmla="*/ 47 h 3776"/>
                    <a:gd name="connsiteX2" fmla="*/ 0 w 1911"/>
                    <a:gd name="connsiteY2" fmla="*/ 3762 h 3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11" h="3776">
                      <a:moveTo>
                        <a:pt x="0" y="3762"/>
                      </a:moveTo>
                      <a:cubicBezTo>
                        <a:pt x="381" y="1666"/>
                        <a:pt x="857" y="-334"/>
                        <a:pt x="1905" y="47"/>
                      </a:cubicBezTo>
                      <a:cubicBezTo>
                        <a:pt x="2000" y="3571"/>
                        <a:pt x="1048" y="3857"/>
                        <a:pt x="0" y="37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8" name="Freeform: Shape 807">
                  <a:extLst>
                    <a:ext uri="{FF2B5EF4-FFF2-40B4-BE49-F238E27FC236}">
                      <a16:creationId xmlns:a16="http://schemas.microsoft.com/office/drawing/2014/main" id="{5A61F5DD-68AE-4390-86F2-EDB0AA97AB30}"/>
                    </a:ext>
                  </a:extLst>
                </p:cNvPr>
                <p:cNvSpPr/>
                <p:nvPr/>
              </p:nvSpPr>
              <p:spPr>
                <a:xfrm>
                  <a:off x="10512361" y="1615916"/>
                  <a:ext cx="2476" cy="3560"/>
                </a:xfrm>
                <a:custGeom>
                  <a:avLst/>
                  <a:gdLst>
                    <a:gd name="connsiteX0" fmla="*/ 0 w 2476"/>
                    <a:gd name="connsiteY0" fmla="*/ 1524 h 3560"/>
                    <a:gd name="connsiteX1" fmla="*/ 2191 w 2476"/>
                    <a:gd name="connsiteY1" fmla="*/ 0 h 3560"/>
                    <a:gd name="connsiteX2" fmla="*/ 2477 w 2476"/>
                    <a:gd name="connsiteY2" fmla="*/ 2191 h 3560"/>
                    <a:gd name="connsiteX3" fmla="*/ 0 w 2476"/>
                    <a:gd name="connsiteY3" fmla="*/ 1524 h 3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3560">
                      <a:moveTo>
                        <a:pt x="0" y="1524"/>
                      </a:moveTo>
                      <a:cubicBezTo>
                        <a:pt x="95" y="-952"/>
                        <a:pt x="1523" y="762"/>
                        <a:pt x="2191" y="0"/>
                      </a:cubicBezTo>
                      <a:cubicBezTo>
                        <a:pt x="1714" y="1429"/>
                        <a:pt x="1809" y="2381"/>
                        <a:pt x="2477" y="2191"/>
                      </a:cubicBezTo>
                      <a:cubicBezTo>
                        <a:pt x="1429" y="6286"/>
                        <a:pt x="1238" y="-286"/>
                        <a:pt x="0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9" name="Freeform: Shape 808">
                  <a:extLst>
                    <a:ext uri="{FF2B5EF4-FFF2-40B4-BE49-F238E27FC236}">
                      <a16:creationId xmlns:a16="http://schemas.microsoft.com/office/drawing/2014/main" id="{46F6069B-4278-4DAA-996A-DD8103E00CBF}"/>
                    </a:ext>
                  </a:extLst>
                </p:cNvPr>
                <p:cNvSpPr/>
                <p:nvPr/>
              </p:nvSpPr>
              <p:spPr>
                <a:xfrm>
                  <a:off x="10505587" y="1801910"/>
                  <a:ext cx="1820" cy="3472"/>
                </a:xfrm>
                <a:custGeom>
                  <a:avLst/>
                  <a:gdLst>
                    <a:gd name="connsiteX0" fmla="*/ 106 w 1820"/>
                    <a:gd name="connsiteY0" fmla="*/ 29 h 3472"/>
                    <a:gd name="connsiteX1" fmla="*/ 1821 w 1820"/>
                    <a:gd name="connsiteY1" fmla="*/ 2029 h 3472"/>
                    <a:gd name="connsiteX2" fmla="*/ 106 w 1820"/>
                    <a:gd name="connsiteY2" fmla="*/ 29 h 3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20" h="3472">
                      <a:moveTo>
                        <a:pt x="106" y="29"/>
                      </a:moveTo>
                      <a:cubicBezTo>
                        <a:pt x="1059" y="-257"/>
                        <a:pt x="1154" y="1648"/>
                        <a:pt x="1821" y="2029"/>
                      </a:cubicBezTo>
                      <a:cubicBezTo>
                        <a:pt x="1440" y="4696"/>
                        <a:pt x="-465" y="3458"/>
                        <a:pt x="106" y="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0" name="Freeform: Shape 809">
                  <a:extLst>
                    <a:ext uri="{FF2B5EF4-FFF2-40B4-BE49-F238E27FC236}">
                      <a16:creationId xmlns:a16="http://schemas.microsoft.com/office/drawing/2014/main" id="{3697F2BB-F6B6-4CB8-A4DF-D39CDC210DDA}"/>
                    </a:ext>
                  </a:extLst>
                </p:cNvPr>
                <p:cNvSpPr/>
                <p:nvPr/>
              </p:nvSpPr>
              <p:spPr>
                <a:xfrm>
                  <a:off x="10513884" y="1584864"/>
                  <a:ext cx="3334" cy="2857"/>
                </a:xfrm>
                <a:custGeom>
                  <a:avLst/>
                  <a:gdLst>
                    <a:gd name="connsiteX0" fmla="*/ 0 w 3334"/>
                    <a:gd name="connsiteY0" fmla="*/ 2858 h 2857"/>
                    <a:gd name="connsiteX1" fmla="*/ 3335 w 3334"/>
                    <a:gd name="connsiteY1" fmla="*/ 0 h 2857"/>
                    <a:gd name="connsiteX2" fmla="*/ 0 w 3334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34" h="2857">
                      <a:moveTo>
                        <a:pt x="0" y="2858"/>
                      </a:moveTo>
                      <a:cubicBezTo>
                        <a:pt x="1143" y="-762"/>
                        <a:pt x="1524" y="1524"/>
                        <a:pt x="3335" y="0"/>
                      </a:cubicBezTo>
                      <a:cubicBezTo>
                        <a:pt x="2572" y="2381"/>
                        <a:pt x="1334" y="2762"/>
                        <a:pt x="0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1" name="Freeform: Shape 810">
                  <a:extLst>
                    <a:ext uri="{FF2B5EF4-FFF2-40B4-BE49-F238E27FC236}">
                      <a16:creationId xmlns:a16="http://schemas.microsoft.com/office/drawing/2014/main" id="{8D0D2141-0B69-40B6-9420-BEF8D8EB58FC}"/>
                    </a:ext>
                  </a:extLst>
                </p:cNvPr>
                <p:cNvSpPr/>
                <p:nvPr/>
              </p:nvSpPr>
              <p:spPr>
                <a:xfrm>
                  <a:off x="10513980" y="1577149"/>
                  <a:ext cx="2222" cy="6203"/>
                </a:xfrm>
                <a:custGeom>
                  <a:avLst/>
                  <a:gdLst>
                    <a:gd name="connsiteX0" fmla="*/ 0 w 2222"/>
                    <a:gd name="connsiteY0" fmla="*/ 6001 h 6203"/>
                    <a:gd name="connsiteX1" fmla="*/ 2001 w 2222"/>
                    <a:gd name="connsiteY1" fmla="*/ 0 h 6203"/>
                    <a:gd name="connsiteX2" fmla="*/ 0 w 2222"/>
                    <a:gd name="connsiteY2" fmla="*/ 6001 h 6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22" h="6203">
                      <a:moveTo>
                        <a:pt x="0" y="6001"/>
                      </a:moveTo>
                      <a:cubicBezTo>
                        <a:pt x="572" y="3715"/>
                        <a:pt x="1810" y="3524"/>
                        <a:pt x="2001" y="0"/>
                      </a:cubicBezTo>
                      <a:cubicBezTo>
                        <a:pt x="2763" y="1715"/>
                        <a:pt x="1429" y="7334"/>
                        <a:pt x="0" y="6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2" name="Freeform: Shape 811">
                  <a:extLst>
                    <a:ext uri="{FF2B5EF4-FFF2-40B4-BE49-F238E27FC236}">
                      <a16:creationId xmlns:a16="http://schemas.microsoft.com/office/drawing/2014/main" id="{00F29000-5F65-4FB2-A1FF-9A49C9DB747F}"/>
                    </a:ext>
                  </a:extLst>
                </p:cNvPr>
                <p:cNvSpPr/>
                <p:nvPr/>
              </p:nvSpPr>
              <p:spPr>
                <a:xfrm>
                  <a:off x="10499883" y="2015870"/>
                  <a:ext cx="1549" cy="3429"/>
                </a:xfrm>
                <a:custGeom>
                  <a:avLst/>
                  <a:gdLst>
                    <a:gd name="connsiteX0" fmla="*/ 0 w 1549"/>
                    <a:gd name="connsiteY0" fmla="*/ 3429 h 3429"/>
                    <a:gd name="connsiteX1" fmla="*/ 95 w 1549"/>
                    <a:gd name="connsiteY1" fmla="*/ 0 h 3429"/>
                    <a:gd name="connsiteX2" fmla="*/ 1524 w 1549"/>
                    <a:gd name="connsiteY2" fmla="*/ 3143 h 3429"/>
                    <a:gd name="connsiteX3" fmla="*/ 0 w 1549"/>
                    <a:gd name="connsiteY3" fmla="*/ 3429 h 3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49" h="3429">
                      <a:moveTo>
                        <a:pt x="0" y="3429"/>
                      </a:moveTo>
                      <a:lnTo>
                        <a:pt x="95" y="0"/>
                      </a:lnTo>
                      <a:cubicBezTo>
                        <a:pt x="763" y="381"/>
                        <a:pt x="1715" y="191"/>
                        <a:pt x="1524" y="3143"/>
                      </a:cubicBezTo>
                      <a:lnTo>
                        <a:pt x="0" y="3429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3" name="Freeform: Shape 812">
                  <a:extLst>
                    <a:ext uri="{FF2B5EF4-FFF2-40B4-BE49-F238E27FC236}">
                      <a16:creationId xmlns:a16="http://schemas.microsoft.com/office/drawing/2014/main" id="{DA11CF01-471C-4622-86F6-8C3959CD7B4A}"/>
                    </a:ext>
                  </a:extLst>
                </p:cNvPr>
                <p:cNvSpPr/>
                <p:nvPr/>
              </p:nvSpPr>
              <p:spPr>
                <a:xfrm>
                  <a:off x="10518076" y="1575911"/>
                  <a:ext cx="5990" cy="11686"/>
                </a:xfrm>
                <a:custGeom>
                  <a:avLst/>
                  <a:gdLst>
                    <a:gd name="connsiteX0" fmla="*/ 0 w 5990"/>
                    <a:gd name="connsiteY0" fmla="*/ 11049 h 11686"/>
                    <a:gd name="connsiteX1" fmla="*/ 477 w 5990"/>
                    <a:gd name="connsiteY1" fmla="*/ 7620 h 11686"/>
                    <a:gd name="connsiteX2" fmla="*/ 1905 w 5990"/>
                    <a:gd name="connsiteY2" fmla="*/ 6287 h 11686"/>
                    <a:gd name="connsiteX3" fmla="*/ 5715 w 5990"/>
                    <a:gd name="connsiteY3" fmla="*/ 0 h 11686"/>
                    <a:gd name="connsiteX4" fmla="*/ 5905 w 5990"/>
                    <a:gd name="connsiteY4" fmla="*/ 4477 h 11686"/>
                    <a:gd name="connsiteX5" fmla="*/ 2477 w 5990"/>
                    <a:gd name="connsiteY5" fmla="*/ 10668 h 11686"/>
                    <a:gd name="connsiteX6" fmla="*/ 0 w 5990"/>
                    <a:gd name="connsiteY6" fmla="*/ 11049 h 11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990" h="11686">
                      <a:moveTo>
                        <a:pt x="0" y="11049"/>
                      </a:moveTo>
                      <a:cubicBezTo>
                        <a:pt x="191" y="10097"/>
                        <a:pt x="477" y="9144"/>
                        <a:pt x="477" y="7620"/>
                      </a:cubicBezTo>
                      <a:cubicBezTo>
                        <a:pt x="857" y="11049"/>
                        <a:pt x="3429" y="7144"/>
                        <a:pt x="1905" y="6287"/>
                      </a:cubicBezTo>
                      <a:cubicBezTo>
                        <a:pt x="2858" y="2953"/>
                        <a:pt x="5333" y="5334"/>
                        <a:pt x="5715" y="0"/>
                      </a:cubicBezTo>
                      <a:cubicBezTo>
                        <a:pt x="6191" y="286"/>
                        <a:pt x="5905" y="2762"/>
                        <a:pt x="5905" y="4477"/>
                      </a:cubicBezTo>
                      <a:cubicBezTo>
                        <a:pt x="5049" y="7430"/>
                        <a:pt x="2667" y="5334"/>
                        <a:pt x="2477" y="10668"/>
                      </a:cubicBezTo>
                      <a:cubicBezTo>
                        <a:pt x="1238" y="9906"/>
                        <a:pt x="571" y="12954"/>
                        <a:pt x="0" y="110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4" name="Freeform: Shape 813">
                  <a:extLst>
                    <a:ext uri="{FF2B5EF4-FFF2-40B4-BE49-F238E27FC236}">
                      <a16:creationId xmlns:a16="http://schemas.microsoft.com/office/drawing/2014/main" id="{BDE8491E-5233-474B-A01C-074A9E01CE7C}"/>
                    </a:ext>
                  </a:extLst>
                </p:cNvPr>
                <p:cNvSpPr/>
                <p:nvPr/>
              </p:nvSpPr>
              <p:spPr>
                <a:xfrm>
                  <a:off x="10519124" y="1563433"/>
                  <a:ext cx="4476" cy="5238"/>
                </a:xfrm>
                <a:custGeom>
                  <a:avLst/>
                  <a:gdLst>
                    <a:gd name="connsiteX0" fmla="*/ 0 w 4476"/>
                    <a:gd name="connsiteY0" fmla="*/ 5239 h 5238"/>
                    <a:gd name="connsiteX1" fmla="*/ 4476 w 4476"/>
                    <a:gd name="connsiteY1" fmla="*/ 0 h 5238"/>
                    <a:gd name="connsiteX2" fmla="*/ 0 w 4476"/>
                    <a:gd name="connsiteY2" fmla="*/ 5239 h 5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476" h="5238">
                      <a:moveTo>
                        <a:pt x="0" y="5239"/>
                      </a:moveTo>
                      <a:cubicBezTo>
                        <a:pt x="477" y="95"/>
                        <a:pt x="2953" y="1619"/>
                        <a:pt x="4476" y="0"/>
                      </a:cubicBezTo>
                      <a:cubicBezTo>
                        <a:pt x="3143" y="6287"/>
                        <a:pt x="1810" y="571"/>
                        <a:pt x="0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5" name="Freeform: Shape 814">
                  <a:extLst>
                    <a:ext uri="{FF2B5EF4-FFF2-40B4-BE49-F238E27FC236}">
                      <a16:creationId xmlns:a16="http://schemas.microsoft.com/office/drawing/2014/main" id="{99FC2290-F306-4A28-B8F5-828B7EA6F4EC}"/>
                    </a:ext>
                  </a:extLst>
                </p:cNvPr>
                <p:cNvSpPr/>
                <p:nvPr/>
              </p:nvSpPr>
              <p:spPr>
                <a:xfrm>
                  <a:off x="10517124" y="1626203"/>
                  <a:ext cx="3714" cy="7048"/>
                </a:xfrm>
                <a:custGeom>
                  <a:avLst/>
                  <a:gdLst>
                    <a:gd name="connsiteX0" fmla="*/ 0 w 3714"/>
                    <a:gd name="connsiteY0" fmla="*/ 5143 h 7048"/>
                    <a:gd name="connsiteX1" fmla="*/ 3715 w 3714"/>
                    <a:gd name="connsiteY1" fmla="*/ 0 h 7048"/>
                    <a:gd name="connsiteX2" fmla="*/ 2381 w 3714"/>
                    <a:gd name="connsiteY2" fmla="*/ 7048 h 7048"/>
                    <a:gd name="connsiteX3" fmla="*/ 0 w 3714"/>
                    <a:gd name="connsiteY3" fmla="*/ 5143 h 7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14" h="7048">
                      <a:moveTo>
                        <a:pt x="0" y="5143"/>
                      </a:moveTo>
                      <a:cubicBezTo>
                        <a:pt x="571" y="1810"/>
                        <a:pt x="2477" y="3619"/>
                        <a:pt x="3715" y="0"/>
                      </a:cubicBezTo>
                      <a:cubicBezTo>
                        <a:pt x="3620" y="3524"/>
                        <a:pt x="2286" y="2953"/>
                        <a:pt x="2381" y="7048"/>
                      </a:cubicBezTo>
                      <a:cubicBezTo>
                        <a:pt x="1523" y="6667"/>
                        <a:pt x="1619" y="3524"/>
                        <a:pt x="0" y="5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6" name="Freeform: Shape 815">
                  <a:extLst>
                    <a:ext uri="{FF2B5EF4-FFF2-40B4-BE49-F238E27FC236}">
                      <a16:creationId xmlns:a16="http://schemas.microsoft.com/office/drawing/2014/main" id="{5F1257CE-C7FF-42FA-B611-8428974DEB75}"/>
                    </a:ext>
                  </a:extLst>
                </p:cNvPr>
                <p:cNvSpPr/>
                <p:nvPr/>
              </p:nvSpPr>
              <p:spPr>
                <a:xfrm>
                  <a:off x="10518838" y="1617059"/>
                  <a:ext cx="2001" cy="6000"/>
                </a:xfrm>
                <a:custGeom>
                  <a:avLst/>
                  <a:gdLst>
                    <a:gd name="connsiteX0" fmla="*/ 0 w 2001"/>
                    <a:gd name="connsiteY0" fmla="*/ 6001 h 6000"/>
                    <a:gd name="connsiteX1" fmla="*/ 2001 w 2001"/>
                    <a:gd name="connsiteY1" fmla="*/ 0 h 6000"/>
                    <a:gd name="connsiteX2" fmla="*/ 0 w 2001"/>
                    <a:gd name="connsiteY2" fmla="*/ 6001 h 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1" h="6000">
                      <a:moveTo>
                        <a:pt x="0" y="6001"/>
                      </a:moveTo>
                      <a:cubicBezTo>
                        <a:pt x="763" y="4191"/>
                        <a:pt x="763" y="0"/>
                        <a:pt x="2001" y="0"/>
                      </a:cubicBezTo>
                      <a:cubicBezTo>
                        <a:pt x="1620" y="2762"/>
                        <a:pt x="1143" y="5429"/>
                        <a:pt x="0" y="6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7" name="Freeform: Shape 816">
                  <a:extLst>
                    <a:ext uri="{FF2B5EF4-FFF2-40B4-BE49-F238E27FC236}">
                      <a16:creationId xmlns:a16="http://schemas.microsoft.com/office/drawing/2014/main" id="{BD17A342-5714-49BC-9B55-4A1140630E2B}"/>
                    </a:ext>
                  </a:extLst>
                </p:cNvPr>
                <p:cNvSpPr/>
                <p:nvPr/>
              </p:nvSpPr>
              <p:spPr>
                <a:xfrm>
                  <a:off x="10514552" y="1747044"/>
                  <a:ext cx="2571" cy="3546"/>
                </a:xfrm>
                <a:custGeom>
                  <a:avLst/>
                  <a:gdLst>
                    <a:gd name="connsiteX0" fmla="*/ 0 w 2571"/>
                    <a:gd name="connsiteY0" fmla="*/ 2507 h 3546"/>
                    <a:gd name="connsiteX1" fmla="*/ 2572 w 2571"/>
                    <a:gd name="connsiteY1" fmla="*/ 2126 h 3546"/>
                    <a:gd name="connsiteX2" fmla="*/ 0 w 2571"/>
                    <a:gd name="connsiteY2" fmla="*/ 2507 h 3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1" h="3546">
                      <a:moveTo>
                        <a:pt x="0" y="2507"/>
                      </a:moveTo>
                      <a:cubicBezTo>
                        <a:pt x="571" y="-3684"/>
                        <a:pt x="1334" y="3745"/>
                        <a:pt x="2572" y="2126"/>
                      </a:cubicBezTo>
                      <a:cubicBezTo>
                        <a:pt x="1809" y="5650"/>
                        <a:pt x="952" y="1364"/>
                        <a:pt x="0" y="25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8" name="Freeform: Shape 817">
                  <a:extLst>
                    <a:ext uri="{FF2B5EF4-FFF2-40B4-BE49-F238E27FC236}">
                      <a16:creationId xmlns:a16="http://schemas.microsoft.com/office/drawing/2014/main" id="{1C75144C-DCC2-445C-A4A9-C0C6E44C0ED6}"/>
                    </a:ext>
                  </a:extLst>
                </p:cNvPr>
                <p:cNvSpPr/>
                <p:nvPr/>
              </p:nvSpPr>
              <p:spPr>
                <a:xfrm>
                  <a:off x="10519028" y="1654397"/>
                  <a:ext cx="2285" cy="3809"/>
                </a:xfrm>
                <a:custGeom>
                  <a:avLst/>
                  <a:gdLst>
                    <a:gd name="connsiteX0" fmla="*/ 0 w 2285"/>
                    <a:gd name="connsiteY0" fmla="*/ 3810 h 3809"/>
                    <a:gd name="connsiteX1" fmla="*/ 2286 w 2285"/>
                    <a:gd name="connsiteY1" fmla="*/ 0 h 3809"/>
                    <a:gd name="connsiteX2" fmla="*/ 0 w 2285"/>
                    <a:gd name="connsiteY2" fmla="*/ 381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3809">
                      <a:moveTo>
                        <a:pt x="0" y="3810"/>
                      </a:moveTo>
                      <a:cubicBezTo>
                        <a:pt x="286" y="952"/>
                        <a:pt x="1429" y="1048"/>
                        <a:pt x="2286" y="0"/>
                      </a:cubicBezTo>
                      <a:cubicBezTo>
                        <a:pt x="1906" y="5524"/>
                        <a:pt x="1143" y="1238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9" name="Freeform: Shape 818">
                  <a:extLst>
                    <a:ext uri="{FF2B5EF4-FFF2-40B4-BE49-F238E27FC236}">
                      <a16:creationId xmlns:a16="http://schemas.microsoft.com/office/drawing/2014/main" id="{20FBE001-4659-428F-A6B5-6D8AA95FDC70}"/>
                    </a:ext>
                  </a:extLst>
                </p:cNvPr>
                <p:cNvSpPr/>
                <p:nvPr/>
              </p:nvSpPr>
              <p:spPr>
                <a:xfrm>
                  <a:off x="10512361" y="1864042"/>
                  <a:ext cx="2268" cy="4307"/>
                </a:xfrm>
                <a:custGeom>
                  <a:avLst/>
                  <a:gdLst>
                    <a:gd name="connsiteX0" fmla="*/ 0 w 2268"/>
                    <a:gd name="connsiteY0" fmla="*/ 3715 h 4307"/>
                    <a:gd name="connsiteX1" fmla="*/ 2000 w 2268"/>
                    <a:gd name="connsiteY1" fmla="*/ 0 h 4307"/>
                    <a:gd name="connsiteX2" fmla="*/ 0 w 2268"/>
                    <a:gd name="connsiteY2" fmla="*/ 3715 h 4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8" h="4307">
                      <a:moveTo>
                        <a:pt x="0" y="3715"/>
                      </a:moveTo>
                      <a:cubicBezTo>
                        <a:pt x="191" y="-1714"/>
                        <a:pt x="1523" y="2667"/>
                        <a:pt x="2000" y="0"/>
                      </a:cubicBezTo>
                      <a:cubicBezTo>
                        <a:pt x="3143" y="2191"/>
                        <a:pt x="285" y="5715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0" name="Freeform: Shape 819">
                  <a:extLst>
                    <a:ext uri="{FF2B5EF4-FFF2-40B4-BE49-F238E27FC236}">
                      <a16:creationId xmlns:a16="http://schemas.microsoft.com/office/drawing/2014/main" id="{70E0B632-B9A4-4A14-889A-765577530E78}"/>
                    </a:ext>
                  </a:extLst>
                </p:cNvPr>
                <p:cNvSpPr/>
                <p:nvPr/>
              </p:nvSpPr>
              <p:spPr>
                <a:xfrm>
                  <a:off x="10514743" y="1800034"/>
                  <a:ext cx="2285" cy="3429"/>
                </a:xfrm>
                <a:custGeom>
                  <a:avLst/>
                  <a:gdLst>
                    <a:gd name="connsiteX0" fmla="*/ 0 w 2285"/>
                    <a:gd name="connsiteY0" fmla="*/ 2667 h 3429"/>
                    <a:gd name="connsiteX1" fmla="*/ 2286 w 2285"/>
                    <a:gd name="connsiteY1" fmla="*/ 0 h 3429"/>
                    <a:gd name="connsiteX2" fmla="*/ 1809 w 2285"/>
                    <a:gd name="connsiteY2" fmla="*/ 3429 h 3429"/>
                    <a:gd name="connsiteX3" fmla="*/ 0 w 2285"/>
                    <a:gd name="connsiteY3" fmla="*/ 2667 h 3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3429">
                      <a:moveTo>
                        <a:pt x="0" y="2667"/>
                      </a:moveTo>
                      <a:cubicBezTo>
                        <a:pt x="476" y="953"/>
                        <a:pt x="1334" y="286"/>
                        <a:pt x="2286" y="0"/>
                      </a:cubicBezTo>
                      <a:cubicBezTo>
                        <a:pt x="2095" y="953"/>
                        <a:pt x="1809" y="1905"/>
                        <a:pt x="1809" y="3429"/>
                      </a:cubicBezTo>
                      <a:cubicBezTo>
                        <a:pt x="666" y="2477"/>
                        <a:pt x="857" y="4000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1" name="Freeform: Shape 820">
                  <a:extLst>
                    <a:ext uri="{FF2B5EF4-FFF2-40B4-BE49-F238E27FC236}">
                      <a16:creationId xmlns:a16="http://schemas.microsoft.com/office/drawing/2014/main" id="{02B4FBA9-5EF0-42DD-BA97-7D583123F4FA}"/>
                    </a:ext>
                  </a:extLst>
                </p:cNvPr>
                <p:cNvSpPr/>
                <p:nvPr/>
              </p:nvSpPr>
              <p:spPr>
                <a:xfrm>
                  <a:off x="10519219" y="1736216"/>
                  <a:ext cx="2190" cy="5715"/>
                </a:xfrm>
                <a:custGeom>
                  <a:avLst/>
                  <a:gdLst>
                    <a:gd name="connsiteX0" fmla="*/ 0 w 2190"/>
                    <a:gd name="connsiteY0" fmla="*/ 3524 h 5715"/>
                    <a:gd name="connsiteX1" fmla="*/ 477 w 2190"/>
                    <a:gd name="connsiteY1" fmla="*/ 0 h 5715"/>
                    <a:gd name="connsiteX2" fmla="*/ 2191 w 2190"/>
                    <a:gd name="connsiteY2" fmla="*/ 3143 h 5715"/>
                    <a:gd name="connsiteX3" fmla="*/ 666 w 2190"/>
                    <a:gd name="connsiteY3" fmla="*/ 5715 h 5715"/>
                    <a:gd name="connsiteX4" fmla="*/ 0 w 2190"/>
                    <a:gd name="connsiteY4" fmla="*/ 3524 h 5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0" h="5715">
                      <a:moveTo>
                        <a:pt x="0" y="3524"/>
                      </a:moveTo>
                      <a:cubicBezTo>
                        <a:pt x="191" y="2572"/>
                        <a:pt x="477" y="1619"/>
                        <a:pt x="477" y="0"/>
                      </a:cubicBezTo>
                      <a:cubicBezTo>
                        <a:pt x="1048" y="953"/>
                        <a:pt x="1429" y="2572"/>
                        <a:pt x="2191" y="3143"/>
                      </a:cubicBezTo>
                      <a:cubicBezTo>
                        <a:pt x="1905" y="4667"/>
                        <a:pt x="1334" y="5429"/>
                        <a:pt x="666" y="5715"/>
                      </a:cubicBezTo>
                      <a:cubicBezTo>
                        <a:pt x="857" y="3715"/>
                        <a:pt x="477" y="3524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2" name="Freeform: Shape 821">
                  <a:extLst>
                    <a:ext uri="{FF2B5EF4-FFF2-40B4-BE49-F238E27FC236}">
                      <a16:creationId xmlns:a16="http://schemas.microsoft.com/office/drawing/2014/main" id="{0D4838B0-1FE3-45FD-82F7-AC2A24EEB7CD}"/>
                    </a:ext>
                  </a:extLst>
                </p:cNvPr>
                <p:cNvSpPr/>
                <p:nvPr/>
              </p:nvSpPr>
              <p:spPr>
                <a:xfrm>
                  <a:off x="10524226" y="1610868"/>
                  <a:ext cx="1287" cy="5429"/>
                </a:xfrm>
                <a:custGeom>
                  <a:avLst/>
                  <a:gdLst>
                    <a:gd name="connsiteX0" fmla="*/ 42 w 1287"/>
                    <a:gd name="connsiteY0" fmla="*/ 0 h 5429"/>
                    <a:gd name="connsiteX1" fmla="*/ 1280 w 1287"/>
                    <a:gd name="connsiteY1" fmla="*/ 5429 h 5429"/>
                    <a:gd name="connsiteX2" fmla="*/ 42 w 1287"/>
                    <a:gd name="connsiteY2" fmla="*/ 0 h 5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87" h="5429">
                      <a:moveTo>
                        <a:pt x="42" y="0"/>
                      </a:moveTo>
                      <a:cubicBezTo>
                        <a:pt x="612" y="1333"/>
                        <a:pt x="1375" y="2095"/>
                        <a:pt x="1280" y="5429"/>
                      </a:cubicBezTo>
                      <a:cubicBezTo>
                        <a:pt x="326" y="5429"/>
                        <a:pt x="-149" y="3715"/>
                        <a:pt x="4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3" name="Freeform: Shape 822">
                  <a:extLst>
                    <a:ext uri="{FF2B5EF4-FFF2-40B4-BE49-F238E27FC236}">
                      <a16:creationId xmlns:a16="http://schemas.microsoft.com/office/drawing/2014/main" id="{B723D0FB-F329-4D08-A51A-573C62E9074D}"/>
                    </a:ext>
                  </a:extLst>
                </p:cNvPr>
                <p:cNvSpPr/>
                <p:nvPr/>
              </p:nvSpPr>
              <p:spPr>
                <a:xfrm>
                  <a:off x="10527887" y="1559718"/>
                  <a:ext cx="3999" cy="3391"/>
                </a:xfrm>
                <a:custGeom>
                  <a:avLst/>
                  <a:gdLst>
                    <a:gd name="connsiteX0" fmla="*/ 0 w 3999"/>
                    <a:gd name="connsiteY0" fmla="*/ 2953 h 3391"/>
                    <a:gd name="connsiteX1" fmla="*/ 4000 w 3999"/>
                    <a:gd name="connsiteY1" fmla="*/ 0 h 3391"/>
                    <a:gd name="connsiteX2" fmla="*/ 0 w 3999"/>
                    <a:gd name="connsiteY2" fmla="*/ 2953 h 33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999" h="3391">
                      <a:moveTo>
                        <a:pt x="0" y="2953"/>
                      </a:moveTo>
                      <a:cubicBezTo>
                        <a:pt x="857" y="-762"/>
                        <a:pt x="2381" y="2667"/>
                        <a:pt x="4000" y="0"/>
                      </a:cubicBezTo>
                      <a:cubicBezTo>
                        <a:pt x="3334" y="6382"/>
                        <a:pt x="1714" y="1524"/>
                        <a:pt x="0" y="2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4" name="Freeform: Shape 823">
                  <a:extLst>
                    <a:ext uri="{FF2B5EF4-FFF2-40B4-BE49-F238E27FC236}">
                      <a16:creationId xmlns:a16="http://schemas.microsoft.com/office/drawing/2014/main" id="{0CABEF9D-B210-4C71-95EA-956795805338}"/>
                    </a:ext>
                  </a:extLst>
                </p:cNvPr>
                <p:cNvSpPr/>
                <p:nvPr/>
              </p:nvSpPr>
              <p:spPr>
                <a:xfrm>
                  <a:off x="10521028" y="1784318"/>
                  <a:ext cx="2562" cy="5118"/>
                </a:xfrm>
                <a:custGeom>
                  <a:avLst/>
                  <a:gdLst>
                    <a:gd name="connsiteX0" fmla="*/ 0 w 2562"/>
                    <a:gd name="connsiteY0" fmla="*/ 4953 h 5118"/>
                    <a:gd name="connsiteX1" fmla="*/ 191 w 2562"/>
                    <a:gd name="connsiteY1" fmla="*/ 381 h 5118"/>
                    <a:gd name="connsiteX2" fmla="*/ 2381 w 2562"/>
                    <a:gd name="connsiteY2" fmla="*/ 0 h 5118"/>
                    <a:gd name="connsiteX3" fmla="*/ 0 w 2562"/>
                    <a:gd name="connsiteY3" fmla="*/ 4953 h 5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62" h="5118">
                      <a:moveTo>
                        <a:pt x="0" y="4953"/>
                      </a:moveTo>
                      <a:lnTo>
                        <a:pt x="191" y="381"/>
                      </a:lnTo>
                      <a:cubicBezTo>
                        <a:pt x="858" y="0"/>
                        <a:pt x="1906" y="3334"/>
                        <a:pt x="2381" y="0"/>
                      </a:cubicBezTo>
                      <a:cubicBezTo>
                        <a:pt x="3144" y="1810"/>
                        <a:pt x="1334" y="6001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5" name="Freeform: Shape 824">
                  <a:extLst>
                    <a:ext uri="{FF2B5EF4-FFF2-40B4-BE49-F238E27FC236}">
                      <a16:creationId xmlns:a16="http://schemas.microsoft.com/office/drawing/2014/main" id="{7BCEB6D1-F172-4428-B8A2-3DB2DF8DE0E2}"/>
                    </a:ext>
                  </a:extLst>
                </p:cNvPr>
                <p:cNvSpPr/>
                <p:nvPr/>
              </p:nvSpPr>
              <p:spPr>
                <a:xfrm>
                  <a:off x="10527982" y="1645334"/>
                  <a:ext cx="3142" cy="3965"/>
                </a:xfrm>
                <a:custGeom>
                  <a:avLst/>
                  <a:gdLst>
                    <a:gd name="connsiteX0" fmla="*/ 0 w 3142"/>
                    <a:gd name="connsiteY0" fmla="*/ 14 h 3965"/>
                    <a:gd name="connsiteX1" fmla="*/ 3143 w 3142"/>
                    <a:gd name="connsiteY1" fmla="*/ 586 h 3965"/>
                    <a:gd name="connsiteX2" fmla="*/ 0 w 3142"/>
                    <a:gd name="connsiteY2" fmla="*/ 14 h 3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42" h="3965">
                      <a:moveTo>
                        <a:pt x="0" y="14"/>
                      </a:moveTo>
                      <a:cubicBezTo>
                        <a:pt x="1143" y="-176"/>
                        <a:pt x="1714" y="1633"/>
                        <a:pt x="3143" y="586"/>
                      </a:cubicBezTo>
                      <a:cubicBezTo>
                        <a:pt x="2381" y="4110"/>
                        <a:pt x="0" y="6205"/>
                        <a:pt x="0" y="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6" name="Freeform: Shape 825">
                  <a:extLst>
                    <a:ext uri="{FF2B5EF4-FFF2-40B4-BE49-F238E27FC236}">
                      <a16:creationId xmlns:a16="http://schemas.microsoft.com/office/drawing/2014/main" id="{C47C19FA-8C14-4A58-8B98-5CDA80B8CEAB}"/>
                    </a:ext>
                  </a:extLst>
                </p:cNvPr>
                <p:cNvSpPr/>
                <p:nvPr/>
              </p:nvSpPr>
              <p:spPr>
                <a:xfrm>
                  <a:off x="10522839" y="1807940"/>
                  <a:ext cx="2476" cy="5302"/>
                </a:xfrm>
                <a:custGeom>
                  <a:avLst/>
                  <a:gdLst>
                    <a:gd name="connsiteX0" fmla="*/ 0 w 2476"/>
                    <a:gd name="connsiteY0" fmla="*/ 1429 h 5302"/>
                    <a:gd name="connsiteX1" fmla="*/ 1524 w 2476"/>
                    <a:gd name="connsiteY1" fmla="*/ 0 h 5302"/>
                    <a:gd name="connsiteX2" fmla="*/ 2477 w 2476"/>
                    <a:gd name="connsiteY2" fmla="*/ 3238 h 5302"/>
                    <a:gd name="connsiteX3" fmla="*/ 0 w 2476"/>
                    <a:gd name="connsiteY3" fmla="*/ 1429 h 5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5302">
                      <a:moveTo>
                        <a:pt x="0" y="1429"/>
                      </a:moveTo>
                      <a:cubicBezTo>
                        <a:pt x="191" y="-191"/>
                        <a:pt x="952" y="286"/>
                        <a:pt x="1524" y="0"/>
                      </a:cubicBezTo>
                      <a:cubicBezTo>
                        <a:pt x="1238" y="2953"/>
                        <a:pt x="1524" y="4096"/>
                        <a:pt x="2477" y="3238"/>
                      </a:cubicBezTo>
                      <a:cubicBezTo>
                        <a:pt x="1905" y="8192"/>
                        <a:pt x="571" y="2858"/>
                        <a:pt x="0" y="1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7" name="Freeform: Shape 826">
                  <a:extLst>
                    <a:ext uri="{FF2B5EF4-FFF2-40B4-BE49-F238E27FC236}">
                      <a16:creationId xmlns:a16="http://schemas.microsoft.com/office/drawing/2014/main" id="{A98DDE8B-032C-4360-B1B4-FF124B326804}"/>
                    </a:ext>
                  </a:extLst>
                </p:cNvPr>
                <p:cNvSpPr/>
                <p:nvPr/>
              </p:nvSpPr>
              <p:spPr>
                <a:xfrm>
                  <a:off x="10531221" y="1604391"/>
                  <a:ext cx="4285" cy="2268"/>
                </a:xfrm>
                <a:custGeom>
                  <a:avLst/>
                  <a:gdLst>
                    <a:gd name="connsiteX0" fmla="*/ 0 w 4285"/>
                    <a:gd name="connsiteY0" fmla="*/ 1905 h 2268"/>
                    <a:gd name="connsiteX1" fmla="*/ 4286 w 4285"/>
                    <a:gd name="connsiteY1" fmla="*/ 0 h 2268"/>
                    <a:gd name="connsiteX2" fmla="*/ 0 w 4285"/>
                    <a:gd name="connsiteY2" fmla="*/ 1905 h 2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285" h="2268">
                      <a:moveTo>
                        <a:pt x="0" y="1905"/>
                      </a:moveTo>
                      <a:cubicBezTo>
                        <a:pt x="0" y="-1905"/>
                        <a:pt x="2763" y="1810"/>
                        <a:pt x="4286" y="0"/>
                      </a:cubicBezTo>
                      <a:cubicBezTo>
                        <a:pt x="3334" y="4763"/>
                        <a:pt x="1905" y="286"/>
                        <a:pt x="0" y="1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8" name="Freeform: Shape 827">
                  <a:extLst>
                    <a:ext uri="{FF2B5EF4-FFF2-40B4-BE49-F238E27FC236}">
                      <a16:creationId xmlns:a16="http://schemas.microsoft.com/office/drawing/2014/main" id="{524FEB74-EB1A-4E71-A00E-1F5772AF0E51}"/>
                    </a:ext>
                  </a:extLst>
                </p:cNvPr>
                <p:cNvSpPr/>
                <p:nvPr/>
              </p:nvSpPr>
              <p:spPr>
                <a:xfrm>
                  <a:off x="10530268" y="1688782"/>
                  <a:ext cx="2285" cy="4952"/>
                </a:xfrm>
                <a:custGeom>
                  <a:avLst/>
                  <a:gdLst>
                    <a:gd name="connsiteX0" fmla="*/ 0 w 2285"/>
                    <a:gd name="connsiteY0" fmla="*/ 4953 h 4952"/>
                    <a:gd name="connsiteX1" fmla="*/ 2286 w 2285"/>
                    <a:gd name="connsiteY1" fmla="*/ 0 h 4952"/>
                    <a:gd name="connsiteX2" fmla="*/ 0 w 2285"/>
                    <a:gd name="connsiteY2" fmla="*/ 4953 h 4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4952">
                      <a:moveTo>
                        <a:pt x="0" y="4953"/>
                      </a:moveTo>
                      <a:cubicBezTo>
                        <a:pt x="571" y="2572"/>
                        <a:pt x="1334" y="857"/>
                        <a:pt x="2286" y="0"/>
                      </a:cubicBezTo>
                      <a:cubicBezTo>
                        <a:pt x="2095" y="3715"/>
                        <a:pt x="1143" y="4572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9" name="Freeform: Shape 828">
                  <a:extLst>
                    <a:ext uri="{FF2B5EF4-FFF2-40B4-BE49-F238E27FC236}">
                      <a16:creationId xmlns:a16="http://schemas.microsoft.com/office/drawing/2014/main" id="{FD89DBB8-D971-44FF-8C64-1159A6209F77}"/>
                    </a:ext>
                  </a:extLst>
                </p:cNvPr>
                <p:cNvSpPr/>
                <p:nvPr/>
              </p:nvSpPr>
              <p:spPr>
                <a:xfrm>
                  <a:off x="10517409" y="2133326"/>
                  <a:ext cx="2670" cy="3035"/>
                </a:xfrm>
                <a:custGeom>
                  <a:avLst/>
                  <a:gdLst>
                    <a:gd name="connsiteX0" fmla="*/ 0 w 2670"/>
                    <a:gd name="connsiteY0" fmla="*/ 2274 h 3035"/>
                    <a:gd name="connsiteX1" fmla="*/ 2667 w 2670"/>
                    <a:gd name="connsiteY1" fmla="*/ 3036 h 3035"/>
                    <a:gd name="connsiteX2" fmla="*/ 0 w 2670"/>
                    <a:gd name="connsiteY2" fmla="*/ 2274 h 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70" h="3035">
                      <a:moveTo>
                        <a:pt x="0" y="2274"/>
                      </a:moveTo>
                      <a:cubicBezTo>
                        <a:pt x="667" y="-12"/>
                        <a:pt x="2763" y="-1727"/>
                        <a:pt x="2667" y="3036"/>
                      </a:cubicBezTo>
                      <a:cubicBezTo>
                        <a:pt x="2192" y="1512"/>
                        <a:pt x="1049" y="2179"/>
                        <a:pt x="0" y="22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0" name="Freeform: Shape 829">
                  <a:extLst>
                    <a:ext uri="{FF2B5EF4-FFF2-40B4-BE49-F238E27FC236}">
                      <a16:creationId xmlns:a16="http://schemas.microsoft.com/office/drawing/2014/main" id="{ACB938F0-509B-4BC6-98F5-9694C28B66AA}"/>
                    </a:ext>
                  </a:extLst>
                </p:cNvPr>
                <p:cNvSpPr/>
                <p:nvPr/>
              </p:nvSpPr>
              <p:spPr>
                <a:xfrm>
                  <a:off x="10536078" y="1606872"/>
                  <a:ext cx="2571" cy="3138"/>
                </a:xfrm>
                <a:custGeom>
                  <a:avLst/>
                  <a:gdLst>
                    <a:gd name="connsiteX0" fmla="*/ 0 w 2571"/>
                    <a:gd name="connsiteY0" fmla="*/ 3139 h 3138"/>
                    <a:gd name="connsiteX1" fmla="*/ 2572 w 2571"/>
                    <a:gd name="connsiteY1" fmla="*/ 472 h 3138"/>
                    <a:gd name="connsiteX2" fmla="*/ 0 w 2571"/>
                    <a:gd name="connsiteY2" fmla="*/ 3139 h 31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1" h="3138">
                      <a:moveTo>
                        <a:pt x="0" y="3139"/>
                      </a:moveTo>
                      <a:cubicBezTo>
                        <a:pt x="380" y="281"/>
                        <a:pt x="2191" y="-671"/>
                        <a:pt x="2572" y="472"/>
                      </a:cubicBezTo>
                      <a:cubicBezTo>
                        <a:pt x="1905" y="2281"/>
                        <a:pt x="952" y="2567"/>
                        <a:pt x="0" y="31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1" name="Freeform: Shape 830">
                  <a:extLst>
                    <a:ext uri="{FF2B5EF4-FFF2-40B4-BE49-F238E27FC236}">
                      <a16:creationId xmlns:a16="http://schemas.microsoft.com/office/drawing/2014/main" id="{1663AACC-3C1B-416A-A30B-4AC6224E5DBC}"/>
                    </a:ext>
                  </a:extLst>
                </p:cNvPr>
                <p:cNvSpPr/>
                <p:nvPr/>
              </p:nvSpPr>
              <p:spPr>
                <a:xfrm>
                  <a:off x="10525029" y="2005965"/>
                  <a:ext cx="2953" cy="4667"/>
                </a:xfrm>
                <a:custGeom>
                  <a:avLst/>
                  <a:gdLst>
                    <a:gd name="connsiteX0" fmla="*/ 0 w 2953"/>
                    <a:gd name="connsiteY0" fmla="*/ 1429 h 4667"/>
                    <a:gd name="connsiteX1" fmla="*/ 1905 w 2953"/>
                    <a:gd name="connsiteY1" fmla="*/ 0 h 4667"/>
                    <a:gd name="connsiteX2" fmla="*/ 2953 w 2953"/>
                    <a:gd name="connsiteY2" fmla="*/ 3238 h 4667"/>
                    <a:gd name="connsiteX3" fmla="*/ 1048 w 2953"/>
                    <a:gd name="connsiteY3" fmla="*/ 4667 h 4667"/>
                    <a:gd name="connsiteX4" fmla="*/ 0 w 2953"/>
                    <a:gd name="connsiteY4" fmla="*/ 1429 h 4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53" h="4667">
                      <a:moveTo>
                        <a:pt x="0" y="1429"/>
                      </a:moveTo>
                      <a:cubicBezTo>
                        <a:pt x="0" y="-1048"/>
                        <a:pt x="1334" y="667"/>
                        <a:pt x="1905" y="0"/>
                      </a:cubicBezTo>
                      <a:cubicBezTo>
                        <a:pt x="1715" y="2476"/>
                        <a:pt x="2095" y="3619"/>
                        <a:pt x="2953" y="3238"/>
                      </a:cubicBezTo>
                      <a:cubicBezTo>
                        <a:pt x="2953" y="5715"/>
                        <a:pt x="1620" y="4000"/>
                        <a:pt x="1048" y="4667"/>
                      </a:cubicBezTo>
                      <a:cubicBezTo>
                        <a:pt x="1715" y="2572"/>
                        <a:pt x="1143" y="762"/>
                        <a:pt x="0" y="1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2" name="Freeform: Shape 831">
                  <a:extLst>
                    <a:ext uri="{FF2B5EF4-FFF2-40B4-BE49-F238E27FC236}">
                      <a16:creationId xmlns:a16="http://schemas.microsoft.com/office/drawing/2014/main" id="{BB7C68D7-3D66-4FC5-B13A-35FACB4E55AF}"/>
                    </a:ext>
                  </a:extLst>
                </p:cNvPr>
                <p:cNvSpPr/>
                <p:nvPr/>
              </p:nvSpPr>
              <p:spPr>
                <a:xfrm>
                  <a:off x="10531982" y="1802987"/>
                  <a:ext cx="2095" cy="7143"/>
                </a:xfrm>
                <a:custGeom>
                  <a:avLst/>
                  <a:gdLst>
                    <a:gd name="connsiteX0" fmla="*/ 0 w 2095"/>
                    <a:gd name="connsiteY0" fmla="*/ 7144 h 7143"/>
                    <a:gd name="connsiteX1" fmla="*/ 2095 w 2095"/>
                    <a:gd name="connsiteY1" fmla="*/ 0 h 7143"/>
                    <a:gd name="connsiteX2" fmla="*/ 1524 w 2095"/>
                    <a:gd name="connsiteY2" fmla="*/ 6858 h 7143"/>
                    <a:gd name="connsiteX3" fmla="*/ 0 w 2095"/>
                    <a:gd name="connsiteY3" fmla="*/ 7144 h 7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5" h="7143">
                      <a:moveTo>
                        <a:pt x="0" y="7144"/>
                      </a:moveTo>
                      <a:cubicBezTo>
                        <a:pt x="763" y="5048"/>
                        <a:pt x="1143" y="1524"/>
                        <a:pt x="2095" y="0"/>
                      </a:cubicBezTo>
                      <a:cubicBezTo>
                        <a:pt x="1620" y="1429"/>
                        <a:pt x="1524" y="4096"/>
                        <a:pt x="1524" y="6858"/>
                      </a:cubicBezTo>
                      <a:lnTo>
                        <a:pt x="0" y="714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3" name="Freeform: Shape 832">
                  <a:extLst>
                    <a:ext uri="{FF2B5EF4-FFF2-40B4-BE49-F238E27FC236}">
                      <a16:creationId xmlns:a16="http://schemas.microsoft.com/office/drawing/2014/main" id="{4E201A92-009E-42D4-988A-888FF8323981}"/>
                    </a:ext>
                  </a:extLst>
                </p:cNvPr>
                <p:cNvSpPr/>
                <p:nvPr/>
              </p:nvSpPr>
              <p:spPr>
                <a:xfrm>
                  <a:off x="10536269" y="1693502"/>
                  <a:ext cx="2570" cy="2613"/>
                </a:xfrm>
                <a:custGeom>
                  <a:avLst/>
                  <a:gdLst>
                    <a:gd name="connsiteX0" fmla="*/ 0 w 2570"/>
                    <a:gd name="connsiteY0" fmla="*/ 2614 h 2613"/>
                    <a:gd name="connsiteX1" fmla="*/ 2571 w 2570"/>
                    <a:gd name="connsiteY1" fmla="*/ 1090 h 2613"/>
                    <a:gd name="connsiteX2" fmla="*/ 0 w 2570"/>
                    <a:gd name="connsiteY2" fmla="*/ 2614 h 26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0" h="2613">
                      <a:moveTo>
                        <a:pt x="0" y="2614"/>
                      </a:moveTo>
                      <a:cubicBezTo>
                        <a:pt x="95" y="-720"/>
                        <a:pt x="2095" y="-434"/>
                        <a:pt x="2571" y="1090"/>
                      </a:cubicBezTo>
                      <a:cubicBezTo>
                        <a:pt x="1714" y="4043"/>
                        <a:pt x="1048" y="-148"/>
                        <a:pt x="0" y="26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4" name="Freeform: Shape 833">
                  <a:extLst>
                    <a:ext uri="{FF2B5EF4-FFF2-40B4-BE49-F238E27FC236}">
                      <a16:creationId xmlns:a16="http://schemas.microsoft.com/office/drawing/2014/main" id="{257C74A2-17CA-4135-848B-120BCB3132AD}"/>
                    </a:ext>
                  </a:extLst>
                </p:cNvPr>
                <p:cNvSpPr/>
                <p:nvPr/>
              </p:nvSpPr>
              <p:spPr>
                <a:xfrm>
                  <a:off x="10533602" y="1780032"/>
                  <a:ext cx="2667" cy="2666"/>
                </a:xfrm>
                <a:custGeom>
                  <a:avLst/>
                  <a:gdLst>
                    <a:gd name="connsiteX0" fmla="*/ 0 w 2667"/>
                    <a:gd name="connsiteY0" fmla="*/ 2667 h 2666"/>
                    <a:gd name="connsiteX1" fmla="*/ 2667 w 2667"/>
                    <a:gd name="connsiteY1" fmla="*/ 0 h 2666"/>
                    <a:gd name="connsiteX2" fmla="*/ 0 w 2667"/>
                    <a:gd name="connsiteY2" fmla="*/ 2667 h 26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7" h="2666">
                      <a:moveTo>
                        <a:pt x="0" y="2667"/>
                      </a:moveTo>
                      <a:cubicBezTo>
                        <a:pt x="571" y="857"/>
                        <a:pt x="1524" y="0"/>
                        <a:pt x="2667" y="0"/>
                      </a:cubicBezTo>
                      <a:cubicBezTo>
                        <a:pt x="2477" y="3238"/>
                        <a:pt x="1048" y="2286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5" name="Freeform: Shape 834">
                  <a:extLst>
                    <a:ext uri="{FF2B5EF4-FFF2-40B4-BE49-F238E27FC236}">
                      <a16:creationId xmlns:a16="http://schemas.microsoft.com/office/drawing/2014/main" id="{7A8B5D27-2FB2-457E-9A3E-25024FB085D0}"/>
                    </a:ext>
                  </a:extLst>
                </p:cNvPr>
                <p:cNvSpPr/>
                <p:nvPr/>
              </p:nvSpPr>
              <p:spPr>
                <a:xfrm>
                  <a:off x="10537126" y="1765077"/>
                  <a:ext cx="1904" cy="13335"/>
                </a:xfrm>
                <a:custGeom>
                  <a:avLst/>
                  <a:gdLst>
                    <a:gd name="connsiteX0" fmla="*/ 0 w 1904"/>
                    <a:gd name="connsiteY0" fmla="*/ 0 h 13335"/>
                    <a:gd name="connsiteX1" fmla="*/ 1714 w 1904"/>
                    <a:gd name="connsiteY1" fmla="*/ 3143 h 13335"/>
                    <a:gd name="connsiteX2" fmla="*/ 1905 w 1904"/>
                    <a:gd name="connsiteY2" fmla="*/ 8763 h 13335"/>
                    <a:gd name="connsiteX3" fmla="*/ 1429 w 1904"/>
                    <a:gd name="connsiteY3" fmla="*/ 13335 h 13335"/>
                    <a:gd name="connsiteX4" fmla="*/ 0 w 1904"/>
                    <a:gd name="connsiteY4" fmla="*/ 0 h 13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4" h="13335">
                      <a:moveTo>
                        <a:pt x="0" y="0"/>
                      </a:moveTo>
                      <a:cubicBezTo>
                        <a:pt x="571" y="953"/>
                        <a:pt x="952" y="2572"/>
                        <a:pt x="1714" y="3143"/>
                      </a:cubicBezTo>
                      <a:cubicBezTo>
                        <a:pt x="1714" y="5144"/>
                        <a:pt x="381" y="9430"/>
                        <a:pt x="1905" y="8763"/>
                      </a:cubicBezTo>
                      <a:cubicBezTo>
                        <a:pt x="1620" y="9811"/>
                        <a:pt x="1429" y="11430"/>
                        <a:pt x="1429" y="13335"/>
                      </a:cubicBezTo>
                      <a:cubicBezTo>
                        <a:pt x="95" y="11335"/>
                        <a:pt x="762" y="3429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6" name="Freeform: Shape 835">
                  <a:extLst>
                    <a:ext uri="{FF2B5EF4-FFF2-40B4-BE49-F238E27FC236}">
                      <a16:creationId xmlns:a16="http://schemas.microsoft.com/office/drawing/2014/main" id="{35EDA835-C15B-41AC-BEB6-CC3D3801C382}"/>
                    </a:ext>
                  </a:extLst>
                </p:cNvPr>
                <p:cNvSpPr/>
                <p:nvPr/>
              </p:nvSpPr>
              <p:spPr>
                <a:xfrm>
                  <a:off x="10532420" y="2019680"/>
                  <a:ext cx="2610" cy="4572"/>
                </a:xfrm>
                <a:custGeom>
                  <a:avLst/>
                  <a:gdLst>
                    <a:gd name="connsiteX0" fmla="*/ 420 w 2610"/>
                    <a:gd name="connsiteY0" fmla="*/ 0 h 4572"/>
                    <a:gd name="connsiteX1" fmla="*/ 2229 w 2610"/>
                    <a:gd name="connsiteY1" fmla="*/ 857 h 4572"/>
                    <a:gd name="connsiteX2" fmla="*/ 2610 w 2610"/>
                    <a:gd name="connsiteY2" fmla="*/ 1905 h 4572"/>
                    <a:gd name="connsiteX3" fmla="*/ 2515 w 2610"/>
                    <a:gd name="connsiteY3" fmla="*/ 4191 h 4572"/>
                    <a:gd name="connsiteX4" fmla="*/ 229 w 2610"/>
                    <a:gd name="connsiteY4" fmla="*/ 4572 h 4572"/>
                    <a:gd name="connsiteX5" fmla="*/ 420 w 2610"/>
                    <a:gd name="connsiteY5" fmla="*/ 0 h 4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10" h="4572">
                      <a:moveTo>
                        <a:pt x="420" y="0"/>
                      </a:moveTo>
                      <a:cubicBezTo>
                        <a:pt x="514" y="1238"/>
                        <a:pt x="1752" y="4096"/>
                        <a:pt x="2229" y="857"/>
                      </a:cubicBezTo>
                      <a:cubicBezTo>
                        <a:pt x="2515" y="572"/>
                        <a:pt x="2610" y="1238"/>
                        <a:pt x="2610" y="1905"/>
                      </a:cubicBezTo>
                      <a:lnTo>
                        <a:pt x="2515" y="4191"/>
                      </a:lnTo>
                      <a:cubicBezTo>
                        <a:pt x="1467" y="3334"/>
                        <a:pt x="1372" y="3334"/>
                        <a:pt x="229" y="4572"/>
                      </a:cubicBezTo>
                      <a:cubicBezTo>
                        <a:pt x="-343" y="2477"/>
                        <a:pt x="325" y="3143"/>
                        <a:pt x="42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7" name="Freeform: Shape 836">
                  <a:extLst>
                    <a:ext uri="{FF2B5EF4-FFF2-40B4-BE49-F238E27FC236}">
                      <a16:creationId xmlns:a16="http://schemas.microsoft.com/office/drawing/2014/main" id="{70A79E57-79B6-4F96-BE22-239981CF7015}"/>
                    </a:ext>
                  </a:extLst>
                </p:cNvPr>
                <p:cNvSpPr/>
                <p:nvPr/>
              </p:nvSpPr>
              <p:spPr>
                <a:xfrm>
                  <a:off x="10543439" y="1693336"/>
                  <a:ext cx="2271" cy="4875"/>
                </a:xfrm>
                <a:custGeom>
                  <a:avLst/>
                  <a:gdLst>
                    <a:gd name="connsiteX0" fmla="*/ 2260 w 2271"/>
                    <a:gd name="connsiteY0" fmla="*/ 18 h 4875"/>
                    <a:gd name="connsiteX1" fmla="*/ 259 w 2271"/>
                    <a:gd name="connsiteY1" fmla="*/ 4875 h 4875"/>
                    <a:gd name="connsiteX2" fmla="*/ 2260 w 2271"/>
                    <a:gd name="connsiteY2" fmla="*/ 18 h 4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71" h="4875">
                      <a:moveTo>
                        <a:pt x="2260" y="18"/>
                      </a:moveTo>
                      <a:cubicBezTo>
                        <a:pt x="2450" y="4494"/>
                        <a:pt x="259" y="780"/>
                        <a:pt x="259" y="4875"/>
                      </a:cubicBezTo>
                      <a:cubicBezTo>
                        <a:pt x="-694" y="2970"/>
                        <a:pt x="1212" y="-268"/>
                        <a:pt x="2260" y="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8" name="Freeform: Shape 837">
                  <a:extLst>
                    <a:ext uri="{FF2B5EF4-FFF2-40B4-BE49-F238E27FC236}">
                      <a16:creationId xmlns:a16="http://schemas.microsoft.com/office/drawing/2014/main" id="{377748B7-144E-471A-9218-17AC01F7293F}"/>
                    </a:ext>
                  </a:extLst>
                </p:cNvPr>
                <p:cNvSpPr/>
                <p:nvPr/>
              </p:nvSpPr>
              <p:spPr>
                <a:xfrm>
                  <a:off x="10545890" y="1618202"/>
                  <a:ext cx="2152" cy="4476"/>
                </a:xfrm>
                <a:custGeom>
                  <a:avLst/>
                  <a:gdLst>
                    <a:gd name="connsiteX0" fmla="*/ 1905 w 2152"/>
                    <a:gd name="connsiteY0" fmla="*/ 0 h 4476"/>
                    <a:gd name="connsiteX1" fmla="*/ 2095 w 2152"/>
                    <a:gd name="connsiteY1" fmla="*/ 4477 h 4476"/>
                    <a:gd name="connsiteX2" fmla="*/ 0 w 2152"/>
                    <a:gd name="connsiteY2" fmla="*/ 2572 h 4476"/>
                    <a:gd name="connsiteX3" fmla="*/ 1905 w 2152"/>
                    <a:gd name="connsiteY3" fmla="*/ 0 h 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52" h="4476">
                      <a:moveTo>
                        <a:pt x="1905" y="0"/>
                      </a:moveTo>
                      <a:cubicBezTo>
                        <a:pt x="2191" y="952"/>
                        <a:pt x="2191" y="2572"/>
                        <a:pt x="2095" y="4477"/>
                      </a:cubicBezTo>
                      <a:cubicBezTo>
                        <a:pt x="1332" y="3905"/>
                        <a:pt x="1143" y="1810"/>
                        <a:pt x="0" y="2572"/>
                      </a:cubicBezTo>
                      <a:cubicBezTo>
                        <a:pt x="190" y="95"/>
                        <a:pt x="1048" y="0"/>
                        <a:pt x="190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9" name="Freeform: Shape 838">
                  <a:extLst>
                    <a:ext uri="{FF2B5EF4-FFF2-40B4-BE49-F238E27FC236}">
                      <a16:creationId xmlns:a16="http://schemas.microsoft.com/office/drawing/2014/main" id="{4A75FB90-05E4-4858-842E-E92732D06C3F}"/>
                    </a:ext>
                  </a:extLst>
                </p:cNvPr>
                <p:cNvSpPr/>
                <p:nvPr/>
              </p:nvSpPr>
              <p:spPr>
                <a:xfrm>
                  <a:off x="10541698" y="1769173"/>
                  <a:ext cx="5143" cy="12191"/>
                </a:xfrm>
                <a:custGeom>
                  <a:avLst/>
                  <a:gdLst>
                    <a:gd name="connsiteX0" fmla="*/ 3620 w 5143"/>
                    <a:gd name="connsiteY0" fmla="*/ 11525 h 12191"/>
                    <a:gd name="connsiteX1" fmla="*/ 0 w 5143"/>
                    <a:gd name="connsiteY1" fmla="*/ 12192 h 12191"/>
                    <a:gd name="connsiteX2" fmla="*/ 2286 w 5143"/>
                    <a:gd name="connsiteY2" fmla="*/ 8382 h 12191"/>
                    <a:gd name="connsiteX3" fmla="*/ 4381 w 5143"/>
                    <a:gd name="connsiteY3" fmla="*/ 95 h 12191"/>
                    <a:gd name="connsiteX4" fmla="*/ 5144 w 5143"/>
                    <a:gd name="connsiteY4" fmla="*/ 0 h 12191"/>
                    <a:gd name="connsiteX5" fmla="*/ 3620 w 5143"/>
                    <a:gd name="connsiteY5" fmla="*/ 11525 h 12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143" h="12191">
                      <a:moveTo>
                        <a:pt x="3620" y="11525"/>
                      </a:moveTo>
                      <a:cubicBezTo>
                        <a:pt x="3143" y="6286"/>
                        <a:pt x="1810" y="11049"/>
                        <a:pt x="0" y="12192"/>
                      </a:cubicBezTo>
                      <a:cubicBezTo>
                        <a:pt x="381" y="9525"/>
                        <a:pt x="2095" y="4000"/>
                        <a:pt x="2286" y="8382"/>
                      </a:cubicBezTo>
                      <a:cubicBezTo>
                        <a:pt x="3238" y="6477"/>
                        <a:pt x="3810" y="3429"/>
                        <a:pt x="4381" y="95"/>
                      </a:cubicBezTo>
                      <a:lnTo>
                        <a:pt x="5144" y="0"/>
                      </a:lnTo>
                      <a:cubicBezTo>
                        <a:pt x="4096" y="2381"/>
                        <a:pt x="4286" y="8192"/>
                        <a:pt x="3620" y="115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0" name="Freeform: Shape 839">
                  <a:extLst>
                    <a:ext uri="{FF2B5EF4-FFF2-40B4-BE49-F238E27FC236}">
                      <a16:creationId xmlns:a16="http://schemas.microsoft.com/office/drawing/2014/main" id="{F1F468EB-D525-4D37-8954-18CDEAD77BC1}"/>
                    </a:ext>
                  </a:extLst>
                </p:cNvPr>
                <p:cNvSpPr/>
                <p:nvPr/>
              </p:nvSpPr>
              <p:spPr>
                <a:xfrm>
                  <a:off x="10543051" y="1746799"/>
                  <a:ext cx="1790" cy="3696"/>
                </a:xfrm>
                <a:custGeom>
                  <a:avLst/>
                  <a:gdLst>
                    <a:gd name="connsiteX0" fmla="*/ 76 w 1790"/>
                    <a:gd name="connsiteY0" fmla="*/ 276 h 3696"/>
                    <a:gd name="connsiteX1" fmla="*/ 1790 w 1790"/>
                    <a:gd name="connsiteY1" fmla="*/ 2181 h 3696"/>
                    <a:gd name="connsiteX2" fmla="*/ 76 w 1790"/>
                    <a:gd name="connsiteY2" fmla="*/ 276 h 3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90" h="3696">
                      <a:moveTo>
                        <a:pt x="76" y="276"/>
                      </a:moveTo>
                      <a:cubicBezTo>
                        <a:pt x="1314" y="-867"/>
                        <a:pt x="1124" y="1895"/>
                        <a:pt x="1790" y="2181"/>
                      </a:cubicBezTo>
                      <a:cubicBezTo>
                        <a:pt x="1505" y="4943"/>
                        <a:pt x="-401" y="3705"/>
                        <a:pt x="76" y="2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1" name="Freeform: Shape 840">
                  <a:extLst>
                    <a:ext uri="{FF2B5EF4-FFF2-40B4-BE49-F238E27FC236}">
                      <a16:creationId xmlns:a16="http://schemas.microsoft.com/office/drawing/2014/main" id="{9443472E-0757-47F3-99DD-138595B73BB0}"/>
                    </a:ext>
                  </a:extLst>
                </p:cNvPr>
                <p:cNvSpPr/>
                <p:nvPr/>
              </p:nvSpPr>
              <p:spPr>
                <a:xfrm>
                  <a:off x="10549509" y="1557623"/>
                  <a:ext cx="1809" cy="3171"/>
                </a:xfrm>
                <a:custGeom>
                  <a:avLst/>
                  <a:gdLst>
                    <a:gd name="connsiteX0" fmla="*/ 0 w 1809"/>
                    <a:gd name="connsiteY0" fmla="*/ 1429 h 3171"/>
                    <a:gd name="connsiteX1" fmla="*/ 1809 w 1809"/>
                    <a:gd name="connsiteY1" fmla="*/ 0 h 3171"/>
                    <a:gd name="connsiteX2" fmla="*/ 0 w 1809"/>
                    <a:gd name="connsiteY2" fmla="*/ 1429 h 3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9" h="3171">
                      <a:moveTo>
                        <a:pt x="0" y="1429"/>
                      </a:moveTo>
                      <a:cubicBezTo>
                        <a:pt x="0" y="-1048"/>
                        <a:pt x="1237" y="667"/>
                        <a:pt x="1809" y="0"/>
                      </a:cubicBezTo>
                      <a:cubicBezTo>
                        <a:pt x="1523" y="5715"/>
                        <a:pt x="762" y="2096"/>
                        <a:pt x="0" y="1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2" name="Freeform: Shape 841">
                  <a:extLst>
                    <a:ext uri="{FF2B5EF4-FFF2-40B4-BE49-F238E27FC236}">
                      <a16:creationId xmlns:a16="http://schemas.microsoft.com/office/drawing/2014/main" id="{E1B85E71-0770-42D6-A302-E34FB70754CF}"/>
                    </a:ext>
                  </a:extLst>
                </p:cNvPr>
                <p:cNvSpPr/>
                <p:nvPr/>
              </p:nvSpPr>
              <p:spPr>
                <a:xfrm>
                  <a:off x="10541603" y="1801371"/>
                  <a:ext cx="3048" cy="3817"/>
                </a:xfrm>
                <a:custGeom>
                  <a:avLst/>
                  <a:gdLst>
                    <a:gd name="connsiteX0" fmla="*/ 0 w 3048"/>
                    <a:gd name="connsiteY0" fmla="*/ 3806 h 3817"/>
                    <a:gd name="connsiteX1" fmla="*/ 3049 w 3048"/>
                    <a:gd name="connsiteY1" fmla="*/ 1044 h 3817"/>
                    <a:gd name="connsiteX2" fmla="*/ 0 w 3048"/>
                    <a:gd name="connsiteY2" fmla="*/ 3806 h 3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8" h="3817">
                      <a:moveTo>
                        <a:pt x="0" y="3806"/>
                      </a:moveTo>
                      <a:cubicBezTo>
                        <a:pt x="0" y="472"/>
                        <a:pt x="2477" y="-1242"/>
                        <a:pt x="3049" y="1044"/>
                      </a:cubicBezTo>
                      <a:cubicBezTo>
                        <a:pt x="2191" y="4473"/>
                        <a:pt x="1620" y="3711"/>
                        <a:pt x="0" y="38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3" name="Freeform: Shape 842">
                  <a:extLst>
                    <a:ext uri="{FF2B5EF4-FFF2-40B4-BE49-F238E27FC236}">
                      <a16:creationId xmlns:a16="http://schemas.microsoft.com/office/drawing/2014/main" id="{AF45E48A-9E0A-4DCE-8627-1E6328603A91}"/>
                    </a:ext>
                  </a:extLst>
                </p:cNvPr>
                <p:cNvSpPr/>
                <p:nvPr/>
              </p:nvSpPr>
              <p:spPr>
                <a:xfrm>
                  <a:off x="10552080" y="1501520"/>
                  <a:ext cx="3019" cy="3810"/>
                </a:xfrm>
                <a:custGeom>
                  <a:avLst/>
                  <a:gdLst>
                    <a:gd name="connsiteX0" fmla="*/ 0 w 3019"/>
                    <a:gd name="connsiteY0" fmla="*/ 3810 h 3810"/>
                    <a:gd name="connsiteX1" fmla="*/ 477 w 3019"/>
                    <a:gd name="connsiteY1" fmla="*/ 381 h 3810"/>
                    <a:gd name="connsiteX2" fmla="*/ 2953 w 3019"/>
                    <a:gd name="connsiteY2" fmla="*/ 0 h 3810"/>
                    <a:gd name="connsiteX3" fmla="*/ 0 w 3019"/>
                    <a:gd name="connsiteY3" fmla="*/ 3810 h 3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9" h="3810">
                      <a:moveTo>
                        <a:pt x="0" y="3810"/>
                      </a:moveTo>
                      <a:cubicBezTo>
                        <a:pt x="191" y="2858"/>
                        <a:pt x="477" y="1905"/>
                        <a:pt x="477" y="381"/>
                      </a:cubicBezTo>
                      <a:cubicBezTo>
                        <a:pt x="1143" y="286"/>
                        <a:pt x="2381" y="3143"/>
                        <a:pt x="2953" y="0"/>
                      </a:cubicBezTo>
                      <a:cubicBezTo>
                        <a:pt x="3429" y="4381"/>
                        <a:pt x="1238" y="2191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4" name="Freeform: Shape 843">
                  <a:extLst>
                    <a:ext uri="{FF2B5EF4-FFF2-40B4-BE49-F238E27FC236}">
                      <a16:creationId xmlns:a16="http://schemas.microsoft.com/office/drawing/2014/main" id="{BE8CC5AE-3852-45A0-98F5-FC1CA8002184}"/>
                    </a:ext>
                  </a:extLst>
                </p:cNvPr>
                <p:cNvSpPr/>
                <p:nvPr/>
              </p:nvSpPr>
              <p:spPr>
                <a:xfrm>
                  <a:off x="10548175" y="1624720"/>
                  <a:ext cx="1618" cy="5001"/>
                </a:xfrm>
                <a:custGeom>
                  <a:avLst/>
                  <a:gdLst>
                    <a:gd name="connsiteX0" fmla="*/ 0 w 1618"/>
                    <a:gd name="connsiteY0" fmla="*/ 4817 h 5001"/>
                    <a:gd name="connsiteX1" fmla="*/ 1619 w 1618"/>
                    <a:gd name="connsiteY1" fmla="*/ 55 h 5001"/>
                    <a:gd name="connsiteX2" fmla="*/ 0 w 1618"/>
                    <a:gd name="connsiteY2" fmla="*/ 4817 h 5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18" h="5001">
                      <a:moveTo>
                        <a:pt x="0" y="4817"/>
                      </a:moveTo>
                      <a:cubicBezTo>
                        <a:pt x="0" y="1293"/>
                        <a:pt x="476" y="-326"/>
                        <a:pt x="1619" y="55"/>
                      </a:cubicBezTo>
                      <a:cubicBezTo>
                        <a:pt x="1048" y="1483"/>
                        <a:pt x="1334" y="5960"/>
                        <a:pt x="0" y="48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5" name="Freeform: Shape 844">
                  <a:extLst>
                    <a:ext uri="{FF2B5EF4-FFF2-40B4-BE49-F238E27FC236}">
                      <a16:creationId xmlns:a16="http://schemas.microsoft.com/office/drawing/2014/main" id="{B28696E2-D426-4EEF-B602-BC6F61E03182}"/>
                    </a:ext>
                  </a:extLst>
                </p:cNvPr>
                <p:cNvSpPr/>
                <p:nvPr/>
              </p:nvSpPr>
              <p:spPr>
                <a:xfrm>
                  <a:off x="10542638" y="1806987"/>
                  <a:ext cx="1834" cy="4571"/>
                </a:xfrm>
                <a:custGeom>
                  <a:avLst/>
                  <a:gdLst>
                    <a:gd name="connsiteX0" fmla="*/ 12 w 1834"/>
                    <a:gd name="connsiteY0" fmla="*/ 286 h 4571"/>
                    <a:gd name="connsiteX1" fmla="*/ 1822 w 1834"/>
                    <a:gd name="connsiteY1" fmla="*/ 0 h 4571"/>
                    <a:gd name="connsiteX2" fmla="*/ 1346 w 1834"/>
                    <a:gd name="connsiteY2" fmla="*/ 4572 h 4571"/>
                    <a:gd name="connsiteX3" fmla="*/ 12 w 1834"/>
                    <a:gd name="connsiteY3" fmla="*/ 286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34" h="4571">
                      <a:moveTo>
                        <a:pt x="12" y="286"/>
                      </a:moveTo>
                      <a:lnTo>
                        <a:pt x="1822" y="0"/>
                      </a:lnTo>
                      <a:cubicBezTo>
                        <a:pt x="1918" y="2381"/>
                        <a:pt x="1441" y="3048"/>
                        <a:pt x="1346" y="4572"/>
                      </a:cubicBezTo>
                      <a:cubicBezTo>
                        <a:pt x="393" y="4572"/>
                        <a:pt x="-83" y="3143"/>
                        <a:pt x="12" y="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6" name="Freeform: Shape 845">
                  <a:extLst>
                    <a:ext uri="{FF2B5EF4-FFF2-40B4-BE49-F238E27FC236}">
                      <a16:creationId xmlns:a16="http://schemas.microsoft.com/office/drawing/2014/main" id="{B4CEDDAA-ED83-450E-AB82-2AB94C093BB8}"/>
                    </a:ext>
                  </a:extLst>
                </p:cNvPr>
                <p:cNvSpPr/>
                <p:nvPr/>
              </p:nvSpPr>
              <p:spPr>
                <a:xfrm>
                  <a:off x="10547985" y="1641729"/>
                  <a:ext cx="2105" cy="5702"/>
                </a:xfrm>
                <a:custGeom>
                  <a:avLst/>
                  <a:gdLst>
                    <a:gd name="connsiteX0" fmla="*/ 0 w 2105"/>
                    <a:gd name="connsiteY0" fmla="*/ 4858 h 5702"/>
                    <a:gd name="connsiteX1" fmla="*/ 1143 w 2105"/>
                    <a:gd name="connsiteY1" fmla="*/ 3524 h 5702"/>
                    <a:gd name="connsiteX2" fmla="*/ 2000 w 2105"/>
                    <a:gd name="connsiteY2" fmla="*/ 0 h 5702"/>
                    <a:gd name="connsiteX3" fmla="*/ 0 w 2105"/>
                    <a:gd name="connsiteY3" fmla="*/ 4858 h 5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05" h="5702">
                      <a:moveTo>
                        <a:pt x="0" y="4858"/>
                      </a:moveTo>
                      <a:cubicBezTo>
                        <a:pt x="95" y="3524"/>
                        <a:pt x="666" y="3810"/>
                        <a:pt x="1143" y="3524"/>
                      </a:cubicBezTo>
                      <a:cubicBezTo>
                        <a:pt x="286" y="571"/>
                        <a:pt x="1714" y="2381"/>
                        <a:pt x="2000" y="0"/>
                      </a:cubicBezTo>
                      <a:cubicBezTo>
                        <a:pt x="2572" y="1048"/>
                        <a:pt x="666" y="8096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7" name="Freeform: Shape 846">
                  <a:extLst>
                    <a:ext uri="{FF2B5EF4-FFF2-40B4-BE49-F238E27FC236}">
                      <a16:creationId xmlns:a16="http://schemas.microsoft.com/office/drawing/2014/main" id="{D44B2CA4-65C8-4228-8374-B02B87785607}"/>
                    </a:ext>
                  </a:extLst>
                </p:cNvPr>
                <p:cNvSpPr/>
                <p:nvPr/>
              </p:nvSpPr>
              <p:spPr>
                <a:xfrm>
                  <a:off x="10533316" y="2133600"/>
                  <a:ext cx="3524" cy="2857"/>
                </a:xfrm>
                <a:custGeom>
                  <a:avLst/>
                  <a:gdLst>
                    <a:gd name="connsiteX0" fmla="*/ 0 w 3524"/>
                    <a:gd name="connsiteY0" fmla="*/ 2858 h 2857"/>
                    <a:gd name="connsiteX1" fmla="*/ 3524 w 3524"/>
                    <a:gd name="connsiteY1" fmla="*/ 0 h 2857"/>
                    <a:gd name="connsiteX2" fmla="*/ 0 w 3524"/>
                    <a:gd name="connsiteY2" fmla="*/ 2858 h 2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524" h="2857">
                      <a:moveTo>
                        <a:pt x="0" y="2858"/>
                      </a:moveTo>
                      <a:cubicBezTo>
                        <a:pt x="572" y="-476"/>
                        <a:pt x="1524" y="1048"/>
                        <a:pt x="3524" y="0"/>
                      </a:cubicBezTo>
                      <a:cubicBezTo>
                        <a:pt x="2858" y="2381"/>
                        <a:pt x="1524" y="2762"/>
                        <a:pt x="0" y="2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8" name="Freeform: Shape 847">
                  <a:extLst>
                    <a:ext uri="{FF2B5EF4-FFF2-40B4-BE49-F238E27FC236}">
                      <a16:creationId xmlns:a16="http://schemas.microsoft.com/office/drawing/2014/main" id="{DB9E8121-6932-4133-9C56-ECEB3F36EC99}"/>
                    </a:ext>
                  </a:extLst>
                </p:cNvPr>
                <p:cNvSpPr/>
                <p:nvPr/>
              </p:nvSpPr>
              <p:spPr>
                <a:xfrm>
                  <a:off x="10544747" y="1804225"/>
                  <a:ext cx="2666" cy="5965"/>
                </a:xfrm>
                <a:custGeom>
                  <a:avLst/>
                  <a:gdLst>
                    <a:gd name="connsiteX0" fmla="*/ 0 w 2666"/>
                    <a:gd name="connsiteY0" fmla="*/ 4953 h 5965"/>
                    <a:gd name="connsiteX1" fmla="*/ 857 w 2666"/>
                    <a:gd name="connsiteY1" fmla="*/ 286 h 5965"/>
                    <a:gd name="connsiteX2" fmla="*/ 2666 w 2666"/>
                    <a:gd name="connsiteY2" fmla="*/ 0 h 5965"/>
                    <a:gd name="connsiteX3" fmla="*/ 1143 w 2666"/>
                    <a:gd name="connsiteY3" fmla="*/ 1429 h 5965"/>
                    <a:gd name="connsiteX4" fmla="*/ 1714 w 2666"/>
                    <a:gd name="connsiteY4" fmla="*/ 5905 h 5965"/>
                    <a:gd name="connsiteX5" fmla="*/ 0 w 2666"/>
                    <a:gd name="connsiteY5" fmla="*/ 4953 h 5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6" h="5965">
                      <a:moveTo>
                        <a:pt x="0" y="4953"/>
                      </a:moveTo>
                      <a:cubicBezTo>
                        <a:pt x="285" y="3238"/>
                        <a:pt x="571" y="2000"/>
                        <a:pt x="857" y="286"/>
                      </a:cubicBezTo>
                      <a:lnTo>
                        <a:pt x="2666" y="0"/>
                      </a:lnTo>
                      <a:cubicBezTo>
                        <a:pt x="2475" y="1524"/>
                        <a:pt x="1714" y="1143"/>
                        <a:pt x="1143" y="1429"/>
                      </a:cubicBezTo>
                      <a:cubicBezTo>
                        <a:pt x="571" y="5144"/>
                        <a:pt x="2286" y="2096"/>
                        <a:pt x="1714" y="5905"/>
                      </a:cubicBezTo>
                      <a:cubicBezTo>
                        <a:pt x="857" y="6382"/>
                        <a:pt x="1048" y="3810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9" name="Freeform: Shape 848">
                  <a:extLst>
                    <a:ext uri="{FF2B5EF4-FFF2-40B4-BE49-F238E27FC236}">
                      <a16:creationId xmlns:a16="http://schemas.microsoft.com/office/drawing/2014/main" id="{397C252C-80A5-4720-9199-E298F842712A}"/>
                    </a:ext>
                  </a:extLst>
                </p:cNvPr>
                <p:cNvSpPr/>
                <p:nvPr/>
              </p:nvSpPr>
              <p:spPr>
                <a:xfrm>
                  <a:off x="10547032" y="1756219"/>
                  <a:ext cx="2285" cy="3809"/>
                </a:xfrm>
                <a:custGeom>
                  <a:avLst/>
                  <a:gdLst>
                    <a:gd name="connsiteX0" fmla="*/ 0 w 2285"/>
                    <a:gd name="connsiteY0" fmla="*/ 3810 h 3809"/>
                    <a:gd name="connsiteX1" fmla="*/ 2286 w 2285"/>
                    <a:gd name="connsiteY1" fmla="*/ 0 h 3809"/>
                    <a:gd name="connsiteX2" fmla="*/ 0 w 2285"/>
                    <a:gd name="connsiteY2" fmla="*/ 3810 h 3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3809">
                      <a:moveTo>
                        <a:pt x="0" y="3810"/>
                      </a:moveTo>
                      <a:cubicBezTo>
                        <a:pt x="95" y="286"/>
                        <a:pt x="1238" y="190"/>
                        <a:pt x="2286" y="0"/>
                      </a:cubicBezTo>
                      <a:cubicBezTo>
                        <a:pt x="2286" y="3810"/>
                        <a:pt x="666" y="2191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0" name="Freeform: Shape 849">
                  <a:extLst>
                    <a:ext uri="{FF2B5EF4-FFF2-40B4-BE49-F238E27FC236}">
                      <a16:creationId xmlns:a16="http://schemas.microsoft.com/office/drawing/2014/main" id="{7E0D7ADE-2F59-4828-AD15-B25E6012F83E}"/>
                    </a:ext>
                  </a:extLst>
                </p:cNvPr>
                <p:cNvSpPr/>
                <p:nvPr/>
              </p:nvSpPr>
              <p:spPr>
                <a:xfrm>
                  <a:off x="10547858" y="1743646"/>
                  <a:ext cx="2222" cy="6000"/>
                </a:xfrm>
                <a:custGeom>
                  <a:avLst/>
                  <a:gdLst>
                    <a:gd name="connsiteX0" fmla="*/ 222 w 2222"/>
                    <a:gd name="connsiteY0" fmla="*/ 6001 h 6000"/>
                    <a:gd name="connsiteX1" fmla="*/ 2222 w 2222"/>
                    <a:gd name="connsiteY1" fmla="*/ 0 h 6000"/>
                    <a:gd name="connsiteX2" fmla="*/ 1745 w 2222"/>
                    <a:gd name="connsiteY2" fmla="*/ 4667 h 6000"/>
                    <a:gd name="connsiteX3" fmla="*/ 222 w 2222"/>
                    <a:gd name="connsiteY3" fmla="*/ 6001 h 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22" h="6000">
                      <a:moveTo>
                        <a:pt x="222" y="6001"/>
                      </a:moveTo>
                      <a:cubicBezTo>
                        <a:pt x="-730" y="3524"/>
                        <a:pt x="1651" y="1429"/>
                        <a:pt x="2222" y="0"/>
                      </a:cubicBezTo>
                      <a:cubicBezTo>
                        <a:pt x="1936" y="1048"/>
                        <a:pt x="1745" y="2667"/>
                        <a:pt x="1745" y="4667"/>
                      </a:cubicBezTo>
                      <a:cubicBezTo>
                        <a:pt x="1174" y="4763"/>
                        <a:pt x="413" y="4286"/>
                        <a:pt x="222" y="6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1" name="Freeform: Shape 850">
                  <a:extLst>
                    <a:ext uri="{FF2B5EF4-FFF2-40B4-BE49-F238E27FC236}">
                      <a16:creationId xmlns:a16="http://schemas.microsoft.com/office/drawing/2014/main" id="{89A34478-7CEB-4053-B0B8-B57AEAD58604}"/>
                    </a:ext>
                  </a:extLst>
                </p:cNvPr>
                <p:cNvSpPr/>
                <p:nvPr/>
              </p:nvSpPr>
              <p:spPr>
                <a:xfrm>
                  <a:off x="10551604" y="1665759"/>
                  <a:ext cx="3142" cy="5782"/>
                </a:xfrm>
                <a:custGeom>
                  <a:avLst/>
                  <a:gdLst>
                    <a:gd name="connsiteX0" fmla="*/ 2286 w 3142"/>
                    <a:gd name="connsiteY0" fmla="*/ 5783 h 5782"/>
                    <a:gd name="connsiteX1" fmla="*/ 0 w 3142"/>
                    <a:gd name="connsiteY1" fmla="*/ 544 h 5782"/>
                    <a:gd name="connsiteX2" fmla="*/ 2857 w 3142"/>
                    <a:gd name="connsiteY2" fmla="*/ 68 h 5782"/>
                    <a:gd name="connsiteX3" fmla="*/ 3143 w 3142"/>
                    <a:gd name="connsiteY3" fmla="*/ 1116 h 5782"/>
                    <a:gd name="connsiteX4" fmla="*/ 3047 w 3142"/>
                    <a:gd name="connsiteY4" fmla="*/ 3402 h 5782"/>
                    <a:gd name="connsiteX5" fmla="*/ 2286 w 3142"/>
                    <a:gd name="connsiteY5" fmla="*/ 5783 h 5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42" h="5782">
                      <a:moveTo>
                        <a:pt x="2286" y="5783"/>
                      </a:moveTo>
                      <a:cubicBezTo>
                        <a:pt x="1619" y="3783"/>
                        <a:pt x="0" y="4354"/>
                        <a:pt x="0" y="544"/>
                      </a:cubicBezTo>
                      <a:cubicBezTo>
                        <a:pt x="666" y="639"/>
                        <a:pt x="2286" y="3021"/>
                        <a:pt x="2857" y="68"/>
                      </a:cubicBezTo>
                      <a:cubicBezTo>
                        <a:pt x="3143" y="-218"/>
                        <a:pt x="3143" y="449"/>
                        <a:pt x="3143" y="1116"/>
                      </a:cubicBezTo>
                      <a:lnTo>
                        <a:pt x="3047" y="3402"/>
                      </a:lnTo>
                      <a:cubicBezTo>
                        <a:pt x="1809" y="3021"/>
                        <a:pt x="2286" y="1592"/>
                        <a:pt x="2286" y="57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2" name="Freeform: Shape 851">
                  <a:extLst>
                    <a:ext uri="{FF2B5EF4-FFF2-40B4-BE49-F238E27FC236}">
                      <a16:creationId xmlns:a16="http://schemas.microsoft.com/office/drawing/2014/main" id="{3BD36B0E-215A-4069-9EBB-06F873BD81C2}"/>
                    </a:ext>
                  </a:extLst>
                </p:cNvPr>
                <p:cNvSpPr/>
                <p:nvPr/>
              </p:nvSpPr>
              <p:spPr>
                <a:xfrm>
                  <a:off x="10549509" y="1815941"/>
                  <a:ext cx="1917" cy="4847"/>
                </a:xfrm>
                <a:custGeom>
                  <a:avLst/>
                  <a:gdLst>
                    <a:gd name="connsiteX0" fmla="*/ 0 w 1917"/>
                    <a:gd name="connsiteY0" fmla="*/ 2572 h 4847"/>
                    <a:gd name="connsiteX1" fmla="*/ 1905 w 1917"/>
                    <a:gd name="connsiteY1" fmla="*/ 0 h 4847"/>
                    <a:gd name="connsiteX2" fmla="*/ 1428 w 1917"/>
                    <a:gd name="connsiteY2" fmla="*/ 4667 h 4847"/>
                    <a:gd name="connsiteX3" fmla="*/ 0 w 1917"/>
                    <a:gd name="connsiteY3" fmla="*/ 2572 h 4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7" h="4847">
                      <a:moveTo>
                        <a:pt x="0" y="2572"/>
                      </a:moveTo>
                      <a:cubicBezTo>
                        <a:pt x="380" y="857"/>
                        <a:pt x="952" y="0"/>
                        <a:pt x="1905" y="0"/>
                      </a:cubicBezTo>
                      <a:cubicBezTo>
                        <a:pt x="2000" y="2381"/>
                        <a:pt x="1523" y="3048"/>
                        <a:pt x="1428" y="4667"/>
                      </a:cubicBezTo>
                      <a:cubicBezTo>
                        <a:pt x="380" y="5620"/>
                        <a:pt x="762" y="2477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3" name="Freeform: Shape 852">
                  <a:extLst>
                    <a:ext uri="{FF2B5EF4-FFF2-40B4-BE49-F238E27FC236}">
                      <a16:creationId xmlns:a16="http://schemas.microsoft.com/office/drawing/2014/main" id="{801D00A9-45AE-4EB7-A942-58F6758ED073}"/>
                    </a:ext>
                  </a:extLst>
                </p:cNvPr>
                <p:cNvSpPr/>
                <p:nvPr/>
              </p:nvSpPr>
              <p:spPr>
                <a:xfrm>
                  <a:off x="10552175" y="1755648"/>
                  <a:ext cx="1810" cy="4398"/>
                </a:xfrm>
                <a:custGeom>
                  <a:avLst/>
                  <a:gdLst>
                    <a:gd name="connsiteX0" fmla="*/ 0 w 1810"/>
                    <a:gd name="connsiteY0" fmla="*/ 3524 h 4398"/>
                    <a:gd name="connsiteX1" fmla="*/ 477 w 1810"/>
                    <a:gd name="connsiteY1" fmla="*/ 0 h 4398"/>
                    <a:gd name="connsiteX2" fmla="*/ 1810 w 1810"/>
                    <a:gd name="connsiteY2" fmla="*/ 4286 h 4398"/>
                    <a:gd name="connsiteX3" fmla="*/ 0 w 1810"/>
                    <a:gd name="connsiteY3" fmla="*/ 3524 h 4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0" h="4398">
                      <a:moveTo>
                        <a:pt x="0" y="3524"/>
                      </a:moveTo>
                      <a:cubicBezTo>
                        <a:pt x="191" y="2572"/>
                        <a:pt x="477" y="1619"/>
                        <a:pt x="477" y="0"/>
                      </a:cubicBezTo>
                      <a:cubicBezTo>
                        <a:pt x="1238" y="381"/>
                        <a:pt x="1715" y="1810"/>
                        <a:pt x="1810" y="4286"/>
                      </a:cubicBezTo>
                      <a:cubicBezTo>
                        <a:pt x="858" y="4953"/>
                        <a:pt x="1048" y="2381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4" name="Freeform: Shape 853">
                  <a:extLst>
                    <a:ext uri="{FF2B5EF4-FFF2-40B4-BE49-F238E27FC236}">
                      <a16:creationId xmlns:a16="http://schemas.microsoft.com/office/drawing/2014/main" id="{14CCDDC7-0ECB-4E83-8A24-994E621EFE44}"/>
                    </a:ext>
                  </a:extLst>
                </p:cNvPr>
                <p:cNvSpPr/>
                <p:nvPr/>
              </p:nvSpPr>
              <p:spPr>
                <a:xfrm>
                  <a:off x="10552557" y="1772221"/>
                  <a:ext cx="3333" cy="7239"/>
                </a:xfrm>
                <a:custGeom>
                  <a:avLst/>
                  <a:gdLst>
                    <a:gd name="connsiteX0" fmla="*/ 0 w 3333"/>
                    <a:gd name="connsiteY0" fmla="*/ 7239 h 7239"/>
                    <a:gd name="connsiteX1" fmla="*/ 952 w 3333"/>
                    <a:gd name="connsiteY1" fmla="*/ 1429 h 7239"/>
                    <a:gd name="connsiteX2" fmla="*/ 2477 w 3333"/>
                    <a:gd name="connsiteY2" fmla="*/ 0 h 7239"/>
                    <a:gd name="connsiteX3" fmla="*/ 3334 w 3333"/>
                    <a:gd name="connsiteY3" fmla="*/ 6667 h 7239"/>
                    <a:gd name="connsiteX4" fmla="*/ 2381 w 3333"/>
                    <a:gd name="connsiteY4" fmla="*/ 3429 h 7239"/>
                    <a:gd name="connsiteX5" fmla="*/ 1620 w 3333"/>
                    <a:gd name="connsiteY5" fmla="*/ 3524 h 7239"/>
                    <a:gd name="connsiteX6" fmla="*/ 1524 w 3333"/>
                    <a:gd name="connsiteY6" fmla="*/ 6953 h 7239"/>
                    <a:gd name="connsiteX7" fmla="*/ 0 w 3333"/>
                    <a:gd name="connsiteY7" fmla="*/ 7239 h 7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33" h="7239">
                      <a:moveTo>
                        <a:pt x="0" y="7239"/>
                      </a:moveTo>
                      <a:cubicBezTo>
                        <a:pt x="381" y="5715"/>
                        <a:pt x="477" y="2953"/>
                        <a:pt x="952" y="1429"/>
                      </a:cubicBezTo>
                      <a:cubicBezTo>
                        <a:pt x="1524" y="1238"/>
                        <a:pt x="2286" y="1715"/>
                        <a:pt x="2477" y="0"/>
                      </a:cubicBezTo>
                      <a:cubicBezTo>
                        <a:pt x="2858" y="2096"/>
                        <a:pt x="3238" y="3810"/>
                        <a:pt x="3334" y="6667"/>
                      </a:cubicBezTo>
                      <a:cubicBezTo>
                        <a:pt x="2191" y="7429"/>
                        <a:pt x="1620" y="5525"/>
                        <a:pt x="2381" y="3429"/>
                      </a:cubicBezTo>
                      <a:lnTo>
                        <a:pt x="1620" y="3524"/>
                      </a:lnTo>
                      <a:cubicBezTo>
                        <a:pt x="1048" y="4096"/>
                        <a:pt x="1715" y="4953"/>
                        <a:pt x="1524" y="6953"/>
                      </a:cubicBezTo>
                      <a:lnTo>
                        <a:pt x="0" y="7239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5" name="Freeform: Shape 854">
                  <a:extLst>
                    <a:ext uri="{FF2B5EF4-FFF2-40B4-BE49-F238E27FC236}">
                      <a16:creationId xmlns:a16="http://schemas.microsoft.com/office/drawing/2014/main" id="{3901F621-7F01-41C7-9D00-9AC0AF175AE7}"/>
                    </a:ext>
                  </a:extLst>
                </p:cNvPr>
                <p:cNvSpPr/>
                <p:nvPr/>
              </p:nvSpPr>
              <p:spPr>
                <a:xfrm>
                  <a:off x="10546174" y="2012984"/>
                  <a:ext cx="1810" cy="3924"/>
                </a:xfrm>
                <a:custGeom>
                  <a:avLst/>
                  <a:gdLst>
                    <a:gd name="connsiteX0" fmla="*/ 0 w 1810"/>
                    <a:gd name="connsiteY0" fmla="*/ 29 h 3924"/>
                    <a:gd name="connsiteX1" fmla="*/ 1810 w 1810"/>
                    <a:gd name="connsiteY1" fmla="*/ 2029 h 3924"/>
                    <a:gd name="connsiteX2" fmla="*/ 0 w 1810"/>
                    <a:gd name="connsiteY2" fmla="*/ 29 h 3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10" h="3924">
                      <a:moveTo>
                        <a:pt x="0" y="29"/>
                      </a:moveTo>
                      <a:cubicBezTo>
                        <a:pt x="953" y="-257"/>
                        <a:pt x="1143" y="1648"/>
                        <a:pt x="1810" y="2029"/>
                      </a:cubicBezTo>
                      <a:cubicBezTo>
                        <a:pt x="1429" y="6030"/>
                        <a:pt x="0" y="2887"/>
                        <a:pt x="0" y="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6" name="Freeform: Shape 855">
                  <a:extLst>
                    <a:ext uri="{FF2B5EF4-FFF2-40B4-BE49-F238E27FC236}">
                      <a16:creationId xmlns:a16="http://schemas.microsoft.com/office/drawing/2014/main" id="{434CD1B8-1AC9-4443-966A-7228FCA2E63C}"/>
                    </a:ext>
                  </a:extLst>
                </p:cNvPr>
                <p:cNvSpPr/>
                <p:nvPr/>
              </p:nvSpPr>
              <p:spPr>
                <a:xfrm>
                  <a:off x="10552175" y="1812416"/>
                  <a:ext cx="2476" cy="5333"/>
                </a:xfrm>
                <a:custGeom>
                  <a:avLst/>
                  <a:gdLst>
                    <a:gd name="connsiteX0" fmla="*/ 0 w 2476"/>
                    <a:gd name="connsiteY0" fmla="*/ 4572 h 5333"/>
                    <a:gd name="connsiteX1" fmla="*/ 477 w 2476"/>
                    <a:gd name="connsiteY1" fmla="*/ 0 h 5333"/>
                    <a:gd name="connsiteX2" fmla="*/ 2477 w 2476"/>
                    <a:gd name="connsiteY2" fmla="*/ 5334 h 5333"/>
                    <a:gd name="connsiteX3" fmla="*/ 0 w 2476"/>
                    <a:gd name="connsiteY3" fmla="*/ 4572 h 5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5333">
                      <a:moveTo>
                        <a:pt x="0" y="4572"/>
                      </a:moveTo>
                      <a:cubicBezTo>
                        <a:pt x="0" y="2572"/>
                        <a:pt x="572" y="2096"/>
                        <a:pt x="477" y="0"/>
                      </a:cubicBezTo>
                      <a:cubicBezTo>
                        <a:pt x="1429" y="953"/>
                        <a:pt x="2477" y="1524"/>
                        <a:pt x="2477" y="5334"/>
                      </a:cubicBezTo>
                      <a:cubicBezTo>
                        <a:pt x="1715" y="2667"/>
                        <a:pt x="1334" y="3715"/>
                        <a:pt x="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7" name="Freeform: Shape 856">
                  <a:extLst>
                    <a:ext uri="{FF2B5EF4-FFF2-40B4-BE49-F238E27FC236}">
                      <a16:creationId xmlns:a16="http://schemas.microsoft.com/office/drawing/2014/main" id="{E06D8225-9709-4CBD-AF1A-4BEF8F0966DE}"/>
                    </a:ext>
                  </a:extLst>
                </p:cNvPr>
                <p:cNvSpPr/>
                <p:nvPr/>
              </p:nvSpPr>
              <p:spPr>
                <a:xfrm>
                  <a:off x="10562051" y="1525047"/>
                  <a:ext cx="1077" cy="5734"/>
                </a:xfrm>
                <a:custGeom>
                  <a:avLst/>
                  <a:gdLst>
                    <a:gd name="connsiteX0" fmla="*/ 31 w 1077"/>
                    <a:gd name="connsiteY0" fmla="*/ 5715 h 5734"/>
                    <a:gd name="connsiteX1" fmla="*/ 602 w 1077"/>
                    <a:gd name="connsiteY1" fmla="*/ 0 h 5734"/>
                    <a:gd name="connsiteX2" fmla="*/ 31 w 1077"/>
                    <a:gd name="connsiteY2" fmla="*/ 5715 h 5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77" h="5734">
                      <a:moveTo>
                        <a:pt x="31" y="5715"/>
                      </a:moveTo>
                      <a:cubicBezTo>
                        <a:pt x="-160" y="2572"/>
                        <a:pt x="602" y="2667"/>
                        <a:pt x="602" y="0"/>
                      </a:cubicBezTo>
                      <a:cubicBezTo>
                        <a:pt x="1269" y="857"/>
                        <a:pt x="1364" y="6096"/>
                        <a:pt x="31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8" name="Freeform: Shape 857">
                  <a:extLst>
                    <a:ext uri="{FF2B5EF4-FFF2-40B4-BE49-F238E27FC236}">
                      <a16:creationId xmlns:a16="http://schemas.microsoft.com/office/drawing/2014/main" id="{605274A6-B89D-437F-914B-47AFD7789EBC}"/>
                    </a:ext>
                  </a:extLst>
                </p:cNvPr>
                <p:cNvSpPr/>
                <p:nvPr/>
              </p:nvSpPr>
              <p:spPr>
                <a:xfrm>
                  <a:off x="10548326" y="2013775"/>
                  <a:ext cx="2610" cy="4476"/>
                </a:xfrm>
                <a:custGeom>
                  <a:avLst/>
                  <a:gdLst>
                    <a:gd name="connsiteX0" fmla="*/ 39 w 2610"/>
                    <a:gd name="connsiteY0" fmla="*/ 0 h 4476"/>
                    <a:gd name="connsiteX1" fmla="*/ 2611 w 2610"/>
                    <a:gd name="connsiteY1" fmla="*/ 1810 h 4476"/>
                    <a:gd name="connsiteX2" fmla="*/ 325 w 2610"/>
                    <a:gd name="connsiteY2" fmla="*/ 4477 h 4476"/>
                    <a:gd name="connsiteX3" fmla="*/ 39 w 2610"/>
                    <a:gd name="connsiteY3" fmla="*/ 0 h 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10" h="4476">
                      <a:moveTo>
                        <a:pt x="39" y="0"/>
                      </a:moveTo>
                      <a:cubicBezTo>
                        <a:pt x="897" y="667"/>
                        <a:pt x="1945" y="667"/>
                        <a:pt x="2611" y="1810"/>
                      </a:cubicBezTo>
                      <a:cubicBezTo>
                        <a:pt x="1754" y="6287"/>
                        <a:pt x="1563" y="286"/>
                        <a:pt x="325" y="4477"/>
                      </a:cubicBezTo>
                      <a:cubicBezTo>
                        <a:pt x="420" y="2476"/>
                        <a:pt x="-151" y="2191"/>
                        <a:pt x="3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9" name="Freeform: Shape 858">
                  <a:extLst>
                    <a:ext uri="{FF2B5EF4-FFF2-40B4-BE49-F238E27FC236}">
                      <a16:creationId xmlns:a16="http://schemas.microsoft.com/office/drawing/2014/main" id="{DB7EA17B-99DC-4A82-8534-827CB9DF3629}"/>
                    </a:ext>
                  </a:extLst>
                </p:cNvPr>
                <p:cNvSpPr/>
                <p:nvPr/>
              </p:nvSpPr>
              <p:spPr>
                <a:xfrm>
                  <a:off x="10545508" y="2135577"/>
                  <a:ext cx="3428" cy="2300"/>
                </a:xfrm>
                <a:custGeom>
                  <a:avLst/>
                  <a:gdLst>
                    <a:gd name="connsiteX0" fmla="*/ 3429 w 3428"/>
                    <a:gd name="connsiteY0" fmla="*/ 594 h 2300"/>
                    <a:gd name="connsiteX1" fmla="*/ 0 w 3428"/>
                    <a:gd name="connsiteY1" fmla="*/ 1165 h 2300"/>
                    <a:gd name="connsiteX2" fmla="*/ 3429 w 3428"/>
                    <a:gd name="connsiteY2" fmla="*/ 594 h 2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428" h="2300">
                      <a:moveTo>
                        <a:pt x="3429" y="594"/>
                      </a:moveTo>
                      <a:cubicBezTo>
                        <a:pt x="3047" y="2499"/>
                        <a:pt x="191" y="2975"/>
                        <a:pt x="0" y="1165"/>
                      </a:cubicBezTo>
                      <a:cubicBezTo>
                        <a:pt x="1714" y="1451"/>
                        <a:pt x="2191" y="-1121"/>
                        <a:pt x="3429" y="5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0" name="Freeform: Shape 859">
                  <a:extLst>
                    <a:ext uri="{FF2B5EF4-FFF2-40B4-BE49-F238E27FC236}">
                      <a16:creationId xmlns:a16="http://schemas.microsoft.com/office/drawing/2014/main" id="{CC2A230E-2600-49CD-AB71-3C84F42B1A2A}"/>
                    </a:ext>
                  </a:extLst>
                </p:cNvPr>
                <p:cNvSpPr/>
                <p:nvPr/>
              </p:nvSpPr>
              <p:spPr>
                <a:xfrm>
                  <a:off x="10556704" y="1762514"/>
                  <a:ext cx="1853" cy="4849"/>
                </a:xfrm>
                <a:custGeom>
                  <a:avLst/>
                  <a:gdLst>
                    <a:gd name="connsiteX0" fmla="*/ 1853 w 1853"/>
                    <a:gd name="connsiteY0" fmla="*/ 87 h 4849"/>
                    <a:gd name="connsiteX1" fmla="*/ 615 w 1853"/>
                    <a:gd name="connsiteY1" fmla="*/ 4849 h 4849"/>
                    <a:gd name="connsiteX2" fmla="*/ 1853 w 1853"/>
                    <a:gd name="connsiteY2" fmla="*/ 87 h 4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53" h="4849">
                      <a:moveTo>
                        <a:pt x="1853" y="87"/>
                      </a:moveTo>
                      <a:cubicBezTo>
                        <a:pt x="1853" y="3040"/>
                        <a:pt x="424" y="1230"/>
                        <a:pt x="615" y="4849"/>
                      </a:cubicBezTo>
                      <a:cubicBezTo>
                        <a:pt x="-814" y="3802"/>
                        <a:pt x="520" y="-675"/>
                        <a:pt x="1853" y="8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1" name="Freeform: Shape 860">
                  <a:extLst>
                    <a:ext uri="{FF2B5EF4-FFF2-40B4-BE49-F238E27FC236}">
                      <a16:creationId xmlns:a16="http://schemas.microsoft.com/office/drawing/2014/main" id="{1526B89D-6E66-40E1-B37B-787578A71995}"/>
                    </a:ext>
                  </a:extLst>
                </p:cNvPr>
                <p:cNvSpPr/>
                <p:nvPr/>
              </p:nvSpPr>
              <p:spPr>
                <a:xfrm>
                  <a:off x="10556763" y="1819370"/>
                  <a:ext cx="1152" cy="6880"/>
                </a:xfrm>
                <a:custGeom>
                  <a:avLst/>
                  <a:gdLst>
                    <a:gd name="connsiteX0" fmla="*/ 1127 w 1152"/>
                    <a:gd name="connsiteY0" fmla="*/ 0 h 6880"/>
                    <a:gd name="connsiteX1" fmla="*/ 556 w 1152"/>
                    <a:gd name="connsiteY1" fmla="*/ 6858 h 6880"/>
                    <a:gd name="connsiteX2" fmla="*/ 1127 w 1152"/>
                    <a:gd name="connsiteY2" fmla="*/ 0 h 68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52" h="6880">
                      <a:moveTo>
                        <a:pt x="1127" y="0"/>
                      </a:moveTo>
                      <a:cubicBezTo>
                        <a:pt x="1318" y="3429"/>
                        <a:pt x="365" y="3429"/>
                        <a:pt x="556" y="6858"/>
                      </a:cubicBezTo>
                      <a:cubicBezTo>
                        <a:pt x="-492" y="7334"/>
                        <a:pt x="79" y="191"/>
                        <a:pt x="112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2" name="Freeform: Shape 861">
                  <a:extLst>
                    <a:ext uri="{FF2B5EF4-FFF2-40B4-BE49-F238E27FC236}">
                      <a16:creationId xmlns:a16="http://schemas.microsoft.com/office/drawing/2014/main" id="{682CC9A2-FFD5-41DA-8398-C360425BA8CF}"/>
                    </a:ext>
                  </a:extLst>
                </p:cNvPr>
                <p:cNvSpPr/>
                <p:nvPr/>
              </p:nvSpPr>
              <p:spPr>
                <a:xfrm>
                  <a:off x="10551223" y="2015204"/>
                  <a:ext cx="2285" cy="2513"/>
                </a:xfrm>
                <a:custGeom>
                  <a:avLst/>
                  <a:gdLst>
                    <a:gd name="connsiteX0" fmla="*/ 0 w 2285"/>
                    <a:gd name="connsiteY0" fmla="*/ 1524 h 2513"/>
                    <a:gd name="connsiteX1" fmla="*/ 2286 w 2285"/>
                    <a:gd name="connsiteY1" fmla="*/ 0 h 2513"/>
                    <a:gd name="connsiteX2" fmla="*/ 0 w 2285"/>
                    <a:gd name="connsiteY2" fmla="*/ 1524 h 2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2513">
                      <a:moveTo>
                        <a:pt x="0" y="1524"/>
                      </a:moveTo>
                      <a:cubicBezTo>
                        <a:pt x="95" y="-953"/>
                        <a:pt x="1620" y="762"/>
                        <a:pt x="2286" y="0"/>
                      </a:cubicBezTo>
                      <a:cubicBezTo>
                        <a:pt x="2191" y="3143"/>
                        <a:pt x="477" y="2953"/>
                        <a:pt x="0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3" name="Freeform: Shape 862">
                  <a:extLst>
                    <a:ext uri="{FF2B5EF4-FFF2-40B4-BE49-F238E27FC236}">
                      <a16:creationId xmlns:a16="http://schemas.microsoft.com/office/drawing/2014/main" id="{A3B489AB-D0F6-41F5-93C2-26522343CD00}"/>
                    </a:ext>
                  </a:extLst>
                </p:cNvPr>
                <p:cNvSpPr/>
                <p:nvPr/>
              </p:nvSpPr>
              <p:spPr>
                <a:xfrm>
                  <a:off x="10558176" y="1810106"/>
                  <a:ext cx="6191" cy="4981"/>
                </a:xfrm>
                <a:custGeom>
                  <a:avLst/>
                  <a:gdLst>
                    <a:gd name="connsiteX0" fmla="*/ 0 w 6191"/>
                    <a:gd name="connsiteY0" fmla="*/ 1263 h 4981"/>
                    <a:gd name="connsiteX1" fmla="*/ 6191 w 6191"/>
                    <a:gd name="connsiteY1" fmla="*/ 1358 h 4981"/>
                    <a:gd name="connsiteX2" fmla="*/ 4667 w 6191"/>
                    <a:gd name="connsiteY2" fmla="*/ 4978 h 4981"/>
                    <a:gd name="connsiteX3" fmla="*/ 0 w 6191"/>
                    <a:gd name="connsiteY3" fmla="*/ 1263 h 4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91" h="4981">
                      <a:moveTo>
                        <a:pt x="0" y="1263"/>
                      </a:moveTo>
                      <a:cubicBezTo>
                        <a:pt x="1715" y="-2737"/>
                        <a:pt x="4476" y="4311"/>
                        <a:pt x="6191" y="1358"/>
                      </a:cubicBezTo>
                      <a:cubicBezTo>
                        <a:pt x="5810" y="3073"/>
                        <a:pt x="5525" y="5073"/>
                        <a:pt x="4667" y="4978"/>
                      </a:cubicBezTo>
                      <a:cubicBezTo>
                        <a:pt x="4001" y="977"/>
                        <a:pt x="1048" y="4025"/>
                        <a:pt x="0" y="12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4" name="Freeform: Shape 863">
                  <a:extLst>
                    <a:ext uri="{FF2B5EF4-FFF2-40B4-BE49-F238E27FC236}">
                      <a16:creationId xmlns:a16="http://schemas.microsoft.com/office/drawing/2014/main" id="{130AAB80-CC0F-42E1-A74F-B1BE969335B1}"/>
                    </a:ext>
                  </a:extLst>
                </p:cNvPr>
                <p:cNvSpPr/>
                <p:nvPr/>
              </p:nvSpPr>
              <p:spPr>
                <a:xfrm>
                  <a:off x="10558081" y="1822276"/>
                  <a:ext cx="1810" cy="4734"/>
                </a:xfrm>
                <a:custGeom>
                  <a:avLst/>
                  <a:gdLst>
                    <a:gd name="connsiteX0" fmla="*/ 0 w 1810"/>
                    <a:gd name="connsiteY0" fmla="*/ 3857 h 4734"/>
                    <a:gd name="connsiteX1" fmla="*/ 381 w 1810"/>
                    <a:gd name="connsiteY1" fmla="*/ 2619 h 4734"/>
                    <a:gd name="connsiteX2" fmla="*/ 1810 w 1810"/>
                    <a:gd name="connsiteY2" fmla="*/ 4619 h 4734"/>
                    <a:gd name="connsiteX3" fmla="*/ 0 w 1810"/>
                    <a:gd name="connsiteY3" fmla="*/ 3857 h 4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10" h="4734">
                      <a:moveTo>
                        <a:pt x="0" y="3857"/>
                      </a:moveTo>
                      <a:cubicBezTo>
                        <a:pt x="0" y="2904"/>
                        <a:pt x="191" y="2714"/>
                        <a:pt x="381" y="2619"/>
                      </a:cubicBezTo>
                      <a:cubicBezTo>
                        <a:pt x="1143" y="-2811"/>
                        <a:pt x="1334" y="1380"/>
                        <a:pt x="1810" y="4619"/>
                      </a:cubicBezTo>
                      <a:cubicBezTo>
                        <a:pt x="858" y="5286"/>
                        <a:pt x="1048" y="2809"/>
                        <a:pt x="0" y="38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5" name="Freeform: Shape 864">
                  <a:extLst>
                    <a:ext uri="{FF2B5EF4-FFF2-40B4-BE49-F238E27FC236}">
                      <a16:creationId xmlns:a16="http://schemas.microsoft.com/office/drawing/2014/main" id="{C9B58A5B-8625-4BCE-922A-6B00283D5B32}"/>
                    </a:ext>
                  </a:extLst>
                </p:cNvPr>
                <p:cNvSpPr/>
                <p:nvPr/>
              </p:nvSpPr>
              <p:spPr>
                <a:xfrm>
                  <a:off x="10562875" y="1820493"/>
                  <a:ext cx="2254" cy="5925"/>
                </a:xfrm>
                <a:custGeom>
                  <a:avLst/>
                  <a:gdLst>
                    <a:gd name="connsiteX0" fmla="*/ 64 w 2254"/>
                    <a:gd name="connsiteY0" fmla="*/ 305 h 5925"/>
                    <a:gd name="connsiteX1" fmla="*/ 2254 w 2254"/>
                    <a:gd name="connsiteY1" fmla="*/ 1067 h 5925"/>
                    <a:gd name="connsiteX2" fmla="*/ 1111 w 2254"/>
                    <a:gd name="connsiteY2" fmla="*/ 2401 h 5925"/>
                    <a:gd name="connsiteX3" fmla="*/ 636 w 2254"/>
                    <a:gd name="connsiteY3" fmla="*/ 5925 h 5925"/>
                    <a:gd name="connsiteX4" fmla="*/ 64 w 2254"/>
                    <a:gd name="connsiteY4" fmla="*/ 305 h 5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54" h="5925">
                      <a:moveTo>
                        <a:pt x="64" y="305"/>
                      </a:moveTo>
                      <a:cubicBezTo>
                        <a:pt x="1207" y="-742"/>
                        <a:pt x="1397" y="1258"/>
                        <a:pt x="2254" y="1067"/>
                      </a:cubicBezTo>
                      <a:cubicBezTo>
                        <a:pt x="2159" y="2401"/>
                        <a:pt x="1588" y="2115"/>
                        <a:pt x="1111" y="2401"/>
                      </a:cubicBezTo>
                      <a:cubicBezTo>
                        <a:pt x="636" y="2687"/>
                        <a:pt x="731" y="4496"/>
                        <a:pt x="636" y="5925"/>
                      </a:cubicBezTo>
                      <a:cubicBezTo>
                        <a:pt x="-127" y="5830"/>
                        <a:pt x="-32" y="3163"/>
                        <a:pt x="64" y="3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6" name="Freeform: Shape 865">
                  <a:extLst>
                    <a:ext uri="{FF2B5EF4-FFF2-40B4-BE49-F238E27FC236}">
                      <a16:creationId xmlns:a16="http://schemas.microsoft.com/office/drawing/2014/main" id="{3D499610-B857-427F-BF55-F846DFC44992}"/>
                    </a:ext>
                  </a:extLst>
                </p:cNvPr>
                <p:cNvSpPr/>
                <p:nvPr/>
              </p:nvSpPr>
              <p:spPr>
                <a:xfrm>
                  <a:off x="10565701" y="1809845"/>
                  <a:ext cx="1524" cy="4326"/>
                </a:xfrm>
                <a:custGeom>
                  <a:avLst/>
                  <a:gdLst>
                    <a:gd name="connsiteX0" fmla="*/ 0 w 1524"/>
                    <a:gd name="connsiteY0" fmla="*/ 3620 h 4326"/>
                    <a:gd name="connsiteX1" fmla="*/ 1524 w 1524"/>
                    <a:gd name="connsiteY1" fmla="*/ 0 h 4326"/>
                    <a:gd name="connsiteX2" fmla="*/ 0 w 1524"/>
                    <a:gd name="connsiteY2" fmla="*/ 3620 h 43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24" h="4326">
                      <a:moveTo>
                        <a:pt x="0" y="3620"/>
                      </a:moveTo>
                      <a:cubicBezTo>
                        <a:pt x="0" y="667"/>
                        <a:pt x="857" y="572"/>
                        <a:pt x="1524" y="0"/>
                      </a:cubicBezTo>
                      <a:cubicBezTo>
                        <a:pt x="1524" y="3048"/>
                        <a:pt x="571" y="5620"/>
                        <a:pt x="0" y="3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7" name="Freeform: Shape 866">
                  <a:extLst>
                    <a:ext uri="{FF2B5EF4-FFF2-40B4-BE49-F238E27FC236}">
                      <a16:creationId xmlns:a16="http://schemas.microsoft.com/office/drawing/2014/main" id="{1B232020-1D63-4ABB-8506-9B172781FCDB}"/>
                    </a:ext>
                  </a:extLst>
                </p:cNvPr>
                <p:cNvSpPr/>
                <p:nvPr/>
              </p:nvSpPr>
              <p:spPr>
                <a:xfrm>
                  <a:off x="10557319" y="2116410"/>
                  <a:ext cx="1940" cy="3664"/>
                </a:xfrm>
                <a:custGeom>
                  <a:avLst/>
                  <a:gdLst>
                    <a:gd name="connsiteX0" fmla="*/ 0 w 1940"/>
                    <a:gd name="connsiteY0" fmla="*/ 3664 h 3664"/>
                    <a:gd name="connsiteX1" fmla="*/ 477 w 1940"/>
                    <a:gd name="connsiteY1" fmla="*/ 140 h 3664"/>
                    <a:gd name="connsiteX2" fmla="*/ 1905 w 1940"/>
                    <a:gd name="connsiteY2" fmla="*/ 3283 h 3664"/>
                    <a:gd name="connsiteX3" fmla="*/ 0 w 1940"/>
                    <a:gd name="connsiteY3" fmla="*/ 3664 h 3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0" h="3664">
                      <a:moveTo>
                        <a:pt x="0" y="3664"/>
                      </a:moveTo>
                      <a:cubicBezTo>
                        <a:pt x="191" y="2712"/>
                        <a:pt x="477" y="1759"/>
                        <a:pt x="477" y="140"/>
                      </a:cubicBezTo>
                      <a:cubicBezTo>
                        <a:pt x="1524" y="-336"/>
                        <a:pt x="2095" y="330"/>
                        <a:pt x="1905" y="3283"/>
                      </a:cubicBezTo>
                      <a:cubicBezTo>
                        <a:pt x="1238" y="1378"/>
                        <a:pt x="952" y="3378"/>
                        <a:pt x="0" y="36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8" name="Freeform: Shape 867">
                  <a:extLst>
                    <a:ext uri="{FF2B5EF4-FFF2-40B4-BE49-F238E27FC236}">
                      <a16:creationId xmlns:a16="http://schemas.microsoft.com/office/drawing/2014/main" id="{AD6B9BC9-93F5-43D5-AE0D-92FD62F9FA29}"/>
                    </a:ext>
                  </a:extLst>
                </p:cNvPr>
                <p:cNvSpPr/>
                <p:nvPr/>
              </p:nvSpPr>
              <p:spPr>
                <a:xfrm>
                  <a:off x="10566272" y="1815433"/>
                  <a:ext cx="1901" cy="4794"/>
                </a:xfrm>
                <a:custGeom>
                  <a:avLst/>
                  <a:gdLst>
                    <a:gd name="connsiteX0" fmla="*/ 0 w 1901"/>
                    <a:gd name="connsiteY0" fmla="*/ 4795 h 4794"/>
                    <a:gd name="connsiteX1" fmla="*/ 95 w 1901"/>
                    <a:gd name="connsiteY1" fmla="*/ 222 h 4794"/>
                    <a:gd name="connsiteX2" fmla="*/ 1810 w 1901"/>
                    <a:gd name="connsiteY2" fmla="*/ 4509 h 4794"/>
                    <a:gd name="connsiteX3" fmla="*/ 0 w 1901"/>
                    <a:gd name="connsiteY3" fmla="*/ 4795 h 4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1" h="4794">
                      <a:moveTo>
                        <a:pt x="0" y="4795"/>
                      </a:moveTo>
                      <a:lnTo>
                        <a:pt x="95" y="222"/>
                      </a:lnTo>
                      <a:cubicBezTo>
                        <a:pt x="1334" y="-444"/>
                        <a:pt x="2192" y="222"/>
                        <a:pt x="1810" y="4509"/>
                      </a:cubicBezTo>
                      <a:lnTo>
                        <a:pt x="0" y="4795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9" name="Freeform: Shape 868">
                  <a:extLst>
                    <a:ext uri="{FF2B5EF4-FFF2-40B4-BE49-F238E27FC236}">
                      <a16:creationId xmlns:a16="http://schemas.microsoft.com/office/drawing/2014/main" id="{0C978876-AF8E-4271-B5B3-585F8A798006}"/>
                    </a:ext>
                  </a:extLst>
                </p:cNvPr>
                <p:cNvSpPr/>
                <p:nvPr/>
              </p:nvSpPr>
              <p:spPr>
                <a:xfrm>
                  <a:off x="10574749" y="1561627"/>
                  <a:ext cx="1730" cy="4169"/>
                </a:xfrm>
                <a:custGeom>
                  <a:avLst/>
                  <a:gdLst>
                    <a:gd name="connsiteX0" fmla="*/ 0 w 1730"/>
                    <a:gd name="connsiteY0" fmla="*/ 1996 h 4169"/>
                    <a:gd name="connsiteX1" fmla="*/ 1715 w 1730"/>
                    <a:gd name="connsiteY1" fmla="*/ 3996 h 4169"/>
                    <a:gd name="connsiteX2" fmla="*/ 0 w 1730"/>
                    <a:gd name="connsiteY2" fmla="*/ 1996 h 41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30" h="4169">
                      <a:moveTo>
                        <a:pt x="0" y="1996"/>
                      </a:moveTo>
                      <a:cubicBezTo>
                        <a:pt x="286" y="-1814"/>
                        <a:pt x="1906" y="377"/>
                        <a:pt x="1715" y="3996"/>
                      </a:cubicBezTo>
                      <a:cubicBezTo>
                        <a:pt x="572" y="5044"/>
                        <a:pt x="1048" y="948"/>
                        <a:pt x="0" y="19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0" name="Freeform: Shape 869">
                  <a:extLst>
                    <a:ext uri="{FF2B5EF4-FFF2-40B4-BE49-F238E27FC236}">
                      <a16:creationId xmlns:a16="http://schemas.microsoft.com/office/drawing/2014/main" id="{C02D4280-24D6-49E1-8CB4-8F788B15575A}"/>
                    </a:ext>
                  </a:extLst>
                </p:cNvPr>
                <p:cNvSpPr/>
                <p:nvPr/>
              </p:nvSpPr>
              <p:spPr>
                <a:xfrm>
                  <a:off x="10569082" y="1772063"/>
                  <a:ext cx="2905" cy="3337"/>
                </a:xfrm>
                <a:custGeom>
                  <a:avLst/>
                  <a:gdLst>
                    <a:gd name="connsiteX0" fmla="*/ 48 w 2905"/>
                    <a:gd name="connsiteY0" fmla="*/ 63 h 3337"/>
                    <a:gd name="connsiteX1" fmla="*/ 2906 w 2905"/>
                    <a:gd name="connsiteY1" fmla="*/ 3015 h 3337"/>
                    <a:gd name="connsiteX2" fmla="*/ 48 w 2905"/>
                    <a:gd name="connsiteY2" fmla="*/ 63 h 33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05" h="3337">
                      <a:moveTo>
                        <a:pt x="48" y="63"/>
                      </a:moveTo>
                      <a:cubicBezTo>
                        <a:pt x="1381" y="2063"/>
                        <a:pt x="2810" y="-2890"/>
                        <a:pt x="2906" y="3015"/>
                      </a:cubicBezTo>
                      <a:cubicBezTo>
                        <a:pt x="1667" y="2825"/>
                        <a:pt x="-334" y="5016"/>
                        <a:pt x="48" y="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1" name="Freeform: Shape 870">
                  <a:extLst>
                    <a:ext uri="{FF2B5EF4-FFF2-40B4-BE49-F238E27FC236}">
                      <a16:creationId xmlns:a16="http://schemas.microsoft.com/office/drawing/2014/main" id="{0C67DF23-8FA8-45BE-9FF2-C566E03EB222}"/>
                    </a:ext>
                  </a:extLst>
                </p:cNvPr>
                <p:cNvSpPr/>
                <p:nvPr/>
              </p:nvSpPr>
              <p:spPr>
                <a:xfrm>
                  <a:off x="10580084" y="1429893"/>
                  <a:ext cx="7147" cy="6121"/>
                </a:xfrm>
                <a:custGeom>
                  <a:avLst/>
                  <a:gdLst>
                    <a:gd name="connsiteX0" fmla="*/ 5524 w 7147"/>
                    <a:gd name="connsiteY0" fmla="*/ 5905 h 6121"/>
                    <a:gd name="connsiteX1" fmla="*/ 0 w 7147"/>
                    <a:gd name="connsiteY1" fmla="*/ 5810 h 6121"/>
                    <a:gd name="connsiteX2" fmla="*/ 571 w 7147"/>
                    <a:gd name="connsiteY2" fmla="*/ 0 h 6121"/>
                    <a:gd name="connsiteX3" fmla="*/ 7144 w 7147"/>
                    <a:gd name="connsiteY3" fmla="*/ 1048 h 6121"/>
                    <a:gd name="connsiteX4" fmla="*/ 5524 w 7147"/>
                    <a:gd name="connsiteY4" fmla="*/ 5905 h 6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47" h="6121">
                      <a:moveTo>
                        <a:pt x="5524" y="5905"/>
                      </a:moveTo>
                      <a:cubicBezTo>
                        <a:pt x="3715" y="3619"/>
                        <a:pt x="1809" y="7144"/>
                        <a:pt x="0" y="5810"/>
                      </a:cubicBezTo>
                      <a:cubicBezTo>
                        <a:pt x="381" y="4477"/>
                        <a:pt x="571" y="2667"/>
                        <a:pt x="571" y="0"/>
                      </a:cubicBezTo>
                      <a:cubicBezTo>
                        <a:pt x="3429" y="2857"/>
                        <a:pt x="4000" y="5048"/>
                        <a:pt x="7144" y="1048"/>
                      </a:cubicBezTo>
                      <a:cubicBezTo>
                        <a:pt x="7239" y="5239"/>
                        <a:pt x="5429" y="2381"/>
                        <a:pt x="5524" y="5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2" name="Freeform: Shape 871">
                  <a:extLst>
                    <a:ext uri="{FF2B5EF4-FFF2-40B4-BE49-F238E27FC236}">
                      <a16:creationId xmlns:a16="http://schemas.microsoft.com/office/drawing/2014/main" id="{2D0CFF53-250A-468B-A369-D9E3756211EE}"/>
                    </a:ext>
                  </a:extLst>
                </p:cNvPr>
                <p:cNvSpPr/>
                <p:nvPr/>
              </p:nvSpPr>
              <p:spPr>
                <a:xfrm>
                  <a:off x="10568844" y="1818611"/>
                  <a:ext cx="2096" cy="5331"/>
                </a:xfrm>
                <a:custGeom>
                  <a:avLst/>
                  <a:gdLst>
                    <a:gd name="connsiteX0" fmla="*/ 0 w 2096"/>
                    <a:gd name="connsiteY0" fmla="*/ 1140 h 5331"/>
                    <a:gd name="connsiteX1" fmla="*/ 2096 w 2096"/>
                    <a:gd name="connsiteY1" fmla="*/ 5331 h 5331"/>
                    <a:gd name="connsiteX2" fmla="*/ 0 w 2096"/>
                    <a:gd name="connsiteY2" fmla="*/ 1140 h 5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6" h="5331">
                      <a:moveTo>
                        <a:pt x="0" y="1140"/>
                      </a:moveTo>
                      <a:cubicBezTo>
                        <a:pt x="858" y="-2098"/>
                        <a:pt x="2096" y="2283"/>
                        <a:pt x="2096" y="5331"/>
                      </a:cubicBezTo>
                      <a:cubicBezTo>
                        <a:pt x="1048" y="4759"/>
                        <a:pt x="763" y="2378"/>
                        <a:pt x="0" y="11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3" name="Freeform: Shape 872">
                  <a:extLst>
                    <a:ext uri="{FF2B5EF4-FFF2-40B4-BE49-F238E27FC236}">
                      <a16:creationId xmlns:a16="http://schemas.microsoft.com/office/drawing/2014/main" id="{F00C0FC3-AB42-4DE5-8977-99906B43F80A}"/>
                    </a:ext>
                  </a:extLst>
                </p:cNvPr>
                <p:cNvSpPr/>
                <p:nvPr/>
              </p:nvSpPr>
              <p:spPr>
                <a:xfrm>
                  <a:off x="10561225" y="2128456"/>
                  <a:ext cx="2381" cy="3524"/>
                </a:xfrm>
                <a:custGeom>
                  <a:avLst/>
                  <a:gdLst>
                    <a:gd name="connsiteX0" fmla="*/ 0 w 2381"/>
                    <a:gd name="connsiteY0" fmla="*/ 3524 h 3524"/>
                    <a:gd name="connsiteX1" fmla="*/ 476 w 2381"/>
                    <a:gd name="connsiteY1" fmla="*/ 0 h 3524"/>
                    <a:gd name="connsiteX2" fmla="*/ 2381 w 2381"/>
                    <a:gd name="connsiteY2" fmla="*/ 857 h 3524"/>
                    <a:gd name="connsiteX3" fmla="*/ 0 w 2381"/>
                    <a:gd name="connsiteY3" fmla="*/ 3524 h 3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81" h="3524">
                      <a:moveTo>
                        <a:pt x="0" y="3524"/>
                      </a:moveTo>
                      <a:cubicBezTo>
                        <a:pt x="191" y="2572"/>
                        <a:pt x="476" y="1619"/>
                        <a:pt x="476" y="0"/>
                      </a:cubicBezTo>
                      <a:cubicBezTo>
                        <a:pt x="857" y="857"/>
                        <a:pt x="1428" y="1333"/>
                        <a:pt x="2381" y="857"/>
                      </a:cubicBezTo>
                      <a:cubicBezTo>
                        <a:pt x="1905" y="2857"/>
                        <a:pt x="1048" y="3524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4" name="Freeform: Shape 873">
                  <a:extLst>
                    <a:ext uri="{FF2B5EF4-FFF2-40B4-BE49-F238E27FC236}">
                      <a16:creationId xmlns:a16="http://schemas.microsoft.com/office/drawing/2014/main" id="{806A33AA-4B4E-44F7-B618-603A365FA23C}"/>
                    </a:ext>
                  </a:extLst>
                </p:cNvPr>
                <p:cNvSpPr/>
                <p:nvPr/>
              </p:nvSpPr>
              <p:spPr>
                <a:xfrm>
                  <a:off x="10574102" y="1743729"/>
                  <a:ext cx="1885" cy="12775"/>
                </a:xfrm>
                <a:custGeom>
                  <a:avLst/>
                  <a:gdLst>
                    <a:gd name="connsiteX0" fmla="*/ 172 w 1885"/>
                    <a:gd name="connsiteY0" fmla="*/ 12776 h 12775"/>
                    <a:gd name="connsiteX1" fmla="*/ 552 w 1885"/>
                    <a:gd name="connsiteY1" fmla="*/ 203 h 12775"/>
                    <a:gd name="connsiteX2" fmla="*/ 1886 w 1885"/>
                    <a:gd name="connsiteY2" fmla="*/ 3346 h 12775"/>
                    <a:gd name="connsiteX3" fmla="*/ 1601 w 1885"/>
                    <a:gd name="connsiteY3" fmla="*/ 12490 h 12775"/>
                    <a:gd name="connsiteX4" fmla="*/ 172 w 1885"/>
                    <a:gd name="connsiteY4" fmla="*/ 12776 h 12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85" h="12775">
                      <a:moveTo>
                        <a:pt x="172" y="12776"/>
                      </a:moveTo>
                      <a:cubicBezTo>
                        <a:pt x="-495" y="9347"/>
                        <a:pt x="1029" y="4870"/>
                        <a:pt x="552" y="203"/>
                      </a:cubicBezTo>
                      <a:cubicBezTo>
                        <a:pt x="1790" y="-1035"/>
                        <a:pt x="934" y="3822"/>
                        <a:pt x="1886" y="3346"/>
                      </a:cubicBezTo>
                      <a:cubicBezTo>
                        <a:pt x="363" y="5632"/>
                        <a:pt x="1601" y="8871"/>
                        <a:pt x="1601" y="12490"/>
                      </a:cubicBezTo>
                      <a:cubicBezTo>
                        <a:pt x="934" y="13728"/>
                        <a:pt x="552" y="9251"/>
                        <a:pt x="172" y="127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5" name="Freeform: Shape 874">
                  <a:extLst>
                    <a:ext uri="{FF2B5EF4-FFF2-40B4-BE49-F238E27FC236}">
                      <a16:creationId xmlns:a16="http://schemas.microsoft.com/office/drawing/2014/main" id="{BA345B42-7A4E-422D-B7BC-9E012ECAB769}"/>
                    </a:ext>
                  </a:extLst>
                </p:cNvPr>
                <p:cNvSpPr/>
                <p:nvPr/>
              </p:nvSpPr>
              <p:spPr>
                <a:xfrm>
                  <a:off x="10572750" y="1828704"/>
                  <a:ext cx="4547" cy="9334"/>
                </a:xfrm>
                <a:custGeom>
                  <a:avLst/>
                  <a:gdLst>
                    <a:gd name="connsiteX0" fmla="*/ 0 w 4547"/>
                    <a:gd name="connsiteY0" fmla="*/ 8572 h 9334"/>
                    <a:gd name="connsiteX1" fmla="*/ 572 w 4547"/>
                    <a:gd name="connsiteY1" fmla="*/ 2857 h 9334"/>
                    <a:gd name="connsiteX2" fmla="*/ 3906 w 4547"/>
                    <a:gd name="connsiteY2" fmla="*/ 0 h 9334"/>
                    <a:gd name="connsiteX3" fmla="*/ 2667 w 4547"/>
                    <a:gd name="connsiteY3" fmla="*/ 3619 h 9334"/>
                    <a:gd name="connsiteX4" fmla="*/ 4476 w 4547"/>
                    <a:gd name="connsiteY4" fmla="*/ 5620 h 9334"/>
                    <a:gd name="connsiteX5" fmla="*/ 2953 w 4547"/>
                    <a:gd name="connsiteY5" fmla="*/ 9334 h 9334"/>
                    <a:gd name="connsiteX6" fmla="*/ 2000 w 4547"/>
                    <a:gd name="connsiteY6" fmla="*/ 4953 h 9334"/>
                    <a:gd name="connsiteX7" fmla="*/ 0 w 4547"/>
                    <a:gd name="connsiteY7" fmla="*/ 8572 h 9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47" h="9334">
                      <a:moveTo>
                        <a:pt x="0" y="8572"/>
                      </a:moveTo>
                      <a:cubicBezTo>
                        <a:pt x="0" y="5905"/>
                        <a:pt x="191" y="4191"/>
                        <a:pt x="572" y="2857"/>
                      </a:cubicBezTo>
                      <a:cubicBezTo>
                        <a:pt x="2000" y="5239"/>
                        <a:pt x="2286" y="1810"/>
                        <a:pt x="3906" y="0"/>
                      </a:cubicBezTo>
                      <a:cubicBezTo>
                        <a:pt x="3620" y="1714"/>
                        <a:pt x="3238" y="2857"/>
                        <a:pt x="2667" y="3619"/>
                      </a:cubicBezTo>
                      <a:cubicBezTo>
                        <a:pt x="3047" y="6477"/>
                        <a:pt x="3334" y="7048"/>
                        <a:pt x="4476" y="5620"/>
                      </a:cubicBezTo>
                      <a:cubicBezTo>
                        <a:pt x="4953" y="10001"/>
                        <a:pt x="2858" y="6286"/>
                        <a:pt x="2953" y="9334"/>
                      </a:cubicBezTo>
                      <a:cubicBezTo>
                        <a:pt x="2477" y="8382"/>
                        <a:pt x="1809" y="7810"/>
                        <a:pt x="2000" y="4953"/>
                      </a:cubicBezTo>
                      <a:cubicBezTo>
                        <a:pt x="666" y="4191"/>
                        <a:pt x="1334" y="9525"/>
                        <a:pt x="0" y="8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6" name="Freeform: Shape 875">
                  <a:extLst>
                    <a:ext uri="{FF2B5EF4-FFF2-40B4-BE49-F238E27FC236}">
                      <a16:creationId xmlns:a16="http://schemas.microsoft.com/office/drawing/2014/main" id="{A520D2B4-D868-4812-B636-CF453B55D317}"/>
                    </a:ext>
                  </a:extLst>
                </p:cNvPr>
                <p:cNvSpPr/>
                <p:nvPr/>
              </p:nvSpPr>
              <p:spPr>
                <a:xfrm>
                  <a:off x="10575119" y="1775184"/>
                  <a:ext cx="2202" cy="2656"/>
                </a:xfrm>
                <a:custGeom>
                  <a:avLst/>
                  <a:gdLst>
                    <a:gd name="connsiteX0" fmla="*/ 12 w 2202"/>
                    <a:gd name="connsiteY0" fmla="*/ 2657 h 2656"/>
                    <a:gd name="connsiteX1" fmla="*/ 2202 w 2202"/>
                    <a:gd name="connsiteY1" fmla="*/ 1133 h 2656"/>
                    <a:gd name="connsiteX2" fmla="*/ 12 w 2202"/>
                    <a:gd name="connsiteY2" fmla="*/ 2657 h 2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02" h="2656">
                      <a:moveTo>
                        <a:pt x="12" y="2657"/>
                      </a:moveTo>
                      <a:cubicBezTo>
                        <a:pt x="-179" y="-1534"/>
                        <a:pt x="2012" y="275"/>
                        <a:pt x="2202" y="1133"/>
                      </a:cubicBezTo>
                      <a:cubicBezTo>
                        <a:pt x="1441" y="4181"/>
                        <a:pt x="964" y="371"/>
                        <a:pt x="12" y="26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7" name="Freeform: Shape 876">
                  <a:extLst>
                    <a:ext uri="{FF2B5EF4-FFF2-40B4-BE49-F238E27FC236}">
                      <a16:creationId xmlns:a16="http://schemas.microsoft.com/office/drawing/2014/main" id="{5C2E3AAA-9609-4EA1-9869-EC64DD22771C}"/>
                    </a:ext>
                  </a:extLst>
                </p:cNvPr>
                <p:cNvSpPr/>
                <p:nvPr/>
              </p:nvSpPr>
              <p:spPr>
                <a:xfrm>
                  <a:off x="10576940" y="1759158"/>
                  <a:ext cx="4668" cy="8510"/>
                </a:xfrm>
                <a:custGeom>
                  <a:avLst/>
                  <a:gdLst>
                    <a:gd name="connsiteX0" fmla="*/ 0 w 4668"/>
                    <a:gd name="connsiteY0" fmla="*/ 7062 h 8510"/>
                    <a:gd name="connsiteX1" fmla="*/ 1620 w 4668"/>
                    <a:gd name="connsiteY1" fmla="*/ 14 h 8510"/>
                    <a:gd name="connsiteX2" fmla="*/ 1810 w 4668"/>
                    <a:gd name="connsiteY2" fmla="*/ 5633 h 8510"/>
                    <a:gd name="connsiteX3" fmla="*/ 4668 w 4668"/>
                    <a:gd name="connsiteY3" fmla="*/ 6300 h 8510"/>
                    <a:gd name="connsiteX4" fmla="*/ 0 w 4668"/>
                    <a:gd name="connsiteY4" fmla="*/ 7062 h 8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8" h="8510">
                      <a:moveTo>
                        <a:pt x="0" y="7062"/>
                      </a:moveTo>
                      <a:cubicBezTo>
                        <a:pt x="286" y="3824"/>
                        <a:pt x="1906" y="5062"/>
                        <a:pt x="1620" y="14"/>
                      </a:cubicBezTo>
                      <a:cubicBezTo>
                        <a:pt x="2381" y="-272"/>
                        <a:pt x="1715" y="4014"/>
                        <a:pt x="1810" y="5633"/>
                      </a:cubicBezTo>
                      <a:cubicBezTo>
                        <a:pt x="3239" y="4490"/>
                        <a:pt x="3525" y="6681"/>
                        <a:pt x="4668" y="6300"/>
                      </a:cubicBezTo>
                      <a:cubicBezTo>
                        <a:pt x="3430" y="11158"/>
                        <a:pt x="2192" y="6395"/>
                        <a:pt x="0" y="70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8" name="Freeform: Shape 877">
                  <a:extLst>
                    <a:ext uri="{FF2B5EF4-FFF2-40B4-BE49-F238E27FC236}">
                      <a16:creationId xmlns:a16="http://schemas.microsoft.com/office/drawing/2014/main" id="{15E41376-EDAD-4D95-AAF3-3E7D5696E9B8}"/>
                    </a:ext>
                  </a:extLst>
                </p:cNvPr>
                <p:cNvSpPr/>
                <p:nvPr/>
              </p:nvSpPr>
              <p:spPr>
                <a:xfrm>
                  <a:off x="10586216" y="1455610"/>
                  <a:ext cx="3139" cy="1619"/>
                </a:xfrm>
                <a:custGeom>
                  <a:avLst/>
                  <a:gdLst>
                    <a:gd name="connsiteX0" fmla="*/ 155 w 3139"/>
                    <a:gd name="connsiteY0" fmla="*/ 1619 h 1619"/>
                    <a:gd name="connsiteX1" fmla="*/ 3012 w 3139"/>
                    <a:gd name="connsiteY1" fmla="*/ 0 h 1619"/>
                    <a:gd name="connsiteX2" fmla="*/ 155 w 3139"/>
                    <a:gd name="connsiteY2" fmla="*/ 1619 h 1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39" h="1619">
                      <a:moveTo>
                        <a:pt x="155" y="1619"/>
                      </a:moveTo>
                      <a:cubicBezTo>
                        <a:pt x="-703" y="-190"/>
                        <a:pt x="2250" y="381"/>
                        <a:pt x="3012" y="0"/>
                      </a:cubicBezTo>
                      <a:cubicBezTo>
                        <a:pt x="3774" y="1810"/>
                        <a:pt x="916" y="1238"/>
                        <a:pt x="155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9" name="Freeform: Shape 878">
                  <a:extLst>
                    <a:ext uri="{FF2B5EF4-FFF2-40B4-BE49-F238E27FC236}">
                      <a16:creationId xmlns:a16="http://schemas.microsoft.com/office/drawing/2014/main" id="{71AEFF06-0D68-42D7-8FE6-905B0A8822B7}"/>
                    </a:ext>
                  </a:extLst>
                </p:cNvPr>
                <p:cNvSpPr/>
                <p:nvPr/>
              </p:nvSpPr>
              <p:spPr>
                <a:xfrm>
                  <a:off x="10576081" y="1805546"/>
                  <a:ext cx="2955" cy="2774"/>
                </a:xfrm>
                <a:custGeom>
                  <a:avLst/>
                  <a:gdLst>
                    <a:gd name="connsiteX0" fmla="*/ 2 w 2955"/>
                    <a:gd name="connsiteY0" fmla="*/ 2774 h 2774"/>
                    <a:gd name="connsiteX1" fmla="*/ 2956 w 2955"/>
                    <a:gd name="connsiteY1" fmla="*/ 1155 h 2774"/>
                    <a:gd name="connsiteX2" fmla="*/ 2 w 2955"/>
                    <a:gd name="connsiteY2" fmla="*/ 2774 h 2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55" h="2774">
                      <a:moveTo>
                        <a:pt x="2" y="2774"/>
                      </a:moveTo>
                      <a:cubicBezTo>
                        <a:pt x="-93" y="-1512"/>
                        <a:pt x="2670" y="203"/>
                        <a:pt x="2956" y="1155"/>
                      </a:cubicBezTo>
                      <a:cubicBezTo>
                        <a:pt x="2003" y="4489"/>
                        <a:pt x="1050" y="-83"/>
                        <a:pt x="2" y="27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0" name="Freeform: Shape 879">
                  <a:extLst>
                    <a:ext uri="{FF2B5EF4-FFF2-40B4-BE49-F238E27FC236}">
                      <a16:creationId xmlns:a16="http://schemas.microsoft.com/office/drawing/2014/main" id="{E3A3F5F2-DCA7-439F-A712-16AF1ED25A8C}"/>
                    </a:ext>
                  </a:extLst>
                </p:cNvPr>
                <p:cNvSpPr/>
                <p:nvPr/>
              </p:nvSpPr>
              <p:spPr>
                <a:xfrm>
                  <a:off x="10578294" y="1728597"/>
                  <a:ext cx="1766" cy="6477"/>
                </a:xfrm>
                <a:custGeom>
                  <a:avLst/>
                  <a:gdLst>
                    <a:gd name="connsiteX0" fmla="*/ 75 w 1766"/>
                    <a:gd name="connsiteY0" fmla="*/ 0 h 6477"/>
                    <a:gd name="connsiteX1" fmla="*/ 1695 w 1766"/>
                    <a:gd name="connsiteY1" fmla="*/ 6477 h 6477"/>
                    <a:gd name="connsiteX2" fmla="*/ 75 w 1766"/>
                    <a:gd name="connsiteY2" fmla="*/ 0 h 6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66" h="6477">
                      <a:moveTo>
                        <a:pt x="75" y="0"/>
                      </a:moveTo>
                      <a:cubicBezTo>
                        <a:pt x="838" y="1429"/>
                        <a:pt x="2076" y="1619"/>
                        <a:pt x="1695" y="6477"/>
                      </a:cubicBezTo>
                      <a:cubicBezTo>
                        <a:pt x="838" y="5048"/>
                        <a:pt x="-305" y="4858"/>
                        <a:pt x="7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1" name="Freeform: Shape 880">
                  <a:extLst>
                    <a:ext uri="{FF2B5EF4-FFF2-40B4-BE49-F238E27FC236}">
                      <a16:creationId xmlns:a16="http://schemas.microsoft.com/office/drawing/2014/main" id="{211DCEE8-24D6-4EA8-BCEC-A82AF56F5334}"/>
                    </a:ext>
                  </a:extLst>
                </p:cNvPr>
                <p:cNvSpPr/>
                <p:nvPr/>
              </p:nvSpPr>
              <p:spPr>
                <a:xfrm>
                  <a:off x="10585322" y="1535688"/>
                  <a:ext cx="2571" cy="3360"/>
                </a:xfrm>
                <a:custGeom>
                  <a:avLst/>
                  <a:gdLst>
                    <a:gd name="connsiteX0" fmla="*/ 0 w 2571"/>
                    <a:gd name="connsiteY0" fmla="*/ 3361 h 3360"/>
                    <a:gd name="connsiteX1" fmla="*/ 2572 w 2571"/>
                    <a:gd name="connsiteY1" fmla="*/ 599 h 3360"/>
                    <a:gd name="connsiteX2" fmla="*/ 0 w 2571"/>
                    <a:gd name="connsiteY2" fmla="*/ 3361 h 3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1" h="3360">
                      <a:moveTo>
                        <a:pt x="0" y="3361"/>
                      </a:moveTo>
                      <a:cubicBezTo>
                        <a:pt x="95" y="-68"/>
                        <a:pt x="2096" y="-640"/>
                        <a:pt x="2572" y="599"/>
                      </a:cubicBezTo>
                      <a:cubicBezTo>
                        <a:pt x="2096" y="3075"/>
                        <a:pt x="1049" y="3361"/>
                        <a:pt x="0" y="336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2" name="Freeform: Shape 881">
                  <a:extLst>
                    <a:ext uri="{FF2B5EF4-FFF2-40B4-BE49-F238E27FC236}">
                      <a16:creationId xmlns:a16="http://schemas.microsoft.com/office/drawing/2014/main" id="{3AF2975E-EDBB-4BB9-964E-939E07E93399}"/>
                    </a:ext>
                  </a:extLst>
                </p:cNvPr>
                <p:cNvSpPr/>
                <p:nvPr/>
              </p:nvSpPr>
              <p:spPr>
                <a:xfrm>
                  <a:off x="10575035" y="1922811"/>
                  <a:ext cx="1904" cy="7070"/>
                </a:xfrm>
                <a:custGeom>
                  <a:avLst/>
                  <a:gdLst>
                    <a:gd name="connsiteX0" fmla="*/ 0 w 1904"/>
                    <a:gd name="connsiteY0" fmla="*/ 2572 h 7070"/>
                    <a:gd name="connsiteX1" fmla="*/ 1905 w 1904"/>
                    <a:gd name="connsiteY1" fmla="*/ 0 h 7070"/>
                    <a:gd name="connsiteX2" fmla="*/ 1048 w 1904"/>
                    <a:gd name="connsiteY2" fmla="*/ 5810 h 7070"/>
                    <a:gd name="connsiteX3" fmla="*/ 0 w 1904"/>
                    <a:gd name="connsiteY3" fmla="*/ 2572 h 7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7070">
                      <a:moveTo>
                        <a:pt x="0" y="2572"/>
                      </a:moveTo>
                      <a:cubicBezTo>
                        <a:pt x="381" y="857"/>
                        <a:pt x="952" y="0"/>
                        <a:pt x="1905" y="0"/>
                      </a:cubicBezTo>
                      <a:cubicBezTo>
                        <a:pt x="1524" y="1143"/>
                        <a:pt x="-191" y="4000"/>
                        <a:pt x="1048" y="5810"/>
                      </a:cubicBezTo>
                      <a:cubicBezTo>
                        <a:pt x="-191" y="10001"/>
                        <a:pt x="191" y="2381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3" name="Freeform: Shape 882">
                  <a:extLst>
                    <a:ext uri="{FF2B5EF4-FFF2-40B4-BE49-F238E27FC236}">
                      <a16:creationId xmlns:a16="http://schemas.microsoft.com/office/drawing/2014/main" id="{3870A289-A105-4318-81C1-17DD1B61B8F4}"/>
                    </a:ext>
                  </a:extLst>
                </p:cNvPr>
                <p:cNvSpPr/>
                <p:nvPr/>
              </p:nvSpPr>
              <p:spPr>
                <a:xfrm>
                  <a:off x="10591513" y="1430345"/>
                  <a:ext cx="2158" cy="4024"/>
                </a:xfrm>
                <a:custGeom>
                  <a:avLst/>
                  <a:gdLst>
                    <a:gd name="connsiteX0" fmla="*/ 0 w 2158"/>
                    <a:gd name="connsiteY0" fmla="*/ 3262 h 4024"/>
                    <a:gd name="connsiteX1" fmla="*/ 2095 w 2158"/>
                    <a:gd name="connsiteY1" fmla="*/ 4024 h 4024"/>
                    <a:gd name="connsiteX2" fmla="*/ 0 w 2158"/>
                    <a:gd name="connsiteY2" fmla="*/ 3262 h 40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58" h="4024">
                      <a:moveTo>
                        <a:pt x="0" y="3262"/>
                      </a:moveTo>
                      <a:cubicBezTo>
                        <a:pt x="191" y="-833"/>
                        <a:pt x="2572" y="-1595"/>
                        <a:pt x="2095" y="4024"/>
                      </a:cubicBezTo>
                      <a:cubicBezTo>
                        <a:pt x="1715" y="2786"/>
                        <a:pt x="858" y="2977"/>
                        <a:pt x="0" y="326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4" name="Freeform: Shape 883">
                  <a:extLst>
                    <a:ext uri="{FF2B5EF4-FFF2-40B4-BE49-F238E27FC236}">
                      <a16:creationId xmlns:a16="http://schemas.microsoft.com/office/drawing/2014/main" id="{0FD79381-FCBE-44AD-8991-B51143854982}"/>
                    </a:ext>
                  </a:extLst>
                </p:cNvPr>
                <p:cNvSpPr/>
                <p:nvPr/>
              </p:nvSpPr>
              <p:spPr>
                <a:xfrm>
                  <a:off x="10589075" y="1528191"/>
                  <a:ext cx="1721" cy="4571"/>
                </a:xfrm>
                <a:custGeom>
                  <a:avLst/>
                  <a:gdLst>
                    <a:gd name="connsiteX0" fmla="*/ 57 w 1721"/>
                    <a:gd name="connsiteY0" fmla="*/ 0 h 4571"/>
                    <a:gd name="connsiteX1" fmla="*/ 629 w 1721"/>
                    <a:gd name="connsiteY1" fmla="*/ 3334 h 4571"/>
                    <a:gd name="connsiteX2" fmla="*/ 1677 w 1721"/>
                    <a:gd name="connsiteY2" fmla="*/ 2000 h 4571"/>
                    <a:gd name="connsiteX3" fmla="*/ 248 w 1721"/>
                    <a:gd name="connsiteY3" fmla="*/ 4572 h 4571"/>
                    <a:gd name="connsiteX4" fmla="*/ 57 w 1721"/>
                    <a:gd name="connsiteY4" fmla="*/ 0 h 4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1" h="4571">
                      <a:moveTo>
                        <a:pt x="57" y="0"/>
                      </a:moveTo>
                      <a:cubicBezTo>
                        <a:pt x="343" y="762"/>
                        <a:pt x="534" y="2000"/>
                        <a:pt x="629" y="3334"/>
                      </a:cubicBezTo>
                      <a:cubicBezTo>
                        <a:pt x="915" y="2667"/>
                        <a:pt x="1200" y="2000"/>
                        <a:pt x="1677" y="2000"/>
                      </a:cubicBezTo>
                      <a:cubicBezTo>
                        <a:pt x="1963" y="5334"/>
                        <a:pt x="820" y="4191"/>
                        <a:pt x="248" y="4572"/>
                      </a:cubicBezTo>
                      <a:cubicBezTo>
                        <a:pt x="-38" y="3524"/>
                        <a:pt x="-38" y="2000"/>
                        <a:pt x="5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5" name="Freeform: Shape 884">
                  <a:extLst>
                    <a:ext uri="{FF2B5EF4-FFF2-40B4-BE49-F238E27FC236}">
                      <a16:creationId xmlns:a16="http://schemas.microsoft.com/office/drawing/2014/main" id="{01A3EB23-7E65-4088-A62D-AC2F0D157291}"/>
                    </a:ext>
                  </a:extLst>
                </p:cNvPr>
                <p:cNvSpPr/>
                <p:nvPr/>
              </p:nvSpPr>
              <p:spPr>
                <a:xfrm>
                  <a:off x="10585414" y="1798613"/>
                  <a:ext cx="1856" cy="3410"/>
                </a:xfrm>
                <a:custGeom>
                  <a:avLst/>
                  <a:gdLst>
                    <a:gd name="connsiteX0" fmla="*/ 3 w 1856"/>
                    <a:gd name="connsiteY0" fmla="*/ 2469 h 3410"/>
                    <a:gd name="connsiteX1" fmla="*/ 1813 w 1856"/>
                    <a:gd name="connsiteY1" fmla="*/ 3326 h 3410"/>
                    <a:gd name="connsiteX2" fmla="*/ 3 w 1856"/>
                    <a:gd name="connsiteY2" fmla="*/ 2469 h 3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56" h="3410">
                      <a:moveTo>
                        <a:pt x="3" y="2469"/>
                      </a:moveTo>
                      <a:cubicBezTo>
                        <a:pt x="-92" y="-1912"/>
                        <a:pt x="2195" y="278"/>
                        <a:pt x="1813" y="3326"/>
                      </a:cubicBezTo>
                      <a:cubicBezTo>
                        <a:pt x="861" y="3898"/>
                        <a:pt x="1051" y="1326"/>
                        <a:pt x="3" y="24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6" name="Freeform: Shape 885">
                  <a:extLst>
                    <a:ext uri="{FF2B5EF4-FFF2-40B4-BE49-F238E27FC236}">
                      <a16:creationId xmlns:a16="http://schemas.microsoft.com/office/drawing/2014/main" id="{CB1CE2ED-792B-486B-BAB4-61484693B489}"/>
                    </a:ext>
                  </a:extLst>
                </p:cNvPr>
                <p:cNvSpPr/>
                <p:nvPr/>
              </p:nvSpPr>
              <p:spPr>
                <a:xfrm>
                  <a:off x="10587799" y="1790414"/>
                  <a:ext cx="2381" cy="13430"/>
                </a:xfrm>
                <a:custGeom>
                  <a:avLst/>
                  <a:gdLst>
                    <a:gd name="connsiteX0" fmla="*/ 0 w 2381"/>
                    <a:gd name="connsiteY0" fmla="*/ 0 h 13430"/>
                    <a:gd name="connsiteX1" fmla="*/ 2381 w 2381"/>
                    <a:gd name="connsiteY1" fmla="*/ 6382 h 13430"/>
                    <a:gd name="connsiteX2" fmla="*/ 763 w 2381"/>
                    <a:gd name="connsiteY2" fmla="*/ 13430 h 13430"/>
                    <a:gd name="connsiteX3" fmla="*/ 0 w 2381"/>
                    <a:gd name="connsiteY3" fmla="*/ 0 h 134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81" h="13430">
                      <a:moveTo>
                        <a:pt x="0" y="0"/>
                      </a:moveTo>
                      <a:cubicBezTo>
                        <a:pt x="1143" y="1619"/>
                        <a:pt x="286" y="10668"/>
                        <a:pt x="2381" y="6382"/>
                      </a:cubicBezTo>
                      <a:cubicBezTo>
                        <a:pt x="2192" y="9906"/>
                        <a:pt x="858" y="9811"/>
                        <a:pt x="763" y="13430"/>
                      </a:cubicBezTo>
                      <a:cubicBezTo>
                        <a:pt x="381" y="9430"/>
                        <a:pt x="0" y="5429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7" name="Freeform: Shape 886">
                  <a:extLst>
                    <a:ext uri="{FF2B5EF4-FFF2-40B4-BE49-F238E27FC236}">
                      <a16:creationId xmlns:a16="http://schemas.microsoft.com/office/drawing/2014/main" id="{F48F4E48-8E6B-419C-A760-F6C1B6D22B9D}"/>
                    </a:ext>
                  </a:extLst>
                </p:cNvPr>
                <p:cNvSpPr/>
                <p:nvPr/>
              </p:nvSpPr>
              <p:spPr>
                <a:xfrm>
                  <a:off x="10595133" y="1535069"/>
                  <a:ext cx="1810" cy="3408"/>
                </a:xfrm>
                <a:custGeom>
                  <a:avLst/>
                  <a:gdLst>
                    <a:gd name="connsiteX0" fmla="*/ 0 w 1810"/>
                    <a:gd name="connsiteY0" fmla="*/ 3408 h 3408"/>
                    <a:gd name="connsiteX1" fmla="*/ 1810 w 1810"/>
                    <a:gd name="connsiteY1" fmla="*/ 836 h 3408"/>
                    <a:gd name="connsiteX2" fmla="*/ 0 w 1810"/>
                    <a:gd name="connsiteY2" fmla="*/ 3408 h 3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10" h="3408">
                      <a:moveTo>
                        <a:pt x="0" y="3408"/>
                      </a:moveTo>
                      <a:cubicBezTo>
                        <a:pt x="0" y="74"/>
                        <a:pt x="1334" y="-878"/>
                        <a:pt x="1810" y="836"/>
                      </a:cubicBezTo>
                      <a:cubicBezTo>
                        <a:pt x="1524" y="2551"/>
                        <a:pt x="857" y="3408"/>
                        <a:pt x="0" y="34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8" name="Freeform: Shape 887">
                  <a:extLst>
                    <a:ext uri="{FF2B5EF4-FFF2-40B4-BE49-F238E27FC236}">
                      <a16:creationId xmlns:a16="http://schemas.microsoft.com/office/drawing/2014/main" id="{1CEABD16-A455-4A13-B371-48FEE4A4A48A}"/>
                    </a:ext>
                  </a:extLst>
                </p:cNvPr>
                <p:cNvSpPr/>
                <p:nvPr/>
              </p:nvSpPr>
              <p:spPr>
                <a:xfrm>
                  <a:off x="10595324" y="1536149"/>
                  <a:ext cx="9715" cy="8065"/>
                </a:xfrm>
                <a:custGeom>
                  <a:avLst/>
                  <a:gdLst>
                    <a:gd name="connsiteX0" fmla="*/ 0 w 9715"/>
                    <a:gd name="connsiteY0" fmla="*/ 6805 h 8065"/>
                    <a:gd name="connsiteX1" fmla="*/ 8191 w 9715"/>
                    <a:gd name="connsiteY1" fmla="*/ 4233 h 8065"/>
                    <a:gd name="connsiteX2" fmla="*/ 9716 w 9715"/>
                    <a:gd name="connsiteY2" fmla="*/ 519 h 8065"/>
                    <a:gd name="connsiteX3" fmla="*/ 8859 w 9715"/>
                    <a:gd name="connsiteY3" fmla="*/ 6329 h 8065"/>
                    <a:gd name="connsiteX4" fmla="*/ 5619 w 9715"/>
                    <a:gd name="connsiteY4" fmla="*/ 8043 h 8065"/>
                    <a:gd name="connsiteX5" fmla="*/ 1429 w 9715"/>
                    <a:gd name="connsiteY5" fmla="*/ 7662 h 8065"/>
                    <a:gd name="connsiteX6" fmla="*/ 0 w 9715"/>
                    <a:gd name="connsiteY6" fmla="*/ 6805 h 80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715" h="8065">
                      <a:moveTo>
                        <a:pt x="0" y="6805"/>
                      </a:moveTo>
                      <a:cubicBezTo>
                        <a:pt x="2286" y="709"/>
                        <a:pt x="5715" y="4614"/>
                        <a:pt x="8191" y="4233"/>
                      </a:cubicBezTo>
                      <a:cubicBezTo>
                        <a:pt x="7144" y="423"/>
                        <a:pt x="8382" y="-815"/>
                        <a:pt x="9716" y="519"/>
                      </a:cubicBezTo>
                      <a:cubicBezTo>
                        <a:pt x="8573" y="2424"/>
                        <a:pt x="9430" y="3948"/>
                        <a:pt x="8859" y="6329"/>
                      </a:cubicBezTo>
                      <a:cubicBezTo>
                        <a:pt x="8001" y="3662"/>
                        <a:pt x="7048" y="8424"/>
                        <a:pt x="5619" y="8043"/>
                      </a:cubicBezTo>
                      <a:cubicBezTo>
                        <a:pt x="5239" y="3376"/>
                        <a:pt x="1620" y="5281"/>
                        <a:pt x="1429" y="7662"/>
                      </a:cubicBezTo>
                      <a:cubicBezTo>
                        <a:pt x="762" y="7948"/>
                        <a:pt x="666" y="6424"/>
                        <a:pt x="0" y="68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9" name="Freeform: Shape 888">
                  <a:extLst>
                    <a:ext uri="{FF2B5EF4-FFF2-40B4-BE49-F238E27FC236}">
                      <a16:creationId xmlns:a16="http://schemas.microsoft.com/office/drawing/2014/main" id="{3064076A-8B8B-4298-8BAC-1D68ECDEE057}"/>
                    </a:ext>
                  </a:extLst>
                </p:cNvPr>
                <p:cNvSpPr/>
                <p:nvPr/>
              </p:nvSpPr>
              <p:spPr>
                <a:xfrm>
                  <a:off x="10578007" y="2234615"/>
                  <a:ext cx="2362" cy="5858"/>
                </a:xfrm>
                <a:custGeom>
                  <a:avLst/>
                  <a:gdLst>
                    <a:gd name="connsiteX0" fmla="*/ 77 w 2362"/>
                    <a:gd name="connsiteY0" fmla="*/ 235 h 5858"/>
                    <a:gd name="connsiteX1" fmla="*/ 2363 w 2362"/>
                    <a:gd name="connsiteY1" fmla="*/ 997 h 5858"/>
                    <a:gd name="connsiteX2" fmla="*/ 362 w 2362"/>
                    <a:gd name="connsiteY2" fmla="*/ 5855 h 5858"/>
                    <a:gd name="connsiteX3" fmla="*/ 77 w 2362"/>
                    <a:gd name="connsiteY3" fmla="*/ 235 h 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62" h="5858">
                      <a:moveTo>
                        <a:pt x="77" y="235"/>
                      </a:moveTo>
                      <a:cubicBezTo>
                        <a:pt x="1314" y="-813"/>
                        <a:pt x="1124" y="2045"/>
                        <a:pt x="2363" y="997"/>
                      </a:cubicBezTo>
                      <a:cubicBezTo>
                        <a:pt x="2172" y="4235"/>
                        <a:pt x="1600" y="5950"/>
                        <a:pt x="362" y="5855"/>
                      </a:cubicBezTo>
                      <a:cubicBezTo>
                        <a:pt x="77" y="4616"/>
                        <a:pt x="-114" y="2902"/>
                        <a:pt x="77" y="23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0" name="Freeform: Shape 889">
                  <a:extLst>
                    <a:ext uri="{FF2B5EF4-FFF2-40B4-BE49-F238E27FC236}">
                      <a16:creationId xmlns:a16="http://schemas.microsoft.com/office/drawing/2014/main" id="{916BC094-95ED-47E5-9768-3A0E027B029D}"/>
                    </a:ext>
                  </a:extLst>
                </p:cNvPr>
                <p:cNvSpPr/>
                <p:nvPr/>
              </p:nvSpPr>
              <p:spPr>
                <a:xfrm>
                  <a:off x="10590371" y="1759267"/>
                  <a:ext cx="1524" cy="5514"/>
                </a:xfrm>
                <a:custGeom>
                  <a:avLst/>
                  <a:gdLst>
                    <a:gd name="connsiteX0" fmla="*/ 0 w 1524"/>
                    <a:gd name="connsiteY0" fmla="*/ 4667 h 5514"/>
                    <a:gd name="connsiteX1" fmla="*/ 857 w 1524"/>
                    <a:gd name="connsiteY1" fmla="*/ 0 h 5514"/>
                    <a:gd name="connsiteX2" fmla="*/ 1524 w 1524"/>
                    <a:gd name="connsiteY2" fmla="*/ 3334 h 5514"/>
                    <a:gd name="connsiteX3" fmla="*/ 0 w 1524"/>
                    <a:gd name="connsiteY3" fmla="*/ 4667 h 5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24" h="5514">
                      <a:moveTo>
                        <a:pt x="0" y="4667"/>
                      </a:moveTo>
                      <a:cubicBezTo>
                        <a:pt x="95" y="2381"/>
                        <a:pt x="1048" y="3048"/>
                        <a:pt x="857" y="0"/>
                      </a:cubicBezTo>
                      <a:cubicBezTo>
                        <a:pt x="1334" y="191"/>
                        <a:pt x="857" y="3429"/>
                        <a:pt x="1524" y="3334"/>
                      </a:cubicBezTo>
                      <a:cubicBezTo>
                        <a:pt x="1334" y="5906"/>
                        <a:pt x="477" y="6001"/>
                        <a:pt x="0" y="4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1" name="Freeform: Shape 890">
                  <a:extLst>
                    <a:ext uri="{FF2B5EF4-FFF2-40B4-BE49-F238E27FC236}">
                      <a16:creationId xmlns:a16="http://schemas.microsoft.com/office/drawing/2014/main" id="{61EC8915-FAE8-42D1-A5FA-F3C8D13B6FFA}"/>
                    </a:ext>
                  </a:extLst>
                </p:cNvPr>
                <p:cNvSpPr/>
                <p:nvPr/>
              </p:nvSpPr>
              <p:spPr>
                <a:xfrm>
                  <a:off x="10590180" y="1780698"/>
                  <a:ext cx="1619" cy="4817"/>
                </a:xfrm>
                <a:custGeom>
                  <a:avLst/>
                  <a:gdLst>
                    <a:gd name="connsiteX0" fmla="*/ 0 w 1619"/>
                    <a:gd name="connsiteY0" fmla="*/ 4763 h 4817"/>
                    <a:gd name="connsiteX1" fmla="*/ 1620 w 1619"/>
                    <a:gd name="connsiteY1" fmla="*/ 0 h 4817"/>
                    <a:gd name="connsiteX2" fmla="*/ 0 w 1619"/>
                    <a:gd name="connsiteY2" fmla="*/ 4763 h 4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19" h="4817">
                      <a:moveTo>
                        <a:pt x="0" y="4763"/>
                      </a:moveTo>
                      <a:cubicBezTo>
                        <a:pt x="95" y="1905"/>
                        <a:pt x="667" y="286"/>
                        <a:pt x="1620" y="0"/>
                      </a:cubicBezTo>
                      <a:cubicBezTo>
                        <a:pt x="1620" y="3524"/>
                        <a:pt x="1143" y="5144"/>
                        <a:pt x="0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2" name="Freeform: Shape 891">
                  <a:extLst>
                    <a:ext uri="{FF2B5EF4-FFF2-40B4-BE49-F238E27FC236}">
                      <a16:creationId xmlns:a16="http://schemas.microsoft.com/office/drawing/2014/main" id="{657216D6-BCEE-4AEF-8C6A-9BC87657243C}"/>
                    </a:ext>
                  </a:extLst>
                </p:cNvPr>
                <p:cNvSpPr/>
                <p:nvPr/>
              </p:nvSpPr>
              <p:spPr>
                <a:xfrm>
                  <a:off x="10600372" y="1429035"/>
                  <a:ext cx="10858" cy="10953"/>
                </a:xfrm>
                <a:custGeom>
                  <a:avLst/>
                  <a:gdLst>
                    <a:gd name="connsiteX0" fmla="*/ 0 w 10858"/>
                    <a:gd name="connsiteY0" fmla="*/ 10954 h 10953"/>
                    <a:gd name="connsiteX1" fmla="*/ 191 w 10858"/>
                    <a:gd name="connsiteY1" fmla="*/ 4096 h 10953"/>
                    <a:gd name="connsiteX2" fmla="*/ 3810 w 10858"/>
                    <a:gd name="connsiteY2" fmla="*/ 0 h 10953"/>
                    <a:gd name="connsiteX3" fmla="*/ 4667 w 10858"/>
                    <a:gd name="connsiteY3" fmla="*/ 5525 h 10953"/>
                    <a:gd name="connsiteX4" fmla="*/ 7239 w 10858"/>
                    <a:gd name="connsiteY4" fmla="*/ 476 h 10953"/>
                    <a:gd name="connsiteX5" fmla="*/ 8287 w 10858"/>
                    <a:gd name="connsiteY5" fmla="*/ 286 h 10953"/>
                    <a:gd name="connsiteX6" fmla="*/ 10859 w 10858"/>
                    <a:gd name="connsiteY6" fmla="*/ 7715 h 10953"/>
                    <a:gd name="connsiteX7" fmla="*/ 0 w 10858"/>
                    <a:gd name="connsiteY7" fmla="*/ 10954 h 10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858" h="10953">
                      <a:moveTo>
                        <a:pt x="0" y="10954"/>
                      </a:moveTo>
                      <a:cubicBezTo>
                        <a:pt x="476" y="8858"/>
                        <a:pt x="2095" y="4096"/>
                        <a:pt x="191" y="4096"/>
                      </a:cubicBezTo>
                      <a:cubicBezTo>
                        <a:pt x="762" y="857"/>
                        <a:pt x="3715" y="7429"/>
                        <a:pt x="3810" y="0"/>
                      </a:cubicBezTo>
                      <a:cubicBezTo>
                        <a:pt x="4381" y="952"/>
                        <a:pt x="4286" y="3905"/>
                        <a:pt x="4667" y="5525"/>
                      </a:cubicBezTo>
                      <a:cubicBezTo>
                        <a:pt x="6096" y="5715"/>
                        <a:pt x="7144" y="4667"/>
                        <a:pt x="7239" y="476"/>
                      </a:cubicBezTo>
                      <a:cubicBezTo>
                        <a:pt x="7524" y="1238"/>
                        <a:pt x="8191" y="5048"/>
                        <a:pt x="8287" y="286"/>
                      </a:cubicBezTo>
                      <a:cubicBezTo>
                        <a:pt x="9716" y="3143"/>
                        <a:pt x="10191" y="3715"/>
                        <a:pt x="10859" y="7715"/>
                      </a:cubicBezTo>
                      <a:cubicBezTo>
                        <a:pt x="6953" y="9144"/>
                        <a:pt x="3524" y="3239"/>
                        <a:pt x="0" y="10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3" name="Freeform: Shape 892">
                  <a:extLst>
                    <a:ext uri="{FF2B5EF4-FFF2-40B4-BE49-F238E27FC236}">
                      <a16:creationId xmlns:a16="http://schemas.microsoft.com/office/drawing/2014/main" id="{43C650B0-E59F-4DF1-8248-A11693FD38C7}"/>
                    </a:ext>
                  </a:extLst>
                </p:cNvPr>
                <p:cNvSpPr/>
                <p:nvPr/>
              </p:nvSpPr>
              <p:spPr>
                <a:xfrm>
                  <a:off x="10592181" y="1774602"/>
                  <a:ext cx="2594" cy="4703"/>
                </a:xfrm>
                <a:custGeom>
                  <a:avLst/>
                  <a:gdLst>
                    <a:gd name="connsiteX0" fmla="*/ 0 w 2594"/>
                    <a:gd name="connsiteY0" fmla="*/ 3715 h 4703"/>
                    <a:gd name="connsiteX1" fmla="*/ 1905 w 2594"/>
                    <a:gd name="connsiteY1" fmla="*/ 0 h 4703"/>
                    <a:gd name="connsiteX2" fmla="*/ 2477 w 2594"/>
                    <a:gd name="connsiteY2" fmla="*/ 4477 h 4703"/>
                    <a:gd name="connsiteX3" fmla="*/ 0 w 2594"/>
                    <a:gd name="connsiteY3" fmla="*/ 3715 h 4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4" h="4703">
                      <a:moveTo>
                        <a:pt x="0" y="3715"/>
                      </a:moveTo>
                      <a:cubicBezTo>
                        <a:pt x="0" y="286"/>
                        <a:pt x="1238" y="1143"/>
                        <a:pt x="1905" y="0"/>
                      </a:cubicBezTo>
                      <a:cubicBezTo>
                        <a:pt x="1334" y="3810"/>
                        <a:pt x="3047" y="667"/>
                        <a:pt x="2477" y="4477"/>
                      </a:cubicBezTo>
                      <a:cubicBezTo>
                        <a:pt x="1523" y="4572"/>
                        <a:pt x="380" y="5239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4" name="Freeform: Shape 893">
                  <a:extLst>
                    <a:ext uri="{FF2B5EF4-FFF2-40B4-BE49-F238E27FC236}">
                      <a16:creationId xmlns:a16="http://schemas.microsoft.com/office/drawing/2014/main" id="{622D514B-CD84-48C8-889A-8DAA718D48EB}"/>
                    </a:ext>
                  </a:extLst>
                </p:cNvPr>
                <p:cNvSpPr/>
                <p:nvPr/>
              </p:nvSpPr>
              <p:spPr>
                <a:xfrm>
                  <a:off x="10595034" y="1772229"/>
                  <a:ext cx="1578" cy="4468"/>
                </a:xfrm>
                <a:custGeom>
                  <a:avLst/>
                  <a:gdLst>
                    <a:gd name="connsiteX0" fmla="*/ 385 w 1578"/>
                    <a:gd name="connsiteY0" fmla="*/ 4469 h 4468"/>
                    <a:gd name="connsiteX1" fmla="*/ 1528 w 1578"/>
                    <a:gd name="connsiteY1" fmla="*/ 3135 h 4468"/>
                    <a:gd name="connsiteX2" fmla="*/ 385 w 1578"/>
                    <a:gd name="connsiteY2" fmla="*/ 4469 h 4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78" h="4468">
                      <a:moveTo>
                        <a:pt x="385" y="4469"/>
                      </a:moveTo>
                      <a:cubicBezTo>
                        <a:pt x="-1044" y="1802"/>
                        <a:pt x="2004" y="-3342"/>
                        <a:pt x="1528" y="3135"/>
                      </a:cubicBezTo>
                      <a:cubicBezTo>
                        <a:pt x="1051" y="3040"/>
                        <a:pt x="480" y="3135"/>
                        <a:pt x="385" y="44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5" name="Freeform: Shape 894">
                  <a:extLst>
                    <a:ext uri="{FF2B5EF4-FFF2-40B4-BE49-F238E27FC236}">
                      <a16:creationId xmlns:a16="http://schemas.microsoft.com/office/drawing/2014/main" id="{8C7280F1-1289-493E-8D8A-766C936DC4CF}"/>
                    </a:ext>
                  </a:extLst>
                </p:cNvPr>
                <p:cNvSpPr/>
                <p:nvPr/>
              </p:nvSpPr>
              <p:spPr>
                <a:xfrm>
                  <a:off x="10596085" y="1805201"/>
                  <a:ext cx="2285" cy="3119"/>
                </a:xfrm>
                <a:custGeom>
                  <a:avLst/>
                  <a:gdLst>
                    <a:gd name="connsiteX0" fmla="*/ 0 w 2285"/>
                    <a:gd name="connsiteY0" fmla="*/ 3119 h 3119"/>
                    <a:gd name="connsiteX1" fmla="*/ 2286 w 2285"/>
                    <a:gd name="connsiteY1" fmla="*/ 452 h 3119"/>
                    <a:gd name="connsiteX2" fmla="*/ 0 w 2285"/>
                    <a:gd name="connsiteY2" fmla="*/ 3119 h 3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85" h="3119">
                      <a:moveTo>
                        <a:pt x="0" y="3119"/>
                      </a:moveTo>
                      <a:cubicBezTo>
                        <a:pt x="0" y="-310"/>
                        <a:pt x="2001" y="-405"/>
                        <a:pt x="2286" y="452"/>
                      </a:cubicBezTo>
                      <a:cubicBezTo>
                        <a:pt x="1810" y="2167"/>
                        <a:pt x="953" y="2834"/>
                        <a:pt x="0" y="31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6" name="Freeform: Shape 895">
                  <a:extLst>
                    <a:ext uri="{FF2B5EF4-FFF2-40B4-BE49-F238E27FC236}">
                      <a16:creationId xmlns:a16="http://schemas.microsoft.com/office/drawing/2014/main" id="{E0BBBA78-9A01-4C3E-918B-CC6964163F04}"/>
                    </a:ext>
                  </a:extLst>
                </p:cNvPr>
                <p:cNvSpPr/>
                <p:nvPr/>
              </p:nvSpPr>
              <p:spPr>
                <a:xfrm>
                  <a:off x="10596799" y="1818206"/>
                  <a:ext cx="2525" cy="8964"/>
                </a:xfrm>
                <a:custGeom>
                  <a:avLst/>
                  <a:gdLst>
                    <a:gd name="connsiteX0" fmla="*/ 335 w 2525"/>
                    <a:gd name="connsiteY0" fmla="*/ 8117 h 8964"/>
                    <a:gd name="connsiteX1" fmla="*/ 906 w 2525"/>
                    <a:gd name="connsiteY1" fmla="*/ 116 h 8964"/>
                    <a:gd name="connsiteX2" fmla="*/ 2240 w 2525"/>
                    <a:gd name="connsiteY2" fmla="*/ 4403 h 8964"/>
                    <a:gd name="connsiteX3" fmla="*/ 2526 w 2525"/>
                    <a:gd name="connsiteY3" fmla="*/ 7736 h 8964"/>
                    <a:gd name="connsiteX4" fmla="*/ 335 w 2525"/>
                    <a:gd name="connsiteY4" fmla="*/ 8117 h 8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25" h="8964">
                      <a:moveTo>
                        <a:pt x="335" y="8117"/>
                      </a:moveTo>
                      <a:cubicBezTo>
                        <a:pt x="-141" y="7927"/>
                        <a:pt x="-237" y="-1122"/>
                        <a:pt x="906" y="116"/>
                      </a:cubicBezTo>
                      <a:cubicBezTo>
                        <a:pt x="49" y="3355"/>
                        <a:pt x="906" y="7451"/>
                        <a:pt x="2240" y="4403"/>
                      </a:cubicBezTo>
                      <a:cubicBezTo>
                        <a:pt x="2145" y="6022"/>
                        <a:pt x="2049" y="7641"/>
                        <a:pt x="2526" y="7736"/>
                      </a:cubicBezTo>
                      <a:cubicBezTo>
                        <a:pt x="1954" y="11832"/>
                        <a:pt x="811" y="4022"/>
                        <a:pt x="335" y="811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7" name="Freeform: Shape 896">
                  <a:extLst>
                    <a:ext uri="{FF2B5EF4-FFF2-40B4-BE49-F238E27FC236}">
                      <a16:creationId xmlns:a16="http://schemas.microsoft.com/office/drawing/2014/main" id="{FAB3547E-34DC-410C-A742-4559B8312403}"/>
                    </a:ext>
                  </a:extLst>
                </p:cNvPr>
                <p:cNvSpPr/>
                <p:nvPr/>
              </p:nvSpPr>
              <p:spPr>
                <a:xfrm>
                  <a:off x="10598467" y="1781365"/>
                  <a:ext cx="2476" cy="8074"/>
                </a:xfrm>
                <a:custGeom>
                  <a:avLst/>
                  <a:gdLst>
                    <a:gd name="connsiteX0" fmla="*/ 0 w 2476"/>
                    <a:gd name="connsiteY0" fmla="*/ 4953 h 8074"/>
                    <a:gd name="connsiteX1" fmla="*/ 2286 w 2476"/>
                    <a:gd name="connsiteY1" fmla="*/ 0 h 8074"/>
                    <a:gd name="connsiteX2" fmla="*/ 2477 w 2476"/>
                    <a:gd name="connsiteY2" fmla="*/ 5620 h 8074"/>
                    <a:gd name="connsiteX3" fmla="*/ 0 w 2476"/>
                    <a:gd name="connsiteY3" fmla="*/ 4953 h 8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8074">
                      <a:moveTo>
                        <a:pt x="0" y="4953"/>
                      </a:moveTo>
                      <a:cubicBezTo>
                        <a:pt x="763" y="3143"/>
                        <a:pt x="1049" y="190"/>
                        <a:pt x="2286" y="0"/>
                      </a:cubicBezTo>
                      <a:cubicBezTo>
                        <a:pt x="2096" y="2191"/>
                        <a:pt x="381" y="6477"/>
                        <a:pt x="2477" y="5620"/>
                      </a:cubicBezTo>
                      <a:cubicBezTo>
                        <a:pt x="1906" y="10858"/>
                        <a:pt x="572" y="6286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8" name="Freeform: Shape 897">
                  <a:extLst>
                    <a:ext uri="{FF2B5EF4-FFF2-40B4-BE49-F238E27FC236}">
                      <a16:creationId xmlns:a16="http://schemas.microsoft.com/office/drawing/2014/main" id="{703E5D81-74B1-4D29-86C9-163464D6BC36}"/>
                    </a:ext>
                  </a:extLst>
                </p:cNvPr>
                <p:cNvSpPr/>
                <p:nvPr/>
              </p:nvSpPr>
              <p:spPr>
                <a:xfrm>
                  <a:off x="10600182" y="1812988"/>
                  <a:ext cx="1627" cy="5810"/>
                </a:xfrm>
                <a:custGeom>
                  <a:avLst/>
                  <a:gdLst>
                    <a:gd name="connsiteX0" fmla="*/ 0 w 1627"/>
                    <a:gd name="connsiteY0" fmla="*/ 4858 h 5810"/>
                    <a:gd name="connsiteX1" fmla="*/ 1620 w 1627"/>
                    <a:gd name="connsiteY1" fmla="*/ 0 h 5810"/>
                    <a:gd name="connsiteX2" fmla="*/ 1143 w 1627"/>
                    <a:gd name="connsiteY2" fmla="*/ 5810 h 5810"/>
                    <a:gd name="connsiteX3" fmla="*/ 0 w 1627"/>
                    <a:gd name="connsiteY3" fmla="*/ 4858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27" h="5810">
                      <a:moveTo>
                        <a:pt x="0" y="4858"/>
                      </a:moveTo>
                      <a:cubicBezTo>
                        <a:pt x="571" y="3429"/>
                        <a:pt x="571" y="95"/>
                        <a:pt x="1620" y="0"/>
                      </a:cubicBezTo>
                      <a:cubicBezTo>
                        <a:pt x="1715" y="2762"/>
                        <a:pt x="857" y="2572"/>
                        <a:pt x="1143" y="5810"/>
                      </a:cubicBezTo>
                      <a:cubicBezTo>
                        <a:pt x="857" y="5239"/>
                        <a:pt x="571" y="4667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9" name="Freeform: Shape 898">
                  <a:extLst>
                    <a:ext uri="{FF2B5EF4-FFF2-40B4-BE49-F238E27FC236}">
                      <a16:creationId xmlns:a16="http://schemas.microsoft.com/office/drawing/2014/main" id="{C0AEF270-2139-40D8-B26E-C0A9C7DBD0B2}"/>
                    </a:ext>
                  </a:extLst>
                </p:cNvPr>
                <p:cNvSpPr/>
                <p:nvPr/>
              </p:nvSpPr>
              <p:spPr>
                <a:xfrm>
                  <a:off x="10611326" y="1429893"/>
                  <a:ext cx="6571" cy="6381"/>
                </a:xfrm>
                <a:custGeom>
                  <a:avLst/>
                  <a:gdLst>
                    <a:gd name="connsiteX0" fmla="*/ 0 w 6571"/>
                    <a:gd name="connsiteY0" fmla="*/ 2381 h 6381"/>
                    <a:gd name="connsiteX1" fmla="*/ 762 w 6571"/>
                    <a:gd name="connsiteY1" fmla="*/ 0 h 6381"/>
                    <a:gd name="connsiteX2" fmla="*/ 6572 w 6571"/>
                    <a:gd name="connsiteY2" fmla="*/ 3429 h 6381"/>
                    <a:gd name="connsiteX3" fmla="*/ 2666 w 6571"/>
                    <a:gd name="connsiteY3" fmla="*/ 6382 h 6381"/>
                    <a:gd name="connsiteX4" fmla="*/ 0 w 6571"/>
                    <a:gd name="connsiteY4" fmla="*/ 2381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71" h="6381">
                      <a:moveTo>
                        <a:pt x="0" y="2381"/>
                      </a:moveTo>
                      <a:cubicBezTo>
                        <a:pt x="95" y="1143"/>
                        <a:pt x="666" y="1429"/>
                        <a:pt x="762" y="0"/>
                      </a:cubicBezTo>
                      <a:cubicBezTo>
                        <a:pt x="2286" y="4667"/>
                        <a:pt x="4381" y="762"/>
                        <a:pt x="6572" y="3429"/>
                      </a:cubicBezTo>
                      <a:cubicBezTo>
                        <a:pt x="5810" y="6191"/>
                        <a:pt x="3620" y="4000"/>
                        <a:pt x="2666" y="6382"/>
                      </a:cubicBezTo>
                      <a:cubicBezTo>
                        <a:pt x="2477" y="476"/>
                        <a:pt x="380" y="7144"/>
                        <a:pt x="0" y="2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0" name="Freeform: Shape 899">
                  <a:extLst>
                    <a:ext uri="{FF2B5EF4-FFF2-40B4-BE49-F238E27FC236}">
                      <a16:creationId xmlns:a16="http://schemas.microsoft.com/office/drawing/2014/main" id="{FC7FEADE-AB92-4E94-B64A-539E34F732CC}"/>
                    </a:ext>
                  </a:extLst>
                </p:cNvPr>
                <p:cNvSpPr/>
                <p:nvPr/>
              </p:nvSpPr>
              <p:spPr>
                <a:xfrm>
                  <a:off x="10606368" y="1816417"/>
                  <a:ext cx="1915" cy="3714"/>
                </a:xfrm>
                <a:custGeom>
                  <a:avLst/>
                  <a:gdLst>
                    <a:gd name="connsiteX0" fmla="*/ 5 w 1915"/>
                    <a:gd name="connsiteY0" fmla="*/ 3715 h 3714"/>
                    <a:gd name="connsiteX1" fmla="*/ 1909 w 1915"/>
                    <a:gd name="connsiteY1" fmla="*/ 0 h 3714"/>
                    <a:gd name="connsiteX2" fmla="*/ 5 w 1915"/>
                    <a:gd name="connsiteY2" fmla="*/ 3715 h 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15" h="3714">
                      <a:moveTo>
                        <a:pt x="5" y="3715"/>
                      </a:moveTo>
                      <a:cubicBezTo>
                        <a:pt x="-90" y="286"/>
                        <a:pt x="1243" y="1143"/>
                        <a:pt x="1909" y="0"/>
                      </a:cubicBezTo>
                      <a:cubicBezTo>
                        <a:pt x="2005" y="3524"/>
                        <a:pt x="1052" y="3715"/>
                        <a:pt x="5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1" name="Freeform: Shape 900">
                  <a:extLst>
                    <a:ext uri="{FF2B5EF4-FFF2-40B4-BE49-F238E27FC236}">
                      <a16:creationId xmlns:a16="http://schemas.microsoft.com/office/drawing/2014/main" id="{23E132AB-3EB5-45BA-BC13-EE5368F355C0}"/>
                    </a:ext>
                  </a:extLst>
                </p:cNvPr>
                <p:cNvSpPr/>
                <p:nvPr/>
              </p:nvSpPr>
              <p:spPr>
                <a:xfrm>
                  <a:off x="10609040" y="1768809"/>
                  <a:ext cx="1987" cy="3222"/>
                </a:xfrm>
                <a:custGeom>
                  <a:avLst/>
                  <a:gdLst>
                    <a:gd name="connsiteX0" fmla="*/ 0 w 1987"/>
                    <a:gd name="connsiteY0" fmla="*/ 2079 h 3222"/>
                    <a:gd name="connsiteX1" fmla="*/ 1809 w 1987"/>
                    <a:gd name="connsiteY1" fmla="*/ 650 h 3222"/>
                    <a:gd name="connsiteX2" fmla="*/ 0 w 1987"/>
                    <a:gd name="connsiteY2" fmla="*/ 2079 h 3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87" h="3222">
                      <a:moveTo>
                        <a:pt x="0" y="2079"/>
                      </a:moveTo>
                      <a:cubicBezTo>
                        <a:pt x="285" y="-3160"/>
                        <a:pt x="1523" y="3508"/>
                        <a:pt x="1809" y="650"/>
                      </a:cubicBezTo>
                      <a:cubicBezTo>
                        <a:pt x="2475" y="5222"/>
                        <a:pt x="1143" y="2365"/>
                        <a:pt x="0" y="20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2" name="Freeform: Shape 901">
                  <a:extLst>
                    <a:ext uri="{FF2B5EF4-FFF2-40B4-BE49-F238E27FC236}">
                      <a16:creationId xmlns:a16="http://schemas.microsoft.com/office/drawing/2014/main" id="{6F236695-C8C2-4EE8-A0BA-7BCA05EA018B}"/>
                    </a:ext>
                  </a:extLst>
                </p:cNvPr>
                <p:cNvSpPr/>
                <p:nvPr/>
              </p:nvSpPr>
              <p:spPr>
                <a:xfrm>
                  <a:off x="10618184" y="1432957"/>
                  <a:ext cx="2381" cy="3189"/>
                </a:xfrm>
                <a:custGeom>
                  <a:avLst/>
                  <a:gdLst>
                    <a:gd name="connsiteX0" fmla="*/ 0 w 2381"/>
                    <a:gd name="connsiteY0" fmla="*/ 1508 h 3189"/>
                    <a:gd name="connsiteX1" fmla="*/ 2381 w 2381"/>
                    <a:gd name="connsiteY1" fmla="*/ 1031 h 3189"/>
                    <a:gd name="connsiteX2" fmla="*/ 0 w 2381"/>
                    <a:gd name="connsiteY2" fmla="*/ 1508 h 3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3189">
                      <a:moveTo>
                        <a:pt x="0" y="1508"/>
                      </a:moveTo>
                      <a:cubicBezTo>
                        <a:pt x="476" y="-1636"/>
                        <a:pt x="1809" y="1127"/>
                        <a:pt x="2381" y="1031"/>
                      </a:cubicBezTo>
                      <a:cubicBezTo>
                        <a:pt x="1714" y="4651"/>
                        <a:pt x="666" y="2936"/>
                        <a:pt x="0" y="15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3" name="Freeform: Shape 902">
                  <a:extLst>
                    <a:ext uri="{FF2B5EF4-FFF2-40B4-BE49-F238E27FC236}">
                      <a16:creationId xmlns:a16="http://schemas.microsoft.com/office/drawing/2014/main" id="{9EF5C698-85F5-47AF-8ADD-215B9786A342}"/>
                    </a:ext>
                  </a:extLst>
                </p:cNvPr>
                <p:cNvSpPr/>
                <p:nvPr/>
              </p:nvSpPr>
              <p:spPr>
                <a:xfrm>
                  <a:off x="10605421" y="2037339"/>
                  <a:ext cx="1837" cy="3306"/>
                </a:xfrm>
                <a:custGeom>
                  <a:avLst/>
                  <a:gdLst>
                    <a:gd name="connsiteX0" fmla="*/ 0 w 1837"/>
                    <a:gd name="connsiteY0" fmla="*/ 1011 h 3306"/>
                    <a:gd name="connsiteX1" fmla="*/ 1809 w 1837"/>
                    <a:gd name="connsiteY1" fmla="*/ 2916 h 3306"/>
                    <a:gd name="connsiteX2" fmla="*/ 0 w 1837"/>
                    <a:gd name="connsiteY2" fmla="*/ 1011 h 3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37" h="3306">
                      <a:moveTo>
                        <a:pt x="0" y="1011"/>
                      </a:moveTo>
                      <a:cubicBezTo>
                        <a:pt x="94" y="-990"/>
                        <a:pt x="2095" y="153"/>
                        <a:pt x="1809" y="2916"/>
                      </a:cubicBezTo>
                      <a:cubicBezTo>
                        <a:pt x="571" y="4154"/>
                        <a:pt x="380" y="2153"/>
                        <a:pt x="0" y="10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4" name="Freeform: Shape 903">
                  <a:extLst>
                    <a:ext uri="{FF2B5EF4-FFF2-40B4-BE49-F238E27FC236}">
                      <a16:creationId xmlns:a16="http://schemas.microsoft.com/office/drawing/2014/main" id="{7EF3EDED-0C37-4C7F-A971-754167C03724}"/>
                    </a:ext>
                  </a:extLst>
                </p:cNvPr>
                <p:cNvSpPr/>
                <p:nvPr/>
              </p:nvSpPr>
              <p:spPr>
                <a:xfrm>
                  <a:off x="10612582" y="1762125"/>
                  <a:ext cx="1679" cy="8953"/>
                </a:xfrm>
                <a:custGeom>
                  <a:avLst/>
                  <a:gdLst>
                    <a:gd name="connsiteX0" fmla="*/ 935 w 1679"/>
                    <a:gd name="connsiteY0" fmla="*/ 0 h 8953"/>
                    <a:gd name="connsiteX1" fmla="*/ 1410 w 1679"/>
                    <a:gd name="connsiteY1" fmla="*/ 8954 h 8953"/>
                    <a:gd name="connsiteX2" fmla="*/ 935 w 1679"/>
                    <a:gd name="connsiteY2" fmla="*/ 0 h 8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679" h="8953">
                      <a:moveTo>
                        <a:pt x="935" y="0"/>
                      </a:moveTo>
                      <a:cubicBezTo>
                        <a:pt x="-399" y="5048"/>
                        <a:pt x="2553" y="4953"/>
                        <a:pt x="1410" y="8954"/>
                      </a:cubicBezTo>
                      <a:cubicBezTo>
                        <a:pt x="840" y="7239"/>
                        <a:pt x="-1160" y="762"/>
                        <a:pt x="935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5" name="Freeform: Shape 904">
                  <a:extLst>
                    <a:ext uri="{FF2B5EF4-FFF2-40B4-BE49-F238E27FC236}">
                      <a16:creationId xmlns:a16="http://schemas.microsoft.com/office/drawing/2014/main" id="{621DFDAE-1719-416B-A5E9-D1FAB2163CD5}"/>
                    </a:ext>
                  </a:extLst>
                </p:cNvPr>
                <p:cNvSpPr/>
                <p:nvPr/>
              </p:nvSpPr>
              <p:spPr>
                <a:xfrm>
                  <a:off x="10621517" y="1434464"/>
                  <a:ext cx="2762" cy="3226"/>
                </a:xfrm>
                <a:custGeom>
                  <a:avLst/>
                  <a:gdLst>
                    <a:gd name="connsiteX0" fmla="*/ 0 w 2762"/>
                    <a:gd name="connsiteY0" fmla="*/ 1619 h 3226"/>
                    <a:gd name="connsiteX1" fmla="*/ 2763 w 2762"/>
                    <a:gd name="connsiteY1" fmla="*/ 0 h 3226"/>
                    <a:gd name="connsiteX2" fmla="*/ 0 w 2762"/>
                    <a:gd name="connsiteY2" fmla="*/ 1619 h 32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2" h="3226">
                      <a:moveTo>
                        <a:pt x="0" y="1619"/>
                      </a:moveTo>
                      <a:cubicBezTo>
                        <a:pt x="286" y="-952"/>
                        <a:pt x="2000" y="762"/>
                        <a:pt x="2763" y="0"/>
                      </a:cubicBezTo>
                      <a:cubicBezTo>
                        <a:pt x="2381" y="5810"/>
                        <a:pt x="1048" y="2096"/>
                        <a:pt x="0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6" name="Freeform: Shape 905">
                  <a:extLst>
                    <a:ext uri="{FF2B5EF4-FFF2-40B4-BE49-F238E27FC236}">
                      <a16:creationId xmlns:a16="http://schemas.microsoft.com/office/drawing/2014/main" id="{B1BD8838-613C-404D-879F-CC8D2A6A2DB8}"/>
                    </a:ext>
                  </a:extLst>
                </p:cNvPr>
                <p:cNvSpPr/>
                <p:nvPr/>
              </p:nvSpPr>
              <p:spPr>
                <a:xfrm>
                  <a:off x="10614132" y="1813083"/>
                  <a:ext cx="1803" cy="3269"/>
                </a:xfrm>
                <a:custGeom>
                  <a:avLst/>
                  <a:gdLst>
                    <a:gd name="connsiteX0" fmla="*/ 51 w 1803"/>
                    <a:gd name="connsiteY0" fmla="*/ 0 h 3269"/>
                    <a:gd name="connsiteX1" fmla="*/ 1766 w 1803"/>
                    <a:gd name="connsiteY1" fmla="*/ 3048 h 3269"/>
                    <a:gd name="connsiteX2" fmla="*/ 51 w 1803"/>
                    <a:gd name="connsiteY2" fmla="*/ 0 h 3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03" h="3269">
                      <a:moveTo>
                        <a:pt x="51" y="0"/>
                      </a:moveTo>
                      <a:cubicBezTo>
                        <a:pt x="623" y="952"/>
                        <a:pt x="2052" y="-381"/>
                        <a:pt x="1766" y="3048"/>
                      </a:cubicBezTo>
                      <a:cubicBezTo>
                        <a:pt x="719" y="3524"/>
                        <a:pt x="-235" y="3524"/>
                        <a:pt x="5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7" name="Freeform: Shape 906">
                  <a:extLst>
                    <a:ext uri="{FF2B5EF4-FFF2-40B4-BE49-F238E27FC236}">
                      <a16:creationId xmlns:a16="http://schemas.microsoft.com/office/drawing/2014/main" id="{B10AA19E-D30A-4A15-AA38-DC5F3C96ED66}"/>
                    </a:ext>
                  </a:extLst>
                </p:cNvPr>
                <p:cNvSpPr/>
                <p:nvPr/>
              </p:nvSpPr>
              <p:spPr>
                <a:xfrm>
                  <a:off x="10615421" y="1801260"/>
                  <a:ext cx="1905" cy="4775"/>
                </a:xfrm>
                <a:custGeom>
                  <a:avLst/>
                  <a:gdLst>
                    <a:gd name="connsiteX0" fmla="*/ 0 w 1905"/>
                    <a:gd name="connsiteY0" fmla="*/ 4775 h 4775"/>
                    <a:gd name="connsiteX1" fmla="*/ 1238 w 1905"/>
                    <a:gd name="connsiteY1" fmla="*/ 13 h 4775"/>
                    <a:gd name="connsiteX2" fmla="*/ 1906 w 1905"/>
                    <a:gd name="connsiteY2" fmla="*/ 2203 h 4775"/>
                    <a:gd name="connsiteX3" fmla="*/ 0 w 1905"/>
                    <a:gd name="connsiteY3" fmla="*/ 4775 h 4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5" h="4775">
                      <a:moveTo>
                        <a:pt x="0" y="4775"/>
                      </a:moveTo>
                      <a:cubicBezTo>
                        <a:pt x="0" y="1822"/>
                        <a:pt x="286" y="-178"/>
                        <a:pt x="1238" y="13"/>
                      </a:cubicBezTo>
                      <a:cubicBezTo>
                        <a:pt x="1048" y="2013"/>
                        <a:pt x="1524" y="2108"/>
                        <a:pt x="1906" y="2203"/>
                      </a:cubicBezTo>
                      <a:cubicBezTo>
                        <a:pt x="1524" y="3918"/>
                        <a:pt x="667" y="4013"/>
                        <a:pt x="0" y="47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8" name="Freeform: Shape 907">
                  <a:extLst>
                    <a:ext uri="{FF2B5EF4-FFF2-40B4-BE49-F238E27FC236}">
                      <a16:creationId xmlns:a16="http://schemas.microsoft.com/office/drawing/2014/main" id="{CFCCC407-5487-418F-B5F7-564222DC7663}"/>
                    </a:ext>
                  </a:extLst>
                </p:cNvPr>
                <p:cNvSpPr/>
                <p:nvPr/>
              </p:nvSpPr>
              <p:spPr>
                <a:xfrm>
                  <a:off x="10612849" y="2056468"/>
                  <a:ext cx="3048" cy="3312"/>
                </a:xfrm>
                <a:custGeom>
                  <a:avLst/>
                  <a:gdLst>
                    <a:gd name="connsiteX0" fmla="*/ 0 w 3048"/>
                    <a:gd name="connsiteY0" fmla="*/ 3313 h 3312"/>
                    <a:gd name="connsiteX1" fmla="*/ 3049 w 3048"/>
                    <a:gd name="connsiteY1" fmla="*/ 1693 h 3312"/>
                    <a:gd name="connsiteX2" fmla="*/ 0 w 3048"/>
                    <a:gd name="connsiteY2" fmla="*/ 3313 h 3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8" h="3312">
                      <a:moveTo>
                        <a:pt x="0" y="3313"/>
                      </a:moveTo>
                      <a:cubicBezTo>
                        <a:pt x="572" y="-116"/>
                        <a:pt x="2381" y="-1259"/>
                        <a:pt x="3049" y="1693"/>
                      </a:cubicBezTo>
                      <a:cubicBezTo>
                        <a:pt x="2381" y="3313"/>
                        <a:pt x="1334" y="1312"/>
                        <a:pt x="0" y="33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9" name="Freeform: Shape 908">
                  <a:extLst>
                    <a:ext uri="{FF2B5EF4-FFF2-40B4-BE49-F238E27FC236}">
                      <a16:creationId xmlns:a16="http://schemas.microsoft.com/office/drawing/2014/main" id="{BAE40512-7C5F-4AE2-9ED3-067BC58652A7}"/>
                    </a:ext>
                  </a:extLst>
                </p:cNvPr>
                <p:cNvSpPr/>
                <p:nvPr/>
              </p:nvSpPr>
              <p:spPr>
                <a:xfrm>
                  <a:off x="10621136" y="1802701"/>
                  <a:ext cx="2953" cy="8452"/>
                </a:xfrm>
                <a:custGeom>
                  <a:avLst/>
                  <a:gdLst>
                    <a:gd name="connsiteX0" fmla="*/ 0 w 2953"/>
                    <a:gd name="connsiteY0" fmla="*/ 8001 h 8452"/>
                    <a:gd name="connsiteX1" fmla="*/ 572 w 2953"/>
                    <a:gd name="connsiteY1" fmla="*/ 0 h 8452"/>
                    <a:gd name="connsiteX2" fmla="*/ 2953 w 2953"/>
                    <a:gd name="connsiteY2" fmla="*/ 6382 h 8452"/>
                    <a:gd name="connsiteX3" fmla="*/ 0 w 2953"/>
                    <a:gd name="connsiteY3" fmla="*/ 8001 h 8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3" h="8452">
                      <a:moveTo>
                        <a:pt x="0" y="8001"/>
                      </a:moveTo>
                      <a:cubicBezTo>
                        <a:pt x="1048" y="5239"/>
                        <a:pt x="-380" y="2381"/>
                        <a:pt x="572" y="0"/>
                      </a:cubicBezTo>
                      <a:cubicBezTo>
                        <a:pt x="1143" y="4191"/>
                        <a:pt x="1238" y="4572"/>
                        <a:pt x="2953" y="6382"/>
                      </a:cubicBezTo>
                      <a:cubicBezTo>
                        <a:pt x="2192" y="11906"/>
                        <a:pt x="1429" y="4191"/>
                        <a:pt x="0" y="8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0" name="Freeform: Shape 909">
                  <a:extLst>
                    <a:ext uri="{FF2B5EF4-FFF2-40B4-BE49-F238E27FC236}">
                      <a16:creationId xmlns:a16="http://schemas.microsoft.com/office/drawing/2014/main" id="{2D7CDF2C-369C-4B18-923F-9C9008D50A8B}"/>
                    </a:ext>
                  </a:extLst>
                </p:cNvPr>
                <p:cNvSpPr/>
                <p:nvPr/>
              </p:nvSpPr>
              <p:spPr>
                <a:xfrm>
                  <a:off x="10626479" y="2050256"/>
                  <a:ext cx="1991" cy="3695"/>
                </a:xfrm>
                <a:custGeom>
                  <a:avLst/>
                  <a:gdLst>
                    <a:gd name="connsiteX0" fmla="*/ 87 w 1991"/>
                    <a:gd name="connsiteY0" fmla="*/ 286 h 3695"/>
                    <a:gd name="connsiteX1" fmla="*/ 1992 w 1991"/>
                    <a:gd name="connsiteY1" fmla="*/ 0 h 3695"/>
                    <a:gd name="connsiteX2" fmla="*/ 1230 w 1991"/>
                    <a:gd name="connsiteY2" fmla="*/ 1238 h 3695"/>
                    <a:gd name="connsiteX3" fmla="*/ 1611 w 1991"/>
                    <a:gd name="connsiteY3" fmla="*/ 2286 h 3695"/>
                    <a:gd name="connsiteX4" fmla="*/ 87 w 1991"/>
                    <a:gd name="connsiteY4" fmla="*/ 286 h 3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91" h="3695">
                      <a:moveTo>
                        <a:pt x="87" y="286"/>
                      </a:moveTo>
                      <a:lnTo>
                        <a:pt x="1992" y="0"/>
                      </a:lnTo>
                      <a:cubicBezTo>
                        <a:pt x="1992" y="1143"/>
                        <a:pt x="1516" y="953"/>
                        <a:pt x="1230" y="1238"/>
                      </a:cubicBezTo>
                      <a:cubicBezTo>
                        <a:pt x="1135" y="2191"/>
                        <a:pt x="1325" y="2286"/>
                        <a:pt x="1611" y="2286"/>
                      </a:cubicBezTo>
                      <a:cubicBezTo>
                        <a:pt x="1230" y="5143"/>
                        <a:pt x="-390" y="3238"/>
                        <a:pt x="87" y="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1" name="Freeform: Shape 910">
                  <a:extLst>
                    <a:ext uri="{FF2B5EF4-FFF2-40B4-BE49-F238E27FC236}">
                      <a16:creationId xmlns:a16="http://schemas.microsoft.com/office/drawing/2014/main" id="{7BD2C5A7-B758-4818-928D-D9D319728AC1}"/>
                    </a:ext>
                  </a:extLst>
                </p:cNvPr>
                <p:cNvSpPr/>
                <p:nvPr/>
              </p:nvSpPr>
              <p:spPr>
                <a:xfrm>
                  <a:off x="10643901" y="2140133"/>
                  <a:ext cx="4953" cy="5658"/>
                </a:xfrm>
                <a:custGeom>
                  <a:avLst/>
                  <a:gdLst>
                    <a:gd name="connsiteX0" fmla="*/ 0 w 4953"/>
                    <a:gd name="connsiteY0" fmla="*/ 1849 h 5658"/>
                    <a:gd name="connsiteX1" fmla="*/ 4953 w 4953"/>
                    <a:gd name="connsiteY1" fmla="*/ 991 h 5658"/>
                    <a:gd name="connsiteX2" fmla="*/ 4476 w 4953"/>
                    <a:gd name="connsiteY2" fmla="*/ 5659 h 5658"/>
                    <a:gd name="connsiteX3" fmla="*/ 0 w 4953"/>
                    <a:gd name="connsiteY3" fmla="*/ 1849 h 56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3" h="5658">
                      <a:moveTo>
                        <a:pt x="0" y="1849"/>
                      </a:moveTo>
                      <a:cubicBezTo>
                        <a:pt x="1048" y="-3580"/>
                        <a:pt x="2858" y="5087"/>
                        <a:pt x="4953" y="991"/>
                      </a:cubicBezTo>
                      <a:cubicBezTo>
                        <a:pt x="4953" y="3087"/>
                        <a:pt x="4476" y="3468"/>
                        <a:pt x="4476" y="5659"/>
                      </a:cubicBezTo>
                      <a:cubicBezTo>
                        <a:pt x="3810" y="1754"/>
                        <a:pt x="1238" y="3754"/>
                        <a:pt x="0" y="184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2" name="Freeform: Shape 911">
                  <a:extLst>
                    <a:ext uri="{FF2B5EF4-FFF2-40B4-BE49-F238E27FC236}">
                      <a16:creationId xmlns:a16="http://schemas.microsoft.com/office/drawing/2014/main" id="{70B3227E-ECA7-4D77-A3F8-6428327F41A2}"/>
                    </a:ext>
                  </a:extLst>
                </p:cNvPr>
                <p:cNvSpPr/>
                <p:nvPr/>
              </p:nvSpPr>
              <p:spPr>
                <a:xfrm>
                  <a:off x="10670476" y="1434369"/>
                  <a:ext cx="7334" cy="6953"/>
                </a:xfrm>
                <a:custGeom>
                  <a:avLst/>
                  <a:gdLst>
                    <a:gd name="connsiteX0" fmla="*/ 0 w 7334"/>
                    <a:gd name="connsiteY0" fmla="*/ 3715 h 6953"/>
                    <a:gd name="connsiteX1" fmla="*/ 7334 w 7334"/>
                    <a:gd name="connsiteY1" fmla="*/ 0 h 6953"/>
                    <a:gd name="connsiteX2" fmla="*/ 666 w 7334"/>
                    <a:gd name="connsiteY2" fmla="*/ 6953 h 6953"/>
                    <a:gd name="connsiteX3" fmla="*/ 0 w 7334"/>
                    <a:gd name="connsiteY3" fmla="*/ 3715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34" h="6953">
                      <a:moveTo>
                        <a:pt x="0" y="3715"/>
                      </a:moveTo>
                      <a:cubicBezTo>
                        <a:pt x="1620" y="953"/>
                        <a:pt x="5144" y="7239"/>
                        <a:pt x="7334" y="0"/>
                      </a:cubicBezTo>
                      <a:cubicBezTo>
                        <a:pt x="7239" y="8858"/>
                        <a:pt x="3143" y="6001"/>
                        <a:pt x="666" y="6953"/>
                      </a:cubicBezTo>
                      <a:cubicBezTo>
                        <a:pt x="762" y="5048"/>
                        <a:pt x="477" y="4096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3" name="Freeform: Shape 912">
                  <a:extLst>
                    <a:ext uri="{FF2B5EF4-FFF2-40B4-BE49-F238E27FC236}">
                      <a16:creationId xmlns:a16="http://schemas.microsoft.com/office/drawing/2014/main" id="{937C10A5-F9D8-4401-9819-6DFEEDB894A2}"/>
                    </a:ext>
                  </a:extLst>
                </p:cNvPr>
                <p:cNvSpPr/>
                <p:nvPr/>
              </p:nvSpPr>
              <p:spPr>
                <a:xfrm>
                  <a:off x="10663124" y="2089118"/>
                  <a:ext cx="2780" cy="5144"/>
                </a:xfrm>
                <a:custGeom>
                  <a:avLst/>
                  <a:gdLst>
                    <a:gd name="connsiteX0" fmla="*/ 113 w 2780"/>
                    <a:gd name="connsiteY0" fmla="*/ 3905 h 5144"/>
                    <a:gd name="connsiteX1" fmla="*/ 2780 w 2780"/>
                    <a:gd name="connsiteY1" fmla="*/ 0 h 5144"/>
                    <a:gd name="connsiteX2" fmla="*/ 1637 w 2780"/>
                    <a:gd name="connsiteY2" fmla="*/ 1333 h 5144"/>
                    <a:gd name="connsiteX3" fmla="*/ 2017 w 2780"/>
                    <a:gd name="connsiteY3" fmla="*/ 3524 h 5144"/>
                    <a:gd name="connsiteX4" fmla="*/ 113 w 2780"/>
                    <a:gd name="connsiteY4" fmla="*/ 3905 h 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80" h="5144">
                      <a:moveTo>
                        <a:pt x="113" y="3905"/>
                      </a:moveTo>
                      <a:cubicBezTo>
                        <a:pt x="-459" y="191"/>
                        <a:pt x="1256" y="857"/>
                        <a:pt x="2780" y="0"/>
                      </a:cubicBezTo>
                      <a:cubicBezTo>
                        <a:pt x="2685" y="1333"/>
                        <a:pt x="2113" y="1048"/>
                        <a:pt x="1637" y="1333"/>
                      </a:cubicBezTo>
                      <a:cubicBezTo>
                        <a:pt x="1542" y="2667"/>
                        <a:pt x="1732" y="3334"/>
                        <a:pt x="2017" y="3524"/>
                      </a:cubicBezTo>
                      <a:cubicBezTo>
                        <a:pt x="1351" y="8668"/>
                        <a:pt x="589" y="-476"/>
                        <a:pt x="113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4" name="Freeform: Shape 913">
                  <a:extLst>
                    <a:ext uri="{FF2B5EF4-FFF2-40B4-BE49-F238E27FC236}">
                      <a16:creationId xmlns:a16="http://schemas.microsoft.com/office/drawing/2014/main" id="{64132F7D-6299-427E-8599-E3ADF817398B}"/>
                    </a:ext>
                  </a:extLst>
                </p:cNvPr>
                <p:cNvSpPr/>
                <p:nvPr/>
              </p:nvSpPr>
              <p:spPr>
                <a:xfrm>
                  <a:off x="10678763" y="1436608"/>
                  <a:ext cx="2095" cy="3008"/>
                </a:xfrm>
                <a:custGeom>
                  <a:avLst/>
                  <a:gdLst>
                    <a:gd name="connsiteX0" fmla="*/ 0 w 2095"/>
                    <a:gd name="connsiteY0" fmla="*/ 2047 h 3008"/>
                    <a:gd name="connsiteX1" fmla="*/ 2095 w 2095"/>
                    <a:gd name="connsiteY1" fmla="*/ 523 h 3008"/>
                    <a:gd name="connsiteX2" fmla="*/ 0 w 2095"/>
                    <a:gd name="connsiteY2" fmla="*/ 2047 h 3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95" h="3008">
                      <a:moveTo>
                        <a:pt x="0" y="2047"/>
                      </a:moveTo>
                      <a:cubicBezTo>
                        <a:pt x="477" y="428"/>
                        <a:pt x="1715" y="-715"/>
                        <a:pt x="2095" y="523"/>
                      </a:cubicBezTo>
                      <a:cubicBezTo>
                        <a:pt x="1809" y="2809"/>
                        <a:pt x="571" y="3952"/>
                        <a:pt x="0" y="204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5" name="Freeform: Shape 914">
                  <a:extLst>
                    <a:ext uri="{FF2B5EF4-FFF2-40B4-BE49-F238E27FC236}">
                      <a16:creationId xmlns:a16="http://schemas.microsoft.com/office/drawing/2014/main" id="{76518888-0EC9-45E6-B98B-48021A09713B}"/>
                    </a:ext>
                  </a:extLst>
                </p:cNvPr>
                <p:cNvSpPr/>
                <p:nvPr/>
              </p:nvSpPr>
              <p:spPr>
                <a:xfrm>
                  <a:off x="10685334" y="1432412"/>
                  <a:ext cx="4857" cy="2910"/>
                </a:xfrm>
                <a:custGeom>
                  <a:avLst/>
                  <a:gdLst>
                    <a:gd name="connsiteX0" fmla="*/ 0 w 4857"/>
                    <a:gd name="connsiteY0" fmla="*/ 2720 h 2910"/>
                    <a:gd name="connsiteX1" fmla="*/ 4858 w 4857"/>
                    <a:gd name="connsiteY1" fmla="*/ 2910 h 2910"/>
                    <a:gd name="connsiteX2" fmla="*/ 0 w 4857"/>
                    <a:gd name="connsiteY2" fmla="*/ 2720 h 2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857" h="2910">
                      <a:moveTo>
                        <a:pt x="0" y="2720"/>
                      </a:moveTo>
                      <a:cubicBezTo>
                        <a:pt x="667" y="-1567"/>
                        <a:pt x="4287" y="-233"/>
                        <a:pt x="4858" y="2910"/>
                      </a:cubicBezTo>
                      <a:cubicBezTo>
                        <a:pt x="3335" y="2148"/>
                        <a:pt x="1238" y="1100"/>
                        <a:pt x="0" y="27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6" name="Freeform: Shape 915">
                  <a:extLst>
                    <a:ext uri="{FF2B5EF4-FFF2-40B4-BE49-F238E27FC236}">
                      <a16:creationId xmlns:a16="http://schemas.microsoft.com/office/drawing/2014/main" id="{DDF7E8C9-6533-4232-8CD6-56B1D667396F}"/>
                    </a:ext>
                  </a:extLst>
                </p:cNvPr>
                <p:cNvSpPr/>
                <p:nvPr/>
              </p:nvSpPr>
              <p:spPr>
                <a:xfrm>
                  <a:off x="10683968" y="2101738"/>
                  <a:ext cx="2224" cy="5667"/>
                </a:xfrm>
                <a:custGeom>
                  <a:avLst/>
                  <a:gdLst>
                    <a:gd name="connsiteX0" fmla="*/ 319 w 2224"/>
                    <a:gd name="connsiteY0" fmla="*/ 48 h 5667"/>
                    <a:gd name="connsiteX1" fmla="*/ 2224 w 2224"/>
                    <a:gd name="connsiteY1" fmla="*/ 1953 h 5667"/>
                    <a:gd name="connsiteX2" fmla="*/ 700 w 2224"/>
                    <a:gd name="connsiteY2" fmla="*/ 3382 h 5667"/>
                    <a:gd name="connsiteX3" fmla="*/ 700 w 2224"/>
                    <a:gd name="connsiteY3" fmla="*/ 5668 h 5667"/>
                    <a:gd name="connsiteX4" fmla="*/ 319 w 2224"/>
                    <a:gd name="connsiteY4" fmla="*/ 48 h 5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24" h="5667">
                      <a:moveTo>
                        <a:pt x="319" y="48"/>
                      </a:moveTo>
                      <a:cubicBezTo>
                        <a:pt x="1272" y="-333"/>
                        <a:pt x="1462" y="1667"/>
                        <a:pt x="2224" y="1953"/>
                      </a:cubicBezTo>
                      <a:cubicBezTo>
                        <a:pt x="2129" y="3477"/>
                        <a:pt x="1272" y="3096"/>
                        <a:pt x="700" y="3382"/>
                      </a:cubicBezTo>
                      <a:lnTo>
                        <a:pt x="700" y="5668"/>
                      </a:lnTo>
                      <a:cubicBezTo>
                        <a:pt x="-538" y="5096"/>
                        <a:pt x="223" y="2715"/>
                        <a:pt x="319" y="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7" name="Freeform: Shape 916">
                  <a:extLst>
                    <a:ext uri="{FF2B5EF4-FFF2-40B4-BE49-F238E27FC236}">
                      <a16:creationId xmlns:a16="http://schemas.microsoft.com/office/drawing/2014/main" id="{760BA5B5-CC90-46ED-81A7-6EB54165289B}"/>
                    </a:ext>
                  </a:extLst>
                </p:cNvPr>
                <p:cNvSpPr/>
                <p:nvPr/>
              </p:nvSpPr>
              <p:spPr>
                <a:xfrm>
                  <a:off x="10708671" y="2133314"/>
                  <a:ext cx="3047" cy="3152"/>
                </a:xfrm>
                <a:custGeom>
                  <a:avLst/>
                  <a:gdLst>
                    <a:gd name="connsiteX0" fmla="*/ 0 w 3047"/>
                    <a:gd name="connsiteY0" fmla="*/ 1714 h 3152"/>
                    <a:gd name="connsiteX1" fmla="*/ 3047 w 3047"/>
                    <a:gd name="connsiteY1" fmla="*/ 0 h 3152"/>
                    <a:gd name="connsiteX2" fmla="*/ 0 w 3047"/>
                    <a:gd name="connsiteY2" fmla="*/ 1714 h 3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7" h="3152">
                      <a:moveTo>
                        <a:pt x="0" y="1714"/>
                      </a:moveTo>
                      <a:cubicBezTo>
                        <a:pt x="286" y="-857"/>
                        <a:pt x="2095" y="857"/>
                        <a:pt x="3047" y="0"/>
                      </a:cubicBezTo>
                      <a:cubicBezTo>
                        <a:pt x="2667" y="4381"/>
                        <a:pt x="762" y="3429"/>
                        <a:pt x="0" y="17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8" name="Freeform: Shape 917">
                  <a:extLst>
                    <a:ext uri="{FF2B5EF4-FFF2-40B4-BE49-F238E27FC236}">
                      <a16:creationId xmlns:a16="http://schemas.microsoft.com/office/drawing/2014/main" id="{537A006A-E399-4189-8E1A-5B1100F3909A}"/>
                    </a:ext>
                  </a:extLst>
                </p:cNvPr>
                <p:cNvSpPr/>
                <p:nvPr/>
              </p:nvSpPr>
              <p:spPr>
                <a:xfrm>
                  <a:off x="10718672" y="1432560"/>
                  <a:ext cx="2471" cy="8219"/>
                </a:xfrm>
                <a:custGeom>
                  <a:avLst/>
                  <a:gdLst>
                    <a:gd name="connsiteX0" fmla="*/ 0 w 2471"/>
                    <a:gd name="connsiteY0" fmla="*/ 6096 h 8219"/>
                    <a:gd name="connsiteX1" fmla="*/ 2096 w 2471"/>
                    <a:gd name="connsiteY1" fmla="*/ 3429 h 8219"/>
                    <a:gd name="connsiteX2" fmla="*/ 2096 w 2471"/>
                    <a:gd name="connsiteY2" fmla="*/ 0 h 8219"/>
                    <a:gd name="connsiteX3" fmla="*/ 2381 w 2471"/>
                    <a:gd name="connsiteY3" fmla="*/ 7906 h 8219"/>
                    <a:gd name="connsiteX4" fmla="*/ 0 w 2471"/>
                    <a:gd name="connsiteY4" fmla="*/ 6096 h 8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1" h="8219">
                      <a:moveTo>
                        <a:pt x="0" y="6096"/>
                      </a:moveTo>
                      <a:cubicBezTo>
                        <a:pt x="477" y="1905"/>
                        <a:pt x="1143" y="5525"/>
                        <a:pt x="2096" y="3429"/>
                      </a:cubicBezTo>
                      <a:lnTo>
                        <a:pt x="2096" y="0"/>
                      </a:lnTo>
                      <a:cubicBezTo>
                        <a:pt x="2858" y="286"/>
                        <a:pt x="2192" y="5620"/>
                        <a:pt x="2381" y="7906"/>
                      </a:cubicBezTo>
                      <a:cubicBezTo>
                        <a:pt x="1238" y="8477"/>
                        <a:pt x="286" y="8477"/>
                        <a:pt x="0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9" name="Freeform: Shape 918">
                  <a:extLst>
                    <a:ext uri="{FF2B5EF4-FFF2-40B4-BE49-F238E27FC236}">
                      <a16:creationId xmlns:a16="http://schemas.microsoft.com/office/drawing/2014/main" id="{2B62CA48-392F-46AE-B424-2278D15AA566}"/>
                    </a:ext>
                  </a:extLst>
                </p:cNvPr>
                <p:cNvSpPr/>
                <p:nvPr/>
              </p:nvSpPr>
              <p:spPr>
                <a:xfrm>
                  <a:off x="10721422" y="1435229"/>
                  <a:ext cx="9346" cy="3997"/>
                </a:xfrm>
                <a:custGeom>
                  <a:avLst/>
                  <a:gdLst>
                    <a:gd name="connsiteX0" fmla="*/ 13 w 9346"/>
                    <a:gd name="connsiteY0" fmla="*/ 3998 h 3997"/>
                    <a:gd name="connsiteX1" fmla="*/ 394 w 9346"/>
                    <a:gd name="connsiteY1" fmla="*/ 473 h 3997"/>
                    <a:gd name="connsiteX2" fmla="*/ 9347 w 9346"/>
                    <a:gd name="connsiteY2" fmla="*/ 950 h 3997"/>
                    <a:gd name="connsiteX3" fmla="*/ 13 w 9346"/>
                    <a:gd name="connsiteY3" fmla="*/ 3998 h 39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346" h="3997">
                      <a:moveTo>
                        <a:pt x="13" y="3998"/>
                      </a:moveTo>
                      <a:cubicBezTo>
                        <a:pt x="-83" y="2188"/>
                        <a:pt x="394" y="1997"/>
                        <a:pt x="394" y="473"/>
                      </a:cubicBezTo>
                      <a:cubicBezTo>
                        <a:pt x="3727" y="473"/>
                        <a:pt x="6109" y="-860"/>
                        <a:pt x="9347" y="950"/>
                      </a:cubicBezTo>
                      <a:cubicBezTo>
                        <a:pt x="7061" y="3617"/>
                        <a:pt x="4204" y="1045"/>
                        <a:pt x="13" y="39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0" name="Freeform: Shape 919">
                  <a:extLst>
                    <a:ext uri="{FF2B5EF4-FFF2-40B4-BE49-F238E27FC236}">
                      <a16:creationId xmlns:a16="http://schemas.microsoft.com/office/drawing/2014/main" id="{7BF8ED8D-7EAD-4FC8-8E7E-CDA9780F1323}"/>
                    </a:ext>
                  </a:extLst>
                </p:cNvPr>
                <p:cNvSpPr/>
                <p:nvPr/>
              </p:nvSpPr>
              <p:spPr>
                <a:xfrm>
                  <a:off x="10731288" y="1430762"/>
                  <a:ext cx="30341" cy="14084"/>
                </a:xfrm>
                <a:custGeom>
                  <a:avLst/>
                  <a:gdLst>
                    <a:gd name="connsiteX0" fmla="*/ 7292 w 30341"/>
                    <a:gd name="connsiteY0" fmla="*/ 14085 h 14084"/>
                    <a:gd name="connsiteX1" fmla="*/ 8721 w 30341"/>
                    <a:gd name="connsiteY1" fmla="*/ 10370 h 14084"/>
                    <a:gd name="connsiteX2" fmla="*/ 148 w 30341"/>
                    <a:gd name="connsiteY2" fmla="*/ 7608 h 14084"/>
                    <a:gd name="connsiteX3" fmla="*/ 3958 w 30341"/>
                    <a:gd name="connsiteY3" fmla="*/ 6846 h 14084"/>
                    <a:gd name="connsiteX4" fmla="*/ 10816 w 30341"/>
                    <a:gd name="connsiteY4" fmla="*/ 3131 h 14084"/>
                    <a:gd name="connsiteX5" fmla="*/ 12816 w 30341"/>
                    <a:gd name="connsiteY5" fmla="*/ 6084 h 14084"/>
                    <a:gd name="connsiteX6" fmla="*/ 24817 w 30341"/>
                    <a:gd name="connsiteY6" fmla="*/ 2369 h 14084"/>
                    <a:gd name="connsiteX7" fmla="*/ 23102 w 30341"/>
                    <a:gd name="connsiteY7" fmla="*/ 464 h 14084"/>
                    <a:gd name="connsiteX8" fmla="*/ 30341 w 30341"/>
                    <a:gd name="connsiteY8" fmla="*/ 83 h 14084"/>
                    <a:gd name="connsiteX9" fmla="*/ 27865 w 30341"/>
                    <a:gd name="connsiteY9" fmla="*/ 6274 h 14084"/>
                    <a:gd name="connsiteX10" fmla="*/ 11007 w 30341"/>
                    <a:gd name="connsiteY10" fmla="*/ 10941 h 14084"/>
                    <a:gd name="connsiteX11" fmla="*/ 7292 w 30341"/>
                    <a:gd name="connsiteY11" fmla="*/ 14085 h 14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30341" h="14084">
                      <a:moveTo>
                        <a:pt x="7292" y="14085"/>
                      </a:moveTo>
                      <a:cubicBezTo>
                        <a:pt x="7672" y="12465"/>
                        <a:pt x="8244" y="11608"/>
                        <a:pt x="8721" y="10370"/>
                      </a:cubicBezTo>
                      <a:cubicBezTo>
                        <a:pt x="6720" y="2464"/>
                        <a:pt x="2720" y="9989"/>
                        <a:pt x="148" y="7608"/>
                      </a:cubicBezTo>
                      <a:cubicBezTo>
                        <a:pt x="-900" y="4179"/>
                        <a:pt x="3958" y="3607"/>
                        <a:pt x="3958" y="6846"/>
                      </a:cubicBezTo>
                      <a:cubicBezTo>
                        <a:pt x="6244" y="1702"/>
                        <a:pt x="8339" y="5893"/>
                        <a:pt x="10816" y="3131"/>
                      </a:cubicBezTo>
                      <a:cubicBezTo>
                        <a:pt x="10911" y="6274"/>
                        <a:pt x="11959" y="3798"/>
                        <a:pt x="12816" y="6084"/>
                      </a:cubicBezTo>
                      <a:cubicBezTo>
                        <a:pt x="17102" y="-108"/>
                        <a:pt x="21103" y="2845"/>
                        <a:pt x="24817" y="2369"/>
                      </a:cubicBezTo>
                      <a:cubicBezTo>
                        <a:pt x="24817" y="-108"/>
                        <a:pt x="23960" y="83"/>
                        <a:pt x="23102" y="464"/>
                      </a:cubicBezTo>
                      <a:cubicBezTo>
                        <a:pt x="25103" y="-489"/>
                        <a:pt x="28056" y="369"/>
                        <a:pt x="30341" y="83"/>
                      </a:cubicBezTo>
                      <a:cubicBezTo>
                        <a:pt x="29294" y="8560"/>
                        <a:pt x="29389" y="-12"/>
                        <a:pt x="27865" y="6274"/>
                      </a:cubicBezTo>
                      <a:cubicBezTo>
                        <a:pt x="23102" y="7608"/>
                        <a:pt x="16054" y="4274"/>
                        <a:pt x="11007" y="10941"/>
                      </a:cubicBezTo>
                      <a:cubicBezTo>
                        <a:pt x="11768" y="5893"/>
                        <a:pt x="8339" y="13323"/>
                        <a:pt x="7292" y="140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1" name="Freeform: Shape 920">
                  <a:extLst>
                    <a:ext uri="{FF2B5EF4-FFF2-40B4-BE49-F238E27FC236}">
                      <a16:creationId xmlns:a16="http://schemas.microsoft.com/office/drawing/2014/main" id="{0210BB22-7D92-4F4A-BB18-65B6FA6FF0C6}"/>
                    </a:ext>
                  </a:extLst>
                </p:cNvPr>
                <p:cNvSpPr/>
                <p:nvPr/>
              </p:nvSpPr>
              <p:spPr>
                <a:xfrm>
                  <a:off x="10770965" y="2190464"/>
                  <a:ext cx="2292" cy="5905"/>
                </a:xfrm>
                <a:custGeom>
                  <a:avLst/>
                  <a:gdLst>
                    <a:gd name="connsiteX0" fmla="*/ 0 w 2292"/>
                    <a:gd name="connsiteY0" fmla="*/ 5905 h 5905"/>
                    <a:gd name="connsiteX1" fmla="*/ 0 w 2292"/>
                    <a:gd name="connsiteY1" fmla="*/ 1333 h 5905"/>
                    <a:gd name="connsiteX2" fmla="*/ 1143 w 2292"/>
                    <a:gd name="connsiteY2" fmla="*/ 0 h 5905"/>
                    <a:gd name="connsiteX3" fmla="*/ 2286 w 2292"/>
                    <a:gd name="connsiteY3" fmla="*/ 4381 h 5905"/>
                    <a:gd name="connsiteX4" fmla="*/ 0 w 2292"/>
                    <a:gd name="connsiteY4" fmla="*/ 5905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92" h="5905">
                      <a:moveTo>
                        <a:pt x="0" y="5905"/>
                      </a:moveTo>
                      <a:cubicBezTo>
                        <a:pt x="666" y="3524"/>
                        <a:pt x="0" y="4477"/>
                        <a:pt x="0" y="1333"/>
                      </a:cubicBezTo>
                      <a:cubicBezTo>
                        <a:pt x="571" y="1333"/>
                        <a:pt x="1048" y="1333"/>
                        <a:pt x="1143" y="0"/>
                      </a:cubicBezTo>
                      <a:cubicBezTo>
                        <a:pt x="1428" y="1714"/>
                        <a:pt x="2381" y="1429"/>
                        <a:pt x="2286" y="4381"/>
                      </a:cubicBezTo>
                      <a:cubicBezTo>
                        <a:pt x="1143" y="3715"/>
                        <a:pt x="857" y="5810"/>
                        <a:pt x="0" y="5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2" name="Freeform: Shape 921">
                  <a:extLst>
                    <a:ext uri="{FF2B5EF4-FFF2-40B4-BE49-F238E27FC236}">
                      <a16:creationId xmlns:a16="http://schemas.microsoft.com/office/drawing/2014/main" id="{AE1A631A-3EEF-41C7-BB50-43851F9C6417}"/>
                    </a:ext>
                  </a:extLst>
                </p:cNvPr>
                <p:cNvSpPr/>
                <p:nvPr/>
              </p:nvSpPr>
              <p:spPr>
                <a:xfrm>
                  <a:off x="10785062" y="1421129"/>
                  <a:ext cx="1333" cy="4857"/>
                </a:xfrm>
                <a:custGeom>
                  <a:avLst/>
                  <a:gdLst>
                    <a:gd name="connsiteX0" fmla="*/ 0 w 1333"/>
                    <a:gd name="connsiteY0" fmla="*/ 4858 h 4857"/>
                    <a:gd name="connsiteX1" fmla="*/ 0 w 1333"/>
                    <a:gd name="connsiteY1" fmla="*/ 286 h 4857"/>
                    <a:gd name="connsiteX2" fmla="*/ 1334 w 1333"/>
                    <a:gd name="connsiteY2" fmla="*/ 0 h 4857"/>
                    <a:gd name="connsiteX3" fmla="*/ 0 w 1333"/>
                    <a:gd name="connsiteY3" fmla="*/ 4858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33" h="4857">
                      <a:moveTo>
                        <a:pt x="0" y="4858"/>
                      </a:moveTo>
                      <a:lnTo>
                        <a:pt x="0" y="286"/>
                      </a:lnTo>
                      <a:lnTo>
                        <a:pt x="1334" y="0"/>
                      </a:lnTo>
                      <a:cubicBezTo>
                        <a:pt x="1334" y="2858"/>
                        <a:pt x="857" y="4477"/>
                        <a:pt x="0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3" name="Freeform: Shape 922">
                  <a:extLst>
                    <a:ext uri="{FF2B5EF4-FFF2-40B4-BE49-F238E27FC236}">
                      <a16:creationId xmlns:a16="http://schemas.microsoft.com/office/drawing/2014/main" id="{9AE5A889-1120-4AAE-B31F-605C66AF787F}"/>
                    </a:ext>
                  </a:extLst>
                </p:cNvPr>
                <p:cNvSpPr/>
                <p:nvPr/>
              </p:nvSpPr>
              <p:spPr>
                <a:xfrm>
                  <a:off x="10804778" y="2121598"/>
                  <a:ext cx="4571" cy="5906"/>
                </a:xfrm>
                <a:custGeom>
                  <a:avLst/>
                  <a:gdLst>
                    <a:gd name="connsiteX0" fmla="*/ 0 w 4571"/>
                    <a:gd name="connsiteY0" fmla="*/ 5429 h 5906"/>
                    <a:gd name="connsiteX1" fmla="*/ 4572 w 4571"/>
                    <a:gd name="connsiteY1" fmla="*/ 0 h 5906"/>
                    <a:gd name="connsiteX2" fmla="*/ 4572 w 4571"/>
                    <a:gd name="connsiteY2" fmla="*/ 5715 h 5906"/>
                    <a:gd name="connsiteX3" fmla="*/ 0 w 4571"/>
                    <a:gd name="connsiteY3" fmla="*/ 5429 h 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1" h="5906">
                      <a:moveTo>
                        <a:pt x="0" y="5429"/>
                      </a:moveTo>
                      <a:cubicBezTo>
                        <a:pt x="1238" y="762"/>
                        <a:pt x="3524" y="5620"/>
                        <a:pt x="4572" y="0"/>
                      </a:cubicBezTo>
                      <a:lnTo>
                        <a:pt x="4572" y="5715"/>
                      </a:lnTo>
                      <a:cubicBezTo>
                        <a:pt x="2381" y="5239"/>
                        <a:pt x="1429" y="6572"/>
                        <a:pt x="0" y="5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4" name="Freeform: Shape 923">
                  <a:extLst>
                    <a:ext uri="{FF2B5EF4-FFF2-40B4-BE49-F238E27FC236}">
                      <a16:creationId xmlns:a16="http://schemas.microsoft.com/office/drawing/2014/main" id="{DADB17F4-45B4-40D3-B8AC-F0B399F0E3F1}"/>
                    </a:ext>
                  </a:extLst>
                </p:cNvPr>
                <p:cNvSpPr/>
                <p:nvPr/>
              </p:nvSpPr>
              <p:spPr>
                <a:xfrm>
                  <a:off x="10807446" y="2128361"/>
                  <a:ext cx="4571" cy="6953"/>
                </a:xfrm>
                <a:custGeom>
                  <a:avLst/>
                  <a:gdLst>
                    <a:gd name="connsiteX0" fmla="*/ 0 w 4571"/>
                    <a:gd name="connsiteY0" fmla="*/ 4953 h 6953"/>
                    <a:gd name="connsiteX1" fmla="*/ 1905 w 4571"/>
                    <a:gd name="connsiteY1" fmla="*/ 0 h 6953"/>
                    <a:gd name="connsiteX2" fmla="*/ 4572 w 4571"/>
                    <a:gd name="connsiteY2" fmla="*/ 5144 h 6953"/>
                    <a:gd name="connsiteX3" fmla="*/ 1143 w 4571"/>
                    <a:gd name="connsiteY3" fmla="*/ 6953 h 6953"/>
                    <a:gd name="connsiteX4" fmla="*/ 0 w 4571"/>
                    <a:gd name="connsiteY4" fmla="*/ 4953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71" h="6953">
                      <a:moveTo>
                        <a:pt x="0" y="4953"/>
                      </a:moveTo>
                      <a:cubicBezTo>
                        <a:pt x="191" y="2000"/>
                        <a:pt x="2667" y="5620"/>
                        <a:pt x="1905" y="0"/>
                      </a:cubicBezTo>
                      <a:cubicBezTo>
                        <a:pt x="3334" y="95"/>
                        <a:pt x="3334" y="4572"/>
                        <a:pt x="4572" y="5144"/>
                      </a:cubicBezTo>
                      <a:cubicBezTo>
                        <a:pt x="3906" y="9620"/>
                        <a:pt x="1334" y="381"/>
                        <a:pt x="1143" y="6953"/>
                      </a:cubicBezTo>
                      <a:cubicBezTo>
                        <a:pt x="666" y="6763"/>
                        <a:pt x="571" y="5144"/>
                        <a:pt x="0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5" name="Freeform: Shape 924">
                  <a:extLst>
                    <a:ext uri="{FF2B5EF4-FFF2-40B4-BE49-F238E27FC236}">
                      <a16:creationId xmlns:a16="http://schemas.microsoft.com/office/drawing/2014/main" id="{7269CEDB-A657-4118-9965-88DD95A742A2}"/>
                    </a:ext>
                  </a:extLst>
                </p:cNvPr>
                <p:cNvSpPr/>
                <p:nvPr/>
              </p:nvSpPr>
              <p:spPr>
                <a:xfrm>
                  <a:off x="10823067" y="2085288"/>
                  <a:ext cx="3810" cy="4484"/>
                </a:xfrm>
                <a:custGeom>
                  <a:avLst/>
                  <a:gdLst>
                    <a:gd name="connsiteX0" fmla="*/ 0 w 3810"/>
                    <a:gd name="connsiteY0" fmla="*/ 1544 h 4484"/>
                    <a:gd name="connsiteX1" fmla="*/ 3810 w 3810"/>
                    <a:gd name="connsiteY1" fmla="*/ 3068 h 4484"/>
                    <a:gd name="connsiteX2" fmla="*/ 0 w 3810"/>
                    <a:gd name="connsiteY2" fmla="*/ 1544 h 4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10" h="4484">
                      <a:moveTo>
                        <a:pt x="0" y="1544"/>
                      </a:moveTo>
                      <a:cubicBezTo>
                        <a:pt x="476" y="-3028"/>
                        <a:pt x="2191" y="4115"/>
                        <a:pt x="3810" y="3068"/>
                      </a:cubicBezTo>
                      <a:cubicBezTo>
                        <a:pt x="2095" y="6497"/>
                        <a:pt x="1619" y="2782"/>
                        <a:pt x="0" y="15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6" name="Freeform: Shape 925">
                  <a:extLst>
                    <a:ext uri="{FF2B5EF4-FFF2-40B4-BE49-F238E27FC236}">
                      <a16:creationId xmlns:a16="http://schemas.microsoft.com/office/drawing/2014/main" id="{C7FCE605-F1FF-4A50-A9FA-83C9FCA33191}"/>
                    </a:ext>
                  </a:extLst>
                </p:cNvPr>
                <p:cNvSpPr/>
                <p:nvPr/>
              </p:nvSpPr>
              <p:spPr>
                <a:xfrm>
                  <a:off x="10832496" y="2118074"/>
                  <a:ext cx="1904" cy="5524"/>
                </a:xfrm>
                <a:custGeom>
                  <a:avLst/>
                  <a:gdLst>
                    <a:gd name="connsiteX0" fmla="*/ 0 w 1904"/>
                    <a:gd name="connsiteY0" fmla="*/ 0 h 5524"/>
                    <a:gd name="connsiteX1" fmla="*/ 1905 w 1904"/>
                    <a:gd name="connsiteY1" fmla="*/ 4191 h 5524"/>
                    <a:gd name="connsiteX2" fmla="*/ 762 w 1904"/>
                    <a:gd name="connsiteY2" fmla="*/ 5525 h 5524"/>
                    <a:gd name="connsiteX3" fmla="*/ 0 w 1904"/>
                    <a:gd name="connsiteY3" fmla="*/ 0 h 5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04" h="5524">
                      <a:moveTo>
                        <a:pt x="0" y="0"/>
                      </a:moveTo>
                      <a:cubicBezTo>
                        <a:pt x="952" y="571"/>
                        <a:pt x="1809" y="1143"/>
                        <a:pt x="1905" y="4191"/>
                      </a:cubicBezTo>
                      <a:cubicBezTo>
                        <a:pt x="1334" y="3048"/>
                        <a:pt x="952" y="3143"/>
                        <a:pt x="762" y="5525"/>
                      </a:cubicBezTo>
                      <a:cubicBezTo>
                        <a:pt x="286" y="4763"/>
                        <a:pt x="286" y="2000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7" name="Freeform: Shape 926">
                  <a:extLst>
                    <a:ext uri="{FF2B5EF4-FFF2-40B4-BE49-F238E27FC236}">
                      <a16:creationId xmlns:a16="http://schemas.microsoft.com/office/drawing/2014/main" id="{A0E34B55-4DA1-481B-9DF5-84353EBF81AA}"/>
                    </a:ext>
                  </a:extLst>
                </p:cNvPr>
                <p:cNvSpPr/>
                <p:nvPr/>
              </p:nvSpPr>
              <p:spPr>
                <a:xfrm>
                  <a:off x="10833830" y="2060011"/>
                  <a:ext cx="4095" cy="7008"/>
                </a:xfrm>
                <a:custGeom>
                  <a:avLst/>
                  <a:gdLst>
                    <a:gd name="connsiteX0" fmla="*/ 0 w 4095"/>
                    <a:gd name="connsiteY0" fmla="*/ 3008 h 7008"/>
                    <a:gd name="connsiteX1" fmla="*/ 4095 w 4095"/>
                    <a:gd name="connsiteY1" fmla="*/ 1008 h 7008"/>
                    <a:gd name="connsiteX2" fmla="*/ 2666 w 4095"/>
                    <a:gd name="connsiteY2" fmla="*/ 7009 h 7008"/>
                    <a:gd name="connsiteX3" fmla="*/ 1143 w 4095"/>
                    <a:gd name="connsiteY3" fmla="*/ 3866 h 7008"/>
                    <a:gd name="connsiteX4" fmla="*/ 0 w 4095"/>
                    <a:gd name="connsiteY4" fmla="*/ 3008 h 7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5" h="7008">
                      <a:moveTo>
                        <a:pt x="0" y="3008"/>
                      </a:moveTo>
                      <a:cubicBezTo>
                        <a:pt x="476" y="-2897"/>
                        <a:pt x="3143" y="1865"/>
                        <a:pt x="4095" y="1008"/>
                      </a:cubicBezTo>
                      <a:cubicBezTo>
                        <a:pt x="3904" y="3675"/>
                        <a:pt x="2857" y="4342"/>
                        <a:pt x="2666" y="7009"/>
                      </a:cubicBezTo>
                      <a:cubicBezTo>
                        <a:pt x="2477" y="4913"/>
                        <a:pt x="1905" y="-1944"/>
                        <a:pt x="1143" y="3866"/>
                      </a:cubicBezTo>
                      <a:cubicBezTo>
                        <a:pt x="857" y="3390"/>
                        <a:pt x="476" y="2818"/>
                        <a:pt x="0" y="30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8" name="Freeform: Shape 927">
                  <a:extLst>
                    <a:ext uri="{FF2B5EF4-FFF2-40B4-BE49-F238E27FC236}">
                      <a16:creationId xmlns:a16="http://schemas.microsoft.com/office/drawing/2014/main" id="{127C3DB5-2DB0-4D39-8A0C-93569088B9FB}"/>
                    </a:ext>
                  </a:extLst>
                </p:cNvPr>
                <p:cNvSpPr/>
                <p:nvPr/>
              </p:nvSpPr>
              <p:spPr>
                <a:xfrm>
                  <a:off x="10842790" y="2082831"/>
                  <a:ext cx="1022" cy="7909"/>
                </a:xfrm>
                <a:custGeom>
                  <a:avLst/>
                  <a:gdLst>
                    <a:gd name="connsiteX0" fmla="*/ 374 w 1022"/>
                    <a:gd name="connsiteY0" fmla="*/ 0 h 7909"/>
                    <a:gd name="connsiteX1" fmla="*/ 850 w 1022"/>
                    <a:gd name="connsiteY1" fmla="*/ 7906 h 7909"/>
                    <a:gd name="connsiteX2" fmla="*/ 374 w 1022"/>
                    <a:gd name="connsiteY2" fmla="*/ 0 h 7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22" h="7909">
                      <a:moveTo>
                        <a:pt x="374" y="0"/>
                      </a:moveTo>
                      <a:cubicBezTo>
                        <a:pt x="1613" y="1810"/>
                        <a:pt x="660" y="3429"/>
                        <a:pt x="850" y="7906"/>
                      </a:cubicBezTo>
                      <a:cubicBezTo>
                        <a:pt x="-293" y="8096"/>
                        <a:pt x="-102" y="1619"/>
                        <a:pt x="37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9" name="Freeform: Shape 928">
                  <a:extLst>
                    <a:ext uri="{FF2B5EF4-FFF2-40B4-BE49-F238E27FC236}">
                      <a16:creationId xmlns:a16="http://schemas.microsoft.com/office/drawing/2014/main" id="{A63BB533-65D3-46AA-8CA5-B5A6A0C12833}"/>
                    </a:ext>
                  </a:extLst>
                </p:cNvPr>
                <p:cNvSpPr/>
                <p:nvPr/>
              </p:nvSpPr>
              <p:spPr>
                <a:xfrm>
                  <a:off x="10852406" y="2085553"/>
                  <a:ext cx="1822" cy="5469"/>
                </a:xfrm>
                <a:custGeom>
                  <a:avLst/>
                  <a:gdLst>
                    <a:gd name="connsiteX0" fmla="*/ 1807 w 1822"/>
                    <a:gd name="connsiteY0" fmla="*/ 707 h 5469"/>
                    <a:gd name="connsiteX1" fmla="*/ 758 w 1822"/>
                    <a:gd name="connsiteY1" fmla="*/ 5469 h 5469"/>
                    <a:gd name="connsiteX2" fmla="*/ 1807 w 1822"/>
                    <a:gd name="connsiteY2" fmla="*/ 707 h 54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22" h="5469">
                      <a:moveTo>
                        <a:pt x="1807" y="707"/>
                      </a:moveTo>
                      <a:cubicBezTo>
                        <a:pt x="1997" y="3660"/>
                        <a:pt x="378" y="1945"/>
                        <a:pt x="758" y="5469"/>
                      </a:cubicBezTo>
                      <a:cubicBezTo>
                        <a:pt x="-1146" y="4517"/>
                        <a:pt x="1044" y="-2151"/>
                        <a:pt x="1807" y="7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0" name="Freeform: Shape 929">
                  <a:extLst>
                    <a:ext uri="{FF2B5EF4-FFF2-40B4-BE49-F238E27FC236}">
                      <a16:creationId xmlns:a16="http://schemas.microsoft.com/office/drawing/2014/main" id="{C0CD1AB3-1FFD-46DB-8FEE-8F4DE3DD82A1}"/>
                    </a:ext>
                  </a:extLst>
                </p:cNvPr>
                <p:cNvSpPr/>
                <p:nvPr/>
              </p:nvSpPr>
              <p:spPr>
                <a:xfrm>
                  <a:off x="10865536" y="2094822"/>
                  <a:ext cx="3268" cy="12679"/>
                </a:xfrm>
                <a:custGeom>
                  <a:avLst/>
                  <a:gdLst>
                    <a:gd name="connsiteX0" fmla="*/ 964 w 3268"/>
                    <a:gd name="connsiteY0" fmla="*/ 297 h 12679"/>
                    <a:gd name="connsiteX1" fmla="*/ 3250 w 3268"/>
                    <a:gd name="connsiteY1" fmla="*/ 3250 h 12679"/>
                    <a:gd name="connsiteX2" fmla="*/ 2966 w 3268"/>
                    <a:gd name="connsiteY2" fmla="*/ 9060 h 12679"/>
                    <a:gd name="connsiteX3" fmla="*/ 1917 w 3268"/>
                    <a:gd name="connsiteY3" fmla="*/ 12679 h 12679"/>
                    <a:gd name="connsiteX4" fmla="*/ 12 w 3268"/>
                    <a:gd name="connsiteY4" fmla="*/ 10774 h 12679"/>
                    <a:gd name="connsiteX5" fmla="*/ 964 w 3268"/>
                    <a:gd name="connsiteY5" fmla="*/ 297 h 12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68" h="12679">
                      <a:moveTo>
                        <a:pt x="964" y="297"/>
                      </a:moveTo>
                      <a:cubicBezTo>
                        <a:pt x="2107" y="11"/>
                        <a:pt x="3441" y="-941"/>
                        <a:pt x="3250" y="3250"/>
                      </a:cubicBezTo>
                      <a:cubicBezTo>
                        <a:pt x="1346" y="4012"/>
                        <a:pt x="2679" y="6488"/>
                        <a:pt x="2966" y="9060"/>
                      </a:cubicBezTo>
                      <a:cubicBezTo>
                        <a:pt x="2012" y="11917"/>
                        <a:pt x="1155" y="7155"/>
                        <a:pt x="1917" y="12679"/>
                      </a:cubicBezTo>
                      <a:cubicBezTo>
                        <a:pt x="1155" y="12298"/>
                        <a:pt x="964" y="10393"/>
                        <a:pt x="12" y="10774"/>
                      </a:cubicBezTo>
                      <a:cubicBezTo>
                        <a:pt x="-83" y="7441"/>
                        <a:pt x="394" y="4583"/>
                        <a:pt x="964" y="29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1" name="Freeform: Shape 930">
                  <a:extLst>
                    <a:ext uri="{FF2B5EF4-FFF2-40B4-BE49-F238E27FC236}">
                      <a16:creationId xmlns:a16="http://schemas.microsoft.com/office/drawing/2014/main" id="{08037DAA-C4C1-4205-9461-563B0A888683}"/>
                    </a:ext>
                  </a:extLst>
                </p:cNvPr>
                <p:cNvSpPr/>
                <p:nvPr/>
              </p:nvSpPr>
              <p:spPr>
                <a:xfrm>
                  <a:off x="10868369" y="2108644"/>
                  <a:ext cx="1464" cy="7810"/>
                </a:xfrm>
                <a:custGeom>
                  <a:avLst/>
                  <a:gdLst>
                    <a:gd name="connsiteX0" fmla="*/ 417 w 1464"/>
                    <a:gd name="connsiteY0" fmla="*/ 7811 h 7810"/>
                    <a:gd name="connsiteX1" fmla="*/ 1465 w 1464"/>
                    <a:gd name="connsiteY1" fmla="*/ 762 h 7810"/>
                    <a:gd name="connsiteX2" fmla="*/ 417 w 1464"/>
                    <a:gd name="connsiteY2" fmla="*/ 7811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64" h="7810">
                      <a:moveTo>
                        <a:pt x="417" y="7811"/>
                      </a:moveTo>
                      <a:cubicBezTo>
                        <a:pt x="-631" y="6001"/>
                        <a:pt x="512" y="-2572"/>
                        <a:pt x="1465" y="762"/>
                      </a:cubicBezTo>
                      <a:cubicBezTo>
                        <a:pt x="1465" y="4191"/>
                        <a:pt x="132" y="3715"/>
                        <a:pt x="417" y="78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2" name="Freeform: Shape 931">
                  <a:extLst>
                    <a:ext uri="{FF2B5EF4-FFF2-40B4-BE49-F238E27FC236}">
                      <a16:creationId xmlns:a16="http://schemas.microsoft.com/office/drawing/2014/main" id="{D85409EC-D1C9-4DC0-9C15-BBBB281C973A}"/>
                    </a:ext>
                  </a:extLst>
                </p:cNvPr>
                <p:cNvSpPr/>
                <p:nvPr/>
              </p:nvSpPr>
              <p:spPr>
                <a:xfrm>
                  <a:off x="10879820" y="2158460"/>
                  <a:ext cx="2015" cy="4786"/>
                </a:xfrm>
                <a:custGeom>
                  <a:avLst/>
                  <a:gdLst>
                    <a:gd name="connsiteX0" fmla="*/ 16 w 2015"/>
                    <a:gd name="connsiteY0" fmla="*/ 286 h 4786"/>
                    <a:gd name="connsiteX1" fmla="*/ 1158 w 2015"/>
                    <a:gd name="connsiteY1" fmla="*/ 0 h 4786"/>
                    <a:gd name="connsiteX2" fmla="*/ 2015 w 2015"/>
                    <a:gd name="connsiteY2" fmla="*/ 3238 h 4786"/>
                    <a:gd name="connsiteX3" fmla="*/ 16 w 2015"/>
                    <a:gd name="connsiteY3" fmla="*/ 286 h 4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15" h="4786">
                      <a:moveTo>
                        <a:pt x="16" y="286"/>
                      </a:moveTo>
                      <a:lnTo>
                        <a:pt x="1158" y="0"/>
                      </a:lnTo>
                      <a:cubicBezTo>
                        <a:pt x="1063" y="2286"/>
                        <a:pt x="1349" y="3524"/>
                        <a:pt x="2015" y="3238"/>
                      </a:cubicBezTo>
                      <a:cubicBezTo>
                        <a:pt x="1444" y="6763"/>
                        <a:pt x="-175" y="3620"/>
                        <a:pt x="16" y="28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3" name="Freeform: Shape 932">
                  <a:extLst>
                    <a:ext uri="{FF2B5EF4-FFF2-40B4-BE49-F238E27FC236}">
                      <a16:creationId xmlns:a16="http://schemas.microsoft.com/office/drawing/2014/main" id="{B4ED718B-B512-4230-8FB8-51C6A11621A0}"/>
                    </a:ext>
                  </a:extLst>
                </p:cNvPr>
                <p:cNvSpPr/>
                <p:nvPr/>
              </p:nvSpPr>
              <p:spPr>
                <a:xfrm>
                  <a:off x="10878026" y="2034767"/>
                  <a:ext cx="4095" cy="3208"/>
                </a:xfrm>
                <a:custGeom>
                  <a:avLst/>
                  <a:gdLst>
                    <a:gd name="connsiteX0" fmla="*/ 0 w 4095"/>
                    <a:gd name="connsiteY0" fmla="*/ 1868 h 3208"/>
                    <a:gd name="connsiteX1" fmla="*/ 4095 w 4095"/>
                    <a:gd name="connsiteY1" fmla="*/ 1011 h 3208"/>
                    <a:gd name="connsiteX2" fmla="*/ 0 w 4095"/>
                    <a:gd name="connsiteY2" fmla="*/ 1868 h 3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5" h="3208">
                      <a:moveTo>
                        <a:pt x="0" y="1868"/>
                      </a:moveTo>
                      <a:cubicBezTo>
                        <a:pt x="380" y="344"/>
                        <a:pt x="3143" y="-989"/>
                        <a:pt x="4095" y="1011"/>
                      </a:cubicBezTo>
                      <a:cubicBezTo>
                        <a:pt x="3143" y="5011"/>
                        <a:pt x="1523" y="2440"/>
                        <a:pt x="0" y="18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4" name="Freeform: Shape 933">
                  <a:extLst>
                    <a:ext uri="{FF2B5EF4-FFF2-40B4-BE49-F238E27FC236}">
                      <a16:creationId xmlns:a16="http://schemas.microsoft.com/office/drawing/2014/main" id="{66ED4373-460C-45C2-88AC-2955337E687A}"/>
                    </a:ext>
                  </a:extLst>
                </p:cNvPr>
                <p:cNvSpPr/>
                <p:nvPr/>
              </p:nvSpPr>
              <p:spPr>
                <a:xfrm>
                  <a:off x="10881455" y="2143505"/>
                  <a:ext cx="2381" cy="6381"/>
                </a:xfrm>
                <a:custGeom>
                  <a:avLst/>
                  <a:gdLst>
                    <a:gd name="connsiteX0" fmla="*/ 0 w 2381"/>
                    <a:gd name="connsiteY0" fmla="*/ 0 h 6381"/>
                    <a:gd name="connsiteX1" fmla="*/ 2381 w 2381"/>
                    <a:gd name="connsiteY1" fmla="*/ 6382 h 6381"/>
                    <a:gd name="connsiteX2" fmla="*/ 0 w 2381"/>
                    <a:gd name="connsiteY2" fmla="*/ 0 h 6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6381">
                      <a:moveTo>
                        <a:pt x="0" y="0"/>
                      </a:moveTo>
                      <a:cubicBezTo>
                        <a:pt x="1238" y="667"/>
                        <a:pt x="2191" y="2191"/>
                        <a:pt x="2381" y="6382"/>
                      </a:cubicBezTo>
                      <a:cubicBezTo>
                        <a:pt x="1714" y="4191"/>
                        <a:pt x="0" y="5048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5" name="Freeform: Shape 934">
                  <a:extLst>
                    <a:ext uri="{FF2B5EF4-FFF2-40B4-BE49-F238E27FC236}">
                      <a16:creationId xmlns:a16="http://schemas.microsoft.com/office/drawing/2014/main" id="{7814BF90-6AC5-48DD-A3C2-139EF7DE498F}"/>
                    </a:ext>
                  </a:extLst>
                </p:cNvPr>
                <p:cNvSpPr/>
                <p:nvPr/>
              </p:nvSpPr>
              <p:spPr>
                <a:xfrm>
                  <a:off x="10875708" y="1446145"/>
                  <a:ext cx="2715" cy="5083"/>
                </a:xfrm>
                <a:custGeom>
                  <a:avLst/>
                  <a:gdLst>
                    <a:gd name="connsiteX0" fmla="*/ 2127 w 2715"/>
                    <a:gd name="connsiteY0" fmla="*/ 3560 h 5083"/>
                    <a:gd name="connsiteX1" fmla="*/ 412 w 2715"/>
                    <a:gd name="connsiteY1" fmla="*/ 5084 h 5083"/>
                    <a:gd name="connsiteX2" fmla="*/ 2698 w 2715"/>
                    <a:gd name="connsiteY2" fmla="*/ 1083 h 5083"/>
                    <a:gd name="connsiteX3" fmla="*/ 1746 w 2715"/>
                    <a:gd name="connsiteY3" fmla="*/ 4798 h 5083"/>
                    <a:gd name="connsiteX4" fmla="*/ 2127 w 2715"/>
                    <a:gd name="connsiteY4" fmla="*/ 3560 h 5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15" h="5083">
                      <a:moveTo>
                        <a:pt x="2127" y="3560"/>
                      </a:moveTo>
                      <a:cubicBezTo>
                        <a:pt x="2127" y="3655"/>
                        <a:pt x="32" y="1750"/>
                        <a:pt x="412" y="5084"/>
                      </a:cubicBezTo>
                      <a:cubicBezTo>
                        <a:pt x="-1112" y="1274"/>
                        <a:pt x="2032" y="-1679"/>
                        <a:pt x="2698" y="1083"/>
                      </a:cubicBezTo>
                      <a:cubicBezTo>
                        <a:pt x="2794" y="3560"/>
                        <a:pt x="2508" y="4798"/>
                        <a:pt x="1746" y="4798"/>
                      </a:cubicBezTo>
                      <a:cubicBezTo>
                        <a:pt x="1746" y="3750"/>
                        <a:pt x="1937" y="3655"/>
                        <a:pt x="2127" y="35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6" name="Freeform: Shape 935">
                  <a:extLst>
                    <a:ext uri="{FF2B5EF4-FFF2-40B4-BE49-F238E27FC236}">
                      <a16:creationId xmlns:a16="http://schemas.microsoft.com/office/drawing/2014/main" id="{D47FDE42-4BC7-4772-983D-80105FF01C04}"/>
                    </a:ext>
                  </a:extLst>
                </p:cNvPr>
                <p:cNvSpPr/>
                <p:nvPr/>
              </p:nvSpPr>
              <p:spPr>
                <a:xfrm>
                  <a:off x="10891265" y="2085975"/>
                  <a:ext cx="12859" cy="21145"/>
                </a:xfrm>
                <a:custGeom>
                  <a:avLst/>
                  <a:gdLst>
                    <a:gd name="connsiteX0" fmla="*/ 0 w 12859"/>
                    <a:gd name="connsiteY0" fmla="*/ 8572 h 21145"/>
                    <a:gd name="connsiteX1" fmla="*/ 2858 w 12859"/>
                    <a:gd name="connsiteY1" fmla="*/ 0 h 21145"/>
                    <a:gd name="connsiteX2" fmla="*/ 7239 w 12859"/>
                    <a:gd name="connsiteY2" fmla="*/ 9334 h 21145"/>
                    <a:gd name="connsiteX3" fmla="*/ 5144 w 12859"/>
                    <a:gd name="connsiteY3" fmla="*/ 1714 h 21145"/>
                    <a:gd name="connsiteX4" fmla="*/ 7525 w 12859"/>
                    <a:gd name="connsiteY4" fmla="*/ 8096 h 21145"/>
                    <a:gd name="connsiteX5" fmla="*/ 12860 w 12859"/>
                    <a:gd name="connsiteY5" fmla="*/ 9239 h 21145"/>
                    <a:gd name="connsiteX6" fmla="*/ 9906 w 12859"/>
                    <a:gd name="connsiteY6" fmla="*/ 12192 h 21145"/>
                    <a:gd name="connsiteX7" fmla="*/ 10859 w 12859"/>
                    <a:gd name="connsiteY7" fmla="*/ 21146 h 21145"/>
                    <a:gd name="connsiteX8" fmla="*/ 7620 w 12859"/>
                    <a:gd name="connsiteY8" fmla="*/ 11525 h 21145"/>
                    <a:gd name="connsiteX9" fmla="*/ 6191 w 12859"/>
                    <a:gd name="connsiteY9" fmla="*/ 17526 h 21145"/>
                    <a:gd name="connsiteX10" fmla="*/ 2667 w 12859"/>
                    <a:gd name="connsiteY10" fmla="*/ 12573 h 21145"/>
                    <a:gd name="connsiteX11" fmla="*/ 3715 w 12859"/>
                    <a:gd name="connsiteY11" fmla="*/ 7811 h 21145"/>
                    <a:gd name="connsiteX12" fmla="*/ 0 w 12859"/>
                    <a:gd name="connsiteY12" fmla="*/ 8572 h 21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859" h="21145">
                      <a:moveTo>
                        <a:pt x="0" y="8572"/>
                      </a:moveTo>
                      <a:cubicBezTo>
                        <a:pt x="381" y="2476"/>
                        <a:pt x="3430" y="9239"/>
                        <a:pt x="2858" y="0"/>
                      </a:cubicBezTo>
                      <a:cubicBezTo>
                        <a:pt x="4382" y="2858"/>
                        <a:pt x="5239" y="8001"/>
                        <a:pt x="7239" y="9334"/>
                      </a:cubicBezTo>
                      <a:cubicBezTo>
                        <a:pt x="7525" y="3524"/>
                        <a:pt x="5239" y="6477"/>
                        <a:pt x="5144" y="1714"/>
                      </a:cubicBezTo>
                      <a:cubicBezTo>
                        <a:pt x="6668" y="1524"/>
                        <a:pt x="7716" y="2572"/>
                        <a:pt x="7525" y="8096"/>
                      </a:cubicBezTo>
                      <a:cubicBezTo>
                        <a:pt x="10192" y="7811"/>
                        <a:pt x="11335" y="7049"/>
                        <a:pt x="12860" y="9239"/>
                      </a:cubicBezTo>
                      <a:cubicBezTo>
                        <a:pt x="11812" y="13621"/>
                        <a:pt x="11335" y="8001"/>
                        <a:pt x="9906" y="12192"/>
                      </a:cubicBezTo>
                      <a:cubicBezTo>
                        <a:pt x="10192" y="17431"/>
                        <a:pt x="11431" y="15335"/>
                        <a:pt x="10859" y="21146"/>
                      </a:cubicBezTo>
                      <a:cubicBezTo>
                        <a:pt x="9431" y="19241"/>
                        <a:pt x="9811" y="10954"/>
                        <a:pt x="7620" y="11525"/>
                      </a:cubicBezTo>
                      <a:cubicBezTo>
                        <a:pt x="6382" y="12954"/>
                        <a:pt x="7811" y="16002"/>
                        <a:pt x="6191" y="17526"/>
                      </a:cubicBezTo>
                      <a:cubicBezTo>
                        <a:pt x="4858" y="16383"/>
                        <a:pt x="3810" y="14383"/>
                        <a:pt x="2667" y="12573"/>
                      </a:cubicBezTo>
                      <a:cubicBezTo>
                        <a:pt x="2763" y="10192"/>
                        <a:pt x="3620" y="10096"/>
                        <a:pt x="3715" y="7811"/>
                      </a:cubicBezTo>
                      <a:cubicBezTo>
                        <a:pt x="2858" y="4763"/>
                        <a:pt x="1524" y="9906"/>
                        <a:pt x="0" y="8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7" name="Freeform: Shape 936">
                  <a:extLst>
                    <a:ext uri="{FF2B5EF4-FFF2-40B4-BE49-F238E27FC236}">
                      <a16:creationId xmlns:a16="http://schemas.microsoft.com/office/drawing/2014/main" id="{0A19F803-0F37-4FA7-ACD6-B55F1F253178}"/>
                    </a:ext>
                  </a:extLst>
                </p:cNvPr>
                <p:cNvSpPr/>
                <p:nvPr/>
              </p:nvSpPr>
              <p:spPr>
                <a:xfrm>
                  <a:off x="10881169" y="1530941"/>
                  <a:ext cx="2095" cy="5702"/>
                </a:xfrm>
                <a:custGeom>
                  <a:avLst/>
                  <a:gdLst>
                    <a:gd name="connsiteX0" fmla="*/ 0 w 2095"/>
                    <a:gd name="connsiteY0" fmla="*/ 3822 h 5702"/>
                    <a:gd name="connsiteX1" fmla="*/ 666 w 2095"/>
                    <a:gd name="connsiteY1" fmla="*/ 203 h 5702"/>
                    <a:gd name="connsiteX2" fmla="*/ 2095 w 2095"/>
                    <a:gd name="connsiteY2" fmla="*/ 3346 h 5702"/>
                    <a:gd name="connsiteX3" fmla="*/ 0 w 2095"/>
                    <a:gd name="connsiteY3" fmla="*/ 3822 h 5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5" h="5702">
                      <a:moveTo>
                        <a:pt x="0" y="3822"/>
                      </a:moveTo>
                      <a:cubicBezTo>
                        <a:pt x="286" y="2870"/>
                        <a:pt x="191" y="679"/>
                        <a:pt x="666" y="203"/>
                      </a:cubicBezTo>
                      <a:cubicBezTo>
                        <a:pt x="1715" y="-1035"/>
                        <a:pt x="1238" y="3822"/>
                        <a:pt x="2095" y="3346"/>
                      </a:cubicBezTo>
                      <a:cubicBezTo>
                        <a:pt x="1905" y="7442"/>
                        <a:pt x="477" y="5251"/>
                        <a:pt x="0" y="38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8" name="Freeform: Shape 937">
                  <a:extLst>
                    <a:ext uri="{FF2B5EF4-FFF2-40B4-BE49-F238E27FC236}">
                      <a16:creationId xmlns:a16="http://schemas.microsoft.com/office/drawing/2014/main" id="{2258681C-F167-4354-B46D-678FF3B0D8BE}"/>
                    </a:ext>
                  </a:extLst>
                </p:cNvPr>
                <p:cNvSpPr/>
                <p:nvPr/>
              </p:nvSpPr>
              <p:spPr>
                <a:xfrm>
                  <a:off x="10903063" y="2055018"/>
                  <a:ext cx="5442" cy="9549"/>
                </a:xfrm>
                <a:custGeom>
                  <a:avLst/>
                  <a:gdLst>
                    <a:gd name="connsiteX0" fmla="*/ 489 w 5442"/>
                    <a:gd name="connsiteY0" fmla="*/ 9526 h 9549"/>
                    <a:gd name="connsiteX1" fmla="*/ 14 w 5442"/>
                    <a:gd name="connsiteY1" fmla="*/ 3906 h 9549"/>
                    <a:gd name="connsiteX2" fmla="*/ 2204 w 5442"/>
                    <a:gd name="connsiteY2" fmla="*/ 1 h 9549"/>
                    <a:gd name="connsiteX3" fmla="*/ 5442 w 5442"/>
                    <a:gd name="connsiteY3" fmla="*/ 8478 h 9549"/>
                    <a:gd name="connsiteX4" fmla="*/ 489 w 5442"/>
                    <a:gd name="connsiteY4" fmla="*/ 9526 h 9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42" h="9549">
                      <a:moveTo>
                        <a:pt x="489" y="9526"/>
                      </a:moveTo>
                      <a:cubicBezTo>
                        <a:pt x="-368" y="9907"/>
                        <a:pt x="203" y="5525"/>
                        <a:pt x="14" y="3906"/>
                      </a:cubicBezTo>
                      <a:cubicBezTo>
                        <a:pt x="1728" y="9431"/>
                        <a:pt x="394" y="-94"/>
                        <a:pt x="2204" y="1"/>
                      </a:cubicBezTo>
                      <a:cubicBezTo>
                        <a:pt x="680" y="7525"/>
                        <a:pt x="5252" y="2953"/>
                        <a:pt x="5442" y="8478"/>
                      </a:cubicBezTo>
                      <a:cubicBezTo>
                        <a:pt x="3918" y="9431"/>
                        <a:pt x="1537" y="2477"/>
                        <a:pt x="489" y="95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9" name="Freeform: Shape 938">
                  <a:extLst>
                    <a:ext uri="{FF2B5EF4-FFF2-40B4-BE49-F238E27FC236}">
                      <a16:creationId xmlns:a16="http://schemas.microsoft.com/office/drawing/2014/main" id="{A615BF31-7179-409C-81E3-11613B07555A}"/>
                    </a:ext>
                  </a:extLst>
                </p:cNvPr>
                <p:cNvSpPr/>
                <p:nvPr/>
              </p:nvSpPr>
              <p:spPr>
                <a:xfrm>
                  <a:off x="10905172" y="2066258"/>
                  <a:ext cx="1893" cy="9240"/>
                </a:xfrm>
                <a:custGeom>
                  <a:avLst/>
                  <a:gdLst>
                    <a:gd name="connsiteX0" fmla="*/ 666 w 1893"/>
                    <a:gd name="connsiteY0" fmla="*/ 0 h 9240"/>
                    <a:gd name="connsiteX1" fmla="*/ 476 w 1893"/>
                    <a:gd name="connsiteY1" fmla="*/ 9239 h 9240"/>
                    <a:gd name="connsiteX2" fmla="*/ 0 w 1893"/>
                    <a:gd name="connsiteY2" fmla="*/ 7049 h 9240"/>
                    <a:gd name="connsiteX3" fmla="*/ 666 w 1893"/>
                    <a:gd name="connsiteY3" fmla="*/ 0 h 9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3" h="9240">
                      <a:moveTo>
                        <a:pt x="666" y="0"/>
                      </a:moveTo>
                      <a:cubicBezTo>
                        <a:pt x="2286" y="381"/>
                        <a:pt x="2381" y="9335"/>
                        <a:pt x="476" y="9239"/>
                      </a:cubicBezTo>
                      <a:cubicBezTo>
                        <a:pt x="476" y="7906"/>
                        <a:pt x="380" y="7239"/>
                        <a:pt x="0" y="7049"/>
                      </a:cubicBezTo>
                      <a:cubicBezTo>
                        <a:pt x="952" y="3143"/>
                        <a:pt x="1143" y="7430"/>
                        <a:pt x="66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0" name="Freeform: Shape 939">
                  <a:extLst>
                    <a:ext uri="{FF2B5EF4-FFF2-40B4-BE49-F238E27FC236}">
                      <a16:creationId xmlns:a16="http://schemas.microsoft.com/office/drawing/2014/main" id="{25E9346D-5164-4C67-8C5D-FAEE84C18E8F}"/>
                    </a:ext>
                  </a:extLst>
                </p:cNvPr>
                <p:cNvSpPr/>
                <p:nvPr/>
              </p:nvSpPr>
              <p:spPr>
                <a:xfrm>
                  <a:off x="10908030" y="2074830"/>
                  <a:ext cx="1904" cy="11151"/>
                </a:xfrm>
                <a:custGeom>
                  <a:avLst/>
                  <a:gdLst>
                    <a:gd name="connsiteX0" fmla="*/ 94 w 1904"/>
                    <a:gd name="connsiteY0" fmla="*/ 10477 h 11151"/>
                    <a:gd name="connsiteX1" fmla="*/ 953 w 1904"/>
                    <a:gd name="connsiteY1" fmla="*/ 0 h 11151"/>
                    <a:gd name="connsiteX2" fmla="*/ 1905 w 1904"/>
                    <a:gd name="connsiteY2" fmla="*/ 10096 h 11151"/>
                    <a:gd name="connsiteX3" fmla="*/ 1142 w 1904"/>
                    <a:gd name="connsiteY3" fmla="*/ 9144 h 11151"/>
                    <a:gd name="connsiteX4" fmla="*/ 94 w 1904"/>
                    <a:gd name="connsiteY4" fmla="*/ 10477 h 11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4" h="11151">
                      <a:moveTo>
                        <a:pt x="94" y="10477"/>
                      </a:moveTo>
                      <a:cubicBezTo>
                        <a:pt x="-190" y="5525"/>
                        <a:pt x="190" y="2096"/>
                        <a:pt x="953" y="0"/>
                      </a:cubicBezTo>
                      <a:cubicBezTo>
                        <a:pt x="1619" y="1429"/>
                        <a:pt x="857" y="7525"/>
                        <a:pt x="1905" y="10096"/>
                      </a:cubicBezTo>
                      <a:cubicBezTo>
                        <a:pt x="1714" y="12097"/>
                        <a:pt x="1048" y="10954"/>
                        <a:pt x="1142" y="9144"/>
                      </a:cubicBezTo>
                      <a:cubicBezTo>
                        <a:pt x="953" y="9716"/>
                        <a:pt x="667" y="10382"/>
                        <a:pt x="94" y="104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1" name="Freeform: Shape 940">
                  <a:extLst>
                    <a:ext uri="{FF2B5EF4-FFF2-40B4-BE49-F238E27FC236}">
                      <a16:creationId xmlns:a16="http://schemas.microsoft.com/office/drawing/2014/main" id="{C664199D-6607-4882-8451-9C84B6597695}"/>
                    </a:ext>
                  </a:extLst>
                </p:cNvPr>
                <p:cNvSpPr/>
                <p:nvPr/>
              </p:nvSpPr>
              <p:spPr>
                <a:xfrm>
                  <a:off x="10896956" y="1500434"/>
                  <a:ext cx="2216" cy="5467"/>
                </a:xfrm>
                <a:custGeom>
                  <a:avLst/>
                  <a:gdLst>
                    <a:gd name="connsiteX0" fmla="*/ 25 w 2216"/>
                    <a:gd name="connsiteY0" fmla="*/ 5468 h 5467"/>
                    <a:gd name="connsiteX1" fmla="*/ 310 w 2216"/>
                    <a:gd name="connsiteY1" fmla="*/ 4230 h 5467"/>
                    <a:gd name="connsiteX2" fmla="*/ 1930 w 2216"/>
                    <a:gd name="connsiteY2" fmla="*/ 420 h 5467"/>
                    <a:gd name="connsiteX3" fmla="*/ 978 w 2216"/>
                    <a:gd name="connsiteY3" fmla="*/ 5182 h 5467"/>
                    <a:gd name="connsiteX4" fmla="*/ 25 w 2216"/>
                    <a:gd name="connsiteY4" fmla="*/ 5468 h 5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16" h="5467">
                      <a:moveTo>
                        <a:pt x="25" y="5468"/>
                      </a:moveTo>
                      <a:cubicBezTo>
                        <a:pt x="-70" y="4515"/>
                        <a:pt x="121" y="4325"/>
                        <a:pt x="310" y="4230"/>
                      </a:cubicBezTo>
                      <a:cubicBezTo>
                        <a:pt x="692" y="1086"/>
                        <a:pt x="25" y="-914"/>
                        <a:pt x="1930" y="420"/>
                      </a:cubicBezTo>
                      <a:cubicBezTo>
                        <a:pt x="3168" y="2229"/>
                        <a:pt x="-70" y="324"/>
                        <a:pt x="978" y="5182"/>
                      </a:cubicBezTo>
                      <a:lnTo>
                        <a:pt x="25" y="5468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2" name="Freeform: Shape 941">
                  <a:extLst>
                    <a:ext uri="{FF2B5EF4-FFF2-40B4-BE49-F238E27FC236}">
                      <a16:creationId xmlns:a16="http://schemas.microsoft.com/office/drawing/2014/main" id="{9BA8DD99-8CFD-444A-9014-214C702AEE08}"/>
                    </a:ext>
                  </a:extLst>
                </p:cNvPr>
                <p:cNvSpPr/>
                <p:nvPr/>
              </p:nvSpPr>
              <p:spPr>
                <a:xfrm>
                  <a:off x="10897452" y="1507788"/>
                  <a:ext cx="1243" cy="4645"/>
                </a:xfrm>
                <a:custGeom>
                  <a:avLst/>
                  <a:gdLst>
                    <a:gd name="connsiteX0" fmla="*/ 1243 w 1243"/>
                    <a:gd name="connsiteY0" fmla="*/ 19 h 4645"/>
                    <a:gd name="connsiteX1" fmla="*/ 957 w 1243"/>
                    <a:gd name="connsiteY1" fmla="*/ 4591 h 4645"/>
                    <a:gd name="connsiteX2" fmla="*/ 1243 w 1243"/>
                    <a:gd name="connsiteY2" fmla="*/ 19 h 4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43" h="4645">
                      <a:moveTo>
                        <a:pt x="1243" y="19"/>
                      </a:moveTo>
                      <a:cubicBezTo>
                        <a:pt x="957" y="1066"/>
                        <a:pt x="957" y="2686"/>
                        <a:pt x="957" y="4591"/>
                      </a:cubicBezTo>
                      <a:cubicBezTo>
                        <a:pt x="-661" y="5257"/>
                        <a:pt x="5" y="-362"/>
                        <a:pt x="1243" y="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3" name="Freeform: Shape 942">
                  <a:extLst>
                    <a:ext uri="{FF2B5EF4-FFF2-40B4-BE49-F238E27FC236}">
                      <a16:creationId xmlns:a16="http://schemas.microsoft.com/office/drawing/2014/main" id="{85B56609-EBEA-47A4-AAFC-5D49C5E93793}"/>
                    </a:ext>
                  </a:extLst>
                </p:cNvPr>
                <p:cNvSpPr/>
                <p:nvPr/>
              </p:nvSpPr>
              <p:spPr>
                <a:xfrm>
                  <a:off x="10912491" y="2092356"/>
                  <a:ext cx="2088" cy="4191"/>
                </a:xfrm>
                <a:custGeom>
                  <a:avLst/>
                  <a:gdLst>
                    <a:gd name="connsiteX0" fmla="*/ 16 w 2088"/>
                    <a:gd name="connsiteY0" fmla="*/ 0 h 4191"/>
                    <a:gd name="connsiteX1" fmla="*/ 2015 w 2088"/>
                    <a:gd name="connsiteY1" fmla="*/ 4191 h 4191"/>
                    <a:gd name="connsiteX2" fmla="*/ 16 w 2088"/>
                    <a:gd name="connsiteY2" fmla="*/ 0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88" h="4191">
                      <a:moveTo>
                        <a:pt x="16" y="0"/>
                      </a:moveTo>
                      <a:cubicBezTo>
                        <a:pt x="491" y="2000"/>
                        <a:pt x="2492" y="-1143"/>
                        <a:pt x="2015" y="4191"/>
                      </a:cubicBezTo>
                      <a:cubicBezTo>
                        <a:pt x="1443" y="2572"/>
                        <a:pt x="-175" y="4286"/>
                        <a:pt x="1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Freeform: Shape 943">
                  <a:extLst>
                    <a:ext uri="{FF2B5EF4-FFF2-40B4-BE49-F238E27FC236}">
                      <a16:creationId xmlns:a16="http://schemas.microsoft.com/office/drawing/2014/main" id="{5F75E3A0-5854-4D28-B696-10EE574E381A}"/>
                    </a:ext>
                  </a:extLst>
                </p:cNvPr>
                <p:cNvSpPr/>
                <p:nvPr/>
              </p:nvSpPr>
              <p:spPr>
                <a:xfrm>
                  <a:off x="10899742" y="1449225"/>
                  <a:ext cx="1715" cy="3166"/>
                </a:xfrm>
                <a:custGeom>
                  <a:avLst/>
                  <a:gdLst>
                    <a:gd name="connsiteX0" fmla="*/ 0 w 1715"/>
                    <a:gd name="connsiteY0" fmla="*/ 2194 h 3166"/>
                    <a:gd name="connsiteX1" fmla="*/ 1715 w 1715"/>
                    <a:gd name="connsiteY1" fmla="*/ 670 h 3166"/>
                    <a:gd name="connsiteX2" fmla="*/ 0 w 1715"/>
                    <a:gd name="connsiteY2" fmla="*/ 2194 h 3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15" h="3166">
                      <a:moveTo>
                        <a:pt x="0" y="2194"/>
                      </a:moveTo>
                      <a:cubicBezTo>
                        <a:pt x="191" y="-1425"/>
                        <a:pt x="858" y="480"/>
                        <a:pt x="1715" y="670"/>
                      </a:cubicBezTo>
                      <a:cubicBezTo>
                        <a:pt x="1620" y="3623"/>
                        <a:pt x="477" y="3718"/>
                        <a:pt x="0" y="21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5" name="Freeform: Shape 944">
                  <a:extLst>
                    <a:ext uri="{FF2B5EF4-FFF2-40B4-BE49-F238E27FC236}">
                      <a16:creationId xmlns:a16="http://schemas.microsoft.com/office/drawing/2014/main" id="{D902D4E0-D040-47BF-8BEF-D6A592B84832}"/>
                    </a:ext>
                  </a:extLst>
                </p:cNvPr>
                <p:cNvSpPr/>
                <p:nvPr/>
              </p:nvSpPr>
              <p:spPr>
                <a:xfrm>
                  <a:off x="10901081" y="1449800"/>
                  <a:ext cx="1960" cy="6745"/>
                </a:xfrm>
                <a:custGeom>
                  <a:avLst/>
                  <a:gdLst>
                    <a:gd name="connsiteX0" fmla="*/ 662 w 1960"/>
                    <a:gd name="connsiteY0" fmla="*/ 0 h 6745"/>
                    <a:gd name="connsiteX1" fmla="*/ 1805 w 1960"/>
                    <a:gd name="connsiteY1" fmla="*/ 6572 h 6745"/>
                    <a:gd name="connsiteX2" fmla="*/ 90 w 1960"/>
                    <a:gd name="connsiteY2" fmla="*/ 4667 h 6745"/>
                    <a:gd name="connsiteX3" fmla="*/ 662 w 1960"/>
                    <a:gd name="connsiteY3" fmla="*/ 0 h 6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0" h="6745">
                      <a:moveTo>
                        <a:pt x="662" y="0"/>
                      </a:moveTo>
                      <a:cubicBezTo>
                        <a:pt x="1233" y="1429"/>
                        <a:pt x="2376" y="4286"/>
                        <a:pt x="1805" y="6572"/>
                      </a:cubicBezTo>
                      <a:cubicBezTo>
                        <a:pt x="757" y="7715"/>
                        <a:pt x="1328" y="2762"/>
                        <a:pt x="90" y="4667"/>
                      </a:cubicBezTo>
                      <a:cubicBezTo>
                        <a:pt x="-291" y="1715"/>
                        <a:pt x="662" y="2286"/>
                        <a:pt x="66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6" name="Freeform: Shape 945">
                  <a:extLst>
                    <a:ext uri="{FF2B5EF4-FFF2-40B4-BE49-F238E27FC236}">
                      <a16:creationId xmlns:a16="http://schemas.microsoft.com/office/drawing/2014/main" id="{519D4CBC-C2C2-45F1-B61C-974545E593F1}"/>
                    </a:ext>
                  </a:extLst>
                </p:cNvPr>
                <p:cNvSpPr/>
                <p:nvPr/>
              </p:nvSpPr>
              <p:spPr>
                <a:xfrm>
                  <a:off x="10916888" y="2040540"/>
                  <a:ext cx="2667" cy="10864"/>
                </a:xfrm>
                <a:custGeom>
                  <a:avLst/>
                  <a:gdLst>
                    <a:gd name="connsiteX0" fmla="*/ 0 w 2667"/>
                    <a:gd name="connsiteY0" fmla="*/ 10763 h 10864"/>
                    <a:gd name="connsiteX1" fmla="*/ 1238 w 2667"/>
                    <a:gd name="connsiteY1" fmla="*/ 191 h 10864"/>
                    <a:gd name="connsiteX2" fmla="*/ 2000 w 2667"/>
                    <a:gd name="connsiteY2" fmla="*/ 0 h 10864"/>
                    <a:gd name="connsiteX3" fmla="*/ 2667 w 2667"/>
                    <a:gd name="connsiteY3" fmla="*/ 10192 h 10864"/>
                    <a:gd name="connsiteX4" fmla="*/ 1429 w 2667"/>
                    <a:gd name="connsiteY4" fmla="*/ 5906 h 10864"/>
                    <a:gd name="connsiteX5" fmla="*/ 0 w 2667"/>
                    <a:gd name="connsiteY5" fmla="*/ 10763 h 10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7" h="10864">
                      <a:moveTo>
                        <a:pt x="0" y="10763"/>
                      </a:moveTo>
                      <a:cubicBezTo>
                        <a:pt x="571" y="6382"/>
                        <a:pt x="1238" y="3429"/>
                        <a:pt x="1238" y="191"/>
                      </a:cubicBezTo>
                      <a:cubicBezTo>
                        <a:pt x="1620" y="857"/>
                        <a:pt x="1905" y="1429"/>
                        <a:pt x="2000" y="0"/>
                      </a:cubicBezTo>
                      <a:cubicBezTo>
                        <a:pt x="2286" y="3143"/>
                        <a:pt x="1715" y="4858"/>
                        <a:pt x="2667" y="10192"/>
                      </a:cubicBezTo>
                      <a:cubicBezTo>
                        <a:pt x="1524" y="11430"/>
                        <a:pt x="2095" y="6572"/>
                        <a:pt x="1429" y="5906"/>
                      </a:cubicBezTo>
                      <a:cubicBezTo>
                        <a:pt x="666" y="6763"/>
                        <a:pt x="1429" y="11621"/>
                        <a:pt x="0" y="10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: Shape 946">
                  <a:extLst>
                    <a:ext uri="{FF2B5EF4-FFF2-40B4-BE49-F238E27FC236}">
                      <a16:creationId xmlns:a16="http://schemas.microsoft.com/office/drawing/2014/main" id="{22C6A0CC-1AD9-42CC-9F00-5CE081174522}"/>
                    </a:ext>
                  </a:extLst>
                </p:cNvPr>
                <p:cNvSpPr/>
                <p:nvPr/>
              </p:nvSpPr>
              <p:spPr>
                <a:xfrm>
                  <a:off x="10918998" y="2027554"/>
                  <a:ext cx="1890" cy="4889"/>
                </a:xfrm>
                <a:custGeom>
                  <a:avLst/>
                  <a:gdLst>
                    <a:gd name="connsiteX0" fmla="*/ 80 w 1890"/>
                    <a:gd name="connsiteY0" fmla="*/ 4890 h 4889"/>
                    <a:gd name="connsiteX1" fmla="*/ 1509 w 1890"/>
                    <a:gd name="connsiteY1" fmla="*/ 32 h 4889"/>
                    <a:gd name="connsiteX2" fmla="*/ 1891 w 1890"/>
                    <a:gd name="connsiteY2" fmla="*/ 2223 h 4889"/>
                    <a:gd name="connsiteX3" fmla="*/ 80 w 1890"/>
                    <a:gd name="connsiteY3" fmla="*/ 4890 h 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0" h="4889">
                      <a:moveTo>
                        <a:pt x="80" y="4890"/>
                      </a:moveTo>
                      <a:cubicBezTo>
                        <a:pt x="-206" y="1366"/>
                        <a:pt x="271" y="-254"/>
                        <a:pt x="1509" y="32"/>
                      </a:cubicBezTo>
                      <a:cubicBezTo>
                        <a:pt x="1509" y="1366"/>
                        <a:pt x="1605" y="2032"/>
                        <a:pt x="1891" y="2223"/>
                      </a:cubicBezTo>
                      <a:cubicBezTo>
                        <a:pt x="1605" y="4033"/>
                        <a:pt x="1033" y="4890"/>
                        <a:pt x="80" y="48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8" name="Freeform: Shape 947">
                  <a:extLst>
                    <a:ext uri="{FF2B5EF4-FFF2-40B4-BE49-F238E27FC236}">
                      <a16:creationId xmlns:a16="http://schemas.microsoft.com/office/drawing/2014/main" id="{B0A29DFB-4C1F-4D12-A734-D370990F7478}"/>
                    </a:ext>
                  </a:extLst>
                </p:cNvPr>
                <p:cNvSpPr/>
                <p:nvPr/>
              </p:nvSpPr>
              <p:spPr>
                <a:xfrm>
                  <a:off x="10910696" y="1533143"/>
                  <a:ext cx="2400" cy="5202"/>
                </a:xfrm>
                <a:custGeom>
                  <a:avLst/>
                  <a:gdLst>
                    <a:gd name="connsiteX0" fmla="*/ 0 w 2400"/>
                    <a:gd name="connsiteY0" fmla="*/ 5048 h 5202"/>
                    <a:gd name="connsiteX1" fmla="*/ 2000 w 2400"/>
                    <a:gd name="connsiteY1" fmla="*/ 0 h 5202"/>
                    <a:gd name="connsiteX2" fmla="*/ 0 w 2400"/>
                    <a:gd name="connsiteY2" fmla="*/ 5048 h 52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00" h="5202">
                      <a:moveTo>
                        <a:pt x="0" y="5048"/>
                      </a:moveTo>
                      <a:cubicBezTo>
                        <a:pt x="286" y="-95"/>
                        <a:pt x="1715" y="4763"/>
                        <a:pt x="2000" y="0"/>
                      </a:cubicBezTo>
                      <a:cubicBezTo>
                        <a:pt x="3238" y="3048"/>
                        <a:pt x="1334" y="5906"/>
                        <a:pt x="0" y="5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9" name="Freeform: Shape 948">
                  <a:extLst>
                    <a:ext uri="{FF2B5EF4-FFF2-40B4-BE49-F238E27FC236}">
                      <a16:creationId xmlns:a16="http://schemas.microsoft.com/office/drawing/2014/main" id="{612F683F-A4B0-4A19-B1AF-F6F69D33C224}"/>
                    </a:ext>
                  </a:extLst>
                </p:cNvPr>
                <p:cNvSpPr/>
                <p:nvPr/>
              </p:nvSpPr>
              <p:spPr>
                <a:xfrm>
                  <a:off x="10927312" y="2218562"/>
                  <a:ext cx="1410" cy="5335"/>
                </a:xfrm>
                <a:custGeom>
                  <a:avLst/>
                  <a:gdLst>
                    <a:gd name="connsiteX0" fmla="*/ 53 w 1410"/>
                    <a:gd name="connsiteY0" fmla="*/ 4667 h 5335"/>
                    <a:gd name="connsiteX1" fmla="*/ 339 w 1410"/>
                    <a:gd name="connsiteY1" fmla="*/ 0 h 5335"/>
                    <a:gd name="connsiteX2" fmla="*/ 53 w 1410"/>
                    <a:gd name="connsiteY2" fmla="*/ 4667 h 5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10" h="5335">
                      <a:moveTo>
                        <a:pt x="53" y="4667"/>
                      </a:moveTo>
                      <a:cubicBezTo>
                        <a:pt x="-138" y="2286"/>
                        <a:pt x="243" y="1619"/>
                        <a:pt x="339" y="0"/>
                      </a:cubicBezTo>
                      <a:cubicBezTo>
                        <a:pt x="1672" y="1238"/>
                        <a:pt x="1958" y="7334"/>
                        <a:pt x="53" y="4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0" name="Freeform: Shape 949">
                  <a:extLst>
                    <a:ext uri="{FF2B5EF4-FFF2-40B4-BE49-F238E27FC236}">
                      <a16:creationId xmlns:a16="http://schemas.microsoft.com/office/drawing/2014/main" id="{13AC7B05-540B-44B8-BF66-140E86BE4946}"/>
                    </a:ext>
                  </a:extLst>
                </p:cNvPr>
                <p:cNvSpPr/>
                <p:nvPr/>
              </p:nvSpPr>
              <p:spPr>
                <a:xfrm>
                  <a:off x="10927746" y="2225420"/>
                  <a:ext cx="1238" cy="5724"/>
                </a:xfrm>
                <a:custGeom>
                  <a:avLst/>
                  <a:gdLst>
                    <a:gd name="connsiteX0" fmla="*/ 191 w 1238"/>
                    <a:gd name="connsiteY0" fmla="*/ 5715 h 5724"/>
                    <a:gd name="connsiteX1" fmla="*/ 0 w 1238"/>
                    <a:gd name="connsiteY1" fmla="*/ 0 h 5724"/>
                    <a:gd name="connsiteX2" fmla="*/ 1238 w 1238"/>
                    <a:gd name="connsiteY2" fmla="*/ 857 h 5724"/>
                    <a:gd name="connsiteX3" fmla="*/ 191 w 1238"/>
                    <a:gd name="connsiteY3" fmla="*/ 5715 h 5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38" h="5724">
                      <a:moveTo>
                        <a:pt x="191" y="5715"/>
                      </a:moveTo>
                      <a:lnTo>
                        <a:pt x="0" y="0"/>
                      </a:lnTo>
                      <a:cubicBezTo>
                        <a:pt x="286" y="571"/>
                        <a:pt x="666" y="1048"/>
                        <a:pt x="1238" y="857"/>
                      </a:cubicBezTo>
                      <a:cubicBezTo>
                        <a:pt x="1143" y="3143"/>
                        <a:pt x="1238" y="5905"/>
                        <a:pt x="191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1" name="Freeform: Shape 950">
                  <a:extLst>
                    <a:ext uri="{FF2B5EF4-FFF2-40B4-BE49-F238E27FC236}">
                      <a16:creationId xmlns:a16="http://schemas.microsoft.com/office/drawing/2014/main" id="{8579735F-5AB1-4723-98F6-932721717E00}"/>
                    </a:ext>
                  </a:extLst>
                </p:cNvPr>
                <p:cNvSpPr/>
                <p:nvPr/>
              </p:nvSpPr>
              <p:spPr>
                <a:xfrm>
                  <a:off x="10928663" y="2241031"/>
                  <a:ext cx="2131" cy="7662"/>
                </a:xfrm>
                <a:custGeom>
                  <a:avLst/>
                  <a:gdLst>
                    <a:gd name="connsiteX0" fmla="*/ 131 w 2131"/>
                    <a:gd name="connsiteY0" fmla="*/ 6011 h 7662"/>
                    <a:gd name="connsiteX1" fmla="*/ 798 w 2131"/>
                    <a:gd name="connsiteY1" fmla="*/ 106 h 7662"/>
                    <a:gd name="connsiteX2" fmla="*/ 893 w 2131"/>
                    <a:gd name="connsiteY2" fmla="*/ 3535 h 7662"/>
                    <a:gd name="connsiteX3" fmla="*/ 2131 w 2131"/>
                    <a:gd name="connsiteY3" fmla="*/ 5535 h 7662"/>
                    <a:gd name="connsiteX4" fmla="*/ 131 w 2131"/>
                    <a:gd name="connsiteY4" fmla="*/ 6011 h 7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31" h="7662">
                      <a:moveTo>
                        <a:pt x="131" y="6011"/>
                      </a:moveTo>
                      <a:cubicBezTo>
                        <a:pt x="227" y="3820"/>
                        <a:pt x="-535" y="-751"/>
                        <a:pt x="798" y="106"/>
                      </a:cubicBezTo>
                      <a:lnTo>
                        <a:pt x="893" y="3535"/>
                      </a:lnTo>
                      <a:cubicBezTo>
                        <a:pt x="988" y="5154"/>
                        <a:pt x="2036" y="3725"/>
                        <a:pt x="2131" y="5535"/>
                      </a:cubicBezTo>
                      <a:cubicBezTo>
                        <a:pt x="2131" y="11060"/>
                        <a:pt x="1370" y="3820"/>
                        <a:pt x="131" y="60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2" name="Freeform: Shape 951">
                  <a:extLst>
                    <a:ext uri="{FF2B5EF4-FFF2-40B4-BE49-F238E27FC236}">
                      <a16:creationId xmlns:a16="http://schemas.microsoft.com/office/drawing/2014/main" id="{C2200E07-1558-4D83-8BCE-1A988D513B7F}"/>
                    </a:ext>
                  </a:extLst>
                </p:cNvPr>
                <p:cNvSpPr/>
                <p:nvPr/>
              </p:nvSpPr>
              <p:spPr>
                <a:xfrm>
                  <a:off x="10919840" y="1509941"/>
                  <a:ext cx="4096" cy="3104"/>
                </a:xfrm>
                <a:custGeom>
                  <a:avLst/>
                  <a:gdLst>
                    <a:gd name="connsiteX0" fmla="*/ 0 w 4096"/>
                    <a:gd name="connsiteY0" fmla="*/ 3104 h 3104"/>
                    <a:gd name="connsiteX1" fmla="*/ 4096 w 4096"/>
                    <a:gd name="connsiteY1" fmla="*/ 2152 h 3104"/>
                    <a:gd name="connsiteX2" fmla="*/ 0 w 4096"/>
                    <a:gd name="connsiteY2" fmla="*/ 3104 h 3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96" h="3104">
                      <a:moveTo>
                        <a:pt x="0" y="3104"/>
                      </a:moveTo>
                      <a:cubicBezTo>
                        <a:pt x="191" y="628"/>
                        <a:pt x="3335" y="-1944"/>
                        <a:pt x="4096" y="2152"/>
                      </a:cubicBezTo>
                      <a:cubicBezTo>
                        <a:pt x="2381" y="1580"/>
                        <a:pt x="2096" y="2819"/>
                        <a:pt x="0" y="310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3" name="Freeform: Shape 952">
                  <a:extLst>
                    <a:ext uri="{FF2B5EF4-FFF2-40B4-BE49-F238E27FC236}">
                      <a16:creationId xmlns:a16="http://schemas.microsoft.com/office/drawing/2014/main" id="{F2746352-E356-409C-B2BB-44D1C0DADEBF}"/>
                    </a:ext>
                  </a:extLst>
                </p:cNvPr>
                <p:cNvSpPr/>
                <p:nvPr/>
              </p:nvSpPr>
              <p:spPr>
                <a:xfrm>
                  <a:off x="10923459" y="1517682"/>
                  <a:ext cx="2762" cy="3078"/>
                </a:xfrm>
                <a:custGeom>
                  <a:avLst/>
                  <a:gdLst>
                    <a:gd name="connsiteX0" fmla="*/ 0 w 2762"/>
                    <a:gd name="connsiteY0" fmla="*/ 2603 h 3078"/>
                    <a:gd name="connsiteX1" fmla="*/ 2763 w 2762"/>
                    <a:gd name="connsiteY1" fmla="*/ 3079 h 3078"/>
                    <a:gd name="connsiteX2" fmla="*/ 0 w 2762"/>
                    <a:gd name="connsiteY2" fmla="*/ 2603 h 3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2" h="3078">
                      <a:moveTo>
                        <a:pt x="0" y="2603"/>
                      </a:moveTo>
                      <a:cubicBezTo>
                        <a:pt x="95" y="-1303"/>
                        <a:pt x="2763" y="-541"/>
                        <a:pt x="2763" y="3079"/>
                      </a:cubicBezTo>
                      <a:cubicBezTo>
                        <a:pt x="1906" y="2507"/>
                        <a:pt x="1143" y="1745"/>
                        <a:pt x="0" y="26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4" name="Freeform: Shape 953">
                  <a:extLst>
                    <a:ext uri="{FF2B5EF4-FFF2-40B4-BE49-F238E27FC236}">
                      <a16:creationId xmlns:a16="http://schemas.microsoft.com/office/drawing/2014/main" id="{9ECD6F03-61E7-46E8-8332-D4E580E4DC1F}"/>
                    </a:ext>
                  </a:extLst>
                </p:cNvPr>
                <p:cNvSpPr/>
                <p:nvPr/>
              </p:nvSpPr>
              <p:spPr>
                <a:xfrm>
                  <a:off x="10931080" y="1600581"/>
                  <a:ext cx="3428" cy="6095"/>
                </a:xfrm>
                <a:custGeom>
                  <a:avLst/>
                  <a:gdLst>
                    <a:gd name="connsiteX0" fmla="*/ 3429 w 3428"/>
                    <a:gd name="connsiteY0" fmla="*/ 1905 h 6095"/>
                    <a:gd name="connsiteX1" fmla="*/ 0 w 3428"/>
                    <a:gd name="connsiteY1" fmla="*/ 6096 h 6095"/>
                    <a:gd name="connsiteX2" fmla="*/ 1620 w 3428"/>
                    <a:gd name="connsiteY2" fmla="*/ 0 h 6095"/>
                    <a:gd name="connsiteX3" fmla="*/ 3429 w 3428"/>
                    <a:gd name="connsiteY3" fmla="*/ 1905 h 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8" h="6095">
                      <a:moveTo>
                        <a:pt x="3429" y="1905"/>
                      </a:moveTo>
                      <a:cubicBezTo>
                        <a:pt x="2191" y="5144"/>
                        <a:pt x="1620" y="5239"/>
                        <a:pt x="0" y="6096"/>
                      </a:cubicBezTo>
                      <a:cubicBezTo>
                        <a:pt x="286" y="3238"/>
                        <a:pt x="1905" y="4381"/>
                        <a:pt x="1620" y="0"/>
                      </a:cubicBezTo>
                      <a:cubicBezTo>
                        <a:pt x="2095" y="1048"/>
                        <a:pt x="2953" y="857"/>
                        <a:pt x="3429" y="1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5" name="Freeform: Shape 954">
                  <a:extLst>
                    <a:ext uri="{FF2B5EF4-FFF2-40B4-BE49-F238E27FC236}">
                      <a16:creationId xmlns:a16="http://schemas.microsoft.com/office/drawing/2014/main" id="{EE8EFB82-EDF5-4791-A497-2B5C65BAF163}"/>
                    </a:ext>
                  </a:extLst>
                </p:cNvPr>
                <p:cNvSpPr/>
                <p:nvPr/>
              </p:nvSpPr>
              <p:spPr>
                <a:xfrm>
                  <a:off x="10929080" y="1423406"/>
                  <a:ext cx="2303" cy="3724"/>
                </a:xfrm>
                <a:custGeom>
                  <a:avLst/>
                  <a:gdLst>
                    <a:gd name="connsiteX0" fmla="*/ 0 w 2303"/>
                    <a:gd name="connsiteY0" fmla="*/ 3724 h 3724"/>
                    <a:gd name="connsiteX1" fmla="*/ 2286 w 2303"/>
                    <a:gd name="connsiteY1" fmla="*/ 867 h 3724"/>
                    <a:gd name="connsiteX2" fmla="*/ 0 w 2303"/>
                    <a:gd name="connsiteY2" fmla="*/ 3724 h 3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03" h="3724">
                      <a:moveTo>
                        <a:pt x="0" y="3724"/>
                      </a:moveTo>
                      <a:cubicBezTo>
                        <a:pt x="95" y="1534"/>
                        <a:pt x="1809" y="-1514"/>
                        <a:pt x="2286" y="867"/>
                      </a:cubicBezTo>
                      <a:cubicBezTo>
                        <a:pt x="2477" y="4486"/>
                        <a:pt x="1048" y="1438"/>
                        <a:pt x="0" y="37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6" name="Freeform: Shape 955">
                  <a:extLst>
                    <a:ext uri="{FF2B5EF4-FFF2-40B4-BE49-F238E27FC236}">
                      <a16:creationId xmlns:a16="http://schemas.microsoft.com/office/drawing/2014/main" id="{10678347-C8B2-4850-AD07-4D0F8E16BA69}"/>
                    </a:ext>
                  </a:extLst>
                </p:cNvPr>
                <p:cNvSpPr/>
                <p:nvPr/>
              </p:nvSpPr>
              <p:spPr>
                <a:xfrm>
                  <a:off x="10946987" y="2036054"/>
                  <a:ext cx="5714" cy="29918"/>
                </a:xfrm>
                <a:custGeom>
                  <a:avLst/>
                  <a:gdLst>
                    <a:gd name="connsiteX0" fmla="*/ 3429 w 5714"/>
                    <a:gd name="connsiteY0" fmla="*/ 21727 h 29918"/>
                    <a:gd name="connsiteX1" fmla="*/ 5715 w 5714"/>
                    <a:gd name="connsiteY1" fmla="*/ 22394 h 29918"/>
                    <a:gd name="connsiteX2" fmla="*/ 2857 w 5714"/>
                    <a:gd name="connsiteY2" fmla="*/ 29918 h 29918"/>
                    <a:gd name="connsiteX3" fmla="*/ 0 w 5714"/>
                    <a:gd name="connsiteY3" fmla="*/ 11059 h 29918"/>
                    <a:gd name="connsiteX4" fmla="*/ 1619 w 5714"/>
                    <a:gd name="connsiteY4" fmla="*/ 15345 h 29918"/>
                    <a:gd name="connsiteX5" fmla="*/ 762 w 5714"/>
                    <a:gd name="connsiteY5" fmla="*/ 10964 h 29918"/>
                    <a:gd name="connsiteX6" fmla="*/ 2381 w 5714"/>
                    <a:gd name="connsiteY6" fmla="*/ 12964 h 29918"/>
                    <a:gd name="connsiteX7" fmla="*/ 3524 w 5714"/>
                    <a:gd name="connsiteY7" fmla="*/ 105 h 29918"/>
                    <a:gd name="connsiteX8" fmla="*/ 5524 w 5714"/>
                    <a:gd name="connsiteY8" fmla="*/ 3153 h 29918"/>
                    <a:gd name="connsiteX9" fmla="*/ 4095 w 5714"/>
                    <a:gd name="connsiteY9" fmla="*/ 5725 h 29918"/>
                    <a:gd name="connsiteX10" fmla="*/ 4953 w 5714"/>
                    <a:gd name="connsiteY10" fmla="*/ 10107 h 29918"/>
                    <a:gd name="connsiteX11" fmla="*/ 3524 w 5714"/>
                    <a:gd name="connsiteY11" fmla="*/ 13821 h 29918"/>
                    <a:gd name="connsiteX12" fmla="*/ 3429 w 5714"/>
                    <a:gd name="connsiteY12" fmla="*/ 21727 h 299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714" h="29918">
                      <a:moveTo>
                        <a:pt x="3429" y="21727"/>
                      </a:moveTo>
                      <a:cubicBezTo>
                        <a:pt x="3809" y="22775"/>
                        <a:pt x="4381" y="22299"/>
                        <a:pt x="5715" y="22394"/>
                      </a:cubicBezTo>
                      <a:cubicBezTo>
                        <a:pt x="4572" y="24394"/>
                        <a:pt x="3334" y="26108"/>
                        <a:pt x="2857" y="29918"/>
                      </a:cubicBezTo>
                      <a:cubicBezTo>
                        <a:pt x="3715" y="19822"/>
                        <a:pt x="0" y="19155"/>
                        <a:pt x="0" y="11059"/>
                      </a:cubicBezTo>
                      <a:cubicBezTo>
                        <a:pt x="666" y="11916"/>
                        <a:pt x="762" y="15155"/>
                        <a:pt x="1619" y="15345"/>
                      </a:cubicBezTo>
                      <a:cubicBezTo>
                        <a:pt x="2572" y="14107"/>
                        <a:pt x="1143" y="11249"/>
                        <a:pt x="762" y="10964"/>
                      </a:cubicBezTo>
                      <a:cubicBezTo>
                        <a:pt x="857" y="8392"/>
                        <a:pt x="2952" y="8963"/>
                        <a:pt x="2381" y="12964"/>
                      </a:cubicBezTo>
                      <a:cubicBezTo>
                        <a:pt x="3334" y="8392"/>
                        <a:pt x="3809" y="5439"/>
                        <a:pt x="3524" y="105"/>
                      </a:cubicBezTo>
                      <a:cubicBezTo>
                        <a:pt x="4667" y="-657"/>
                        <a:pt x="4572" y="2963"/>
                        <a:pt x="5524" y="3153"/>
                      </a:cubicBezTo>
                      <a:cubicBezTo>
                        <a:pt x="5333" y="4772"/>
                        <a:pt x="4763" y="5439"/>
                        <a:pt x="4095" y="5725"/>
                      </a:cubicBezTo>
                      <a:cubicBezTo>
                        <a:pt x="3715" y="9535"/>
                        <a:pt x="5333" y="6296"/>
                        <a:pt x="4953" y="10107"/>
                      </a:cubicBezTo>
                      <a:cubicBezTo>
                        <a:pt x="4476" y="11345"/>
                        <a:pt x="4286" y="13345"/>
                        <a:pt x="3524" y="13821"/>
                      </a:cubicBezTo>
                      <a:cubicBezTo>
                        <a:pt x="3524" y="17060"/>
                        <a:pt x="4763" y="20298"/>
                        <a:pt x="3429" y="2172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7" name="Freeform: Shape 956">
                  <a:extLst>
                    <a:ext uri="{FF2B5EF4-FFF2-40B4-BE49-F238E27FC236}">
                      <a16:creationId xmlns:a16="http://schemas.microsoft.com/office/drawing/2014/main" id="{79238489-E470-405B-8ACC-DBAE3EAD773A}"/>
                    </a:ext>
                  </a:extLst>
                </p:cNvPr>
                <p:cNvSpPr/>
                <p:nvPr/>
              </p:nvSpPr>
              <p:spPr>
                <a:xfrm>
                  <a:off x="10947178" y="2034630"/>
                  <a:ext cx="2190" cy="3148"/>
                </a:xfrm>
                <a:custGeom>
                  <a:avLst/>
                  <a:gdLst>
                    <a:gd name="connsiteX0" fmla="*/ 0 w 2190"/>
                    <a:gd name="connsiteY0" fmla="*/ 3148 h 3148"/>
                    <a:gd name="connsiteX1" fmla="*/ 2191 w 2190"/>
                    <a:gd name="connsiteY1" fmla="*/ 1529 h 3148"/>
                    <a:gd name="connsiteX2" fmla="*/ 0 w 2190"/>
                    <a:gd name="connsiteY2" fmla="*/ 3148 h 31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90" h="3148">
                      <a:moveTo>
                        <a:pt x="0" y="3148"/>
                      </a:moveTo>
                      <a:cubicBezTo>
                        <a:pt x="94" y="-1043"/>
                        <a:pt x="1619" y="-471"/>
                        <a:pt x="2191" y="1529"/>
                      </a:cubicBezTo>
                      <a:cubicBezTo>
                        <a:pt x="1619" y="3625"/>
                        <a:pt x="1237" y="1529"/>
                        <a:pt x="0" y="31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8" name="Freeform: Shape 957">
                  <a:extLst>
                    <a:ext uri="{FF2B5EF4-FFF2-40B4-BE49-F238E27FC236}">
                      <a16:creationId xmlns:a16="http://schemas.microsoft.com/office/drawing/2014/main" id="{AC7731A1-7F32-407A-83C6-1DF543156B37}"/>
                    </a:ext>
                  </a:extLst>
                </p:cNvPr>
                <p:cNvSpPr/>
                <p:nvPr/>
              </p:nvSpPr>
              <p:spPr>
                <a:xfrm>
                  <a:off x="10933938" y="1546193"/>
                  <a:ext cx="5905" cy="7048"/>
                </a:xfrm>
                <a:custGeom>
                  <a:avLst/>
                  <a:gdLst>
                    <a:gd name="connsiteX0" fmla="*/ 0 w 5905"/>
                    <a:gd name="connsiteY0" fmla="*/ 7048 h 7048"/>
                    <a:gd name="connsiteX1" fmla="*/ 5333 w 5905"/>
                    <a:gd name="connsiteY1" fmla="*/ 0 h 7048"/>
                    <a:gd name="connsiteX2" fmla="*/ 5905 w 5905"/>
                    <a:gd name="connsiteY2" fmla="*/ 6763 h 7048"/>
                    <a:gd name="connsiteX3" fmla="*/ 0 w 5905"/>
                    <a:gd name="connsiteY3" fmla="*/ 7048 h 7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905" h="7048">
                      <a:moveTo>
                        <a:pt x="0" y="7048"/>
                      </a:moveTo>
                      <a:cubicBezTo>
                        <a:pt x="571" y="-667"/>
                        <a:pt x="4286" y="4477"/>
                        <a:pt x="5333" y="0"/>
                      </a:cubicBezTo>
                      <a:cubicBezTo>
                        <a:pt x="5810" y="1238"/>
                        <a:pt x="5810" y="3905"/>
                        <a:pt x="5905" y="6763"/>
                      </a:cubicBezTo>
                      <a:cubicBezTo>
                        <a:pt x="4000" y="7906"/>
                        <a:pt x="1809" y="5048"/>
                        <a:pt x="0" y="7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59" name="Freeform: Shape 958">
                  <a:extLst>
                    <a:ext uri="{FF2B5EF4-FFF2-40B4-BE49-F238E27FC236}">
                      <a16:creationId xmlns:a16="http://schemas.microsoft.com/office/drawing/2014/main" id="{8AE69A45-1F5A-4DAD-B204-881BDA5881B5}"/>
                    </a:ext>
                  </a:extLst>
                </p:cNvPr>
                <p:cNvSpPr/>
                <p:nvPr/>
              </p:nvSpPr>
              <p:spPr>
                <a:xfrm>
                  <a:off x="10942700" y="1853660"/>
                  <a:ext cx="1781" cy="4860"/>
                </a:xfrm>
                <a:custGeom>
                  <a:avLst/>
                  <a:gdLst>
                    <a:gd name="connsiteX0" fmla="*/ 0 w 1781"/>
                    <a:gd name="connsiteY0" fmla="*/ 2667 h 4860"/>
                    <a:gd name="connsiteX1" fmla="*/ 1715 w 1781"/>
                    <a:gd name="connsiteY1" fmla="*/ 0 h 4860"/>
                    <a:gd name="connsiteX2" fmla="*/ 763 w 1781"/>
                    <a:gd name="connsiteY2" fmla="*/ 4858 h 4860"/>
                    <a:gd name="connsiteX3" fmla="*/ 0 w 1781"/>
                    <a:gd name="connsiteY3" fmla="*/ 2667 h 4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81" h="4860">
                      <a:moveTo>
                        <a:pt x="0" y="2667"/>
                      </a:moveTo>
                      <a:cubicBezTo>
                        <a:pt x="286" y="953"/>
                        <a:pt x="1143" y="762"/>
                        <a:pt x="1715" y="0"/>
                      </a:cubicBezTo>
                      <a:cubicBezTo>
                        <a:pt x="1906" y="2953"/>
                        <a:pt x="1715" y="4953"/>
                        <a:pt x="763" y="4858"/>
                      </a:cubicBezTo>
                      <a:cubicBezTo>
                        <a:pt x="858" y="2858"/>
                        <a:pt x="477" y="2762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0" name="Freeform: Shape 959">
                  <a:extLst>
                    <a:ext uri="{FF2B5EF4-FFF2-40B4-BE49-F238E27FC236}">
                      <a16:creationId xmlns:a16="http://schemas.microsoft.com/office/drawing/2014/main" id="{2BBCEDD1-17DB-4C72-AB3A-BA98C61B8647}"/>
                    </a:ext>
                  </a:extLst>
                </p:cNvPr>
                <p:cNvSpPr/>
                <p:nvPr/>
              </p:nvSpPr>
              <p:spPr>
                <a:xfrm>
                  <a:off x="10937081" y="1642194"/>
                  <a:ext cx="2907" cy="6308"/>
                </a:xfrm>
                <a:custGeom>
                  <a:avLst/>
                  <a:gdLst>
                    <a:gd name="connsiteX0" fmla="*/ 0 w 2907"/>
                    <a:gd name="connsiteY0" fmla="*/ 4393 h 6308"/>
                    <a:gd name="connsiteX1" fmla="*/ 2763 w 2907"/>
                    <a:gd name="connsiteY1" fmla="*/ 297 h 6308"/>
                    <a:gd name="connsiteX2" fmla="*/ 2191 w 2907"/>
                    <a:gd name="connsiteY2" fmla="*/ 6202 h 6308"/>
                    <a:gd name="connsiteX3" fmla="*/ 2095 w 2907"/>
                    <a:gd name="connsiteY3" fmla="*/ 1630 h 6308"/>
                    <a:gd name="connsiteX4" fmla="*/ 0 w 2907"/>
                    <a:gd name="connsiteY4" fmla="*/ 4393 h 6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07" h="6308">
                      <a:moveTo>
                        <a:pt x="0" y="4393"/>
                      </a:moveTo>
                      <a:cubicBezTo>
                        <a:pt x="381" y="678"/>
                        <a:pt x="1715" y="-656"/>
                        <a:pt x="2763" y="297"/>
                      </a:cubicBezTo>
                      <a:cubicBezTo>
                        <a:pt x="2667" y="2488"/>
                        <a:pt x="3429" y="7060"/>
                        <a:pt x="2191" y="6202"/>
                      </a:cubicBezTo>
                      <a:cubicBezTo>
                        <a:pt x="2095" y="3059"/>
                        <a:pt x="2667" y="3726"/>
                        <a:pt x="2095" y="1630"/>
                      </a:cubicBezTo>
                      <a:cubicBezTo>
                        <a:pt x="1429" y="2773"/>
                        <a:pt x="1238" y="5059"/>
                        <a:pt x="0" y="43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1" name="Freeform: Shape 960">
                  <a:extLst>
                    <a:ext uri="{FF2B5EF4-FFF2-40B4-BE49-F238E27FC236}">
                      <a16:creationId xmlns:a16="http://schemas.microsoft.com/office/drawing/2014/main" id="{9BEA546A-F9D5-417F-8FEB-81FDD7363D1E}"/>
                    </a:ext>
                  </a:extLst>
                </p:cNvPr>
                <p:cNvSpPr/>
                <p:nvPr/>
              </p:nvSpPr>
              <p:spPr>
                <a:xfrm>
                  <a:off x="10937342" y="1601163"/>
                  <a:ext cx="2134" cy="6180"/>
                </a:xfrm>
                <a:custGeom>
                  <a:avLst/>
                  <a:gdLst>
                    <a:gd name="connsiteX0" fmla="*/ 25 w 2134"/>
                    <a:gd name="connsiteY0" fmla="*/ 2942 h 6180"/>
                    <a:gd name="connsiteX1" fmla="*/ 2120 w 2134"/>
                    <a:gd name="connsiteY1" fmla="*/ 2466 h 6180"/>
                    <a:gd name="connsiteX2" fmla="*/ 1168 w 2134"/>
                    <a:gd name="connsiteY2" fmla="*/ 6180 h 6180"/>
                    <a:gd name="connsiteX3" fmla="*/ 25 w 2134"/>
                    <a:gd name="connsiteY3" fmla="*/ 2942 h 6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34" h="6180">
                      <a:moveTo>
                        <a:pt x="25" y="2942"/>
                      </a:moveTo>
                      <a:cubicBezTo>
                        <a:pt x="2025" y="3799"/>
                        <a:pt x="1073" y="-3726"/>
                        <a:pt x="2120" y="2466"/>
                      </a:cubicBezTo>
                      <a:cubicBezTo>
                        <a:pt x="2311" y="5133"/>
                        <a:pt x="501" y="2180"/>
                        <a:pt x="1168" y="6180"/>
                      </a:cubicBezTo>
                      <a:cubicBezTo>
                        <a:pt x="787" y="4942"/>
                        <a:pt x="-166" y="6085"/>
                        <a:pt x="25" y="29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2" name="Freeform: Shape 961">
                  <a:extLst>
                    <a:ext uri="{FF2B5EF4-FFF2-40B4-BE49-F238E27FC236}">
                      <a16:creationId xmlns:a16="http://schemas.microsoft.com/office/drawing/2014/main" id="{8DCF06FE-FD8B-4E41-84E5-EA81F1F3E7A6}"/>
                    </a:ext>
                  </a:extLst>
                </p:cNvPr>
                <p:cNvSpPr/>
                <p:nvPr/>
              </p:nvSpPr>
              <p:spPr>
                <a:xfrm>
                  <a:off x="10940128" y="1600502"/>
                  <a:ext cx="3810" cy="6152"/>
                </a:xfrm>
                <a:custGeom>
                  <a:avLst/>
                  <a:gdLst>
                    <a:gd name="connsiteX0" fmla="*/ 0 w 3810"/>
                    <a:gd name="connsiteY0" fmla="*/ 2936 h 6152"/>
                    <a:gd name="connsiteX1" fmla="*/ 2001 w 3810"/>
                    <a:gd name="connsiteY1" fmla="*/ 174 h 6152"/>
                    <a:gd name="connsiteX2" fmla="*/ 3810 w 3810"/>
                    <a:gd name="connsiteY2" fmla="*/ 1983 h 6152"/>
                    <a:gd name="connsiteX3" fmla="*/ 0 w 3810"/>
                    <a:gd name="connsiteY3" fmla="*/ 2936 h 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10" h="6152">
                      <a:moveTo>
                        <a:pt x="0" y="2936"/>
                      </a:moveTo>
                      <a:cubicBezTo>
                        <a:pt x="1049" y="5793"/>
                        <a:pt x="1238" y="1221"/>
                        <a:pt x="2001" y="174"/>
                      </a:cubicBezTo>
                      <a:cubicBezTo>
                        <a:pt x="3049" y="-969"/>
                        <a:pt x="2572" y="3983"/>
                        <a:pt x="3810" y="1983"/>
                      </a:cubicBezTo>
                      <a:cubicBezTo>
                        <a:pt x="3049" y="5603"/>
                        <a:pt x="572" y="8746"/>
                        <a:pt x="0" y="293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3" name="Freeform: Shape 962">
                  <a:extLst>
                    <a:ext uri="{FF2B5EF4-FFF2-40B4-BE49-F238E27FC236}">
                      <a16:creationId xmlns:a16="http://schemas.microsoft.com/office/drawing/2014/main" id="{D54E24E4-1992-40C8-872B-0BE4AD2F85FF}"/>
                    </a:ext>
                  </a:extLst>
                </p:cNvPr>
                <p:cNvSpPr/>
                <p:nvPr/>
              </p:nvSpPr>
              <p:spPr>
                <a:xfrm>
                  <a:off x="10944701" y="1635347"/>
                  <a:ext cx="2476" cy="7143"/>
                </a:xfrm>
                <a:custGeom>
                  <a:avLst/>
                  <a:gdLst>
                    <a:gd name="connsiteX0" fmla="*/ 0 w 2476"/>
                    <a:gd name="connsiteY0" fmla="*/ 7144 h 7143"/>
                    <a:gd name="connsiteX1" fmla="*/ 1238 w 2476"/>
                    <a:gd name="connsiteY1" fmla="*/ 0 h 7143"/>
                    <a:gd name="connsiteX2" fmla="*/ 2477 w 2476"/>
                    <a:gd name="connsiteY2" fmla="*/ 6572 h 7143"/>
                    <a:gd name="connsiteX3" fmla="*/ 0 w 2476"/>
                    <a:gd name="connsiteY3" fmla="*/ 7144 h 7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7143">
                      <a:moveTo>
                        <a:pt x="0" y="7144"/>
                      </a:moveTo>
                      <a:cubicBezTo>
                        <a:pt x="285" y="3334"/>
                        <a:pt x="2000" y="7810"/>
                        <a:pt x="1238" y="0"/>
                      </a:cubicBezTo>
                      <a:cubicBezTo>
                        <a:pt x="1714" y="1905"/>
                        <a:pt x="2477" y="2667"/>
                        <a:pt x="2477" y="6572"/>
                      </a:cubicBezTo>
                      <a:lnTo>
                        <a:pt x="0" y="7144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Freeform: Shape 963">
                  <a:extLst>
                    <a:ext uri="{FF2B5EF4-FFF2-40B4-BE49-F238E27FC236}">
                      <a16:creationId xmlns:a16="http://schemas.microsoft.com/office/drawing/2014/main" id="{EFDB6706-E15F-44F9-80F0-B6A5E82109D1}"/>
                    </a:ext>
                  </a:extLst>
                </p:cNvPr>
                <p:cNvSpPr/>
                <p:nvPr/>
              </p:nvSpPr>
              <p:spPr>
                <a:xfrm>
                  <a:off x="10949559" y="1600485"/>
                  <a:ext cx="3047" cy="3047"/>
                </a:xfrm>
                <a:custGeom>
                  <a:avLst/>
                  <a:gdLst>
                    <a:gd name="connsiteX0" fmla="*/ 0 w 3047"/>
                    <a:gd name="connsiteY0" fmla="*/ 3048 h 3047"/>
                    <a:gd name="connsiteX1" fmla="*/ 3047 w 3047"/>
                    <a:gd name="connsiteY1" fmla="*/ 0 h 3047"/>
                    <a:gd name="connsiteX2" fmla="*/ 0 w 3047"/>
                    <a:gd name="connsiteY2" fmla="*/ 3048 h 3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47" h="3047">
                      <a:moveTo>
                        <a:pt x="0" y="3048"/>
                      </a:moveTo>
                      <a:cubicBezTo>
                        <a:pt x="190" y="-1810"/>
                        <a:pt x="2000" y="3143"/>
                        <a:pt x="3047" y="0"/>
                      </a:cubicBezTo>
                      <a:cubicBezTo>
                        <a:pt x="3047" y="3810"/>
                        <a:pt x="1143" y="2286"/>
                        <a:pt x="0" y="3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Freeform: Shape 964">
                  <a:extLst>
                    <a:ext uri="{FF2B5EF4-FFF2-40B4-BE49-F238E27FC236}">
                      <a16:creationId xmlns:a16="http://schemas.microsoft.com/office/drawing/2014/main" id="{EB582F8B-BA98-4B07-B942-FD0E853A2923}"/>
                    </a:ext>
                  </a:extLst>
                </p:cNvPr>
                <p:cNvSpPr/>
                <p:nvPr/>
              </p:nvSpPr>
              <p:spPr>
                <a:xfrm>
                  <a:off x="10951654" y="1622774"/>
                  <a:ext cx="3821" cy="8381"/>
                </a:xfrm>
                <a:custGeom>
                  <a:avLst/>
                  <a:gdLst>
                    <a:gd name="connsiteX0" fmla="*/ 0 w 3821"/>
                    <a:gd name="connsiteY0" fmla="*/ 3238 h 8381"/>
                    <a:gd name="connsiteX1" fmla="*/ 3810 w 3821"/>
                    <a:gd name="connsiteY1" fmla="*/ 0 h 8381"/>
                    <a:gd name="connsiteX2" fmla="*/ 2286 w 3821"/>
                    <a:gd name="connsiteY2" fmla="*/ 8382 h 8381"/>
                    <a:gd name="connsiteX3" fmla="*/ 0 w 3821"/>
                    <a:gd name="connsiteY3" fmla="*/ 3238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1" h="8381">
                      <a:moveTo>
                        <a:pt x="0" y="3238"/>
                      </a:moveTo>
                      <a:cubicBezTo>
                        <a:pt x="1238" y="3619"/>
                        <a:pt x="2191" y="3048"/>
                        <a:pt x="3810" y="0"/>
                      </a:cubicBezTo>
                      <a:cubicBezTo>
                        <a:pt x="4000" y="4667"/>
                        <a:pt x="1714" y="2476"/>
                        <a:pt x="2286" y="8382"/>
                      </a:cubicBezTo>
                      <a:cubicBezTo>
                        <a:pt x="1238" y="7429"/>
                        <a:pt x="952" y="4191"/>
                        <a:pt x="0" y="3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6" name="Freeform: Shape 965">
                  <a:extLst>
                    <a:ext uri="{FF2B5EF4-FFF2-40B4-BE49-F238E27FC236}">
                      <a16:creationId xmlns:a16="http://schemas.microsoft.com/office/drawing/2014/main" id="{19C9C884-3E5B-4641-A510-431C8DDBDE2B}"/>
                    </a:ext>
                  </a:extLst>
                </p:cNvPr>
                <p:cNvSpPr/>
                <p:nvPr/>
              </p:nvSpPr>
              <p:spPr>
                <a:xfrm>
                  <a:off x="10949457" y="1545907"/>
                  <a:ext cx="1720" cy="4857"/>
                </a:xfrm>
                <a:custGeom>
                  <a:avLst/>
                  <a:gdLst>
                    <a:gd name="connsiteX0" fmla="*/ 7 w 1720"/>
                    <a:gd name="connsiteY0" fmla="*/ 4858 h 4857"/>
                    <a:gd name="connsiteX1" fmla="*/ 1245 w 1720"/>
                    <a:gd name="connsiteY1" fmla="*/ 0 h 4857"/>
                    <a:gd name="connsiteX2" fmla="*/ 7 w 1720"/>
                    <a:gd name="connsiteY2" fmla="*/ 4858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20" h="4857">
                      <a:moveTo>
                        <a:pt x="7" y="4858"/>
                      </a:moveTo>
                      <a:cubicBezTo>
                        <a:pt x="-89" y="1810"/>
                        <a:pt x="864" y="1715"/>
                        <a:pt x="1245" y="0"/>
                      </a:cubicBezTo>
                      <a:cubicBezTo>
                        <a:pt x="2577" y="2191"/>
                        <a:pt x="768" y="4572"/>
                        <a:pt x="7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: Shape 966">
                  <a:extLst>
                    <a:ext uri="{FF2B5EF4-FFF2-40B4-BE49-F238E27FC236}">
                      <a16:creationId xmlns:a16="http://schemas.microsoft.com/office/drawing/2014/main" id="{FCBFC70C-1C75-4146-85C2-6365C596F3E5}"/>
                    </a:ext>
                  </a:extLst>
                </p:cNvPr>
                <p:cNvSpPr/>
                <p:nvPr/>
              </p:nvSpPr>
              <p:spPr>
                <a:xfrm>
                  <a:off x="10952976" y="1597818"/>
                  <a:ext cx="2011" cy="4586"/>
                </a:xfrm>
                <a:custGeom>
                  <a:avLst/>
                  <a:gdLst>
                    <a:gd name="connsiteX0" fmla="*/ 12 w 2011"/>
                    <a:gd name="connsiteY0" fmla="*/ 3715 h 4586"/>
                    <a:gd name="connsiteX1" fmla="*/ 1250 w 2011"/>
                    <a:gd name="connsiteY1" fmla="*/ 0 h 4586"/>
                    <a:gd name="connsiteX2" fmla="*/ 2012 w 2011"/>
                    <a:gd name="connsiteY2" fmla="*/ 2096 h 4586"/>
                    <a:gd name="connsiteX3" fmla="*/ 12 w 2011"/>
                    <a:gd name="connsiteY3" fmla="*/ 3715 h 4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11" h="4586">
                      <a:moveTo>
                        <a:pt x="12" y="3715"/>
                      </a:moveTo>
                      <a:cubicBezTo>
                        <a:pt x="-179" y="762"/>
                        <a:pt x="2012" y="4286"/>
                        <a:pt x="1250" y="0"/>
                      </a:cubicBezTo>
                      <a:cubicBezTo>
                        <a:pt x="1630" y="190"/>
                        <a:pt x="1535" y="2191"/>
                        <a:pt x="2012" y="2096"/>
                      </a:cubicBezTo>
                      <a:cubicBezTo>
                        <a:pt x="1821" y="4286"/>
                        <a:pt x="678" y="5525"/>
                        <a:pt x="12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8" name="Freeform: Shape 967">
                  <a:extLst>
                    <a:ext uri="{FF2B5EF4-FFF2-40B4-BE49-F238E27FC236}">
                      <a16:creationId xmlns:a16="http://schemas.microsoft.com/office/drawing/2014/main" id="{B192A6F2-E731-41B1-83BF-A91D5CA09D7B}"/>
                    </a:ext>
                  </a:extLst>
                </p:cNvPr>
                <p:cNvSpPr/>
                <p:nvPr/>
              </p:nvSpPr>
              <p:spPr>
                <a:xfrm>
                  <a:off x="10955845" y="1648681"/>
                  <a:ext cx="2476" cy="4953"/>
                </a:xfrm>
                <a:custGeom>
                  <a:avLst/>
                  <a:gdLst>
                    <a:gd name="connsiteX0" fmla="*/ 95 w 2476"/>
                    <a:gd name="connsiteY0" fmla="*/ 4954 h 4953"/>
                    <a:gd name="connsiteX1" fmla="*/ 0 w 2476"/>
                    <a:gd name="connsiteY1" fmla="*/ 382 h 4953"/>
                    <a:gd name="connsiteX2" fmla="*/ 2477 w 2476"/>
                    <a:gd name="connsiteY2" fmla="*/ 2096 h 4953"/>
                    <a:gd name="connsiteX3" fmla="*/ 95 w 2476"/>
                    <a:gd name="connsiteY3" fmla="*/ 4954 h 4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76" h="4953">
                      <a:moveTo>
                        <a:pt x="95" y="4954"/>
                      </a:moveTo>
                      <a:lnTo>
                        <a:pt x="0" y="382"/>
                      </a:lnTo>
                      <a:cubicBezTo>
                        <a:pt x="1143" y="-285"/>
                        <a:pt x="2191" y="-285"/>
                        <a:pt x="2477" y="2096"/>
                      </a:cubicBezTo>
                      <a:cubicBezTo>
                        <a:pt x="2001" y="3906"/>
                        <a:pt x="1048" y="4287"/>
                        <a:pt x="95" y="4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9" name="Freeform: Shape 968">
                  <a:extLst>
                    <a:ext uri="{FF2B5EF4-FFF2-40B4-BE49-F238E27FC236}">
                      <a16:creationId xmlns:a16="http://schemas.microsoft.com/office/drawing/2014/main" id="{AAC334F5-BC13-4079-B395-8578723B66DE}"/>
                    </a:ext>
                  </a:extLst>
                </p:cNvPr>
                <p:cNvSpPr/>
                <p:nvPr/>
              </p:nvSpPr>
              <p:spPr>
                <a:xfrm>
                  <a:off x="10956793" y="1645216"/>
                  <a:ext cx="3243" cy="5085"/>
                </a:xfrm>
                <a:custGeom>
                  <a:avLst/>
                  <a:gdLst>
                    <a:gd name="connsiteX0" fmla="*/ 4 w 3243"/>
                    <a:gd name="connsiteY0" fmla="*/ 2418 h 5085"/>
                    <a:gd name="connsiteX1" fmla="*/ 2766 w 3243"/>
                    <a:gd name="connsiteY1" fmla="*/ 609 h 5085"/>
                    <a:gd name="connsiteX2" fmla="*/ 3243 w 3243"/>
                    <a:gd name="connsiteY2" fmla="*/ 5085 h 5085"/>
                    <a:gd name="connsiteX3" fmla="*/ 4 w 3243"/>
                    <a:gd name="connsiteY3" fmla="*/ 2418 h 5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43" h="5085">
                      <a:moveTo>
                        <a:pt x="4" y="2418"/>
                      </a:moveTo>
                      <a:cubicBezTo>
                        <a:pt x="-90" y="-3011"/>
                        <a:pt x="1623" y="2704"/>
                        <a:pt x="2766" y="609"/>
                      </a:cubicBezTo>
                      <a:cubicBezTo>
                        <a:pt x="2766" y="2609"/>
                        <a:pt x="3243" y="2895"/>
                        <a:pt x="3243" y="5085"/>
                      </a:cubicBezTo>
                      <a:cubicBezTo>
                        <a:pt x="2480" y="3276"/>
                        <a:pt x="1719" y="990"/>
                        <a:pt x="4" y="24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0" name="Freeform: Shape 969">
                  <a:extLst>
                    <a:ext uri="{FF2B5EF4-FFF2-40B4-BE49-F238E27FC236}">
                      <a16:creationId xmlns:a16="http://schemas.microsoft.com/office/drawing/2014/main" id="{15E8F137-0F55-48A9-959E-0C07BB5D6898}"/>
                    </a:ext>
                  </a:extLst>
                </p:cNvPr>
                <p:cNvSpPr/>
                <p:nvPr/>
              </p:nvSpPr>
              <p:spPr>
                <a:xfrm>
                  <a:off x="10951269" y="1448847"/>
                  <a:ext cx="3528" cy="11429"/>
                </a:xfrm>
                <a:custGeom>
                  <a:avLst/>
                  <a:gdLst>
                    <a:gd name="connsiteX0" fmla="*/ 4 w 3528"/>
                    <a:gd name="connsiteY0" fmla="*/ 6191 h 11429"/>
                    <a:gd name="connsiteX1" fmla="*/ 1909 w 3528"/>
                    <a:gd name="connsiteY1" fmla="*/ 0 h 11429"/>
                    <a:gd name="connsiteX2" fmla="*/ 3338 w 3528"/>
                    <a:gd name="connsiteY2" fmla="*/ 4191 h 11429"/>
                    <a:gd name="connsiteX3" fmla="*/ 3528 w 3528"/>
                    <a:gd name="connsiteY3" fmla="*/ 11049 h 11429"/>
                    <a:gd name="connsiteX4" fmla="*/ 2195 w 3528"/>
                    <a:gd name="connsiteY4" fmla="*/ 11430 h 11429"/>
                    <a:gd name="connsiteX5" fmla="*/ 481 w 3528"/>
                    <a:gd name="connsiteY5" fmla="*/ 10763 h 11429"/>
                    <a:gd name="connsiteX6" fmla="*/ 4 w 3528"/>
                    <a:gd name="connsiteY6" fmla="*/ 6191 h 11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528" h="11429">
                      <a:moveTo>
                        <a:pt x="4" y="6191"/>
                      </a:moveTo>
                      <a:cubicBezTo>
                        <a:pt x="-91" y="2000"/>
                        <a:pt x="1528" y="2762"/>
                        <a:pt x="1909" y="0"/>
                      </a:cubicBezTo>
                      <a:cubicBezTo>
                        <a:pt x="2481" y="1238"/>
                        <a:pt x="2481" y="4477"/>
                        <a:pt x="3338" y="4191"/>
                      </a:cubicBezTo>
                      <a:lnTo>
                        <a:pt x="3528" y="11049"/>
                      </a:lnTo>
                      <a:cubicBezTo>
                        <a:pt x="3242" y="9430"/>
                        <a:pt x="1814" y="4953"/>
                        <a:pt x="2195" y="11430"/>
                      </a:cubicBezTo>
                      <a:cubicBezTo>
                        <a:pt x="1624" y="8954"/>
                        <a:pt x="1433" y="9430"/>
                        <a:pt x="481" y="10763"/>
                      </a:cubicBezTo>
                      <a:cubicBezTo>
                        <a:pt x="4" y="7810"/>
                        <a:pt x="1338" y="5525"/>
                        <a:pt x="4" y="61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1" name="Freeform: Shape 970">
                  <a:extLst>
                    <a:ext uri="{FF2B5EF4-FFF2-40B4-BE49-F238E27FC236}">
                      <a16:creationId xmlns:a16="http://schemas.microsoft.com/office/drawing/2014/main" id="{9E031695-8E60-46FD-9A6E-518F8EA4F074}"/>
                    </a:ext>
                  </a:extLst>
                </p:cNvPr>
                <p:cNvSpPr/>
                <p:nvPr/>
              </p:nvSpPr>
              <p:spPr>
                <a:xfrm>
                  <a:off x="10956417" y="1598009"/>
                  <a:ext cx="1804" cy="5170"/>
                </a:xfrm>
                <a:custGeom>
                  <a:avLst/>
                  <a:gdLst>
                    <a:gd name="connsiteX0" fmla="*/ 95 w 1804"/>
                    <a:gd name="connsiteY0" fmla="*/ 4953 h 5170"/>
                    <a:gd name="connsiteX1" fmla="*/ 0 w 1804"/>
                    <a:gd name="connsiteY1" fmla="*/ 1524 h 5170"/>
                    <a:gd name="connsiteX2" fmla="*/ 1334 w 1804"/>
                    <a:gd name="connsiteY2" fmla="*/ 0 h 5170"/>
                    <a:gd name="connsiteX3" fmla="*/ 95 w 1804"/>
                    <a:gd name="connsiteY3" fmla="*/ 4953 h 5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04" h="5170">
                      <a:moveTo>
                        <a:pt x="95" y="4953"/>
                      </a:moveTo>
                      <a:lnTo>
                        <a:pt x="0" y="1524"/>
                      </a:lnTo>
                      <a:cubicBezTo>
                        <a:pt x="476" y="2858"/>
                        <a:pt x="1334" y="2762"/>
                        <a:pt x="1334" y="0"/>
                      </a:cubicBezTo>
                      <a:cubicBezTo>
                        <a:pt x="2477" y="1810"/>
                        <a:pt x="1334" y="6191"/>
                        <a:pt x="95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2" name="Freeform: Shape 971">
                  <a:extLst>
                    <a:ext uri="{FF2B5EF4-FFF2-40B4-BE49-F238E27FC236}">
                      <a16:creationId xmlns:a16="http://schemas.microsoft.com/office/drawing/2014/main" id="{21A4DC18-7CF5-4478-86E6-8A3B05955854}"/>
                    </a:ext>
                  </a:extLst>
                </p:cNvPr>
                <p:cNvSpPr/>
                <p:nvPr/>
              </p:nvSpPr>
              <p:spPr>
                <a:xfrm>
                  <a:off x="10955845" y="1541893"/>
                  <a:ext cx="2381" cy="2477"/>
                </a:xfrm>
                <a:custGeom>
                  <a:avLst/>
                  <a:gdLst>
                    <a:gd name="connsiteX0" fmla="*/ 0 w 2381"/>
                    <a:gd name="connsiteY0" fmla="*/ 1537 h 2477"/>
                    <a:gd name="connsiteX1" fmla="*/ 2381 w 2381"/>
                    <a:gd name="connsiteY1" fmla="*/ 966 h 2477"/>
                    <a:gd name="connsiteX2" fmla="*/ 0 w 2381"/>
                    <a:gd name="connsiteY2" fmla="*/ 1537 h 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2477">
                      <a:moveTo>
                        <a:pt x="0" y="1537"/>
                      </a:moveTo>
                      <a:cubicBezTo>
                        <a:pt x="286" y="-1606"/>
                        <a:pt x="1810" y="1061"/>
                        <a:pt x="2381" y="966"/>
                      </a:cubicBezTo>
                      <a:cubicBezTo>
                        <a:pt x="2095" y="4109"/>
                        <a:pt x="572" y="1347"/>
                        <a:pt x="0" y="153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Freeform: Shape 972">
                  <a:extLst>
                    <a:ext uri="{FF2B5EF4-FFF2-40B4-BE49-F238E27FC236}">
                      <a16:creationId xmlns:a16="http://schemas.microsoft.com/office/drawing/2014/main" id="{3D26EF2C-61AC-416F-9DD9-3489022A0237}"/>
                    </a:ext>
                  </a:extLst>
                </p:cNvPr>
                <p:cNvSpPr/>
                <p:nvPr/>
              </p:nvSpPr>
              <p:spPr>
                <a:xfrm>
                  <a:off x="10958893" y="1595056"/>
                  <a:ext cx="1928" cy="5048"/>
                </a:xfrm>
                <a:custGeom>
                  <a:avLst/>
                  <a:gdLst>
                    <a:gd name="connsiteX0" fmla="*/ 0 w 1928"/>
                    <a:gd name="connsiteY0" fmla="*/ 5048 h 5048"/>
                    <a:gd name="connsiteX1" fmla="*/ 1905 w 1928"/>
                    <a:gd name="connsiteY1" fmla="*/ 0 h 5048"/>
                    <a:gd name="connsiteX2" fmla="*/ 0 w 1928"/>
                    <a:gd name="connsiteY2" fmla="*/ 5048 h 5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28" h="5048">
                      <a:moveTo>
                        <a:pt x="0" y="5048"/>
                      </a:moveTo>
                      <a:cubicBezTo>
                        <a:pt x="666" y="3524"/>
                        <a:pt x="857" y="476"/>
                        <a:pt x="1905" y="0"/>
                      </a:cubicBezTo>
                      <a:cubicBezTo>
                        <a:pt x="2095" y="3715"/>
                        <a:pt x="1143" y="4572"/>
                        <a:pt x="0" y="5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Freeform: Shape 973">
                  <a:extLst>
                    <a:ext uri="{FF2B5EF4-FFF2-40B4-BE49-F238E27FC236}">
                      <a16:creationId xmlns:a16="http://schemas.microsoft.com/office/drawing/2014/main" id="{7992105C-2F8C-4A92-994D-FA68C34D32D0}"/>
                    </a:ext>
                  </a:extLst>
                </p:cNvPr>
                <p:cNvSpPr/>
                <p:nvPr/>
              </p:nvSpPr>
              <p:spPr>
                <a:xfrm>
                  <a:off x="10964357" y="1699355"/>
                  <a:ext cx="2346" cy="7143"/>
                </a:xfrm>
                <a:custGeom>
                  <a:avLst/>
                  <a:gdLst>
                    <a:gd name="connsiteX0" fmla="*/ 156 w 2346"/>
                    <a:gd name="connsiteY0" fmla="*/ 1524 h 7143"/>
                    <a:gd name="connsiteX1" fmla="*/ 1871 w 2346"/>
                    <a:gd name="connsiteY1" fmla="*/ 0 h 7143"/>
                    <a:gd name="connsiteX2" fmla="*/ 2346 w 2346"/>
                    <a:gd name="connsiteY2" fmla="*/ 4477 h 7143"/>
                    <a:gd name="connsiteX3" fmla="*/ 632 w 2346"/>
                    <a:gd name="connsiteY3" fmla="*/ 7144 h 7143"/>
                    <a:gd name="connsiteX4" fmla="*/ 156 w 2346"/>
                    <a:gd name="connsiteY4" fmla="*/ 1524 h 7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46" h="7143">
                      <a:moveTo>
                        <a:pt x="156" y="1524"/>
                      </a:moveTo>
                      <a:cubicBezTo>
                        <a:pt x="1013" y="3810"/>
                        <a:pt x="1585" y="3524"/>
                        <a:pt x="1871" y="0"/>
                      </a:cubicBezTo>
                      <a:cubicBezTo>
                        <a:pt x="2346" y="286"/>
                        <a:pt x="2251" y="2762"/>
                        <a:pt x="2346" y="4477"/>
                      </a:cubicBezTo>
                      <a:cubicBezTo>
                        <a:pt x="1489" y="4572"/>
                        <a:pt x="632" y="4667"/>
                        <a:pt x="632" y="7144"/>
                      </a:cubicBezTo>
                      <a:cubicBezTo>
                        <a:pt x="-321" y="6001"/>
                        <a:pt x="60" y="4000"/>
                        <a:pt x="156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5" name="Freeform: Shape 974">
                  <a:extLst>
                    <a:ext uri="{FF2B5EF4-FFF2-40B4-BE49-F238E27FC236}">
                      <a16:creationId xmlns:a16="http://schemas.microsoft.com/office/drawing/2014/main" id="{A11AB1CC-4C91-416A-9F86-248A97451951}"/>
                    </a:ext>
                  </a:extLst>
                </p:cNvPr>
                <p:cNvSpPr/>
                <p:nvPr/>
              </p:nvSpPr>
              <p:spPr>
                <a:xfrm>
                  <a:off x="10959552" y="1540192"/>
                  <a:ext cx="1468" cy="7905"/>
                </a:xfrm>
                <a:custGeom>
                  <a:avLst/>
                  <a:gdLst>
                    <a:gd name="connsiteX0" fmla="*/ 7 w 1468"/>
                    <a:gd name="connsiteY0" fmla="*/ 0 h 7905"/>
                    <a:gd name="connsiteX1" fmla="*/ 579 w 1468"/>
                    <a:gd name="connsiteY1" fmla="*/ 7906 h 7905"/>
                    <a:gd name="connsiteX2" fmla="*/ 7 w 1468"/>
                    <a:gd name="connsiteY2" fmla="*/ 0 h 7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468" h="7905">
                      <a:moveTo>
                        <a:pt x="7" y="0"/>
                      </a:moveTo>
                      <a:cubicBezTo>
                        <a:pt x="864" y="572"/>
                        <a:pt x="2484" y="7620"/>
                        <a:pt x="579" y="7906"/>
                      </a:cubicBezTo>
                      <a:cubicBezTo>
                        <a:pt x="769" y="3905"/>
                        <a:pt x="-88" y="3620"/>
                        <a:pt x="7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6" name="Freeform: Shape 975">
                  <a:extLst>
                    <a:ext uri="{FF2B5EF4-FFF2-40B4-BE49-F238E27FC236}">
                      <a16:creationId xmlns:a16="http://schemas.microsoft.com/office/drawing/2014/main" id="{E89CA688-2C48-493E-9B40-506682EDEFCF}"/>
                    </a:ext>
                  </a:extLst>
                </p:cNvPr>
                <p:cNvSpPr/>
                <p:nvPr/>
              </p:nvSpPr>
              <p:spPr>
                <a:xfrm>
                  <a:off x="10962381" y="1592103"/>
                  <a:ext cx="1179" cy="10287"/>
                </a:xfrm>
                <a:custGeom>
                  <a:avLst/>
                  <a:gdLst>
                    <a:gd name="connsiteX0" fmla="*/ 132 w 1179"/>
                    <a:gd name="connsiteY0" fmla="*/ 190 h 10287"/>
                    <a:gd name="connsiteX1" fmla="*/ 798 w 1179"/>
                    <a:gd name="connsiteY1" fmla="*/ 0 h 10287"/>
                    <a:gd name="connsiteX2" fmla="*/ 1180 w 1179"/>
                    <a:gd name="connsiteY2" fmla="*/ 1048 h 10287"/>
                    <a:gd name="connsiteX3" fmla="*/ 798 w 1179"/>
                    <a:gd name="connsiteY3" fmla="*/ 10287 h 10287"/>
                    <a:gd name="connsiteX4" fmla="*/ 132 w 1179"/>
                    <a:gd name="connsiteY4" fmla="*/ 190 h 10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9" h="10287">
                      <a:moveTo>
                        <a:pt x="132" y="190"/>
                      </a:moveTo>
                      <a:lnTo>
                        <a:pt x="798" y="0"/>
                      </a:lnTo>
                      <a:cubicBezTo>
                        <a:pt x="798" y="952"/>
                        <a:pt x="989" y="1048"/>
                        <a:pt x="1180" y="1048"/>
                      </a:cubicBezTo>
                      <a:cubicBezTo>
                        <a:pt x="607" y="5239"/>
                        <a:pt x="798" y="4953"/>
                        <a:pt x="798" y="10287"/>
                      </a:cubicBezTo>
                      <a:cubicBezTo>
                        <a:pt x="-440" y="8668"/>
                        <a:pt x="132" y="3048"/>
                        <a:pt x="132" y="19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7" name="Freeform: Shape 976">
                  <a:extLst>
                    <a:ext uri="{FF2B5EF4-FFF2-40B4-BE49-F238E27FC236}">
                      <a16:creationId xmlns:a16="http://schemas.microsoft.com/office/drawing/2014/main" id="{01379C37-9DAE-4CE7-85F7-E64BEF9A75DC}"/>
                    </a:ext>
                  </a:extLst>
                </p:cNvPr>
                <p:cNvSpPr/>
                <p:nvPr/>
              </p:nvSpPr>
              <p:spPr>
                <a:xfrm>
                  <a:off x="10969180" y="1712808"/>
                  <a:ext cx="1535" cy="11305"/>
                </a:xfrm>
                <a:custGeom>
                  <a:avLst/>
                  <a:gdLst>
                    <a:gd name="connsiteX0" fmla="*/ 286 w 1535"/>
                    <a:gd name="connsiteY0" fmla="*/ 11026 h 11305"/>
                    <a:gd name="connsiteX1" fmla="*/ 0 w 1535"/>
                    <a:gd name="connsiteY1" fmla="*/ 739 h 11305"/>
                    <a:gd name="connsiteX2" fmla="*/ 286 w 1535"/>
                    <a:gd name="connsiteY2" fmla="*/ 11026 h 113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35" h="11305">
                      <a:moveTo>
                        <a:pt x="286" y="11026"/>
                      </a:moveTo>
                      <a:cubicBezTo>
                        <a:pt x="381" y="8740"/>
                        <a:pt x="857" y="2358"/>
                        <a:pt x="0" y="739"/>
                      </a:cubicBezTo>
                      <a:cubicBezTo>
                        <a:pt x="952" y="-3738"/>
                        <a:pt x="2763" y="13693"/>
                        <a:pt x="286" y="110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8" name="Freeform: Shape 977">
                  <a:extLst>
                    <a:ext uri="{FF2B5EF4-FFF2-40B4-BE49-F238E27FC236}">
                      <a16:creationId xmlns:a16="http://schemas.microsoft.com/office/drawing/2014/main" id="{1E30E684-7955-4A3B-90AC-708E8588DA93}"/>
                    </a:ext>
                  </a:extLst>
                </p:cNvPr>
                <p:cNvSpPr/>
                <p:nvPr/>
              </p:nvSpPr>
              <p:spPr>
                <a:xfrm>
                  <a:off x="10968132" y="1635347"/>
                  <a:ext cx="1726" cy="4667"/>
                </a:xfrm>
                <a:custGeom>
                  <a:avLst/>
                  <a:gdLst>
                    <a:gd name="connsiteX0" fmla="*/ 0 w 1726"/>
                    <a:gd name="connsiteY0" fmla="*/ 2667 h 4667"/>
                    <a:gd name="connsiteX1" fmla="*/ 1714 w 1726"/>
                    <a:gd name="connsiteY1" fmla="*/ 0 h 4667"/>
                    <a:gd name="connsiteX2" fmla="*/ 1524 w 1726"/>
                    <a:gd name="connsiteY2" fmla="*/ 4667 h 4667"/>
                    <a:gd name="connsiteX3" fmla="*/ 0 w 1726"/>
                    <a:gd name="connsiteY3" fmla="*/ 2667 h 4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6" h="4667">
                      <a:moveTo>
                        <a:pt x="0" y="2667"/>
                      </a:moveTo>
                      <a:cubicBezTo>
                        <a:pt x="0" y="190"/>
                        <a:pt x="762" y="0"/>
                        <a:pt x="1714" y="0"/>
                      </a:cubicBezTo>
                      <a:cubicBezTo>
                        <a:pt x="1809" y="2000"/>
                        <a:pt x="1334" y="2476"/>
                        <a:pt x="1524" y="4667"/>
                      </a:cubicBezTo>
                      <a:cubicBezTo>
                        <a:pt x="952" y="4096"/>
                        <a:pt x="571" y="3143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9" name="Freeform: Shape 978">
                  <a:extLst>
                    <a:ext uri="{FF2B5EF4-FFF2-40B4-BE49-F238E27FC236}">
                      <a16:creationId xmlns:a16="http://schemas.microsoft.com/office/drawing/2014/main" id="{5136E492-48DF-4753-94FD-F8BE748A701F}"/>
                    </a:ext>
                  </a:extLst>
                </p:cNvPr>
                <p:cNvSpPr/>
                <p:nvPr/>
              </p:nvSpPr>
              <p:spPr>
                <a:xfrm>
                  <a:off x="10966585" y="1573622"/>
                  <a:ext cx="3166" cy="5447"/>
                </a:xfrm>
                <a:custGeom>
                  <a:avLst/>
                  <a:gdLst>
                    <a:gd name="connsiteX0" fmla="*/ 23 w 3166"/>
                    <a:gd name="connsiteY0" fmla="*/ 5051 h 5447"/>
                    <a:gd name="connsiteX1" fmla="*/ 1261 w 3166"/>
                    <a:gd name="connsiteY1" fmla="*/ 98 h 5447"/>
                    <a:gd name="connsiteX2" fmla="*/ 3167 w 3166"/>
                    <a:gd name="connsiteY2" fmla="*/ 4194 h 5447"/>
                    <a:gd name="connsiteX3" fmla="*/ 23 w 3166"/>
                    <a:gd name="connsiteY3" fmla="*/ 5051 h 5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66" h="5447">
                      <a:moveTo>
                        <a:pt x="23" y="5051"/>
                      </a:moveTo>
                      <a:cubicBezTo>
                        <a:pt x="-168" y="1812"/>
                        <a:pt x="880" y="1908"/>
                        <a:pt x="1261" y="98"/>
                      </a:cubicBezTo>
                      <a:cubicBezTo>
                        <a:pt x="2404" y="-664"/>
                        <a:pt x="2404" y="3241"/>
                        <a:pt x="3167" y="4194"/>
                      </a:cubicBezTo>
                      <a:cubicBezTo>
                        <a:pt x="2500" y="6289"/>
                        <a:pt x="1547" y="5146"/>
                        <a:pt x="23" y="505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0" name="Freeform: Shape 979">
                  <a:extLst>
                    <a:ext uri="{FF2B5EF4-FFF2-40B4-BE49-F238E27FC236}">
                      <a16:creationId xmlns:a16="http://schemas.microsoft.com/office/drawing/2014/main" id="{407F99B8-B6F1-441D-AE1F-5C483468CFC6}"/>
                    </a:ext>
                  </a:extLst>
                </p:cNvPr>
                <p:cNvSpPr/>
                <p:nvPr/>
              </p:nvSpPr>
              <p:spPr>
                <a:xfrm>
                  <a:off x="10979943" y="1947501"/>
                  <a:ext cx="4476" cy="8518"/>
                </a:xfrm>
                <a:custGeom>
                  <a:avLst/>
                  <a:gdLst>
                    <a:gd name="connsiteX0" fmla="*/ 1620 w 4476"/>
                    <a:gd name="connsiteY0" fmla="*/ 3218 h 8518"/>
                    <a:gd name="connsiteX1" fmla="*/ 1238 w 4476"/>
                    <a:gd name="connsiteY1" fmla="*/ 2171 h 8518"/>
                    <a:gd name="connsiteX2" fmla="*/ 4476 w 4476"/>
                    <a:gd name="connsiteY2" fmla="*/ 8362 h 8518"/>
                    <a:gd name="connsiteX3" fmla="*/ 0 w 4476"/>
                    <a:gd name="connsiteY3" fmla="*/ 8267 h 8518"/>
                    <a:gd name="connsiteX4" fmla="*/ 477 w 4476"/>
                    <a:gd name="connsiteY4" fmla="*/ 1218 h 8518"/>
                    <a:gd name="connsiteX5" fmla="*/ 1620 w 4476"/>
                    <a:gd name="connsiteY5" fmla="*/ 3218 h 8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76" h="8518">
                      <a:moveTo>
                        <a:pt x="1620" y="3218"/>
                      </a:moveTo>
                      <a:cubicBezTo>
                        <a:pt x="2191" y="2456"/>
                        <a:pt x="1620" y="1980"/>
                        <a:pt x="1238" y="2171"/>
                      </a:cubicBezTo>
                      <a:cubicBezTo>
                        <a:pt x="2095" y="-3735"/>
                        <a:pt x="4190" y="3790"/>
                        <a:pt x="4476" y="8362"/>
                      </a:cubicBezTo>
                      <a:cubicBezTo>
                        <a:pt x="2572" y="9314"/>
                        <a:pt x="1429" y="5504"/>
                        <a:pt x="0" y="8267"/>
                      </a:cubicBezTo>
                      <a:cubicBezTo>
                        <a:pt x="286" y="3980"/>
                        <a:pt x="1429" y="6838"/>
                        <a:pt x="477" y="1218"/>
                      </a:cubicBezTo>
                      <a:cubicBezTo>
                        <a:pt x="857" y="1504"/>
                        <a:pt x="1048" y="3123"/>
                        <a:pt x="1620" y="321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1" name="Freeform: Shape 980">
                  <a:extLst>
                    <a:ext uri="{FF2B5EF4-FFF2-40B4-BE49-F238E27FC236}">
                      <a16:creationId xmlns:a16="http://schemas.microsoft.com/office/drawing/2014/main" id="{B2B82995-0EC9-42E0-BD25-1C03563AFAB7}"/>
                    </a:ext>
                  </a:extLst>
                </p:cNvPr>
                <p:cNvSpPr/>
                <p:nvPr/>
              </p:nvSpPr>
              <p:spPr>
                <a:xfrm>
                  <a:off x="10969561" y="1600485"/>
                  <a:ext cx="2005" cy="3905"/>
                </a:xfrm>
                <a:custGeom>
                  <a:avLst/>
                  <a:gdLst>
                    <a:gd name="connsiteX0" fmla="*/ 0 w 2005"/>
                    <a:gd name="connsiteY0" fmla="*/ 3905 h 3905"/>
                    <a:gd name="connsiteX1" fmla="*/ 2000 w 2005"/>
                    <a:gd name="connsiteY1" fmla="*/ 0 h 3905"/>
                    <a:gd name="connsiteX2" fmla="*/ 0 w 2005"/>
                    <a:gd name="connsiteY2" fmla="*/ 3905 h 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05" h="3905">
                      <a:moveTo>
                        <a:pt x="0" y="3905"/>
                      </a:moveTo>
                      <a:cubicBezTo>
                        <a:pt x="95" y="1048"/>
                        <a:pt x="1238" y="1048"/>
                        <a:pt x="2000" y="0"/>
                      </a:cubicBezTo>
                      <a:cubicBezTo>
                        <a:pt x="2095" y="3429"/>
                        <a:pt x="857" y="3048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2" name="Freeform: Shape 981">
                  <a:extLst>
                    <a:ext uri="{FF2B5EF4-FFF2-40B4-BE49-F238E27FC236}">
                      <a16:creationId xmlns:a16="http://schemas.microsoft.com/office/drawing/2014/main" id="{75557080-FD24-42AE-827D-765CB5583FDD}"/>
                    </a:ext>
                  </a:extLst>
                </p:cNvPr>
                <p:cNvSpPr/>
                <p:nvPr/>
              </p:nvSpPr>
              <p:spPr>
                <a:xfrm>
                  <a:off x="10975276" y="1724634"/>
                  <a:ext cx="2312" cy="5200"/>
                </a:xfrm>
                <a:custGeom>
                  <a:avLst/>
                  <a:gdLst>
                    <a:gd name="connsiteX0" fmla="*/ 0 w 2312"/>
                    <a:gd name="connsiteY0" fmla="*/ 1200 h 5200"/>
                    <a:gd name="connsiteX1" fmla="*/ 2286 w 2312"/>
                    <a:gd name="connsiteY1" fmla="*/ 5201 h 5200"/>
                    <a:gd name="connsiteX2" fmla="*/ 0 w 2312"/>
                    <a:gd name="connsiteY2" fmla="*/ 1200 h 5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12" h="5200">
                      <a:moveTo>
                        <a:pt x="0" y="1200"/>
                      </a:moveTo>
                      <a:cubicBezTo>
                        <a:pt x="477" y="-1562"/>
                        <a:pt x="2572" y="724"/>
                        <a:pt x="2286" y="5201"/>
                      </a:cubicBezTo>
                      <a:cubicBezTo>
                        <a:pt x="1334" y="4820"/>
                        <a:pt x="1238" y="724"/>
                        <a:pt x="0" y="12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3" name="Freeform: Shape 982">
                  <a:extLst>
                    <a:ext uri="{FF2B5EF4-FFF2-40B4-BE49-F238E27FC236}">
                      <a16:creationId xmlns:a16="http://schemas.microsoft.com/office/drawing/2014/main" id="{F054F67A-847F-40BA-95D0-223B357372D6}"/>
                    </a:ext>
                  </a:extLst>
                </p:cNvPr>
                <p:cNvSpPr/>
                <p:nvPr/>
              </p:nvSpPr>
              <p:spPr>
                <a:xfrm>
                  <a:off x="10973181" y="1639613"/>
                  <a:ext cx="9334" cy="6433"/>
                </a:xfrm>
                <a:custGeom>
                  <a:avLst/>
                  <a:gdLst>
                    <a:gd name="connsiteX0" fmla="*/ 0 w 9334"/>
                    <a:gd name="connsiteY0" fmla="*/ 1734 h 6433"/>
                    <a:gd name="connsiteX1" fmla="*/ 9334 w 9334"/>
                    <a:gd name="connsiteY1" fmla="*/ 6307 h 6433"/>
                    <a:gd name="connsiteX2" fmla="*/ 0 w 9334"/>
                    <a:gd name="connsiteY2" fmla="*/ 1734 h 6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334" h="6433">
                      <a:moveTo>
                        <a:pt x="0" y="1734"/>
                      </a:moveTo>
                      <a:cubicBezTo>
                        <a:pt x="3238" y="-2552"/>
                        <a:pt x="7144" y="1925"/>
                        <a:pt x="9334" y="6307"/>
                      </a:cubicBezTo>
                      <a:cubicBezTo>
                        <a:pt x="6858" y="7449"/>
                        <a:pt x="3620" y="496"/>
                        <a:pt x="0" y="17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4" name="Freeform: Shape 983">
                  <a:extLst>
                    <a:ext uri="{FF2B5EF4-FFF2-40B4-BE49-F238E27FC236}">
                      <a16:creationId xmlns:a16="http://schemas.microsoft.com/office/drawing/2014/main" id="{817ACDB5-92E7-4894-8AD0-290F54273C75}"/>
                    </a:ext>
                  </a:extLst>
                </p:cNvPr>
                <p:cNvSpPr/>
                <p:nvPr/>
              </p:nvSpPr>
              <p:spPr>
                <a:xfrm>
                  <a:off x="10988896" y="2028354"/>
                  <a:ext cx="2762" cy="5434"/>
                </a:xfrm>
                <a:custGeom>
                  <a:avLst/>
                  <a:gdLst>
                    <a:gd name="connsiteX0" fmla="*/ 0 w 2762"/>
                    <a:gd name="connsiteY0" fmla="*/ 1137 h 5434"/>
                    <a:gd name="connsiteX1" fmla="*/ 2763 w 2762"/>
                    <a:gd name="connsiteY1" fmla="*/ 5042 h 5434"/>
                    <a:gd name="connsiteX2" fmla="*/ 0 w 2762"/>
                    <a:gd name="connsiteY2" fmla="*/ 1137 h 5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762" h="5434">
                      <a:moveTo>
                        <a:pt x="0" y="1137"/>
                      </a:moveTo>
                      <a:cubicBezTo>
                        <a:pt x="667" y="-1816"/>
                        <a:pt x="2667" y="1518"/>
                        <a:pt x="2763" y="5042"/>
                      </a:cubicBezTo>
                      <a:cubicBezTo>
                        <a:pt x="1049" y="6661"/>
                        <a:pt x="763" y="2851"/>
                        <a:pt x="0" y="113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5" name="Freeform: Shape 984">
                  <a:extLst>
                    <a:ext uri="{FF2B5EF4-FFF2-40B4-BE49-F238E27FC236}">
                      <a16:creationId xmlns:a16="http://schemas.microsoft.com/office/drawing/2014/main" id="{ED13E596-6C17-4769-8F79-327C14360133}"/>
                    </a:ext>
                  </a:extLst>
                </p:cNvPr>
                <p:cNvSpPr/>
                <p:nvPr/>
              </p:nvSpPr>
              <p:spPr>
                <a:xfrm>
                  <a:off x="10981071" y="1772888"/>
                  <a:ext cx="4921" cy="8000"/>
                </a:xfrm>
                <a:custGeom>
                  <a:avLst/>
                  <a:gdLst>
                    <a:gd name="connsiteX0" fmla="*/ 1635 w 4921"/>
                    <a:gd name="connsiteY0" fmla="*/ 667 h 8000"/>
                    <a:gd name="connsiteX1" fmla="*/ 4492 w 4921"/>
                    <a:gd name="connsiteY1" fmla="*/ 0 h 8000"/>
                    <a:gd name="connsiteX2" fmla="*/ 4778 w 4921"/>
                    <a:gd name="connsiteY2" fmla="*/ 6858 h 8000"/>
                    <a:gd name="connsiteX3" fmla="*/ 111 w 4921"/>
                    <a:gd name="connsiteY3" fmla="*/ 8001 h 8000"/>
                    <a:gd name="connsiteX4" fmla="*/ 1635 w 4921"/>
                    <a:gd name="connsiteY4" fmla="*/ 667 h 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21" h="8000">
                      <a:moveTo>
                        <a:pt x="1635" y="667"/>
                      </a:moveTo>
                      <a:cubicBezTo>
                        <a:pt x="2969" y="762"/>
                        <a:pt x="3444" y="2000"/>
                        <a:pt x="4492" y="0"/>
                      </a:cubicBezTo>
                      <a:cubicBezTo>
                        <a:pt x="4683" y="1905"/>
                        <a:pt x="5159" y="4953"/>
                        <a:pt x="4778" y="6858"/>
                      </a:cubicBezTo>
                      <a:cubicBezTo>
                        <a:pt x="3444" y="1238"/>
                        <a:pt x="1635" y="5620"/>
                        <a:pt x="111" y="8001"/>
                      </a:cubicBezTo>
                      <a:cubicBezTo>
                        <a:pt x="-555" y="2381"/>
                        <a:pt x="2015" y="5429"/>
                        <a:pt x="1635" y="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6" name="Freeform: Shape 985">
                  <a:extLst>
                    <a:ext uri="{FF2B5EF4-FFF2-40B4-BE49-F238E27FC236}">
                      <a16:creationId xmlns:a16="http://schemas.microsoft.com/office/drawing/2014/main" id="{3836886D-302B-490C-81A5-30F641B8C4C5}"/>
                    </a:ext>
                  </a:extLst>
                </p:cNvPr>
                <p:cNvSpPr/>
                <p:nvPr/>
              </p:nvSpPr>
              <p:spPr>
                <a:xfrm>
                  <a:off x="10982134" y="1765028"/>
                  <a:ext cx="1367" cy="6145"/>
                </a:xfrm>
                <a:custGeom>
                  <a:avLst/>
                  <a:gdLst>
                    <a:gd name="connsiteX0" fmla="*/ 95 w 1367"/>
                    <a:gd name="connsiteY0" fmla="*/ 5193 h 6145"/>
                    <a:gd name="connsiteX1" fmla="*/ 0 w 1367"/>
                    <a:gd name="connsiteY1" fmla="*/ 2907 h 6145"/>
                    <a:gd name="connsiteX2" fmla="*/ 381 w 1367"/>
                    <a:gd name="connsiteY2" fmla="*/ 3955 h 6145"/>
                    <a:gd name="connsiteX3" fmla="*/ 1334 w 1367"/>
                    <a:gd name="connsiteY3" fmla="*/ 240 h 6145"/>
                    <a:gd name="connsiteX4" fmla="*/ 857 w 1367"/>
                    <a:gd name="connsiteY4" fmla="*/ 6145 h 6145"/>
                    <a:gd name="connsiteX5" fmla="*/ 95 w 1367"/>
                    <a:gd name="connsiteY5" fmla="*/ 5193 h 6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7" h="6145">
                      <a:moveTo>
                        <a:pt x="95" y="5193"/>
                      </a:moveTo>
                      <a:lnTo>
                        <a:pt x="0" y="2907"/>
                      </a:lnTo>
                      <a:cubicBezTo>
                        <a:pt x="286" y="2621"/>
                        <a:pt x="381" y="3288"/>
                        <a:pt x="381" y="3955"/>
                      </a:cubicBezTo>
                      <a:cubicBezTo>
                        <a:pt x="1238" y="4241"/>
                        <a:pt x="0" y="-1189"/>
                        <a:pt x="1334" y="240"/>
                      </a:cubicBezTo>
                      <a:cubicBezTo>
                        <a:pt x="1524" y="3098"/>
                        <a:pt x="857" y="3860"/>
                        <a:pt x="857" y="6145"/>
                      </a:cubicBezTo>
                      <a:cubicBezTo>
                        <a:pt x="477" y="5955"/>
                        <a:pt x="381" y="5098"/>
                        <a:pt x="95" y="51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7" name="Freeform: Shape 986">
                  <a:extLst>
                    <a:ext uri="{FF2B5EF4-FFF2-40B4-BE49-F238E27FC236}">
                      <a16:creationId xmlns:a16="http://schemas.microsoft.com/office/drawing/2014/main" id="{A0D32861-6D82-4239-A1D7-6DF68C653342}"/>
                    </a:ext>
                  </a:extLst>
                </p:cNvPr>
                <p:cNvSpPr/>
                <p:nvPr/>
              </p:nvSpPr>
              <p:spPr>
                <a:xfrm>
                  <a:off x="10992924" y="2031968"/>
                  <a:ext cx="3263" cy="8572"/>
                </a:xfrm>
                <a:custGeom>
                  <a:avLst/>
                  <a:gdLst>
                    <a:gd name="connsiteX0" fmla="*/ 164 w 3263"/>
                    <a:gd name="connsiteY0" fmla="*/ 0 h 8572"/>
                    <a:gd name="connsiteX1" fmla="*/ 3116 w 3263"/>
                    <a:gd name="connsiteY1" fmla="*/ 8572 h 8572"/>
                    <a:gd name="connsiteX2" fmla="*/ 830 w 3263"/>
                    <a:gd name="connsiteY2" fmla="*/ 8001 h 8572"/>
                    <a:gd name="connsiteX3" fmla="*/ 164 w 3263"/>
                    <a:gd name="connsiteY3" fmla="*/ 0 h 8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63" h="8572">
                      <a:moveTo>
                        <a:pt x="164" y="0"/>
                      </a:moveTo>
                      <a:cubicBezTo>
                        <a:pt x="2069" y="667"/>
                        <a:pt x="3784" y="1905"/>
                        <a:pt x="3116" y="8572"/>
                      </a:cubicBezTo>
                      <a:cubicBezTo>
                        <a:pt x="2736" y="4953"/>
                        <a:pt x="1593" y="4953"/>
                        <a:pt x="830" y="8001"/>
                      </a:cubicBezTo>
                      <a:cubicBezTo>
                        <a:pt x="355" y="6096"/>
                        <a:pt x="-313" y="1905"/>
                        <a:pt x="16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8" name="Freeform: Shape 987">
                  <a:extLst>
                    <a:ext uri="{FF2B5EF4-FFF2-40B4-BE49-F238E27FC236}">
                      <a16:creationId xmlns:a16="http://schemas.microsoft.com/office/drawing/2014/main" id="{2058D253-14E9-4B6C-8A3C-5A10D2154D1D}"/>
                    </a:ext>
                  </a:extLst>
                </p:cNvPr>
                <p:cNvSpPr/>
                <p:nvPr/>
              </p:nvSpPr>
              <p:spPr>
                <a:xfrm>
                  <a:off x="10986260" y="1834324"/>
                  <a:ext cx="2164" cy="2667"/>
                </a:xfrm>
                <a:custGeom>
                  <a:avLst/>
                  <a:gdLst>
                    <a:gd name="connsiteX0" fmla="*/ 65 w 2164"/>
                    <a:gd name="connsiteY0" fmla="*/ 2667 h 2667"/>
                    <a:gd name="connsiteX1" fmla="*/ 2160 w 2164"/>
                    <a:gd name="connsiteY1" fmla="*/ 1048 h 2667"/>
                    <a:gd name="connsiteX2" fmla="*/ 65 w 2164"/>
                    <a:gd name="connsiteY2" fmla="*/ 2667 h 2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4" h="2667">
                      <a:moveTo>
                        <a:pt x="65" y="2667"/>
                      </a:moveTo>
                      <a:cubicBezTo>
                        <a:pt x="-412" y="-1429"/>
                        <a:pt x="1874" y="191"/>
                        <a:pt x="2160" y="1048"/>
                      </a:cubicBezTo>
                      <a:cubicBezTo>
                        <a:pt x="2256" y="3524"/>
                        <a:pt x="731" y="1810"/>
                        <a:pt x="65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9" name="Freeform: Shape 988">
                  <a:extLst>
                    <a:ext uri="{FF2B5EF4-FFF2-40B4-BE49-F238E27FC236}">
                      <a16:creationId xmlns:a16="http://schemas.microsoft.com/office/drawing/2014/main" id="{12E42246-7F00-4777-ABF7-8D6EF13BAB4E}"/>
                    </a:ext>
                  </a:extLst>
                </p:cNvPr>
                <p:cNvSpPr/>
                <p:nvPr/>
              </p:nvSpPr>
              <p:spPr>
                <a:xfrm>
                  <a:off x="10983443" y="1669541"/>
                  <a:ext cx="1739" cy="5474"/>
                </a:xfrm>
                <a:custGeom>
                  <a:avLst/>
                  <a:gdLst>
                    <a:gd name="connsiteX0" fmla="*/ 25 w 1739"/>
                    <a:gd name="connsiteY0" fmla="*/ 4953 h 5474"/>
                    <a:gd name="connsiteX1" fmla="*/ 1644 w 1739"/>
                    <a:gd name="connsiteY1" fmla="*/ 0 h 5474"/>
                    <a:gd name="connsiteX2" fmla="*/ 25 w 1739"/>
                    <a:gd name="connsiteY2" fmla="*/ 4953 h 54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39" h="5474">
                      <a:moveTo>
                        <a:pt x="25" y="4953"/>
                      </a:moveTo>
                      <a:cubicBezTo>
                        <a:pt x="-166" y="1333"/>
                        <a:pt x="786" y="857"/>
                        <a:pt x="1644" y="0"/>
                      </a:cubicBezTo>
                      <a:cubicBezTo>
                        <a:pt x="2120" y="4286"/>
                        <a:pt x="691" y="6572"/>
                        <a:pt x="25" y="4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0" name="Freeform: Shape 989">
                  <a:extLst>
                    <a:ext uri="{FF2B5EF4-FFF2-40B4-BE49-F238E27FC236}">
                      <a16:creationId xmlns:a16="http://schemas.microsoft.com/office/drawing/2014/main" id="{020119D4-2D8E-4DD6-B2FB-1B11FAFDD9C0}"/>
                    </a:ext>
                  </a:extLst>
                </p:cNvPr>
                <p:cNvSpPr/>
                <p:nvPr/>
              </p:nvSpPr>
              <p:spPr>
                <a:xfrm>
                  <a:off x="10985372" y="1665900"/>
                  <a:ext cx="2096" cy="4596"/>
                </a:xfrm>
                <a:custGeom>
                  <a:avLst/>
                  <a:gdLst>
                    <a:gd name="connsiteX0" fmla="*/ 95 w 2096"/>
                    <a:gd name="connsiteY0" fmla="*/ 4594 h 4596"/>
                    <a:gd name="connsiteX1" fmla="*/ 0 w 2096"/>
                    <a:gd name="connsiteY1" fmla="*/ 1165 h 4596"/>
                    <a:gd name="connsiteX2" fmla="*/ 2096 w 2096"/>
                    <a:gd name="connsiteY2" fmla="*/ 689 h 4596"/>
                    <a:gd name="connsiteX3" fmla="*/ 95 w 2096"/>
                    <a:gd name="connsiteY3" fmla="*/ 4594 h 4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6" h="4596">
                      <a:moveTo>
                        <a:pt x="95" y="4594"/>
                      </a:moveTo>
                      <a:lnTo>
                        <a:pt x="0" y="1165"/>
                      </a:lnTo>
                      <a:cubicBezTo>
                        <a:pt x="1238" y="1737"/>
                        <a:pt x="1429" y="-1311"/>
                        <a:pt x="2096" y="689"/>
                      </a:cubicBezTo>
                      <a:cubicBezTo>
                        <a:pt x="1334" y="1737"/>
                        <a:pt x="1334" y="4690"/>
                        <a:pt x="95" y="459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1" name="Freeform: Shape 990">
                  <a:extLst>
                    <a:ext uri="{FF2B5EF4-FFF2-40B4-BE49-F238E27FC236}">
                      <a16:creationId xmlns:a16="http://schemas.microsoft.com/office/drawing/2014/main" id="{71476E24-C393-433E-9CF8-6DB69BFEB671}"/>
                    </a:ext>
                  </a:extLst>
                </p:cNvPr>
                <p:cNvSpPr/>
                <p:nvPr/>
              </p:nvSpPr>
              <p:spPr>
                <a:xfrm>
                  <a:off x="11025024" y="1546240"/>
                  <a:ext cx="2067" cy="3425"/>
                </a:xfrm>
                <a:custGeom>
                  <a:avLst/>
                  <a:gdLst>
                    <a:gd name="connsiteX0" fmla="*/ 68 w 2067"/>
                    <a:gd name="connsiteY0" fmla="*/ 2715 h 3425"/>
                    <a:gd name="connsiteX1" fmla="*/ 2067 w 2067"/>
                    <a:gd name="connsiteY1" fmla="*/ 1001 h 3425"/>
                    <a:gd name="connsiteX2" fmla="*/ 68 w 2067"/>
                    <a:gd name="connsiteY2" fmla="*/ 2715 h 3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67" h="3425">
                      <a:moveTo>
                        <a:pt x="68" y="2715"/>
                      </a:moveTo>
                      <a:cubicBezTo>
                        <a:pt x="-409" y="-1380"/>
                        <a:pt x="1783" y="144"/>
                        <a:pt x="2067" y="1001"/>
                      </a:cubicBezTo>
                      <a:cubicBezTo>
                        <a:pt x="1687" y="2715"/>
                        <a:pt x="735" y="4430"/>
                        <a:pt x="68" y="2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2" name="Freeform: Shape 991">
                  <a:extLst>
                    <a:ext uri="{FF2B5EF4-FFF2-40B4-BE49-F238E27FC236}">
                      <a16:creationId xmlns:a16="http://schemas.microsoft.com/office/drawing/2014/main" id="{EE979413-6672-4C43-BD0E-4B53FCC00891}"/>
                    </a:ext>
                  </a:extLst>
                </p:cNvPr>
                <p:cNvSpPr/>
                <p:nvPr/>
              </p:nvSpPr>
              <p:spPr>
                <a:xfrm>
                  <a:off x="11032534" y="1558766"/>
                  <a:ext cx="4093" cy="6667"/>
                </a:xfrm>
                <a:custGeom>
                  <a:avLst/>
                  <a:gdLst>
                    <a:gd name="connsiteX0" fmla="*/ 83 w 4093"/>
                    <a:gd name="connsiteY0" fmla="*/ 3143 h 6667"/>
                    <a:gd name="connsiteX1" fmla="*/ 2178 w 4093"/>
                    <a:gd name="connsiteY1" fmla="*/ 3715 h 6667"/>
                    <a:gd name="connsiteX2" fmla="*/ 3035 w 4093"/>
                    <a:gd name="connsiteY2" fmla="*/ 0 h 6667"/>
                    <a:gd name="connsiteX3" fmla="*/ 3987 w 4093"/>
                    <a:gd name="connsiteY3" fmla="*/ 6667 h 6667"/>
                    <a:gd name="connsiteX4" fmla="*/ 83 w 4093"/>
                    <a:gd name="connsiteY4" fmla="*/ 3143 h 6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93" h="6667">
                      <a:moveTo>
                        <a:pt x="83" y="3143"/>
                      </a:moveTo>
                      <a:cubicBezTo>
                        <a:pt x="-489" y="-572"/>
                        <a:pt x="2083" y="1715"/>
                        <a:pt x="2178" y="3715"/>
                      </a:cubicBezTo>
                      <a:cubicBezTo>
                        <a:pt x="2464" y="2477"/>
                        <a:pt x="2750" y="1238"/>
                        <a:pt x="3035" y="0"/>
                      </a:cubicBezTo>
                      <a:cubicBezTo>
                        <a:pt x="3987" y="1238"/>
                        <a:pt x="4273" y="3429"/>
                        <a:pt x="3987" y="6667"/>
                      </a:cubicBezTo>
                      <a:cubicBezTo>
                        <a:pt x="2655" y="5715"/>
                        <a:pt x="1701" y="3048"/>
                        <a:pt x="83" y="3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3" name="Freeform: Shape 992">
                  <a:extLst>
                    <a:ext uri="{FF2B5EF4-FFF2-40B4-BE49-F238E27FC236}">
                      <a16:creationId xmlns:a16="http://schemas.microsoft.com/office/drawing/2014/main" id="{3A10D918-24B6-4CFA-AD49-887B6B493B90}"/>
                    </a:ext>
                  </a:extLst>
                </p:cNvPr>
                <p:cNvSpPr/>
                <p:nvPr/>
              </p:nvSpPr>
              <p:spPr>
                <a:xfrm>
                  <a:off x="11053000" y="1566862"/>
                  <a:ext cx="4571" cy="11297"/>
                </a:xfrm>
                <a:custGeom>
                  <a:avLst/>
                  <a:gdLst>
                    <a:gd name="connsiteX0" fmla="*/ 0 w 4571"/>
                    <a:gd name="connsiteY0" fmla="*/ 8192 h 11297"/>
                    <a:gd name="connsiteX1" fmla="*/ 285 w 4571"/>
                    <a:gd name="connsiteY1" fmla="*/ 0 h 11297"/>
                    <a:gd name="connsiteX2" fmla="*/ 4572 w 4571"/>
                    <a:gd name="connsiteY2" fmla="*/ 10382 h 11297"/>
                    <a:gd name="connsiteX3" fmla="*/ 0 w 4571"/>
                    <a:gd name="connsiteY3" fmla="*/ 8192 h 11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571" h="11297">
                      <a:moveTo>
                        <a:pt x="0" y="8192"/>
                      </a:moveTo>
                      <a:cubicBezTo>
                        <a:pt x="666" y="5144"/>
                        <a:pt x="95" y="2572"/>
                        <a:pt x="285" y="0"/>
                      </a:cubicBezTo>
                      <a:cubicBezTo>
                        <a:pt x="2095" y="1810"/>
                        <a:pt x="3715" y="4763"/>
                        <a:pt x="4572" y="10382"/>
                      </a:cubicBezTo>
                      <a:cubicBezTo>
                        <a:pt x="3429" y="13716"/>
                        <a:pt x="1809" y="6763"/>
                        <a:pt x="0" y="81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Freeform: Shape 993">
                  <a:extLst>
                    <a:ext uri="{FF2B5EF4-FFF2-40B4-BE49-F238E27FC236}">
                      <a16:creationId xmlns:a16="http://schemas.microsoft.com/office/drawing/2014/main" id="{F0D5433C-8DC8-4188-A6C8-95F20C3C8B22}"/>
                    </a:ext>
                  </a:extLst>
                </p:cNvPr>
                <p:cNvSpPr/>
                <p:nvPr/>
              </p:nvSpPr>
              <p:spPr>
                <a:xfrm>
                  <a:off x="10155840" y="1585912"/>
                  <a:ext cx="11144" cy="16423"/>
                </a:xfrm>
                <a:custGeom>
                  <a:avLst/>
                  <a:gdLst>
                    <a:gd name="connsiteX0" fmla="*/ 0 w 11144"/>
                    <a:gd name="connsiteY0" fmla="*/ 13716 h 16423"/>
                    <a:gd name="connsiteX1" fmla="*/ 11145 w 11144"/>
                    <a:gd name="connsiteY1" fmla="*/ 0 h 16423"/>
                    <a:gd name="connsiteX2" fmla="*/ 5335 w 11144"/>
                    <a:gd name="connsiteY2" fmla="*/ 9715 h 16423"/>
                    <a:gd name="connsiteX3" fmla="*/ 4381 w 11144"/>
                    <a:gd name="connsiteY3" fmla="*/ 12097 h 16423"/>
                    <a:gd name="connsiteX4" fmla="*/ 4476 w 11144"/>
                    <a:gd name="connsiteY4" fmla="*/ 15431 h 16423"/>
                    <a:gd name="connsiteX5" fmla="*/ 0 w 11144"/>
                    <a:gd name="connsiteY5" fmla="*/ 13716 h 1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44" h="16423">
                      <a:moveTo>
                        <a:pt x="0" y="13716"/>
                      </a:moveTo>
                      <a:cubicBezTo>
                        <a:pt x="3715" y="16573"/>
                        <a:pt x="6191" y="2953"/>
                        <a:pt x="11145" y="0"/>
                      </a:cubicBezTo>
                      <a:cubicBezTo>
                        <a:pt x="10477" y="1810"/>
                        <a:pt x="6478" y="9144"/>
                        <a:pt x="5335" y="9715"/>
                      </a:cubicBezTo>
                      <a:cubicBezTo>
                        <a:pt x="6096" y="13240"/>
                        <a:pt x="5905" y="13811"/>
                        <a:pt x="4381" y="12097"/>
                      </a:cubicBezTo>
                      <a:cubicBezTo>
                        <a:pt x="4192" y="13716"/>
                        <a:pt x="4096" y="15335"/>
                        <a:pt x="4476" y="15431"/>
                      </a:cubicBezTo>
                      <a:cubicBezTo>
                        <a:pt x="2858" y="17907"/>
                        <a:pt x="1715" y="15145"/>
                        <a:pt x="0" y="1371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5" name="Freeform: Shape 994">
                  <a:extLst>
                    <a:ext uri="{FF2B5EF4-FFF2-40B4-BE49-F238E27FC236}">
                      <a16:creationId xmlns:a16="http://schemas.microsoft.com/office/drawing/2014/main" id="{ECC1FD2B-80FC-4711-82A2-8F76EFCB9350}"/>
                    </a:ext>
                  </a:extLst>
                </p:cNvPr>
                <p:cNvSpPr/>
                <p:nvPr/>
              </p:nvSpPr>
              <p:spPr>
                <a:xfrm>
                  <a:off x="10212895" y="1779174"/>
                  <a:ext cx="2953" cy="3730"/>
                </a:xfrm>
                <a:custGeom>
                  <a:avLst/>
                  <a:gdLst>
                    <a:gd name="connsiteX0" fmla="*/ 0 w 2953"/>
                    <a:gd name="connsiteY0" fmla="*/ 381 h 3730"/>
                    <a:gd name="connsiteX1" fmla="*/ 2953 w 2953"/>
                    <a:gd name="connsiteY1" fmla="*/ 0 h 3730"/>
                    <a:gd name="connsiteX2" fmla="*/ 1810 w 2953"/>
                    <a:gd name="connsiteY2" fmla="*/ 1238 h 3730"/>
                    <a:gd name="connsiteX3" fmla="*/ 1238 w 2953"/>
                    <a:gd name="connsiteY3" fmla="*/ 3524 h 3730"/>
                    <a:gd name="connsiteX4" fmla="*/ 0 w 2953"/>
                    <a:gd name="connsiteY4" fmla="*/ 381 h 3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53" h="3730">
                      <a:moveTo>
                        <a:pt x="0" y="381"/>
                      </a:moveTo>
                      <a:cubicBezTo>
                        <a:pt x="763" y="-762"/>
                        <a:pt x="1238" y="1810"/>
                        <a:pt x="2953" y="0"/>
                      </a:cubicBezTo>
                      <a:cubicBezTo>
                        <a:pt x="2572" y="2381"/>
                        <a:pt x="2191" y="2477"/>
                        <a:pt x="1810" y="1238"/>
                      </a:cubicBezTo>
                      <a:cubicBezTo>
                        <a:pt x="1429" y="1333"/>
                        <a:pt x="1429" y="2667"/>
                        <a:pt x="1238" y="3524"/>
                      </a:cubicBezTo>
                      <a:cubicBezTo>
                        <a:pt x="0" y="4763"/>
                        <a:pt x="1048" y="0"/>
                        <a:pt x="0" y="38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6" name="Freeform: Shape 995">
                  <a:extLst>
                    <a:ext uri="{FF2B5EF4-FFF2-40B4-BE49-F238E27FC236}">
                      <a16:creationId xmlns:a16="http://schemas.microsoft.com/office/drawing/2014/main" id="{DD3EB7E9-0032-4AB0-BE5F-A82A04B3BDEB}"/>
                    </a:ext>
                  </a:extLst>
                </p:cNvPr>
                <p:cNvSpPr/>
                <p:nvPr/>
              </p:nvSpPr>
              <p:spPr>
                <a:xfrm>
                  <a:off x="10234109" y="1636871"/>
                  <a:ext cx="2979" cy="4857"/>
                </a:xfrm>
                <a:custGeom>
                  <a:avLst/>
                  <a:gdLst>
                    <a:gd name="connsiteX0" fmla="*/ 121 w 2979"/>
                    <a:gd name="connsiteY0" fmla="*/ 4858 h 4857"/>
                    <a:gd name="connsiteX1" fmla="*/ 2979 w 2979"/>
                    <a:gd name="connsiteY1" fmla="*/ 0 h 4857"/>
                    <a:gd name="connsiteX2" fmla="*/ 121 w 2979"/>
                    <a:gd name="connsiteY2" fmla="*/ 4858 h 4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79" h="4857">
                      <a:moveTo>
                        <a:pt x="121" y="4858"/>
                      </a:moveTo>
                      <a:cubicBezTo>
                        <a:pt x="-640" y="2096"/>
                        <a:pt x="2407" y="2000"/>
                        <a:pt x="2979" y="0"/>
                      </a:cubicBezTo>
                      <a:cubicBezTo>
                        <a:pt x="2122" y="3810"/>
                        <a:pt x="980" y="3810"/>
                        <a:pt x="121" y="4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7" name="Freeform: Shape 996">
                  <a:extLst>
                    <a:ext uri="{FF2B5EF4-FFF2-40B4-BE49-F238E27FC236}">
                      <a16:creationId xmlns:a16="http://schemas.microsoft.com/office/drawing/2014/main" id="{103778F7-FEF0-4810-B090-B638277A7733}"/>
                    </a:ext>
                  </a:extLst>
                </p:cNvPr>
                <p:cNvSpPr/>
                <p:nvPr/>
              </p:nvSpPr>
              <p:spPr>
                <a:xfrm>
                  <a:off x="10239375" y="1791649"/>
                  <a:ext cx="2095" cy="3622"/>
                </a:xfrm>
                <a:custGeom>
                  <a:avLst/>
                  <a:gdLst>
                    <a:gd name="connsiteX0" fmla="*/ 1429 w 2095"/>
                    <a:gd name="connsiteY0" fmla="*/ 1242 h 3622"/>
                    <a:gd name="connsiteX1" fmla="*/ 572 w 2095"/>
                    <a:gd name="connsiteY1" fmla="*/ 3623 h 3622"/>
                    <a:gd name="connsiteX2" fmla="*/ 0 w 2095"/>
                    <a:gd name="connsiteY2" fmla="*/ 1432 h 3622"/>
                    <a:gd name="connsiteX3" fmla="*/ 2095 w 2095"/>
                    <a:gd name="connsiteY3" fmla="*/ 2289 h 3622"/>
                    <a:gd name="connsiteX4" fmla="*/ 1429 w 2095"/>
                    <a:gd name="connsiteY4" fmla="*/ 1242 h 3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5" h="3622">
                      <a:moveTo>
                        <a:pt x="1429" y="1242"/>
                      </a:moveTo>
                      <a:cubicBezTo>
                        <a:pt x="1048" y="1813"/>
                        <a:pt x="666" y="2289"/>
                        <a:pt x="572" y="3623"/>
                      </a:cubicBezTo>
                      <a:cubicBezTo>
                        <a:pt x="191" y="3432"/>
                        <a:pt x="477" y="1432"/>
                        <a:pt x="0" y="1432"/>
                      </a:cubicBezTo>
                      <a:cubicBezTo>
                        <a:pt x="762" y="-1902"/>
                        <a:pt x="1809" y="1527"/>
                        <a:pt x="2095" y="2289"/>
                      </a:cubicBezTo>
                      <a:cubicBezTo>
                        <a:pt x="1715" y="4290"/>
                        <a:pt x="1143" y="3147"/>
                        <a:pt x="1429" y="124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8" name="Freeform: Shape 997">
                  <a:extLst>
                    <a:ext uri="{FF2B5EF4-FFF2-40B4-BE49-F238E27FC236}">
                      <a16:creationId xmlns:a16="http://schemas.microsoft.com/office/drawing/2014/main" id="{707C4745-7DDE-4F1E-8833-520B0EB1F167}"/>
                    </a:ext>
                  </a:extLst>
                </p:cNvPr>
                <p:cNvSpPr/>
                <p:nvPr/>
              </p:nvSpPr>
              <p:spPr>
                <a:xfrm>
                  <a:off x="10266711" y="1797272"/>
                  <a:ext cx="3206" cy="5810"/>
                </a:xfrm>
                <a:custGeom>
                  <a:avLst/>
                  <a:gdLst>
                    <a:gd name="connsiteX0" fmla="*/ 0 w 3206"/>
                    <a:gd name="connsiteY0" fmla="*/ 5810 h 5810"/>
                    <a:gd name="connsiteX1" fmla="*/ 1524 w 3206"/>
                    <a:gd name="connsiteY1" fmla="*/ 0 h 5810"/>
                    <a:gd name="connsiteX2" fmla="*/ 3143 w 3206"/>
                    <a:gd name="connsiteY2" fmla="*/ 3143 h 5810"/>
                    <a:gd name="connsiteX3" fmla="*/ 0 w 3206"/>
                    <a:gd name="connsiteY3" fmla="*/ 5810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06" h="5810">
                      <a:moveTo>
                        <a:pt x="0" y="5810"/>
                      </a:moveTo>
                      <a:cubicBezTo>
                        <a:pt x="477" y="3715"/>
                        <a:pt x="1620" y="4191"/>
                        <a:pt x="1524" y="0"/>
                      </a:cubicBezTo>
                      <a:cubicBezTo>
                        <a:pt x="2095" y="952"/>
                        <a:pt x="3524" y="-286"/>
                        <a:pt x="3143" y="3143"/>
                      </a:cubicBezTo>
                      <a:cubicBezTo>
                        <a:pt x="2191" y="3810"/>
                        <a:pt x="1429" y="4000"/>
                        <a:pt x="0" y="5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9" name="Freeform: Shape 998">
                  <a:extLst>
                    <a:ext uri="{FF2B5EF4-FFF2-40B4-BE49-F238E27FC236}">
                      <a16:creationId xmlns:a16="http://schemas.microsoft.com/office/drawing/2014/main" id="{522CB460-8C4E-4360-87B1-1EF475F24FD0}"/>
                    </a:ext>
                  </a:extLst>
                </p:cNvPr>
                <p:cNvSpPr/>
                <p:nvPr/>
              </p:nvSpPr>
              <p:spPr>
                <a:xfrm>
                  <a:off x="10311975" y="1803348"/>
                  <a:ext cx="3885" cy="8319"/>
                </a:xfrm>
                <a:custGeom>
                  <a:avLst/>
                  <a:gdLst>
                    <a:gd name="connsiteX0" fmla="*/ 3027 w 3885"/>
                    <a:gd name="connsiteY0" fmla="*/ 19 h 8319"/>
                    <a:gd name="connsiteX1" fmla="*/ 1409 w 3885"/>
                    <a:gd name="connsiteY1" fmla="*/ 2496 h 8319"/>
                    <a:gd name="connsiteX2" fmla="*/ 3885 w 3885"/>
                    <a:gd name="connsiteY2" fmla="*/ 4401 h 8319"/>
                    <a:gd name="connsiteX3" fmla="*/ 361 w 3885"/>
                    <a:gd name="connsiteY3" fmla="*/ 8306 h 8319"/>
                    <a:gd name="connsiteX4" fmla="*/ 361 w 3885"/>
                    <a:gd name="connsiteY4" fmla="*/ 2686 h 8319"/>
                    <a:gd name="connsiteX5" fmla="*/ 1313 w 3885"/>
                    <a:gd name="connsiteY5" fmla="*/ 4782 h 8319"/>
                    <a:gd name="connsiteX6" fmla="*/ 3027 w 3885"/>
                    <a:gd name="connsiteY6" fmla="*/ 19 h 83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85" h="8319">
                      <a:moveTo>
                        <a:pt x="3027" y="19"/>
                      </a:moveTo>
                      <a:cubicBezTo>
                        <a:pt x="2647" y="1639"/>
                        <a:pt x="2075" y="2305"/>
                        <a:pt x="1409" y="2496"/>
                      </a:cubicBezTo>
                      <a:cubicBezTo>
                        <a:pt x="1218" y="5734"/>
                        <a:pt x="2838" y="4401"/>
                        <a:pt x="3885" y="4401"/>
                      </a:cubicBezTo>
                      <a:cubicBezTo>
                        <a:pt x="3027" y="9449"/>
                        <a:pt x="1409" y="3639"/>
                        <a:pt x="361" y="8306"/>
                      </a:cubicBezTo>
                      <a:cubicBezTo>
                        <a:pt x="-497" y="8592"/>
                        <a:pt x="456" y="4305"/>
                        <a:pt x="361" y="2686"/>
                      </a:cubicBezTo>
                      <a:cubicBezTo>
                        <a:pt x="646" y="3353"/>
                        <a:pt x="552" y="5258"/>
                        <a:pt x="1313" y="4782"/>
                      </a:cubicBezTo>
                      <a:cubicBezTo>
                        <a:pt x="646" y="2686"/>
                        <a:pt x="1790" y="-266"/>
                        <a:pt x="3027" y="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0" name="Freeform: Shape 999">
                  <a:extLst>
                    <a:ext uri="{FF2B5EF4-FFF2-40B4-BE49-F238E27FC236}">
                      <a16:creationId xmlns:a16="http://schemas.microsoft.com/office/drawing/2014/main" id="{E9AD5DAA-6F08-447E-B913-C5F540A00D5A}"/>
                    </a:ext>
                  </a:extLst>
                </p:cNvPr>
                <p:cNvSpPr/>
                <p:nvPr/>
              </p:nvSpPr>
              <p:spPr>
                <a:xfrm>
                  <a:off x="10338721" y="1613611"/>
                  <a:ext cx="2098" cy="3576"/>
                </a:xfrm>
                <a:custGeom>
                  <a:avLst/>
                  <a:gdLst>
                    <a:gd name="connsiteX0" fmla="*/ 952 w 2098"/>
                    <a:gd name="connsiteY0" fmla="*/ 3448 h 3576"/>
                    <a:gd name="connsiteX1" fmla="*/ 0 w 2098"/>
                    <a:gd name="connsiteY1" fmla="*/ 1352 h 3576"/>
                    <a:gd name="connsiteX2" fmla="*/ 2095 w 2098"/>
                    <a:gd name="connsiteY2" fmla="*/ 2210 h 3576"/>
                    <a:gd name="connsiteX3" fmla="*/ 1428 w 2098"/>
                    <a:gd name="connsiteY3" fmla="*/ 1162 h 3576"/>
                    <a:gd name="connsiteX4" fmla="*/ 952 w 2098"/>
                    <a:gd name="connsiteY4" fmla="*/ 3448 h 3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98" h="3576">
                      <a:moveTo>
                        <a:pt x="952" y="3448"/>
                      </a:moveTo>
                      <a:cubicBezTo>
                        <a:pt x="94" y="4210"/>
                        <a:pt x="571" y="1352"/>
                        <a:pt x="0" y="1352"/>
                      </a:cubicBezTo>
                      <a:cubicBezTo>
                        <a:pt x="380" y="876"/>
                        <a:pt x="2191" y="-1886"/>
                        <a:pt x="2095" y="2210"/>
                      </a:cubicBezTo>
                      <a:cubicBezTo>
                        <a:pt x="1809" y="2019"/>
                        <a:pt x="1809" y="1162"/>
                        <a:pt x="1428" y="1162"/>
                      </a:cubicBezTo>
                      <a:cubicBezTo>
                        <a:pt x="1048" y="1257"/>
                        <a:pt x="1048" y="2591"/>
                        <a:pt x="952" y="34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1" name="Freeform: Shape 1000">
                  <a:extLst>
                    <a:ext uri="{FF2B5EF4-FFF2-40B4-BE49-F238E27FC236}">
                      <a16:creationId xmlns:a16="http://schemas.microsoft.com/office/drawing/2014/main" id="{2E3C0391-2ABD-406B-8DFD-ADCA297C8247}"/>
                    </a:ext>
                  </a:extLst>
                </p:cNvPr>
                <p:cNvSpPr/>
                <p:nvPr/>
              </p:nvSpPr>
              <p:spPr>
                <a:xfrm>
                  <a:off x="10347116" y="1772888"/>
                  <a:ext cx="938" cy="8522"/>
                </a:xfrm>
                <a:custGeom>
                  <a:avLst/>
                  <a:gdLst>
                    <a:gd name="connsiteX0" fmla="*/ 271 w 938"/>
                    <a:gd name="connsiteY0" fmla="*/ 0 h 8522"/>
                    <a:gd name="connsiteX1" fmla="*/ 939 w 938"/>
                    <a:gd name="connsiteY1" fmla="*/ 7810 h 8522"/>
                    <a:gd name="connsiteX2" fmla="*/ 271 w 938"/>
                    <a:gd name="connsiteY2" fmla="*/ 0 h 85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38" h="8522">
                      <a:moveTo>
                        <a:pt x="271" y="0"/>
                      </a:moveTo>
                      <a:cubicBezTo>
                        <a:pt x="1891" y="381"/>
                        <a:pt x="-776" y="7239"/>
                        <a:pt x="939" y="7810"/>
                      </a:cubicBezTo>
                      <a:cubicBezTo>
                        <a:pt x="81" y="10668"/>
                        <a:pt x="-299" y="4286"/>
                        <a:pt x="27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2" name="Freeform: Shape 1001">
                  <a:extLst>
                    <a:ext uri="{FF2B5EF4-FFF2-40B4-BE49-F238E27FC236}">
                      <a16:creationId xmlns:a16="http://schemas.microsoft.com/office/drawing/2014/main" id="{E5320F66-471D-46EB-99D9-75E9D83205BE}"/>
                    </a:ext>
                  </a:extLst>
                </p:cNvPr>
                <p:cNvSpPr/>
                <p:nvPr/>
              </p:nvSpPr>
              <p:spPr>
                <a:xfrm>
                  <a:off x="10356526" y="1703736"/>
                  <a:ext cx="4864" cy="4801"/>
                </a:xfrm>
                <a:custGeom>
                  <a:avLst/>
                  <a:gdLst>
                    <a:gd name="connsiteX0" fmla="*/ 959 w 4864"/>
                    <a:gd name="connsiteY0" fmla="*/ 0 h 4801"/>
                    <a:gd name="connsiteX1" fmla="*/ 4865 w 4864"/>
                    <a:gd name="connsiteY1" fmla="*/ 1715 h 4801"/>
                    <a:gd name="connsiteX2" fmla="*/ 7 w 4864"/>
                    <a:gd name="connsiteY2" fmla="*/ 4667 h 4801"/>
                    <a:gd name="connsiteX3" fmla="*/ 959 w 4864"/>
                    <a:gd name="connsiteY3" fmla="*/ 0 h 4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64" h="4801">
                      <a:moveTo>
                        <a:pt x="959" y="0"/>
                      </a:moveTo>
                      <a:cubicBezTo>
                        <a:pt x="1911" y="2953"/>
                        <a:pt x="2864" y="952"/>
                        <a:pt x="4865" y="1715"/>
                      </a:cubicBezTo>
                      <a:cubicBezTo>
                        <a:pt x="4483" y="8382"/>
                        <a:pt x="1245" y="1715"/>
                        <a:pt x="7" y="4667"/>
                      </a:cubicBezTo>
                      <a:cubicBezTo>
                        <a:pt x="-89" y="1619"/>
                        <a:pt x="864" y="2286"/>
                        <a:pt x="95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3" name="Freeform: Shape 1002">
                  <a:extLst>
                    <a:ext uri="{FF2B5EF4-FFF2-40B4-BE49-F238E27FC236}">
                      <a16:creationId xmlns:a16="http://schemas.microsoft.com/office/drawing/2014/main" id="{7DDF5D35-94D3-4273-ADB8-228AE3BC391D}"/>
                    </a:ext>
                  </a:extLst>
                </p:cNvPr>
                <p:cNvSpPr/>
                <p:nvPr/>
              </p:nvSpPr>
              <p:spPr>
                <a:xfrm>
                  <a:off x="10357580" y="1781079"/>
                  <a:ext cx="12953" cy="24002"/>
                </a:xfrm>
                <a:custGeom>
                  <a:avLst/>
                  <a:gdLst>
                    <a:gd name="connsiteX0" fmla="*/ 1523 w 12953"/>
                    <a:gd name="connsiteY0" fmla="*/ 22860 h 24002"/>
                    <a:gd name="connsiteX1" fmla="*/ 1619 w 12953"/>
                    <a:gd name="connsiteY1" fmla="*/ 21717 h 24002"/>
                    <a:gd name="connsiteX2" fmla="*/ 0 w 12953"/>
                    <a:gd name="connsiteY2" fmla="*/ 17431 h 24002"/>
                    <a:gd name="connsiteX3" fmla="*/ 380 w 12953"/>
                    <a:gd name="connsiteY3" fmla="*/ 10573 h 24002"/>
                    <a:gd name="connsiteX4" fmla="*/ 2191 w 12953"/>
                    <a:gd name="connsiteY4" fmla="*/ 4667 h 24002"/>
                    <a:gd name="connsiteX5" fmla="*/ 3810 w 12953"/>
                    <a:gd name="connsiteY5" fmla="*/ 7810 h 24002"/>
                    <a:gd name="connsiteX6" fmla="*/ 4763 w 12953"/>
                    <a:gd name="connsiteY6" fmla="*/ 4286 h 24002"/>
                    <a:gd name="connsiteX7" fmla="*/ 3143 w 12953"/>
                    <a:gd name="connsiteY7" fmla="*/ 0 h 24002"/>
                    <a:gd name="connsiteX8" fmla="*/ 12954 w 12953"/>
                    <a:gd name="connsiteY8" fmla="*/ 13240 h 24002"/>
                    <a:gd name="connsiteX9" fmla="*/ 10382 w 12953"/>
                    <a:gd name="connsiteY9" fmla="*/ 13621 h 24002"/>
                    <a:gd name="connsiteX10" fmla="*/ 12097 w 12953"/>
                    <a:gd name="connsiteY10" fmla="*/ 15621 h 24002"/>
                    <a:gd name="connsiteX11" fmla="*/ 9048 w 12953"/>
                    <a:gd name="connsiteY11" fmla="*/ 17145 h 24002"/>
                    <a:gd name="connsiteX12" fmla="*/ 11716 w 12953"/>
                    <a:gd name="connsiteY12" fmla="*/ 21241 h 24002"/>
                    <a:gd name="connsiteX13" fmla="*/ 9716 w 12953"/>
                    <a:gd name="connsiteY13" fmla="*/ 23813 h 24002"/>
                    <a:gd name="connsiteX14" fmla="*/ 8191 w 12953"/>
                    <a:gd name="connsiteY14" fmla="*/ 18383 h 24002"/>
                    <a:gd name="connsiteX15" fmla="*/ 7715 w 12953"/>
                    <a:gd name="connsiteY15" fmla="*/ 19621 h 24002"/>
                    <a:gd name="connsiteX16" fmla="*/ 8573 w 12953"/>
                    <a:gd name="connsiteY16" fmla="*/ 24003 h 24002"/>
                    <a:gd name="connsiteX17" fmla="*/ 3047 w 12953"/>
                    <a:gd name="connsiteY17" fmla="*/ 18002 h 24002"/>
                    <a:gd name="connsiteX18" fmla="*/ 1523 w 12953"/>
                    <a:gd name="connsiteY18" fmla="*/ 22860 h 24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2953" h="24002">
                      <a:moveTo>
                        <a:pt x="1523" y="22860"/>
                      </a:moveTo>
                      <a:cubicBezTo>
                        <a:pt x="1143" y="22669"/>
                        <a:pt x="1429" y="21717"/>
                        <a:pt x="1619" y="21717"/>
                      </a:cubicBezTo>
                      <a:cubicBezTo>
                        <a:pt x="1619" y="18764"/>
                        <a:pt x="666" y="18574"/>
                        <a:pt x="0" y="17431"/>
                      </a:cubicBezTo>
                      <a:cubicBezTo>
                        <a:pt x="1238" y="14192"/>
                        <a:pt x="476" y="14573"/>
                        <a:pt x="380" y="10573"/>
                      </a:cubicBezTo>
                      <a:cubicBezTo>
                        <a:pt x="1238" y="13621"/>
                        <a:pt x="2191" y="9144"/>
                        <a:pt x="2191" y="4667"/>
                      </a:cubicBezTo>
                      <a:cubicBezTo>
                        <a:pt x="3334" y="4000"/>
                        <a:pt x="2952" y="7620"/>
                        <a:pt x="3810" y="7810"/>
                      </a:cubicBezTo>
                      <a:cubicBezTo>
                        <a:pt x="3810" y="4096"/>
                        <a:pt x="3334" y="2953"/>
                        <a:pt x="4763" y="4286"/>
                      </a:cubicBezTo>
                      <a:cubicBezTo>
                        <a:pt x="5238" y="0"/>
                        <a:pt x="3620" y="1619"/>
                        <a:pt x="3143" y="0"/>
                      </a:cubicBezTo>
                      <a:cubicBezTo>
                        <a:pt x="5143" y="571"/>
                        <a:pt x="10477" y="10382"/>
                        <a:pt x="12954" y="13240"/>
                      </a:cubicBezTo>
                      <a:cubicBezTo>
                        <a:pt x="12477" y="16097"/>
                        <a:pt x="11620" y="11906"/>
                        <a:pt x="10382" y="13621"/>
                      </a:cubicBezTo>
                      <a:cubicBezTo>
                        <a:pt x="10573" y="15240"/>
                        <a:pt x="11144" y="15907"/>
                        <a:pt x="12097" y="15621"/>
                      </a:cubicBezTo>
                      <a:cubicBezTo>
                        <a:pt x="11144" y="19050"/>
                        <a:pt x="9905" y="17431"/>
                        <a:pt x="9048" y="17145"/>
                      </a:cubicBezTo>
                      <a:cubicBezTo>
                        <a:pt x="9144" y="20764"/>
                        <a:pt x="10954" y="19526"/>
                        <a:pt x="11716" y="21241"/>
                      </a:cubicBezTo>
                      <a:cubicBezTo>
                        <a:pt x="11048" y="24860"/>
                        <a:pt x="10096" y="19050"/>
                        <a:pt x="9716" y="23813"/>
                      </a:cubicBezTo>
                      <a:cubicBezTo>
                        <a:pt x="8667" y="23431"/>
                        <a:pt x="9144" y="19050"/>
                        <a:pt x="8191" y="18383"/>
                      </a:cubicBezTo>
                      <a:cubicBezTo>
                        <a:pt x="8191" y="19336"/>
                        <a:pt x="8001" y="19431"/>
                        <a:pt x="7715" y="19621"/>
                      </a:cubicBezTo>
                      <a:cubicBezTo>
                        <a:pt x="7715" y="21812"/>
                        <a:pt x="9048" y="20288"/>
                        <a:pt x="8573" y="24003"/>
                      </a:cubicBezTo>
                      <a:cubicBezTo>
                        <a:pt x="7334" y="20288"/>
                        <a:pt x="4667" y="20574"/>
                        <a:pt x="3047" y="18002"/>
                      </a:cubicBezTo>
                      <a:cubicBezTo>
                        <a:pt x="2477" y="19050"/>
                        <a:pt x="2191" y="21717"/>
                        <a:pt x="1523" y="2286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Freeform: Shape 1003">
                  <a:extLst>
                    <a:ext uri="{FF2B5EF4-FFF2-40B4-BE49-F238E27FC236}">
                      <a16:creationId xmlns:a16="http://schemas.microsoft.com/office/drawing/2014/main" id="{22388001-63AD-43C3-BF1D-A5D89AC95DC9}"/>
                    </a:ext>
                  </a:extLst>
                </p:cNvPr>
                <p:cNvSpPr/>
                <p:nvPr/>
              </p:nvSpPr>
              <p:spPr>
                <a:xfrm>
                  <a:off x="10355008" y="1837658"/>
                  <a:ext cx="5603" cy="14186"/>
                </a:xfrm>
                <a:custGeom>
                  <a:avLst/>
                  <a:gdLst>
                    <a:gd name="connsiteX0" fmla="*/ 1809 w 5603"/>
                    <a:gd name="connsiteY0" fmla="*/ 12954 h 14186"/>
                    <a:gd name="connsiteX1" fmla="*/ 0 w 5603"/>
                    <a:gd name="connsiteY1" fmla="*/ 13240 h 14186"/>
                    <a:gd name="connsiteX2" fmla="*/ 5524 w 5603"/>
                    <a:gd name="connsiteY2" fmla="*/ 0 h 14186"/>
                    <a:gd name="connsiteX3" fmla="*/ 1809 w 5603"/>
                    <a:gd name="connsiteY3" fmla="*/ 12954 h 14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03" h="14186">
                      <a:moveTo>
                        <a:pt x="1809" y="12954"/>
                      </a:moveTo>
                      <a:cubicBezTo>
                        <a:pt x="1334" y="16288"/>
                        <a:pt x="952" y="11621"/>
                        <a:pt x="0" y="13240"/>
                      </a:cubicBezTo>
                      <a:cubicBezTo>
                        <a:pt x="952" y="5810"/>
                        <a:pt x="4190" y="6191"/>
                        <a:pt x="5524" y="0"/>
                      </a:cubicBezTo>
                      <a:cubicBezTo>
                        <a:pt x="6382" y="4763"/>
                        <a:pt x="0" y="9335"/>
                        <a:pt x="1809" y="129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Freeform: Shape 1004">
                  <a:extLst>
                    <a:ext uri="{FF2B5EF4-FFF2-40B4-BE49-F238E27FC236}">
                      <a16:creationId xmlns:a16="http://schemas.microsoft.com/office/drawing/2014/main" id="{12EBB939-FBB9-438E-959F-B3C95D8A7D63}"/>
                    </a:ext>
                  </a:extLst>
                </p:cNvPr>
                <p:cNvSpPr/>
                <p:nvPr/>
              </p:nvSpPr>
              <p:spPr>
                <a:xfrm>
                  <a:off x="10358536" y="1812988"/>
                  <a:ext cx="8187" cy="6858"/>
                </a:xfrm>
                <a:custGeom>
                  <a:avLst/>
                  <a:gdLst>
                    <a:gd name="connsiteX0" fmla="*/ 377 w 8187"/>
                    <a:gd name="connsiteY0" fmla="*/ 6858 h 6858"/>
                    <a:gd name="connsiteX1" fmla="*/ 1139 w 8187"/>
                    <a:gd name="connsiteY1" fmla="*/ 0 h 6858"/>
                    <a:gd name="connsiteX2" fmla="*/ 8187 w 8187"/>
                    <a:gd name="connsiteY2" fmla="*/ 4572 h 6858"/>
                    <a:gd name="connsiteX3" fmla="*/ 7044 w 8187"/>
                    <a:gd name="connsiteY3" fmla="*/ 5906 h 6858"/>
                    <a:gd name="connsiteX4" fmla="*/ 377 w 8187"/>
                    <a:gd name="connsiteY4" fmla="*/ 6858 h 6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87" h="6858">
                      <a:moveTo>
                        <a:pt x="377" y="6858"/>
                      </a:moveTo>
                      <a:cubicBezTo>
                        <a:pt x="-766" y="4858"/>
                        <a:pt x="1044" y="2286"/>
                        <a:pt x="1139" y="0"/>
                      </a:cubicBezTo>
                      <a:cubicBezTo>
                        <a:pt x="1900" y="2667"/>
                        <a:pt x="6378" y="-3429"/>
                        <a:pt x="8187" y="4572"/>
                      </a:cubicBezTo>
                      <a:cubicBezTo>
                        <a:pt x="8092" y="8096"/>
                        <a:pt x="7235" y="1810"/>
                        <a:pt x="7044" y="5906"/>
                      </a:cubicBezTo>
                      <a:cubicBezTo>
                        <a:pt x="6092" y="3048"/>
                        <a:pt x="1710" y="-190"/>
                        <a:pt x="377" y="6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6" name="Freeform: Shape 1005">
                  <a:extLst>
                    <a:ext uri="{FF2B5EF4-FFF2-40B4-BE49-F238E27FC236}">
                      <a16:creationId xmlns:a16="http://schemas.microsoft.com/office/drawing/2014/main" id="{F4248B21-AF83-4FEF-AE25-8DCE726280BE}"/>
                    </a:ext>
                  </a:extLst>
                </p:cNvPr>
                <p:cNvSpPr/>
                <p:nvPr/>
              </p:nvSpPr>
              <p:spPr>
                <a:xfrm>
                  <a:off x="10358437" y="1957713"/>
                  <a:ext cx="2762" cy="6407"/>
                </a:xfrm>
                <a:custGeom>
                  <a:avLst/>
                  <a:gdLst>
                    <a:gd name="connsiteX0" fmla="*/ 0 w 2762"/>
                    <a:gd name="connsiteY0" fmla="*/ 5675 h 6407"/>
                    <a:gd name="connsiteX1" fmla="*/ 1524 w 2762"/>
                    <a:gd name="connsiteY1" fmla="*/ 4342 h 6407"/>
                    <a:gd name="connsiteX2" fmla="*/ 191 w 2762"/>
                    <a:gd name="connsiteY2" fmla="*/ 1103 h 6407"/>
                    <a:gd name="connsiteX3" fmla="*/ 2763 w 2762"/>
                    <a:gd name="connsiteY3" fmla="*/ 1865 h 6407"/>
                    <a:gd name="connsiteX4" fmla="*/ 0 w 2762"/>
                    <a:gd name="connsiteY4" fmla="*/ 5675 h 6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2" h="6407">
                      <a:moveTo>
                        <a:pt x="0" y="5675"/>
                      </a:moveTo>
                      <a:cubicBezTo>
                        <a:pt x="477" y="2341"/>
                        <a:pt x="666" y="4342"/>
                        <a:pt x="1524" y="4342"/>
                      </a:cubicBezTo>
                      <a:cubicBezTo>
                        <a:pt x="1524" y="2056"/>
                        <a:pt x="666" y="2246"/>
                        <a:pt x="191" y="1103"/>
                      </a:cubicBezTo>
                      <a:cubicBezTo>
                        <a:pt x="1048" y="-2326"/>
                        <a:pt x="1429" y="3484"/>
                        <a:pt x="2763" y="1865"/>
                      </a:cubicBezTo>
                      <a:cubicBezTo>
                        <a:pt x="2095" y="4056"/>
                        <a:pt x="762" y="8056"/>
                        <a:pt x="0" y="56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: Shape 1006">
                  <a:extLst>
                    <a:ext uri="{FF2B5EF4-FFF2-40B4-BE49-F238E27FC236}">
                      <a16:creationId xmlns:a16="http://schemas.microsoft.com/office/drawing/2014/main" id="{8B5BB75E-35A5-4DEE-9A95-CD7D3E3FA37E}"/>
                    </a:ext>
                  </a:extLst>
                </p:cNvPr>
                <p:cNvSpPr/>
                <p:nvPr/>
              </p:nvSpPr>
              <p:spPr>
                <a:xfrm>
                  <a:off x="10366528" y="1819645"/>
                  <a:ext cx="2163" cy="4677"/>
                </a:xfrm>
                <a:custGeom>
                  <a:avLst/>
                  <a:gdLst>
                    <a:gd name="connsiteX0" fmla="*/ 196 w 2163"/>
                    <a:gd name="connsiteY0" fmla="*/ 4678 h 4677"/>
                    <a:gd name="connsiteX1" fmla="*/ 2100 w 2163"/>
                    <a:gd name="connsiteY1" fmla="*/ 3249 h 4677"/>
                    <a:gd name="connsiteX2" fmla="*/ 196 w 2163"/>
                    <a:gd name="connsiteY2" fmla="*/ 4678 h 4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3" h="4677">
                      <a:moveTo>
                        <a:pt x="196" y="4678"/>
                      </a:moveTo>
                      <a:cubicBezTo>
                        <a:pt x="-852" y="2868"/>
                        <a:pt x="2672" y="-3990"/>
                        <a:pt x="2100" y="3249"/>
                      </a:cubicBezTo>
                      <a:cubicBezTo>
                        <a:pt x="1529" y="4011"/>
                        <a:pt x="291" y="2201"/>
                        <a:pt x="196" y="46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8" name="Freeform: Shape 1007">
                  <a:extLst>
                    <a:ext uri="{FF2B5EF4-FFF2-40B4-BE49-F238E27FC236}">
                      <a16:creationId xmlns:a16="http://schemas.microsoft.com/office/drawing/2014/main" id="{C073EBD6-2C45-4BAD-BCE2-2AB8FED0F0B1}"/>
                    </a:ext>
                  </a:extLst>
                </p:cNvPr>
                <p:cNvSpPr/>
                <p:nvPr/>
              </p:nvSpPr>
              <p:spPr>
                <a:xfrm>
                  <a:off x="10369677" y="1798510"/>
                  <a:ext cx="9983" cy="9334"/>
                </a:xfrm>
                <a:custGeom>
                  <a:avLst/>
                  <a:gdLst>
                    <a:gd name="connsiteX0" fmla="*/ 9619 w 9983"/>
                    <a:gd name="connsiteY0" fmla="*/ 9334 h 9334"/>
                    <a:gd name="connsiteX1" fmla="*/ 0 w 9983"/>
                    <a:gd name="connsiteY1" fmla="*/ 5048 h 9334"/>
                    <a:gd name="connsiteX2" fmla="*/ 1714 w 9983"/>
                    <a:gd name="connsiteY2" fmla="*/ 286 h 9334"/>
                    <a:gd name="connsiteX3" fmla="*/ 1809 w 9983"/>
                    <a:gd name="connsiteY3" fmla="*/ 4763 h 9334"/>
                    <a:gd name="connsiteX4" fmla="*/ 3524 w 9983"/>
                    <a:gd name="connsiteY4" fmla="*/ 0 h 9334"/>
                    <a:gd name="connsiteX5" fmla="*/ 9810 w 9983"/>
                    <a:gd name="connsiteY5" fmla="*/ 4763 h 9334"/>
                    <a:gd name="connsiteX6" fmla="*/ 9619 w 9983"/>
                    <a:gd name="connsiteY6" fmla="*/ 9334 h 9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983" h="9334">
                      <a:moveTo>
                        <a:pt x="9619" y="9334"/>
                      </a:moveTo>
                      <a:cubicBezTo>
                        <a:pt x="6286" y="6001"/>
                        <a:pt x="3334" y="7810"/>
                        <a:pt x="0" y="5048"/>
                      </a:cubicBezTo>
                      <a:cubicBezTo>
                        <a:pt x="190" y="2191"/>
                        <a:pt x="762" y="571"/>
                        <a:pt x="1714" y="286"/>
                      </a:cubicBezTo>
                      <a:cubicBezTo>
                        <a:pt x="1905" y="1238"/>
                        <a:pt x="2000" y="2762"/>
                        <a:pt x="1809" y="4763"/>
                      </a:cubicBezTo>
                      <a:cubicBezTo>
                        <a:pt x="2761" y="4477"/>
                        <a:pt x="3334" y="2857"/>
                        <a:pt x="3524" y="0"/>
                      </a:cubicBezTo>
                      <a:cubicBezTo>
                        <a:pt x="4952" y="6382"/>
                        <a:pt x="6572" y="7048"/>
                        <a:pt x="9810" y="4763"/>
                      </a:cubicBezTo>
                      <a:cubicBezTo>
                        <a:pt x="10477" y="6001"/>
                        <a:pt x="8953" y="5810"/>
                        <a:pt x="9619" y="9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9" name="Freeform: Shape 1008">
                  <a:extLst>
                    <a:ext uri="{FF2B5EF4-FFF2-40B4-BE49-F238E27FC236}">
                      <a16:creationId xmlns:a16="http://schemas.microsoft.com/office/drawing/2014/main" id="{5D908E96-7A18-4060-8830-5DA5B575E120}"/>
                    </a:ext>
                  </a:extLst>
                </p:cNvPr>
                <p:cNvSpPr/>
                <p:nvPr/>
              </p:nvSpPr>
              <p:spPr>
                <a:xfrm>
                  <a:off x="10379868" y="1940118"/>
                  <a:ext cx="20743" cy="20412"/>
                </a:xfrm>
                <a:custGeom>
                  <a:avLst/>
                  <a:gdLst>
                    <a:gd name="connsiteX0" fmla="*/ 14383 w 20743"/>
                    <a:gd name="connsiteY0" fmla="*/ 20412 h 20412"/>
                    <a:gd name="connsiteX1" fmla="*/ 15621 w 20743"/>
                    <a:gd name="connsiteY1" fmla="*/ 10030 h 20412"/>
                    <a:gd name="connsiteX2" fmla="*/ 13526 w 20743"/>
                    <a:gd name="connsiteY2" fmla="*/ 8030 h 20412"/>
                    <a:gd name="connsiteX3" fmla="*/ 14574 w 20743"/>
                    <a:gd name="connsiteY3" fmla="*/ 8982 h 20412"/>
                    <a:gd name="connsiteX4" fmla="*/ 4953 w 20743"/>
                    <a:gd name="connsiteY4" fmla="*/ 14888 h 20412"/>
                    <a:gd name="connsiteX5" fmla="*/ 5144 w 20743"/>
                    <a:gd name="connsiteY5" fmla="*/ 11459 h 20412"/>
                    <a:gd name="connsiteX6" fmla="*/ 7525 w 20743"/>
                    <a:gd name="connsiteY6" fmla="*/ 7744 h 20412"/>
                    <a:gd name="connsiteX7" fmla="*/ 6572 w 20743"/>
                    <a:gd name="connsiteY7" fmla="*/ 4506 h 20412"/>
                    <a:gd name="connsiteX8" fmla="*/ 6478 w 20743"/>
                    <a:gd name="connsiteY8" fmla="*/ 5649 h 20412"/>
                    <a:gd name="connsiteX9" fmla="*/ 0 w 20743"/>
                    <a:gd name="connsiteY9" fmla="*/ 8792 h 20412"/>
                    <a:gd name="connsiteX10" fmla="*/ 762 w 20743"/>
                    <a:gd name="connsiteY10" fmla="*/ 791 h 20412"/>
                    <a:gd name="connsiteX11" fmla="*/ 2953 w 20743"/>
                    <a:gd name="connsiteY11" fmla="*/ 1648 h 20412"/>
                    <a:gd name="connsiteX12" fmla="*/ 952 w 20743"/>
                    <a:gd name="connsiteY12" fmla="*/ 4220 h 20412"/>
                    <a:gd name="connsiteX13" fmla="*/ 1429 w 20743"/>
                    <a:gd name="connsiteY13" fmla="*/ 8697 h 20412"/>
                    <a:gd name="connsiteX14" fmla="*/ 2763 w 20743"/>
                    <a:gd name="connsiteY14" fmla="*/ 3934 h 20412"/>
                    <a:gd name="connsiteX15" fmla="*/ 5239 w 20743"/>
                    <a:gd name="connsiteY15" fmla="*/ 5839 h 20412"/>
                    <a:gd name="connsiteX16" fmla="*/ 6191 w 20743"/>
                    <a:gd name="connsiteY16" fmla="*/ 2315 h 20412"/>
                    <a:gd name="connsiteX17" fmla="*/ 19336 w 20743"/>
                    <a:gd name="connsiteY17" fmla="*/ 6125 h 20412"/>
                    <a:gd name="connsiteX18" fmla="*/ 20670 w 20743"/>
                    <a:gd name="connsiteY18" fmla="*/ 17269 h 20412"/>
                    <a:gd name="connsiteX19" fmla="*/ 19241 w 20743"/>
                    <a:gd name="connsiteY19" fmla="*/ 15174 h 20412"/>
                    <a:gd name="connsiteX20" fmla="*/ 19431 w 20743"/>
                    <a:gd name="connsiteY20" fmla="*/ 11745 h 20412"/>
                    <a:gd name="connsiteX21" fmla="*/ 18002 w 20743"/>
                    <a:gd name="connsiteY21" fmla="*/ 10792 h 20412"/>
                    <a:gd name="connsiteX22" fmla="*/ 18573 w 20743"/>
                    <a:gd name="connsiteY22" fmla="*/ 15269 h 20412"/>
                    <a:gd name="connsiteX23" fmla="*/ 14383 w 20743"/>
                    <a:gd name="connsiteY23" fmla="*/ 20412 h 20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743" h="20412">
                      <a:moveTo>
                        <a:pt x="14383" y="20412"/>
                      </a:moveTo>
                      <a:cubicBezTo>
                        <a:pt x="13906" y="19174"/>
                        <a:pt x="15526" y="13650"/>
                        <a:pt x="15621" y="10030"/>
                      </a:cubicBezTo>
                      <a:cubicBezTo>
                        <a:pt x="15240" y="8506"/>
                        <a:pt x="14478" y="8030"/>
                        <a:pt x="13526" y="8030"/>
                      </a:cubicBezTo>
                      <a:cubicBezTo>
                        <a:pt x="13526" y="9363"/>
                        <a:pt x="14192" y="8887"/>
                        <a:pt x="14574" y="8982"/>
                      </a:cubicBezTo>
                      <a:cubicBezTo>
                        <a:pt x="11334" y="15650"/>
                        <a:pt x="9430" y="10602"/>
                        <a:pt x="4953" y="14888"/>
                      </a:cubicBezTo>
                      <a:cubicBezTo>
                        <a:pt x="5239" y="13935"/>
                        <a:pt x="5715" y="11649"/>
                        <a:pt x="5144" y="11459"/>
                      </a:cubicBezTo>
                      <a:cubicBezTo>
                        <a:pt x="5715" y="9554"/>
                        <a:pt x="7048" y="9935"/>
                        <a:pt x="7525" y="7744"/>
                      </a:cubicBezTo>
                      <a:cubicBezTo>
                        <a:pt x="7620" y="5553"/>
                        <a:pt x="6287" y="7173"/>
                        <a:pt x="6572" y="4506"/>
                      </a:cubicBezTo>
                      <a:cubicBezTo>
                        <a:pt x="6096" y="4791"/>
                        <a:pt x="6287" y="5649"/>
                        <a:pt x="6478" y="5649"/>
                      </a:cubicBezTo>
                      <a:cubicBezTo>
                        <a:pt x="4476" y="9078"/>
                        <a:pt x="2095" y="12126"/>
                        <a:pt x="0" y="8792"/>
                      </a:cubicBezTo>
                      <a:cubicBezTo>
                        <a:pt x="762" y="7363"/>
                        <a:pt x="1143" y="3363"/>
                        <a:pt x="762" y="791"/>
                      </a:cubicBezTo>
                      <a:cubicBezTo>
                        <a:pt x="1143" y="-1590"/>
                        <a:pt x="2095" y="2220"/>
                        <a:pt x="2953" y="1648"/>
                      </a:cubicBezTo>
                      <a:cubicBezTo>
                        <a:pt x="2763" y="4029"/>
                        <a:pt x="1334" y="2220"/>
                        <a:pt x="952" y="4220"/>
                      </a:cubicBezTo>
                      <a:cubicBezTo>
                        <a:pt x="477" y="7363"/>
                        <a:pt x="1620" y="6411"/>
                        <a:pt x="1429" y="8697"/>
                      </a:cubicBezTo>
                      <a:cubicBezTo>
                        <a:pt x="2000" y="7649"/>
                        <a:pt x="2667" y="6792"/>
                        <a:pt x="2763" y="3934"/>
                      </a:cubicBezTo>
                      <a:cubicBezTo>
                        <a:pt x="3906" y="5839"/>
                        <a:pt x="4763" y="2124"/>
                        <a:pt x="5239" y="5839"/>
                      </a:cubicBezTo>
                      <a:cubicBezTo>
                        <a:pt x="5810" y="4601"/>
                        <a:pt x="5144" y="4029"/>
                        <a:pt x="6191" y="2315"/>
                      </a:cubicBezTo>
                      <a:cubicBezTo>
                        <a:pt x="10097" y="7839"/>
                        <a:pt x="16097" y="-257"/>
                        <a:pt x="19336" y="6125"/>
                      </a:cubicBezTo>
                      <a:cubicBezTo>
                        <a:pt x="18288" y="13935"/>
                        <a:pt x="21241" y="10602"/>
                        <a:pt x="20670" y="17269"/>
                      </a:cubicBezTo>
                      <a:cubicBezTo>
                        <a:pt x="20098" y="16888"/>
                        <a:pt x="20479" y="13745"/>
                        <a:pt x="19241" y="15174"/>
                      </a:cubicBezTo>
                      <a:cubicBezTo>
                        <a:pt x="18859" y="13745"/>
                        <a:pt x="19145" y="13364"/>
                        <a:pt x="19431" y="11745"/>
                      </a:cubicBezTo>
                      <a:cubicBezTo>
                        <a:pt x="18669" y="12316"/>
                        <a:pt x="18478" y="11078"/>
                        <a:pt x="18002" y="10792"/>
                      </a:cubicBezTo>
                      <a:cubicBezTo>
                        <a:pt x="17335" y="14507"/>
                        <a:pt x="19145" y="11459"/>
                        <a:pt x="18573" y="15269"/>
                      </a:cubicBezTo>
                      <a:cubicBezTo>
                        <a:pt x="17526" y="10316"/>
                        <a:pt x="15049" y="15745"/>
                        <a:pt x="14383" y="2041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0" name="Freeform: Shape 1009">
                  <a:extLst>
                    <a:ext uri="{FF2B5EF4-FFF2-40B4-BE49-F238E27FC236}">
                      <a16:creationId xmlns:a16="http://schemas.microsoft.com/office/drawing/2014/main" id="{0FCFC28C-9409-4BEB-8FED-602F7A9D84B7}"/>
                    </a:ext>
                  </a:extLst>
                </p:cNvPr>
                <p:cNvSpPr/>
                <p:nvPr/>
              </p:nvSpPr>
              <p:spPr>
                <a:xfrm>
                  <a:off x="10381202" y="1400662"/>
                  <a:ext cx="630013" cy="820735"/>
                </a:xfrm>
                <a:custGeom>
                  <a:avLst/>
                  <a:gdLst>
                    <a:gd name="connsiteX0" fmla="*/ 2763 w 630013"/>
                    <a:gd name="connsiteY0" fmla="*/ 564726 h 820735"/>
                    <a:gd name="connsiteX1" fmla="*/ 4476 w 630013"/>
                    <a:gd name="connsiteY1" fmla="*/ 566726 h 820735"/>
                    <a:gd name="connsiteX2" fmla="*/ 4286 w 630013"/>
                    <a:gd name="connsiteY2" fmla="*/ 570155 h 820735"/>
                    <a:gd name="connsiteX3" fmla="*/ 2763 w 630013"/>
                    <a:gd name="connsiteY3" fmla="*/ 570346 h 820735"/>
                    <a:gd name="connsiteX4" fmla="*/ 8287 w 630013"/>
                    <a:gd name="connsiteY4" fmla="*/ 570727 h 820735"/>
                    <a:gd name="connsiteX5" fmla="*/ 10859 w 630013"/>
                    <a:gd name="connsiteY5" fmla="*/ 578251 h 820735"/>
                    <a:gd name="connsiteX6" fmla="*/ 10287 w 630013"/>
                    <a:gd name="connsiteY6" fmla="*/ 574918 h 820735"/>
                    <a:gd name="connsiteX7" fmla="*/ 15144 w 630013"/>
                    <a:gd name="connsiteY7" fmla="*/ 575394 h 820735"/>
                    <a:gd name="connsiteX8" fmla="*/ 15716 w 630013"/>
                    <a:gd name="connsiteY8" fmla="*/ 579871 h 820735"/>
                    <a:gd name="connsiteX9" fmla="*/ 18478 w 630013"/>
                    <a:gd name="connsiteY9" fmla="*/ 576061 h 820735"/>
                    <a:gd name="connsiteX10" fmla="*/ 18859 w 630013"/>
                    <a:gd name="connsiteY10" fmla="*/ 582824 h 820735"/>
                    <a:gd name="connsiteX11" fmla="*/ 20955 w 630013"/>
                    <a:gd name="connsiteY11" fmla="*/ 577966 h 820735"/>
                    <a:gd name="connsiteX12" fmla="*/ 22479 w 630013"/>
                    <a:gd name="connsiteY12" fmla="*/ 576632 h 820735"/>
                    <a:gd name="connsiteX13" fmla="*/ 22670 w 630013"/>
                    <a:gd name="connsiteY13" fmla="*/ 581109 h 820735"/>
                    <a:gd name="connsiteX14" fmla="*/ 27527 w 630013"/>
                    <a:gd name="connsiteY14" fmla="*/ 580347 h 820735"/>
                    <a:gd name="connsiteX15" fmla="*/ 28861 w 630013"/>
                    <a:gd name="connsiteY15" fmla="*/ 575680 h 820735"/>
                    <a:gd name="connsiteX16" fmla="*/ 34004 w 630013"/>
                    <a:gd name="connsiteY16" fmla="*/ 577204 h 820735"/>
                    <a:gd name="connsiteX17" fmla="*/ 40481 w 630013"/>
                    <a:gd name="connsiteY17" fmla="*/ 590920 h 820735"/>
                    <a:gd name="connsiteX18" fmla="*/ 41052 w 630013"/>
                    <a:gd name="connsiteY18" fmla="*/ 587395 h 820735"/>
                    <a:gd name="connsiteX19" fmla="*/ 42767 w 630013"/>
                    <a:gd name="connsiteY19" fmla="*/ 590539 h 820735"/>
                    <a:gd name="connsiteX20" fmla="*/ 41910 w 630013"/>
                    <a:gd name="connsiteY20" fmla="*/ 585014 h 820735"/>
                    <a:gd name="connsiteX21" fmla="*/ 49434 w 630013"/>
                    <a:gd name="connsiteY21" fmla="*/ 582728 h 820735"/>
                    <a:gd name="connsiteX22" fmla="*/ 47720 w 630013"/>
                    <a:gd name="connsiteY22" fmla="*/ 587491 h 820735"/>
                    <a:gd name="connsiteX23" fmla="*/ 50959 w 630013"/>
                    <a:gd name="connsiteY23" fmla="*/ 582442 h 820735"/>
                    <a:gd name="connsiteX24" fmla="*/ 49911 w 630013"/>
                    <a:gd name="connsiteY24" fmla="*/ 588253 h 820735"/>
                    <a:gd name="connsiteX25" fmla="*/ 55530 w 630013"/>
                    <a:gd name="connsiteY25" fmla="*/ 587395 h 820735"/>
                    <a:gd name="connsiteX26" fmla="*/ 54673 w 630013"/>
                    <a:gd name="connsiteY26" fmla="*/ 589777 h 820735"/>
                    <a:gd name="connsiteX27" fmla="*/ 46387 w 630013"/>
                    <a:gd name="connsiteY27" fmla="*/ 592158 h 820735"/>
                    <a:gd name="connsiteX28" fmla="*/ 55721 w 630013"/>
                    <a:gd name="connsiteY28" fmla="*/ 591872 h 820735"/>
                    <a:gd name="connsiteX29" fmla="*/ 61436 w 630013"/>
                    <a:gd name="connsiteY29" fmla="*/ 596635 h 820735"/>
                    <a:gd name="connsiteX30" fmla="*/ 74771 w 630013"/>
                    <a:gd name="connsiteY30" fmla="*/ 599207 h 820735"/>
                    <a:gd name="connsiteX31" fmla="*/ 74294 w 630013"/>
                    <a:gd name="connsiteY31" fmla="*/ 601492 h 820735"/>
                    <a:gd name="connsiteX32" fmla="*/ 76676 w 630013"/>
                    <a:gd name="connsiteY32" fmla="*/ 598921 h 820735"/>
                    <a:gd name="connsiteX33" fmla="*/ 76009 w 630013"/>
                    <a:gd name="connsiteY33" fmla="*/ 596730 h 820735"/>
                    <a:gd name="connsiteX34" fmla="*/ 80867 w 630013"/>
                    <a:gd name="connsiteY34" fmla="*/ 597111 h 820735"/>
                    <a:gd name="connsiteX35" fmla="*/ 79915 w 630013"/>
                    <a:gd name="connsiteY35" fmla="*/ 601778 h 820735"/>
                    <a:gd name="connsiteX36" fmla="*/ 84296 w 630013"/>
                    <a:gd name="connsiteY36" fmla="*/ 603397 h 820735"/>
                    <a:gd name="connsiteX37" fmla="*/ 84487 w 630013"/>
                    <a:gd name="connsiteY37" fmla="*/ 597682 h 820735"/>
                    <a:gd name="connsiteX38" fmla="*/ 85820 w 630013"/>
                    <a:gd name="connsiteY38" fmla="*/ 601969 h 820735"/>
                    <a:gd name="connsiteX39" fmla="*/ 86773 w 630013"/>
                    <a:gd name="connsiteY39" fmla="*/ 596158 h 820735"/>
                    <a:gd name="connsiteX40" fmla="*/ 91726 w 630013"/>
                    <a:gd name="connsiteY40" fmla="*/ 594253 h 820735"/>
                    <a:gd name="connsiteX41" fmla="*/ 92583 w 630013"/>
                    <a:gd name="connsiteY41" fmla="*/ 602064 h 820735"/>
                    <a:gd name="connsiteX42" fmla="*/ 96774 w 630013"/>
                    <a:gd name="connsiteY42" fmla="*/ 600254 h 820735"/>
                    <a:gd name="connsiteX43" fmla="*/ 96107 w 630013"/>
                    <a:gd name="connsiteY43" fmla="*/ 608255 h 820735"/>
                    <a:gd name="connsiteX44" fmla="*/ 97631 w 630013"/>
                    <a:gd name="connsiteY44" fmla="*/ 606922 h 820735"/>
                    <a:gd name="connsiteX45" fmla="*/ 98297 w 630013"/>
                    <a:gd name="connsiteY45" fmla="*/ 599968 h 820735"/>
                    <a:gd name="connsiteX46" fmla="*/ 110299 w 630013"/>
                    <a:gd name="connsiteY46" fmla="*/ 599207 h 820735"/>
                    <a:gd name="connsiteX47" fmla="*/ 109728 w 630013"/>
                    <a:gd name="connsiteY47" fmla="*/ 603874 h 820735"/>
                    <a:gd name="connsiteX48" fmla="*/ 111633 w 630013"/>
                    <a:gd name="connsiteY48" fmla="*/ 603588 h 820735"/>
                    <a:gd name="connsiteX49" fmla="*/ 112871 w 630013"/>
                    <a:gd name="connsiteY49" fmla="*/ 599968 h 820735"/>
                    <a:gd name="connsiteX50" fmla="*/ 113348 w 630013"/>
                    <a:gd name="connsiteY50" fmla="*/ 606731 h 820735"/>
                    <a:gd name="connsiteX51" fmla="*/ 108204 w 630013"/>
                    <a:gd name="connsiteY51" fmla="*/ 604159 h 820735"/>
                    <a:gd name="connsiteX52" fmla="*/ 101822 w 630013"/>
                    <a:gd name="connsiteY52" fmla="*/ 605207 h 820735"/>
                    <a:gd name="connsiteX53" fmla="*/ 110299 w 630013"/>
                    <a:gd name="connsiteY53" fmla="*/ 609589 h 820735"/>
                    <a:gd name="connsiteX54" fmla="*/ 117157 w 630013"/>
                    <a:gd name="connsiteY54" fmla="*/ 616447 h 820735"/>
                    <a:gd name="connsiteX55" fmla="*/ 118395 w 630013"/>
                    <a:gd name="connsiteY55" fmla="*/ 612827 h 820735"/>
                    <a:gd name="connsiteX56" fmla="*/ 118301 w 630013"/>
                    <a:gd name="connsiteY56" fmla="*/ 606064 h 820735"/>
                    <a:gd name="connsiteX57" fmla="*/ 116300 w 630013"/>
                    <a:gd name="connsiteY57" fmla="*/ 608636 h 820735"/>
                    <a:gd name="connsiteX58" fmla="*/ 115443 w 630013"/>
                    <a:gd name="connsiteY58" fmla="*/ 600826 h 820735"/>
                    <a:gd name="connsiteX59" fmla="*/ 120301 w 630013"/>
                    <a:gd name="connsiteY59" fmla="*/ 600064 h 820735"/>
                    <a:gd name="connsiteX60" fmla="*/ 122205 w 630013"/>
                    <a:gd name="connsiteY60" fmla="*/ 599778 h 820735"/>
                    <a:gd name="connsiteX61" fmla="*/ 121253 w 630013"/>
                    <a:gd name="connsiteY61" fmla="*/ 605588 h 820735"/>
                    <a:gd name="connsiteX62" fmla="*/ 123348 w 630013"/>
                    <a:gd name="connsiteY62" fmla="*/ 599587 h 820735"/>
                    <a:gd name="connsiteX63" fmla="*/ 124777 w 630013"/>
                    <a:gd name="connsiteY63" fmla="*/ 600445 h 820735"/>
                    <a:gd name="connsiteX64" fmla="*/ 124491 w 630013"/>
                    <a:gd name="connsiteY64" fmla="*/ 608446 h 820735"/>
                    <a:gd name="connsiteX65" fmla="*/ 127159 w 630013"/>
                    <a:gd name="connsiteY65" fmla="*/ 608065 h 820735"/>
                    <a:gd name="connsiteX66" fmla="*/ 126206 w 630013"/>
                    <a:gd name="connsiteY66" fmla="*/ 612732 h 820735"/>
                    <a:gd name="connsiteX67" fmla="*/ 122777 w 630013"/>
                    <a:gd name="connsiteY67" fmla="*/ 613303 h 820735"/>
                    <a:gd name="connsiteX68" fmla="*/ 121825 w 630013"/>
                    <a:gd name="connsiteY68" fmla="*/ 607779 h 820735"/>
                    <a:gd name="connsiteX69" fmla="*/ 119158 w 630013"/>
                    <a:gd name="connsiteY69" fmla="*/ 608160 h 820735"/>
                    <a:gd name="connsiteX70" fmla="*/ 122301 w 630013"/>
                    <a:gd name="connsiteY70" fmla="*/ 614446 h 820735"/>
                    <a:gd name="connsiteX71" fmla="*/ 120301 w 630013"/>
                    <a:gd name="connsiteY71" fmla="*/ 619304 h 820735"/>
                    <a:gd name="connsiteX72" fmla="*/ 124016 w 630013"/>
                    <a:gd name="connsiteY72" fmla="*/ 619876 h 820735"/>
                    <a:gd name="connsiteX73" fmla="*/ 126016 w 630013"/>
                    <a:gd name="connsiteY73" fmla="*/ 615018 h 820735"/>
                    <a:gd name="connsiteX74" fmla="*/ 123730 w 630013"/>
                    <a:gd name="connsiteY74" fmla="*/ 615399 h 820735"/>
                    <a:gd name="connsiteX75" fmla="*/ 127445 w 630013"/>
                    <a:gd name="connsiteY75" fmla="*/ 617113 h 820735"/>
                    <a:gd name="connsiteX76" fmla="*/ 126872 w 630013"/>
                    <a:gd name="connsiteY76" fmla="*/ 612637 h 820735"/>
                    <a:gd name="connsiteX77" fmla="*/ 127635 w 630013"/>
                    <a:gd name="connsiteY77" fmla="*/ 611399 h 820735"/>
                    <a:gd name="connsiteX78" fmla="*/ 131159 w 630013"/>
                    <a:gd name="connsiteY78" fmla="*/ 616542 h 820735"/>
                    <a:gd name="connsiteX79" fmla="*/ 130873 w 630013"/>
                    <a:gd name="connsiteY79" fmla="*/ 613208 h 820735"/>
                    <a:gd name="connsiteX80" fmla="*/ 132016 w 630013"/>
                    <a:gd name="connsiteY80" fmla="*/ 611875 h 820735"/>
                    <a:gd name="connsiteX81" fmla="*/ 132969 w 630013"/>
                    <a:gd name="connsiteY81" fmla="*/ 616256 h 820735"/>
                    <a:gd name="connsiteX82" fmla="*/ 131635 w 630013"/>
                    <a:gd name="connsiteY82" fmla="*/ 621019 h 820735"/>
                    <a:gd name="connsiteX83" fmla="*/ 134588 w 630013"/>
                    <a:gd name="connsiteY83" fmla="*/ 621686 h 820735"/>
                    <a:gd name="connsiteX84" fmla="*/ 136588 w 630013"/>
                    <a:gd name="connsiteY84" fmla="*/ 616828 h 820735"/>
                    <a:gd name="connsiteX85" fmla="*/ 138017 w 630013"/>
                    <a:gd name="connsiteY85" fmla="*/ 619971 h 820735"/>
                    <a:gd name="connsiteX86" fmla="*/ 142494 w 630013"/>
                    <a:gd name="connsiteY86" fmla="*/ 619304 h 820735"/>
                    <a:gd name="connsiteX87" fmla="*/ 144495 w 630013"/>
                    <a:gd name="connsiteY87" fmla="*/ 614446 h 820735"/>
                    <a:gd name="connsiteX88" fmla="*/ 141160 w 630013"/>
                    <a:gd name="connsiteY88" fmla="*/ 612732 h 820735"/>
                    <a:gd name="connsiteX89" fmla="*/ 142398 w 630013"/>
                    <a:gd name="connsiteY89" fmla="*/ 610255 h 820735"/>
                    <a:gd name="connsiteX90" fmla="*/ 140398 w 630013"/>
                    <a:gd name="connsiteY90" fmla="*/ 612827 h 820735"/>
                    <a:gd name="connsiteX91" fmla="*/ 137922 w 630013"/>
                    <a:gd name="connsiteY91" fmla="*/ 609779 h 820735"/>
                    <a:gd name="connsiteX92" fmla="*/ 138494 w 630013"/>
                    <a:gd name="connsiteY92" fmla="*/ 605207 h 820735"/>
                    <a:gd name="connsiteX93" fmla="*/ 131826 w 630013"/>
                    <a:gd name="connsiteY93" fmla="*/ 603969 h 820735"/>
                    <a:gd name="connsiteX94" fmla="*/ 129730 w 630013"/>
                    <a:gd name="connsiteY94" fmla="*/ 600921 h 820735"/>
                    <a:gd name="connsiteX95" fmla="*/ 127731 w 630013"/>
                    <a:gd name="connsiteY95" fmla="*/ 605779 h 820735"/>
                    <a:gd name="connsiteX96" fmla="*/ 127159 w 630013"/>
                    <a:gd name="connsiteY96" fmla="*/ 600159 h 820735"/>
                    <a:gd name="connsiteX97" fmla="*/ 135636 w 630013"/>
                    <a:gd name="connsiteY97" fmla="*/ 603397 h 820735"/>
                    <a:gd name="connsiteX98" fmla="*/ 140589 w 630013"/>
                    <a:gd name="connsiteY98" fmla="*/ 600349 h 820735"/>
                    <a:gd name="connsiteX99" fmla="*/ 140494 w 630013"/>
                    <a:gd name="connsiteY99" fmla="*/ 603778 h 820735"/>
                    <a:gd name="connsiteX100" fmla="*/ 143637 w 630013"/>
                    <a:gd name="connsiteY100" fmla="*/ 598730 h 820735"/>
                    <a:gd name="connsiteX101" fmla="*/ 140303 w 630013"/>
                    <a:gd name="connsiteY101" fmla="*/ 597016 h 820735"/>
                    <a:gd name="connsiteX102" fmla="*/ 146304 w 630013"/>
                    <a:gd name="connsiteY102" fmla="*/ 597206 h 820735"/>
                    <a:gd name="connsiteX103" fmla="*/ 146876 w 630013"/>
                    <a:gd name="connsiteY103" fmla="*/ 602826 h 820735"/>
                    <a:gd name="connsiteX104" fmla="*/ 148780 w 630013"/>
                    <a:gd name="connsiteY104" fmla="*/ 601397 h 820735"/>
                    <a:gd name="connsiteX105" fmla="*/ 159639 w 630013"/>
                    <a:gd name="connsiteY105" fmla="*/ 600730 h 820735"/>
                    <a:gd name="connsiteX106" fmla="*/ 163734 w 630013"/>
                    <a:gd name="connsiteY106" fmla="*/ 602350 h 820735"/>
                    <a:gd name="connsiteX107" fmla="*/ 163259 w 630013"/>
                    <a:gd name="connsiteY107" fmla="*/ 605779 h 820735"/>
                    <a:gd name="connsiteX108" fmla="*/ 165449 w 630013"/>
                    <a:gd name="connsiteY108" fmla="*/ 608827 h 820735"/>
                    <a:gd name="connsiteX109" fmla="*/ 165259 w 630013"/>
                    <a:gd name="connsiteY109" fmla="*/ 603207 h 820735"/>
                    <a:gd name="connsiteX110" fmla="*/ 167735 w 630013"/>
                    <a:gd name="connsiteY110" fmla="*/ 607303 h 820735"/>
                    <a:gd name="connsiteX111" fmla="*/ 178212 w 630013"/>
                    <a:gd name="connsiteY111" fmla="*/ 607874 h 820735"/>
                    <a:gd name="connsiteX112" fmla="*/ 188214 w 630013"/>
                    <a:gd name="connsiteY112" fmla="*/ 609589 h 820735"/>
                    <a:gd name="connsiteX113" fmla="*/ 195738 w 630013"/>
                    <a:gd name="connsiteY113" fmla="*/ 608350 h 820735"/>
                    <a:gd name="connsiteX114" fmla="*/ 195644 w 630013"/>
                    <a:gd name="connsiteY114" fmla="*/ 612922 h 820735"/>
                    <a:gd name="connsiteX115" fmla="*/ 197453 w 630013"/>
                    <a:gd name="connsiteY115" fmla="*/ 613780 h 820735"/>
                    <a:gd name="connsiteX116" fmla="*/ 200882 w 630013"/>
                    <a:gd name="connsiteY116" fmla="*/ 610922 h 820735"/>
                    <a:gd name="connsiteX117" fmla="*/ 200882 w 630013"/>
                    <a:gd name="connsiteY117" fmla="*/ 609779 h 820735"/>
                    <a:gd name="connsiteX118" fmla="*/ 201454 w 630013"/>
                    <a:gd name="connsiteY118" fmla="*/ 616542 h 820735"/>
                    <a:gd name="connsiteX119" fmla="*/ 198787 w 630013"/>
                    <a:gd name="connsiteY119" fmla="*/ 619209 h 820735"/>
                    <a:gd name="connsiteX120" fmla="*/ 197834 w 630013"/>
                    <a:gd name="connsiteY120" fmla="*/ 626162 h 820735"/>
                    <a:gd name="connsiteX121" fmla="*/ 206026 w 630013"/>
                    <a:gd name="connsiteY121" fmla="*/ 627115 h 820735"/>
                    <a:gd name="connsiteX122" fmla="*/ 204215 w 630013"/>
                    <a:gd name="connsiteY122" fmla="*/ 622828 h 820735"/>
                    <a:gd name="connsiteX123" fmla="*/ 206121 w 630013"/>
                    <a:gd name="connsiteY123" fmla="*/ 622543 h 820735"/>
                    <a:gd name="connsiteX124" fmla="*/ 205454 w 630013"/>
                    <a:gd name="connsiteY124" fmla="*/ 618066 h 820735"/>
                    <a:gd name="connsiteX125" fmla="*/ 203835 w 630013"/>
                    <a:gd name="connsiteY125" fmla="*/ 621781 h 820735"/>
                    <a:gd name="connsiteX126" fmla="*/ 202788 w 630013"/>
                    <a:gd name="connsiteY126" fmla="*/ 617399 h 820735"/>
                    <a:gd name="connsiteX127" fmla="*/ 204311 w 630013"/>
                    <a:gd name="connsiteY127" fmla="*/ 614923 h 820735"/>
                    <a:gd name="connsiteX128" fmla="*/ 202120 w 630013"/>
                    <a:gd name="connsiteY128" fmla="*/ 614161 h 820735"/>
                    <a:gd name="connsiteX129" fmla="*/ 211931 w 630013"/>
                    <a:gd name="connsiteY129" fmla="*/ 610255 h 820735"/>
                    <a:gd name="connsiteX130" fmla="*/ 219837 w 630013"/>
                    <a:gd name="connsiteY130" fmla="*/ 608922 h 820735"/>
                    <a:gd name="connsiteX131" fmla="*/ 220789 w 630013"/>
                    <a:gd name="connsiteY131" fmla="*/ 614446 h 820735"/>
                    <a:gd name="connsiteX132" fmla="*/ 216598 w 630013"/>
                    <a:gd name="connsiteY132" fmla="*/ 617399 h 820735"/>
                    <a:gd name="connsiteX133" fmla="*/ 219170 w 630013"/>
                    <a:gd name="connsiteY133" fmla="*/ 620352 h 820735"/>
                    <a:gd name="connsiteX134" fmla="*/ 221170 w 630013"/>
                    <a:gd name="connsiteY134" fmla="*/ 616637 h 820735"/>
                    <a:gd name="connsiteX135" fmla="*/ 221075 w 630013"/>
                    <a:gd name="connsiteY135" fmla="*/ 621209 h 820735"/>
                    <a:gd name="connsiteX136" fmla="*/ 218789 w 630013"/>
                    <a:gd name="connsiteY136" fmla="*/ 623876 h 820735"/>
                    <a:gd name="connsiteX137" fmla="*/ 221742 w 630013"/>
                    <a:gd name="connsiteY137" fmla="*/ 624543 h 820735"/>
                    <a:gd name="connsiteX138" fmla="*/ 226885 w 630013"/>
                    <a:gd name="connsiteY138" fmla="*/ 627019 h 820735"/>
                    <a:gd name="connsiteX139" fmla="*/ 226123 w 630013"/>
                    <a:gd name="connsiteY139" fmla="*/ 629401 h 820735"/>
                    <a:gd name="connsiteX140" fmla="*/ 222695 w 630013"/>
                    <a:gd name="connsiteY140" fmla="*/ 629972 h 820735"/>
                    <a:gd name="connsiteX141" fmla="*/ 222790 w 630013"/>
                    <a:gd name="connsiteY141" fmla="*/ 624257 h 820735"/>
                    <a:gd name="connsiteX142" fmla="*/ 221552 w 630013"/>
                    <a:gd name="connsiteY142" fmla="*/ 629020 h 820735"/>
                    <a:gd name="connsiteX143" fmla="*/ 219741 w 630013"/>
                    <a:gd name="connsiteY143" fmla="*/ 628162 h 820735"/>
                    <a:gd name="connsiteX144" fmla="*/ 229457 w 630013"/>
                    <a:gd name="connsiteY144" fmla="*/ 629877 h 820735"/>
                    <a:gd name="connsiteX145" fmla="*/ 236030 w 630013"/>
                    <a:gd name="connsiteY145" fmla="*/ 637783 h 820735"/>
                    <a:gd name="connsiteX146" fmla="*/ 239363 w 630013"/>
                    <a:gd name="connsiteY146" fmla="*/ 640640 h 820735"/>
                    <a:gd name="connsiteX147" fmla="*/ 241268 w 630013"/>
                    <a:gd name="connsiteY147" fmla="*/ 638068 h 820735"/>
                    <a:gd name="connsiteX148" fmla="*/ 243649 w 630013"/>
                    <a:gd name="connsiteY148" fmla="*/ 651308 h 820735"/>
                    <a:gd name="connsiteX149" fmla="*/ 247841 w 630013"/>
                    <a:gd name="connsiteY149" fmla="*/ 648260 h 820735"/>
                    <a:gd name="connsiteX150" fmla="*/ 247078 w 630013"/>
                    <a:gd name="connsiteY150" fmla="*/ 650641 h 820735"/>
                    <a:gd name="connsiteX151" fmla="*/ 250127 w 630013"/>
                    <a:gd name="connsiteY151" fmla="*/ 650165 h 820735"/>
                    <a:gd name="connsiteX152" fmla="*/ 249270 w 630013"/>
                    <a:gd name="connsiteY152" fmla="*/ 653689 h 820735"/>
                    <a:gd name="connsiteX153" fmla="*/ 251936 w 630013"/>
                    <a:gd name="connsiteY153" fmla="*/ 652070 h 820735"/>
                    <a:gd name="connsiteX154" fmla="*/ 252983 w 630013"/>
                    <a:gd name="connsiteY154" fmla="*/ 656452 h 820735"/>
                    <a:gd name="connsiteX155" fmla="*/ 259652 w 630013"/>
                    <a:gd name="connsiteY155" fmla="*/ 659881 h 820735"/>
                    <a:gd name="connsiteX156" fmla="*/ 282892 w 630013"/>
                    <a:gd name="connsiteY156" fmla="*/ 664834 h 820735"/>
                    <a:gd name="connsiteX157" fmla="*/ 281654 w 630013"/>
                    <a:gd name="connsiteY157" fmla="*/ 669596 h 820735"/>
                    <a:gd name="connsiteX158" fmla="*/ 280131 w 630013"/>
                    <a:gd name="connsiteY158" fmla="*/ 668739 h 820735"/>
                    <a:gd name="connsiteX159" fmla="*/ 280797 w 630013"/>
                    <a:gd name="connsiteY159" fmla="*/ 671978 h 820735"/>
                    <a:gd name="connsiteX160" fmla="*/ 277749 w 630013"/>
                    <a:gd name="connsiteY160" fmla="*/ 672549 h 820735"/>
                    <a:gd name="connsiteX161" fmla="*/ 282226 w 630013"/>
                    <a:gd name="connsiteY161" fmla="*/ 673978 h 820735"/>
                    <a:gd name="connsiteX162" fmla="*/ 283464 w 630013"/>
                    <a:gd name="connsiteY162" fmla="*/ 666929 h 820735"/>
                    <a:gd name="connsiteX163" fmla="*/ 285655 w 630013"/>
                    <a:gd name="connsiteY163" fmla="*/ 671120 h 820735"/>
                    <a:gd name="connsiteX164" fmla="*/ 285941 w 630013"/>
                    <a:gd name="connsiteY164" fmla="*/ 675597 h 820735"/>
                    <a:gd name="connsiteX165" fmla="*/ 286321 w 630013"/>
                    <a:gd name="connsiteY165" fmla="*/ 672073 h 820735"/>
                    <a:gd name="connsiteX166" fmla="*/ 289274 w 630013"/>
                    <a:gd name="connsiteY166" fmla="*/ 679502 h 820735"/>
                    <a:gd name="connsiteX167" fmla="*/ 288131 w 630013"/>
                    <a:gd name="connsiteY167" fmla="*/ 676264 h 820735"/>
                    <a:gd name="connsiteX168" fmla="*/ 291560 w 630013"/>
                    <a:gd name="connsiteY168" fmla="*/ 676740 h 820735"/>
                    <a:gd name="connsiteX169" fmla="*/ 296227 w 630013"/>
                    <a:gd name="connsiteY169" fmla="*/ 669120 h 820735"/>
                    <a:gd name="connsiteX170" fmla="*/ 295370 w 630013"/>
                    <a:gd name="connsiteY170" fmla="*/ 674930 h 820735"/>
                    <a:gd name="connsiteX171" fmla="*/ 301371 w 630013"/>
                    <a:gd name="connsiteY171" fmla="*/ 677216 h 820735"/>
                    <a:gd name="connsiteX172" fmla="*/ 298704 w 630013"/>
                    <a:gd name="connsiteY172" fmla="*/ 678836 h 820735"/>
                    <a:gd name="connsiteX173" fmla="*/ 299751 w 630013"/>
                    <a:gd name="connsiteY173" fmla="*/ 684360 h 820735"/>
                    <a:gd name="connsiteX174" fmla="*/ 303180 w 630013"/>
                    <a:gd name="connsiteY174" fmla="*/ 682645 h 820735"/>
                    <a:gd name="connsiteX175" fmla="*/ 303562 w 630013"/>
                    <a:gd name="connsiteY175" fmla="*/ 685979 h 820735"/>
                    <a:gd name="connsiteX176" fmla="*/ 302037 w 630013"/>
                    <a:gd name="connsiteY176" fmla="*/ 688551 h 820735"/>
                    <a:gd name="connsiteX177" fmla="*/ 304991 w 630013"/>
                    <a:gd name="connsiteY177" fmla="*/ 697124 h 820735"/>
                    <a:gd name="connsiteX178" fmla="*/ 304705 w 630013"/>
                    <a:gd name="connsiteY178" fmla="*/ 692647 h 820735"/>
                    <a:gd name="connsiteX179" fmla="*/ 307372 w 630013"/>
                    <a:gd name="connsiteY179" fmla="*/ 689884 h 820735"/>
                    <a:gd name="connsiteX180" fmla="*/ 309944 w 630013"/>
                    <a:gd name="connsiteY180" fmla="*/ 695123 h 820735"/>
                    <a:gd name="connsiteX181" fmla="*/ 305752 w 630013"/>
                    <a:gd name="connsiteY181" fmla="*/ 697028 h 820735"/>
                    <a:gd name="connsiteX182" fmla="*/ 307563 w 630013"/>
                    <a:gd name="connsiteY182" fmla="*/ 702362 h 820735"/>
                    <a:gd name="connsiteX183" fmla="*/ 304514 w 630013"/>
                    <a:gd name="connsiteY183" fmla="*/ 704077 h 820735"/>
                    <a:gd name="connsiteX184" fmla="*/ 308229 w 630013"/>
                    <a:gd name="connsiteY184" fmla="*/ 711411 h 820735"/>
                    <a:gd name="connsiteX185" fmla="*/ 312801 w 630013"/>
                    <a:gd name="connsiteY185" fmla="*/ 707220 h 820735"/>
                    <a:gd name="connsiteX186" fmla="*/ 313182 w 630013"/>
                    <a:gd name="connsiteY186" fmla="*/ 711697 h 820735"/>
                    <a:gd name="connsiteX187" fmla="*/ 315087 w 630013"/>
                    <a:gd name="connsiteY187" fmla="*/ 712459 h 820735"/>
                    <a:gd name="connsiteX188" fmla="*/ 315468 w 630013"/>
                    <a:gd name="connsiteY188" fmla="*/ 708934 h 820735"/>
                    <a:gd name="connsiteX189" fmla="*/ 317754 w 630013"/>
                    <a:gd name="connsiteY189" fmla="*/ 710839 h 820735"/>
                    <a:gd name="connsiteX190" fmla="*/ 318040 w 630013"/>
                    <a:gd name="connsiteY190" fmla="*/ 717602 h 820735"/>
                    <a:gd name="connsiteX191" fmla="*/ 327851 w 630013"/>
                    <a:gd name="connsiteY191" fmla="*/ 720364 h 820735"/>
                    <a:gd name="connsiteX192" fmla="*/ 328231 w 630013"/>
                    <a:gd name="connsiteY192" fmla="*/ 725984 h 820735"/>
                    <a:gd name="connsiteX193" fmla="*/ 331280 w 630013"/>
                    <a:gd name="connsiteY193" fmla="*/ 723127 h 820735"/>
                    <a:gd name="connsiteX194" fmla="*/ 330517 w 630013"/>
                    <a:gd name="connsiteY194" fmla="*/ 725508 h 820735"/>
                    <a:gd name="connsiteX195" fmla="*/ 335852 w 630013"/>
                    <a:gd name="connsiteY195" fmla="*/ 732461 h 820735"/>
                    <a:gd name="connsiteX196" fmla="*/ 340423 w 630013"/>
                    <a:gd name="connsiteY196" fmla="*/ 732747 h 820735"/>
                    <a:gd name="connsiteX197" fmla="*/ 341185 w 630013"/>
                    <a:gd name="connsiteY197" fmla="*/ 726937 h 820735"/>
                    <a:gd name="connsiteX198" fmla="*/ 353377 w 630013"/>
                    <a:gd name="connsiteY198" fmla="*/ 734938 h 820735"/>
                    <a:gd name="connsiteX199" fmla="*/ 357949 w 630013"/>
                    <a:gd name="connsiteY199" fmla="*/ 732937 h 820735"/>
                    <a:gd name="connsiteX200" fmla="*/ 359092 w 630013"/>
                    <a:gd name="connsiteY200" fmla="*/ 736176 h 820735"/>
                    <a:gd name="connsiteX201" fmla="*/ 346520 w 630013"/>
                    <a:gd name="connsiteY201" fmla="*/ 739700 h 820735"/>
                    <a:gd name="connsiteX202" fmla="*/ 348424 w 630013"/>
                    <a:gd name="connsiteY202" fmla="*/ 749606 h 820735"/>
                    <a:gd name="connsiteX203" fmla="*/ 324707 w 630013"/>
                    <a:gd name="connsiteY203" fmla="*/ 755131 h 820735"/>
                    <a:gd name="connsiteX204" fmla="*/ 298609 w 630013"/>
                    <a:gd name="connsiteY204" fmla="*/ 764275 h 820735"/>
                    <a:gd name="connsiteX205" fmla="*/ 280606 w 630013"/>
                    <a:gd name="connsiteY205" fmla="*/ 765227 h 820735"/>
                    <a:gd name="connsiteX206" fmla="*/ 292037 w 630013"/>
                    <a:gd name="connsiteY206" fmla="*/ 771133 h 820735"/>
                    <a:gd name="connsiteX207" fmla="*/ 291179 w 630013"/>
                    <a:gd name="connsiteY207" fmla="*/ 779229 h 820735"/>
                    <a:gd name="connsiteX208" fmla="*/ 296418 w 630013"/>
                    <a:gd name="connsiteY208" fmla="*/ 790849 h 820735"/>
                    <a:gd name="connsiteX209" fmla="*/ 307848 w 630013"/>
                    <a:gd name="connsiteY209" fmla="*/ 801327 h 820735"/>
                    <a:gd name="connsiteX210" fmla="*/ 309753 w 630013"/>
                    <a:gd name="connsiteY210" fmla="*/ 798755 h 820735"/>
                    <a:gd name="connsiteX211" fmla="*/ 310133 w 630013"/>
                    <a:gd name="connsiteY211" fmla="*/ 804375 h 820735"/>
                    <a:gd name="connsiteX212" fmla="*/ 313182 w 630013"/>
                    <a:gd name="connsiteY212" fmla="*/ 806089 h 820735"/>
                    <a:gd name="connsiteX213" fmla="*/ 317849 w 630013"/>
                    <a:gd name="connsiteY213" fmla="*/ 804184 h 820735"/>
                    <a:gd name="connsiteX214" fmla="*/ 317849 w 630013"/>
                    <a:gd name="connsiteY214" fmla="*/ 807613 h 820735"/>
                    <a:gd name="connsiteX215" fmla="*/ 328994 w 630013"/>
                    <a:gd name="connsiteY215" fmla="*/ 811328 h 820735"/>
                    <a:gd name="connsiteX216" fmla="*/ 329374 w 630013"/>
                    <a:gd name="connsiteY216" fmla="*/ 815805 h 820735"/>
                    <a:gd name="connsiteX217" fmla="*/ 333566 w 630013"/>
                    <a:gd name="connsiteY217" fmla="*/ 818472 h 820735"/>
                    <a:gd name="connsiteX218" fmla="*/ 352520 w 630013"/>
                    <a:gd name="connsiteY218" fmla="*/ 817234 h 820735"/>
                    <a:gd name="connsiteX219" fmla="*/ 353663 w 630013"/>
                    <a:gd name="connsiteY219" fmla="*/ 820472 h 820735"/>
                    <a:gd name="connsiteX220" fmla="*/ 364522 w 630013"/>
                    <a:gd name="connsiteY220" fmla="*/ 815043 h 820735"/>
                    <a:gd name="connsiteX221" fmla="*/ 366045 w 630013"/>
                    <a:gd name="connsiteY221" fmla="*/ 807899 h 820735"/>
                    <a:gd name="connsiteX222" fmla="*/ 366808 w 630013"/>
                    <a:gd name="connsiteY222" fmla="*/ 809995 h 820735"/>
                    <a:gd name="connsiteX223" fmla="*/ 366808 w 630013"/>
                    <a:gd name="connsiteY223" fmla="*/ 805423 h 820735"/>
                    <a:gd name="connsiteX224" fmla="*/ 368332 w 630013"/>
                    <a:gd name="connsiteY224" fmla="*/ 807423 h 820735"/>
                    <a:gd name="connsiteX225" fmla="*/ 371380 w 630013"/>
                    <a:gd name="connsiteY225" fmla="*/ 803422 h 820735"/>
                    <a:gd name="connsiteX226" fmla="*/ 379476 w 630013"/>
                    <a:gd name="connsiteY226" fmla="*/ 784849 h 820735"/>
                    <a:gd name="connsiteX227" fmla="*/ 390144 w 630013"/>
                    <a:gd name="connsiteY227" fmla="*/ 765703 h 820735"/>
                    <a:gd name="connsiteX228" fmla="*/ 392049 w 630013"/>
                    <a:gd name="connsiteY228" fmla="*/ 766465 h 820735"/>
                    <a:gd name="connsiteX229" fmla="*/ 390906 w 630013"/>
                    <a:gd name="connsiteY229" fmla="*/ 756369 h 820735"/>
                    <a:gd name="connsiteX230" fmla="*/ 392049 w 630013"/>
                    <a:gd name="connsiteY230" fmla="*/ 755036 h 820735"/>
                    <a:gd name="connsiteX231" fmla="*/ 391668 w 630013"/>
                    <a:gd name="connsiteY231" fmla="*/ 759703 h 820735"/>
                    <a:gd name="connsiteX232" fmla="*/ 394715 w 630013"/>
                    <a:gd name="connsiteY232" fmla="*/ 753416 h 820735"/>
                    <a:gd name="connsiteX233" fmla="*/ 397001 w 630013"/>
                    <a:gd name="connsiteY233" fmla="*/ 747225 h 820735"/>
                    <a:gd name="connsiteX234" fmla="*/ 393192 w 630013"/>
                    <a:gd name="connsiteY234" fmla="*/ 747987 h 820735"/>
                    <a:gd name="connsiteX235" fmla="*/ 393573 w 630013"/>
                    <a:gd name="connsiteY235" fmla="*/ 743320 h 820735"/>
                    <a:gd name="connsiteX236" fmla="*/ 400812 w 630013"/>
                    <a:gd name="connsiteY236" fmla="*/ 744177 h 820735"/>
                    <a:gd name="connsiteX237" fmla="*/ 402336 w 630013"/>
                    <a:gd name="connsiteY237" fmla="*/ 738176 h 820735"/>
                    <a:gd name="connsiteX238" fmla="*/ 402336 w 630013"/>
                    <a:gd name="connsiteY238" fmla="*/ 746177 h 820735"/>
                    <a:gd name="connsiteX239" fmla="*/ 405383 w 630013"/>
                    <a:gd name="connsiteY239" fmla="*/ 743320 h 820735"/>
                    <a:gd name="connsiteX240" fmla="*/ 405383 w 630013"/>
                    <a:gd name="connsiteY240" fmla="*/ 746749 h 820735"/>
                    <a:gd name="connsiteX241" fmla="*/ 407289 w 630013"/>
                    <a:gd name="connsiteY241" fmla="*/ 744082 h 820735"/>
                    <a:gd name="connsiteX242" fmla="*/ 411956 w 630013"/>
                    <a:gd name="connsiteY242" fmla="*/ 754559 h 820735"/>
                    <a:gd name="connsiteX243" fmla="*/ 406622 w 630013"/>
                    <a:gd name="connsiteY243" fmla="*/ 753321 h 820735"/>
                    <a:gd name="connsiteX244" fmla="*/ 408908 w 630013"/>
                    <a:gd name="connsiteY244" fmla="*/ 749416 h 820735"/>
                    <a:gd name="connsiteX245" fmla="*/ 404717 w 630013"/>
                    <a:gd name="connsiteY245" fmla="*/ 750273 h 820735"/>
                    <a:gd name="connsiteX246" fmla="*/ 396335 w 630013"/>
                    <a:gd name="connsiteY246" fmla="*/ 755321 h 820735"/>
                    <a:gd name="connsiteX247" fmla="*/ 403288 w 630013"/>
                    <a:gd name="connsiteY247" fmla="*/ 760846 h 820735"/>
                    <a:gd name="connsiteX248" fmla="*/ 401384 w 630013"/>
                    <a:gd name="connsiteY248" fmla="*/ 760084 h 820735"/>
                    <a:gd name="connsiteX249" fmla="*/ 402907 w 630013"/>
                    <a:gd name="connsiteY249" fmla="*/ 756369 h 820735"/>
                    <a:gd name="connsiteX250" fmla="*/ 406717 w 630013"/>
                    <a:gd name="connsiteY250" fmla="*/ 756750 h 820735"/>
                    <a:gd name="connsiteX251" fmla="*/ 406717 w 630013"/>
                    <a:gd name="connsiteY251" fmla="*/ 763608 h 820735"/>
                    <a:gd name="connsiteX252" fmla="*/ 410146 w 630013"/>
                    <a:gd name="connsiteY252" fmla="*/ 766370 h 820735"/>
                    <a:gd name="connsiteX253" fmla="*/ 407480 w 630013"/>
                    <a:gd name="connsiteY253" fmla="*/ 768085 h 820735"/>
                    <a:gd name="connsiteX254" fmla="*/ 407480 w 630013"/>
                    <a:gd name="connsiteY254" fmla="*/ 772657 h 820735"/>
                    <a:gd name="connsiteX255" fmla="*/ 411670 w 630013"/>
                    <a:gd name="connsiteY255" fmla="*/ 772942 h 820735"/>
                    <a:gd name="connsiteX256" fmla="*/ 411289 w 630013"/>
                    <a:gd name="connsiteY256" fmla="*/ 776467 h 820735"/>
                    <a:gd name="connsiteX257" fmla="*/ 413195 w 630013"/>
                    <a:gd name="connsiteY257" fmla="*/ 777229 h 820735"/>
                    <a:gd name="connsiteX258" fmla="*/ 412052 w 630013"/>
                    <a:gd name="connsiteY258" fmla="*/ 771704 h 820735"/>
                    <a:gd name="connsiteX259" fmla="*/ 419386 w 630013"/>
                    <a:gd name="connsiteY259" fmla="*/ 775990 h 820735"/>
                    <a:gd name="connsiteX260" fmla="*/ 418243 w 630013"/>
                    <a:gd name="connsiteY260" fmla="*/ 777324 h 820735"/>
                    <a:gd name="connsiteX261" fmla="*/ 419005 w 630013"/>
                    <a:gd name="connsiteY261" fmla="*/ 780562 h 820735"/>
                    <a:gd name="connsiteX262" fmla="*/ 422434 w 630013"/>
                    <a:gd name="connsiteY262" fmla="*/ 776467 h 820735"/>
                    <a:gd name="connsiteX263" fmla="*/ 440531 w 630013"/>
                    <a:gd name="connsiteY263" fmla="*/ 783229 h 820735"/>
                    <a:gd name="connsiteX264" fmla="*/ 439770 w 630013"/>
                    <a:gd name="connsiteY264" fmla="*/ 787897 h 820735"/>
                    <a:gd name="connsiteX265" fmla="*/ 441579 w 630013"/>
                    <a:gd name="connsiteY265" fmla="*/ 777229 h 820735"/>
                    <a:gd name="connsiteX266" fmla="*/ 443483 w 630013"/>
                    <a:gd name="connsiteY266" fmla="*/ 777991 h 820735"/>
                    <a:gd name="connsiteX267" fmla="*/ 443388 w 630013"/>
                    <a:gd name="connsiteY267" fmla="*/ 771133 h 820735"/>
                    <a:gd name="connsiteX268" fmla="*/ 446055 w 630013"/>
                    <a:gd name="connsiteY268" fmla="*/ 764941 h 820735"/>
                    <a:gd name="connsiteX269" fmla="*/ 444817 w 630013"/>
                    <a:gd name="connsiteY269" fmla="*/ 754940 h 820735"/>
                    <a:gd name="connsiteX270" fmla="*/ 441770 w 630013"/>
                    <a:gd name="connsiteY270" fmla="*/ 756655 h 820735"/>
                    <a:gd name="connsiteX271" fmla="*/ 440722 w 630013"/>
                    <a:gd name="connsiteY271" fmla="*/ 763703 h 820735"/>
                    <a:gd name="connsiteX272" fmla="*/ 439484 w 630013"/>
                    <a:gd name="connsiteY272" fmla="*/ 758274 h 820735"/>
                    <a:gd name="connsiteX273" fmla="*/ 443294 w 630013"/>
                    <a:gd name="connsiteY273" fmla="*/ 754083 h 820735"/>
                    <a:gd name="connsiteX274" fmla="*/ 443294 w 630013"/>
                    <a:gd name="connsiteY274" fmla="*/ 749511 h 820735"/>
                    <a:gd name="connsiteX275" fmla="*/ 438341 w 630013"/>
                    <a:gd name="connsiteY275" fmla="*/ 755036 h 820735"/>
                    <a:gd name="connsiteX276" fmla="*/ 440245 w 630013"/>
                    <a:gd name="connsiteY276" fmla="*/ 748939 h 820735"/>
                    <a:gd name="connsiteX277" fmla="*/ 427482 w 630013"/>
                    <a:gd name="connsiteY277" fmla="*/ 736557 h 820735"/>
                    <a:gd name="connsiteX278" fmla="*/ 422148 w 630013"/>
                    <a:gd name="connsiteY278" fmla="*/ 735319 h 820735"/>
                    <a:gd name="connsiteX279" fmla="*/ 423290 w 630013"/>
                    <a:gd name="connsiteY279" fmla="*/ 739700 h 820735"/>
                    <a:gd name="connsiteX280" fmla="*/ 419481 w 630013"/>
                    <a:gd name="connsiteY280" fmla="*/ 735890 h 820735"/>
                    <a:gd name="connsiteX281" fmla="*/ 416814 w 630013"/>
                    <a:gd name="connsiteY281" fmla="*/ 737509 h 820735"/>
                    <a:gd name="connsiteX282" fmla="*/ 414147 w 630013"/>
                    <a:gd name="connsiteY282" fmla="*/ 739129 h 820735"/>
                    <a:gd name="connsiteX283" fmla="*/ 414528 w 630013"/>
                    <a:gd name="connsiteY283" fmla="*/ 736747 h 820735"/>
                    <a:gd name="connsiteX284" fmla="*/ 416051 w 630013"/>
                    <a:gd name="connsiteY284" fmla="*/ 735319 h 820735"/>
                    <a:gd name="connsiteX285" fmla="*/ 414528 w 630013"/>
                    <a:gd name="connsiteY285" fmla="*/ 732175 h 820735"/>
                    <a:gd name="connsiteX286" fmla="*/ 412623 w 630013"/>
                    <a:gd name="connsiteY286" fmla="*/ 735986 h 820735"/>
                    <a:gd name="connsiteX287" fmla="*/ 414528 w 630013"/>
                    <a:gd name="connsiteY287" fmla="*/ 735604 h 820735"/>
                    <a:gd name="connsiteX288" fmla="*/ 412242 w 630013"/>
                    <a:gd name="connsiteY288" fmla="*/ 741796 h 820735"/>
                    <a:gd name="connsiteX289" fmla="*/ 415957 w 630013"/>
                    <a:gd name="connsiteY289" fmla="*/ 727413 h 820735"/>
                    <a:gd name="connsiteX290" fmla="*/ 419005 w 630013"/>
                    <a:gd name="connsiteY290" fmla="*/ 730270 h 820735"/>
                    <a:gd name="connsiteX291" fmla="*/ 419005 w 630013"/>
                    <a:gd name="connsiteY291" fmla="*/ 724555 h 820735"/>
                    <a:gd name="connsiteX292" fmla="*/ 421291 w 630013"/>
                    <a:gd name="connsiteY292" fmla="*/ 725222 h 820735"/>
                    <a:gd name="connsiteX293" fmla="*/ 420148 w 630013"/>
                    <a:gd name="connsiteY293" fmla="*/ 720841 h 820735"/>
                    <a:gd name="connsiteX294" fmla="*/ 424719 w 630013"/>
                    <a:gd name="connsiteY294" fmla="*/ 716554 h 820735"/>
                    <a:gd name="connsiteX295" fmla="*/ 425101 w 630013"/>
                    <a:gd name="connsiteY295" fmla="*/ 719888 h 820735"/>
                    <a:gd name="connsiteX296" fmla="*/ 433101 w 630013"/>
                    <a:gd name="connsiteY296" fmla="*/ 716078 h 820735"/>
                    <a:gd name="connsiteX297" fmla="*/ 434244 w 630013"/>
                    <a:gd name="connsiteY297" fmla="*/ 720364 h 820735"/>
                    <a:gd name="connsiteX298" fmla="*/ 439579 w 630013"/>
                    <a:gd name="connsiteY298" fmla="*/ 718174 h 820735"/>
                    <a:gd name="connsiteX299" fmla="*/ 428911 w 630013"/>
                    <a:gd name="connsiteY299" fmla="*/ 720269 h 820735"/>
                    <a:gd name="connsiteX300" fmla="*/ 432815 w 630013"/>
                    <a:gd name="connsiteY300" fmla="*/ 727508 h 820735"/>
                    <a:gd name="connsiteX301" fmla="*/ 434721 w 630013"/>
                    <a:gd name="connsiteY301" fmla="*/ 724841 h 820735"/>
                    <a:gd name="connsiteX302" fmla="*/ 434816 w 630013"/>
                    <a:gd name="connsiteY302" fmla="*/ 732842 h 820735"/>
                    <a:gd name="connsiteX303" fmla="*/ 437864 w 630013"/>
                    <a:gd name="connsiteY303" fmla="*/ 727699 h 820735"/>
                    <a:gd name="connsiteX304" fmla="*/ 436340 w 630013"/>
                    <a:gd name="connsiteY304" fmla="*/ 727984 h 820735"/>
                    <a:gd name="connsiteX305" fmla="*/ 440150 w 630013"/>
                    <a:gd name="connsiteY305" fmla="*/ 728365 h 820735"/>
                    <a:gd name="connsiteX306" fmla="*/ 438150 w 630013"/>
                    <a:gd name="connsiteY306" fmla="*/ 723032 h 820735"/>
                    <a:gd name="connsiteX307" fmla="*/ 441579 w 630013"/>
                    <a:gd name="connsiteY307" fmla="*/ 722365 h 820735"/>
                    <a:gd name="connsiteX308" fmla="*/ 441198 w 630013"/>
                    <a:gd name="connsiteY308" fmla="*/ 717888 h 820735"/>
                    <a:gd name="connsiteX309" fmla="*/ 447961 w 630013"/>
                    <a:gd name="connsiteY309" fmla="*/ 710839 h 820735"/>
                    <a:gd name="connsiteX310" fmla="*/ 445960 w 630013"/>
                    <a:gd name="connsiteY310" fmla="*/ 705505 h 820735"/>
                    <a:gd name="connsiteX311" fmla="*/ 452151 w 630013"/>
                    <a:gd name="connsiteY311" fmla="*/ 711125 h 820735"/>
                    <a:gd name="connsiteX312" fmla="*/ 449104 w 630013"/>
                    <a:gd name="connsiteY312" fmla="*/ 712840 h 820735"/>
                    <a:gd name="connsiteX313" fmla="*/ 452533 w 630013"/>
                    <a:gd name="connsiteY313" fmla="*/ 712173 h 820735"/>
                    <a:gd name="connsiteX314" fmla="*/ 453294 w 630013"/>
                    <a:gd name="connsiteY314" fmla="*/ 716554 h 820735"/>
                    <a:gd name="connsiteX315" fmla="*/ 453676 w 630013"/>
                    <a:gd name="connsiteY315" fmla="*/ 713030 h 820735"/>
                    <a:gd name="connsiteX316" fmla="*/ 454437 w 630013"/>
                    <a:gd name="connsiteY316" fmla="*/ 712935 h 820735"/>
                    <a:gd name="connsiteX317" fmla="*/ 454914 w 630013"/>
                    <a:gd name="connsiteY317" fmla="*/ 719698 h 820735"/>
                    <a:gd name="connsiteX318" fmla="*/ 455962 w 630013"/>
                    <a:gd name="connsiteY318" fmla="*/ 714935 h 820735"/>
                    <a:gd name="connsiteX319" fmla="*/ 454437 w 630013"/>
                    <a:gd name="connsiteY319" fmla="*/ 714078 h 820735"/>
                    <a:gd name="connsiteX320" fmla="*/ 458629 w 630013"/>
                    <a:gd name="connsiteY320" fmla="*/ 710935 h 820735"/>
                    <a:gd name="connsiteX321" fmla="*/ 461390 w 630013"/>
                    <a:gd name="connsiteY321" fmla="*/ 714935 h 820735"/>
                    <a:gd name="connsiteX322" fmla="*/ 459486 w 630013"/>
                    <a:gd name="connsiteY322" fmla="*/ 713030 h 820735"/>
                    <a:gd name="connsiteX323" fmla="*/ 464344 w 630013"/>
                    <a:gd name="connsiteY323" fmla="*/ 706267 h 820735"/>
                    <a:gd name="connsiteX324" fmla="*/ 462724 w 630013"/>
                    <a:gd name="connsiteY324" fmla="*/ 699790 h 820735"/>
                    <a:gd name="connsiteX325" fmla="*/ 463201 w 630013"/>
                    <a:gd name="connsiteY325" fmla="*/ 705410 h 820735"/>
                    <a:gd name="connsiteX326" fmla="*/ 458248 w 630013"/>
                    <a:gd name="connsiteY326" fmla="*/ 707601 h 820735"/>
                    <a:gd name="connsiteX327" fmla="*/ 456628 w 630013"/>
                    <a:gd name="connsiteY327" fmla="*/ 697695 h 820735"/>
                    <a:gd name="connsiteX328" fmla="*/ 457295 w 630013"/>
                    <a:gd name="connsiteY328" fmla="*/ 691789 h 820735"/>
                    <a:gd name="connsiteX329" fmla="*/ 456438 w 630013"/>
                    <a:gd name="connsiteY329" fmla="*/ 687408 h 820735"/>
                    <a:gd name="connsiteX330" fmla="*/ 454533 w 630013"/>
                    <a:gd name="connsiteY330" fmla="*/ 688932 h 820735"/>
                    <a:gd name="connsiteX331" fmla="*/ 451390 w 630013"/>
                    <a:gd name="connsiteY331" fmla="*/ 678169 h 820735"/>
                    <a:gd name="connsiteX332" fmla="*/ 452247 w 630013"/>
                    <a:gd name="connsiteY332" fmla="*/ 685979 h 820735"/>
                    <a:gd name="connsiteX333" fmla="*/ 450342 w 630013"/>
                    <a:gd name="connsiteY333" fmla="*/ 682931 h 820735"/>
                    <a:gd name="connsiteX334" fmla="*/ 453866 w 630013"/>
                    <a:gd name="connsiteY334" fmla="*/ 693694 h 820735"/>
                    <a:gd name="connsiteX335" fmla="*/ 450818 w 630013"/>
                    <a:gd name="connsiteY335" fmla="*/ 691980 h 820735"/>
                    <a:gd name="connsiteX336" fmla="*/ 447675 w 630013"/>
                    <a:gd name="connsiteY336" fmla="*/ 683407 h 820735"/>
                    <a:gd name="connsiteX337" fmla="*/ 449580 w 630013"/>
                    <a:gd name="connsiteY337" fmla="*/ 683026 h 820735"/>
                    <a:gd name="connsiteX338" fmla="*/ 450342 w 630013"/>
                    <a:gd name="connsiteY338" fmla="*/ 679407 h 820735"/>
                    <a:gd name="connsiteX339" fmla="*/ 449961 w 630013"/>
                    <a:gd name="connsiteY339" fmla="*/ 674930 h 820735"/>
                    <a:gd name="connsiteX340" fmla="*/ 457771 w 630013"/>
                    <a:gd name="connsiteY340" fmla="*/ 666453 h 820735"/>
                    <a:gd name="connsiteX341" fmla="*/ 451009 w 630013"/>
                    <a:gd name="connsiteY341" fmla="*/ 670072 h 820735"/>
                    <a:gd name="connsiteX342" fmla="*/ 450913 w 630013"/>
                    <a:gd name="connsiteY342" fmla="*/ 660928 h 820735"/>
                    <a:gd name="connsiteX343" fmla="*/ 448627 w 630013"/>
                    <a:gd name="connsiteY343" fmla="*/ 659119 h 820735"/>
                    <a:gd name="connsiteX344" fmla="*/ 447866 w 630013"/>
                    <a:gd name="connsiteY344" fmla="*/ 662738 h 820735"/>
                    <a:gd name="connsiteX345" fmla="*/ 447866 w 630013"/>
                    <a:gd name="connsiteY345" fmla="*/ 658166 h 820735"/>
                    <a:gd name="connsiteX346" fmla="*/ 452724 w 630013"/>
                    <a:gd name="connsiteY346" fmla="*/ 656071 h 820735"/>
                    <a:gd name="connsiteX347" fmla="*/ 451961 w 630013"/>
                    <a:gd name="connsiteY347" fmla="*/ 653975 h 820735"/>
                    <a:gd name="connsiteX348" fmla="*/ 454151 w 630013"/>
                    <a:gd name="connsiteY348" fmla="*/ 651213 h 820735"/>
                    <a:gd name="connsiteX349" fmla="*/ 461106 w 630013"/>
                    <a:gd name="connsiteY349" fmla="*/ 661214 h 820735"/>
                    <a:gd name="connsiteX350" fmla="*/ 460057 w 630013"/>
                    <a:gd name="connsiteY350" fmla="*/ 664834 h 820735"/>
                    <a:gd name="connsiteX351" fmla="*/ 462724 w 630013"/>
                    <a:gd name="connsiteY351" fmla="*/ 667691 h 820735"/>
                    <a:gd name="connsiteX352" fmla="*/ 460820 w 630013"/>
                    <a:gd name="connsiteY352" fmla="*/ 664643 h 820735"/>
                    <a:gd name="connsiteX353" fmla="*/ 463105 w 630013"/>
                    <a:gd name="connsiteY353" fmla="*/ 668739 h 820735"/>
                    <a:gd name="connsiteX354" fmla="*/ 464534 w 630013"/>
                    <a:gd name="connsiteY354" fmla="*/ 662738 h 820735"/>
                    <a:gd name="connsiteX355" fmla="*/ 465391 w 630013"/>
                    <a:gd name="connsiteY355" fmla="*/ 670549 h 820735"/>
                    <a:gd name="connsiteX356" fmla="*/ 468059 w 630013"/>
                    <a:gd name="connsiteY356" fmla="*/ 674549 h 820735"/>
                    <a:gd name="connsiteX357" fmla="*/ 468725 w 630013"/>
                    <a:gd name="connsiteY357" fmla="*/ 671025 h 820735"/>
                    <a:gd name="connsiteX358" fmla="*/ 474821 w 630013"/>
                    <a:gd name="connsiteY358" fmla="*/ 675502 h 820735"/>
                    <a:gd name="connsiteX359" fmla="*/ 474535 w 630013"/>
                    <a:gd name="connsiteY359" fmla="*/ 680169 h 820735"/>
                    <a:gd name="connsiteX360" fmla="*/ 476916 w 630013"/>
                    <a:gd name="connsiteY360" fmla="*/ 685408 h 820735"/>
                    <a:gd name="connsiteX361" fmla="*/ 475393 w 630013"/>
                    <a:gd name="connsiteY361" fmla="*/ 684550 h 820735"/>
                    <a:gd name="connsiteX362" fmla="*/ 476250 w 630013"/>
                    <a:gd name="connsiteY362" fmla="*/ 687789 h 820735"/>
                    <a:gd name="connsiteX363" fmla="*/ 478536 w 630013"/>
                    <a:gd name="connsiteY363" fmla="*/ 689599 h 820735"/>
                    <a:gd name="connsiteX364" fmla="*/ 483108 w 630013"/>
                    <a:gd name="connsiteY364" fmla="*/ 690932 h 820735"/>
                    <a:gd name="connsiteX365" fmla="*/ 481299 w 630013"/>
                    <a:gd name="connsiteY365" fmla="*/ 697028 h 820735"/>
                    <a:gd name="connsiteX366" fmla="*/ 482441 w 630013"/>
                    <a:gd name="connsiteY366" fmla="*/ 700171 h 820735"/>
                    <a:gd name="connsiteX367" fmla="*/ 481299 w 630013"/>
                    <a:gd name="connsiteY367" fmla="*/ 701505 h 820735"/>
                    <a:gd name="connsiteX368" fmla="*/ 483584 w 630013"/>
                    <a:gd name="connsiteY368" fmla="*/ 699886 h 820735"/>
                    <a:gd name="connsiteX369" fmla="*/ 486441 w 630013"/>
                    <a:gd name="connsiteY369" fmla="*/ 687884 h 820735"/>
                    <a:gd name="connsiteX370" fmla="*/ 489490 w 630013"/>
                    <a:gd name="connsiteY370" fmla="*/ 688361 h 820735"/>
                    <a:gd name="connsiteX371" fmla="*/ 490538 w 630013"/>
                    <a:gd name="connsiteY371" fmla="*/ 681312 h 820735"/>
                    <a:gd name="connsiteX372" fmla="*/ 492537 w 630013"/>
                    <a:gd name="connsiteY372" fmla="*/ 665977 h 820735"/>
                    <a:gd name="connsiteX373" fmla="*/ 492062 w 630013"/>
                    <a:gd name="connsiteY373" fmla="*/ 662643 h 820735"/>
                    <a:gd name="connsiteX374" fmla="*/ 489395 w 630013"/>
                    <a:gd name="connsiteY374" fmla="*/ 663214 h 820735"/>
                    <a:gd name="connsiteX375" fmla="*/ 491299 w 630013"/>
                    <a:gd name="connsiteY375" fmla="*/ 662833 h 820735"/>
                    <a:gd name="connsiteX376" fmla="*/ 491966 w 630013"/>
                    <a:gd name="connsiteY376" fmla="*/ 658071 h 820735"/>
                    <a:gd name="connsiteX377" fmla="*/ 489585 w 630013"/>
                    <a:gd name="connsiteY377" fmla="*/ 653975 h 820735"/>
                    <a:gd name="connsiteX378" fmla="*/ 484346 w 630013"/>
                    <a:gd name="connsiteY378" fmla="*/ 659690 h 820735"/>
                    <a:gd name="connsiteX379" fmla="*/ 484727 w 630013"/>
                    <a:gd name="connsiteY379" fmla="*/ 657309 h 820735"/>
                    <a:gd name="connsiteX380" fmla="*/ 479107 w 630013"/>
                    <a:gd name="connsiteY380" fmla="*/ 663024 h 820735"/>
                    <a:gd name="connsiteX381" fmla="*/ 478727 w 630013"/>
                    <a:gd name="connsiteY381" fmla="*/ 660833 h 820735"/>
                    <a:gd name="connsiteX382" fmla="*/ 480156 w 630013"/>
                    <a:gd name="connsiteY382" fmla="*/ 653689 h 820735"/>
                    <a:gd name="connsiteX383" fmla="*/ 482060 w 630013"/>
                    <a:gd name="connsiteY383" fmla="*/ 656737 h 820735"/>
                    <a:gd name="connsiteX384" fmla="*/ 483108 w 630013"/>
                    <a:gd name="connsiteY384" fmla="*/ 653118 h 820735"/>
                    <a:gd name="connsiteX385" fmla="*/ 481869 w 630013"/>
                    <a:gd name="connsiteY385" fmla="*/ 648832 h 820735"/>
                    <a:gd name="connsiteX386" fmla="*/ 478822 w 630013"/>
                    <a:gd name="connsiteY386" fmla="*/ 648355 h 820735"/>
                    <a:gd name="connsiteX387" fmla="*/ 480631 w 630013"/>
                    <a:gd name="connsiteY387" fmla="*/ 645688 h 820735"/>
                    <a:gd name="connsiteX388" fmla="*/ 481394 w 630013"/>
                    <a:gd name="connsiteY388" fmla="*/ 645498 h 820735"/>
                    <a:gd name="connsiteX389" fmla="*/ 484441 w 630013"/>
                    <a:gd name="connsiteY389" fmla="*/ 644831 h 820735"/>
                    <a:gd name="connsiteX390" fmla="*/ 483965 w 630013"/>
                    <a:gd name="connsiteY390" fmla="*/ 641497 h 820735"/>
                    <a:gd name="connsiteX391" fmla="*/ 485966 w 630013"/>
                    <a:gd name="connsiteY391" fmla="*/ 646832 h 820735"/>
                    <a:gd name="connsiteX392" fmla="*/ 486632 w 630013"/>
                    <a:gd name="connsiteY392" fmla="*/ 642069 h 820735"/>
                    <a:gd name="connsiteX393" fmla="*/ 488538 w 630013"/>
                    <a:gd name="connsiteY393" fmla="*/ 643974 h 820735"/>
                    <a:gd name="connsiteX394" fmla="*/ 489965 w 630013"/>
                    <a:gd name="connsiteY394" fmla="*/ 641402 h 820735"/>
                    <a:gd name="connsiteX395" fmla="*/ 493680 w 630013"/>
                    <a:gd name="connsiteY395" fmla="*/ 617780 h 820735"/>
                    <a:gd name="connsiteX396" fmla="*/ 495966 w 630013"/>
                    <a:gd name="connsiteY396" fmla="*/ 618447 h 820735"/>
                    <a:gd name="connsiteX397" fmla="*/ 496634 w 630013"/>
                    <a:gd name="connsiteY397" fmla="*/ 612541 h 820735"/>
                    <a:gd name="connsiteX398" fmla="*/ 497491 w 630013"/>
                    <a:gd name="connsiteY398" fmla="*/ 618066 h 820735"/>
                    <a:gd name="connsiteX399" fmla="*/ 498157 w 630013"/>
                    <a:gd name="connsiteY399" fmla="*/ 613303 h 820735"/>
                    <a:gd name="connsiteX400" fmla="*/ 500253 w 630013"/>
                    <a:gd name="connsiteY400" fmla="*/ 623209 h 820735"/>
                    <a:gd name="connsiteX401" fmla="*/ 499776 w 630013"/>
                    <a:gd name="connsiteY401" fmla="*/ 617590 h 820735"/>
                    <a:gd name="connsiteX402" fmla="*/ 505396 w 630013"/>
                    <a:gd name="connsiteY402" fmla="*/ 618637 h 820735"/>
                    <a:gd name="connsiteX403" fmla="*/ 507397 w 630013"/>
                    <a:gd name="connsiteY403" fmla="*/ 626257 h 820735"/>
                    <a:gd name="connsiteX404" fmla="*/ 507968 w 630013"/>
                    <a:gd name="connsiteY404" fmla="*/ 635306 h 820735"/>
                    <a:gd name="connsiteX405" fmla="*/ 506445 w 630013"/>
                    <a:gd name="connsiteY405" fmla="*/ 636735 h 820735"/>
                    <a:gd name="connsiteX406" fmla="*/ 507682 w 630013"/>
                    <a:gd name="connsiteY406" fmla="*/ 643307 h 820735"/>
                    <a:gd name="connsiteX407" fmla="*/ 506159 w 630013"/>
                    <a:gd name="connsiteY407" fmla="*/ 644736 h 820735"/>
                    <a:gd name="connsiteX408" fmla="*/ 508635 w 630013"/>
                    <a:gd name="connsiteY408" fmla="*/ 653404 h 820735"/>
                    <a:gd name="connsiteX409" fmla="*/ 510254 w 630013"/>
                    <a:gd name="connsiteY409" fmla="*/ 638164 h 820735"/>
                    <a:gd name="connsiteX410" fmla="*/ 509111 w 630013"/>
                    <a:gd name="connsiteY410" fmla="*/ 637211 h 820735"/>
                    <a:gd name="connsiteX411" fmla="*/ 514159 w 630013"/>
                    <a:gd name="connsiteY411" fmla="*/ 627019 h 820735"/>
                    <a:gd name="connsiteX412" fmla="*/ 515016 w 630013"/>
                    <a:gd name="connsiteY412" fmla="*/ 631401 h 820735"/>
                    <a:gd name="connsiteX413" fmla="*/ 518540 w 630013"/>
                    <a:gd name="connsiteY413" fmla="*/ 618066 h 820735"/>
                    <a:gd name="connsiteX414" fmla="*/ 520541 w 630013"/>
                    <a:gd name="connsiteY414" fmla="*/ 624543 h 820735"/>
                    <a:gd name="connsiteX415" fmla="*/ 519494 w 630013"/>
                    <a:gd name="connsiteY415" fmla="*/ 627019 h 820735"/>
                    <a:gd name="connsiteX416" fmla="*/ 521112 w 630013"/>
                    <a:gd name="connsiteY416" fmla="*/ 633496 h 820735"/>
                    <a:gd name="connsiteX417" fmla="*/ 524446 w 630013"/>
                    <a:gd name="connsiteY417" fmla="*/ 629305 h 820735"/>
                    <a:gd name="connsiteX418" fmla="*/ 525684 w 630013"/>
                    <a:gd name="connsiteY418" fmla="*/ 633592 h 820735"/>
                    <a:gd name="connsiteX419" fmla="*/ 522351 w 630013"/>
                    <a:gd name="connsiteY419" fmla="*/ 637783 h 820735"/>
                    <a:gd name="connsiteX420" fmla="*/ 516922 w 630013"/>
                    <a:gd name="connsiteY420" fmla="*/ 647022 h 820735"/>
                    <a:gd name="connsiteX421" fmla="*/ 521398 w 630013"/>
                    <a:gd name="connsiteY421" fmla="*/ 646069 h 820735"/>
                    <a:gd name="connsiteX422" fmla="*/ 522351 w 630013"/>
                    <a:gd name="connsiteY422" fmla="*/ 652737 h 820735"/>
                    <a:gd name="connsiteX423" fmla="*/ 528352 w 630013"/>
                    <a:gd name="connsiteY423" fmla="*/ 651403 h 820735"/>
                    <a:gd name="connsiteX424" fmla="*/ 528638 w 630013"/>
                    <a:gd name="connsiteY424" fmla="*/ 646736 h 820735"/>
                    <a:gd name="connsiteX425" fmla="*/ 529780 w 630013"/>
                    <a:gd name="connsiteY425" fmla="*/ 648736 h 820735"/>
                    <a:gd name="connsiteX426" fmla="*/ 528733 w 630013"/>
                    <a:gd name="connsiteY426" fmla="*/ 651213 h 820735"/>
                    <a:gd name="connsiteX427" fmla="*/ 531494 w 630013"/>
                    <a:gd name="connsiteY427" fmla="*/ 656357 h 820735"/>
                    <a:gd name="connsiteX428" fmla="*/ 533400 w 630013"/>
                    <a:gd name="connsiteY428" fmla="*/ 654832 h 820735"/>
                    <a:gd name="connsiteX429" fmla="*/ 532733 w 630013"/>
                    <a:gd name="connsiteY429" fmla="*/ 657309 h 820735"/>
                    <a:gd name="connsiteX430" fmla="*/ 528733 w 630013"/>
                    <a:gd name="connsiteY430" fmla="*/ 663881 h 820735"/>
                    <a:gd name="connsiteX431" fmla="*/ 534066 w 630013"/>
                    <a:gd name="connsiteY431" fmla="*/ 678740 h 820735"/>
                    <a:gd name="connsiteX432" fmla="*/ 531685 w 630013"/>
                    <a:gd name="connsiteY432" fmla="*/ 674644 h 820735"/>
                    <a:gd name="connsiteX433" fmla="*/ 529876 w 630013"/>
                    <a:gd name="connsiteY433" fmla="*/ 677311 h 820735"/>
                    <a:gd name="connsiteX434" fmla="*/ 532733 w 630013"/>
                    <a:gd name="connsiteY434" fmla="*/ 684741 h 820735"/>
                    <a:gd name="connsiteX435" fmla="*/ 531685 w 630013"/>
                    <a:gd name="connsiteY435" fmla="*/ 689503 h 820735"/>
                    <a:gd name="connsiteX436" fmla="*/ 535400 w 630013"/>
                    <a:gd name="connsiteY436" fmla="*/ 701314 h 820735"/>
                    <a:gd name="connsiteX437" fmla="*/ 537210 w 630013"/>
                    <a:gd name="connsiteY437" fmla="*/ 698647 h 820735"/>
                    <a:gd name="connsiteX438" fmla="*/ 537401 w 630013"/>
                    <a:gd name="connsiteY438" fmla="*/ 707791 h 820735"/>
                    <a:gd name="connsiteX439" fmla="*/ 539115 w 630013"/>
                    <a:gd name="connsiteY439" fmla="*/ 700553 h 820735"/>
                    <a:gd name="connsiteX440" fmla="*/ 539972 w 630013"/>
                    <a:gd name="connsiteY440" fmla="*/ 703791 h 820735"/>
                    <a:gd name="connsiteX441" fmla="*/ 538163 w 630013"/>
                    <a:gd name="connsiteY441" fmla="*/ 707601 h 820735"/>
                    <a:gd name="connsiteX442" fmla="*/ 540925 w 630013"/>
                    <a:gd name="connsiteY442" fmla="*/ 710458 h 820735"/>
                    <a:gd name="connsiteX443" fmla="*/ 541115 w 630013"/>
                    <a:gd name="connsiteY443" fmla="*/ 703505 h 820735"/>
                    <a:gd name="connsiteX444" fmla="*/ 543211 w 630013"/>
                    <a:gd name="connsiteY444" fmla="*/ 709982 h 820735"/>
                    <a:gd name="connsiteX445" fmla="*/ 543116 w 630013"/>
                    <a:gd name="connsiteY445" fmla="*/ 691694 h 820735"/>
                    <a:gd name="connsiteX446" fmla="*/ 541877 w 630013"/>
                    <a:gd name="connsiteY446" fmla="*/ 686265 h 820735"/>
                    <a:gd name="connsiteX447" fmla="*/ 543687 w 630013"/>
                    <a:gd name="connsiteY447" fmla="*/ 683598 h 820735"/>
                    <a:gd name="connsiteX448" fmla="*/ 541687 w 630013"/>
                    <a:gd name="connsiteY448" fmla="*/ 680550 h 820735"/>
                    <a:gd name="connsiteX449" fmla="*/ 538449 w 630013"/>
                    <a:gd name="connsiteY449" fmla="*/ 689313 h 820735"/>
                    <a:gd name="connsiteX450" fmla="*/ 538733 w 630013"/>
                    <a:gd name="connsiteY450" fmla="*/ 683503 h 820735"/>
                    <a:gd name="connsiteX451" fmla="*/ 536829 w 630013"/>
                    <a:gd name="connsiteY451" fmla="*/ 683884 h 820735"/>
                    <a:gd name="connsiteX452" fmla="*/ 536352 w 630013"/>
                    <a:gd name="connsiteY452" fmla="*/ 679407 h 820735"/>
                    <a:gd name="connsiteX453" fmla="*/ 536257 w 630013"/>
                    <a:gd name="connsiteY453" fmla="*/ 673692 h 820735"/>
                    <a:gd name="connsiteX454" fmla="*/ 540353 w 630013"/>
                    <a:gd name="connsiteY454" fmla="*/ 671596 h 820735"/>
                    <a:gd name="connsiteX455" fmla="*/ 538544 w 630013"/>
                    <a:gd name="connsiteY455" fmla="*/ 675407 h 820735"/>
                    <a:gd name="connsiteX456" fmla="*/ 542068 w 630013"/>
                    <a:gd name="connsiteY456" fmla="*/ 678074 h 820735"/>
                    <a:gd name="connsiteX457" fmla="*/ 543116 w 630013"/>
                    <a:gd name="connsiteY457" fmla="*/ 674359 h 820735"/>
                    <a:gd name="connsiteX458" fmla="*/ 541877 w 630013"/>
                    <a:gd name="connsiteY458" fmla="*/ 670072 h 820735"/>
                    <a:gd name="connsiteX459" fmla="*/ 543020 w 630013"/>
                    <a:gd name="connsiteY459" fmla="*/ 670930 h 820735"/>
                    <a:gd name="connsiteX460" fmla="*/ 542925 w 630013"/>
                    <a:gd name="connsiteY460" fmla="*/ 668644 h 820735"/>
                    <a:gd name="connsiteX461" fmla="*/ 542448 w 630013"/>
                    <a:gd name="connsiteY461" fmla="*/ 666453 h 820735"/>
                    <a:gd name="connsiteX462" fmla="*/ 537020 w 630013"/>
                    <a:gd name="connsiteY462" fmla="*/ 663024 h 820735"/>
                    <a:gd name="connsiteX463" fmla="*/ 540448 w 630013"/>
                    <a:gd name="connsiteY463" fmla="*/ 662262 h 820735"/>
                    <a:gd name="connsiteX464" fmla="*/ 540544 w 630013"/>
                    <a:gd name="connsiteY464" fmla="*/ 665691 h 820735"/>
                    <a:gd name="connsiteX465" fmla="*/ 543211 w 630013"/>
                    <a:gd name="connsiteY465" fmla="*/ 665119 h 820735"/>
                    <a:gd name="connsiteX466" fmla="*/ 541115 w 630013"/>
                    <a:gd name="connsiteY466" fmla="*/ 657499 h 820735"/>
                    <a:gd name="connsiteX467" fmla="*/ 535877 w 630013"/>
                    <a:gd name="connsiteY467" fmla="*/ 659786 h 820735"/>
                    <a:gd name="connsiteX468" fmla="*/ 536448 w 630013"/>
                    <a:gd name="connsiteY468" fmla="*/ 651594 h 820735"/>
                    <a:gd name="connsiteX469" fmla="*/ 533495 w 630013"/>
                    <a:gd name="connsiteY469" fmla="*/ 656833 h 820735"/>
                    <a:gd name="connsiteX470" fmla="*/ 534448 w 630013"/>
                    <a:gd name="connsiteY470" fmla="*/ 649784 h 820735"/>
                    <a:gd name="connsiteX471" fmla="*/ 532448 w 630013"/>
                    <a:gd name="connsiteY471" fmla="*/ 646736 h 820735"/>
                    <a:gd name="connsiteX472" fmla="*/ 534257 w 630013"/>
                    <a:gd name="connsiteY472" fmla="*/ 642926 h 820735"/>
                    <a:gd name="connsiteX473" fmla="*/ 534543 w 630013"/>
                    <a:gd name="connsiteY473" fmla="*/ 637116 h 820735"/>
                    <a:gd name="connsiteX474" fmla="*/ 532352 w 630013"/>
                    <a:gd name="connsiteY474" fmla="*/ 639878 h 820735"/>
                    <a:gd name="connsiteX475" fmla="*/ 530923 w 630013"/>
                    <a:gd name="connsiteY475" fmla="*/ 628734 h 820735"/>
                    <a:gd name="connsiteX476" fmla="*/ 533971 w 630013"/>
                    <a:gd name="connsiteY476" fmla="*/ 629210 h 820735"/>
                    <a:gd name="connsiteX477" fmla="*/ 533114 w 630013"/>
                    <a:gd name="connsiteY477" fmla="*/ 624829 h 820735"/>
                    <a:gd name="connsiteX478" fmla="*/ 536352 w 630013"/>
                    <a:gd name="connsiteY478" fmla="*/ 619590 h 820735"/>
                    <a:gd name="connsiteX479" fmla="*/ 535781 w 630013"/>
                    <a:gd name="connsiteY479" fmla="*/ 612827 h 820735"/>
                    <a:gd name="connsiteX480" fmla="*/ 540353 w 630013"/>
                    <a:gd name="connsiteY480" fmla="*/ 614161 h 820735"/>
                    <a:gd name="connsiteX481" fmla="*/ 540162 w 630013"/>
                    <a:gd name="connsiteY481" fmla="*/ 608446 h 820735"/>
                    <a:gd name="connsiteX482" fmla="*/ 538163 w 630013"/>
                    <a:gd name="connsiteY482" fmla="*/ 605398 h 820735"/>
                    <a:gd name="connsiteX483" fmla="*/ 542258 w 630013"/>
                    <a:gd name="connsiteY483" fmla="*/ 603302 h 820735"/>
                    <a:gd name="connsiteX484" fmla="*/ 543211 w 630013"/>
                    <a:gd name="connsiteY484" fmla="*/ 612256 h 820735"/>
                    <a:gd name="connsiteX485" fmla="*/ 544639 w 630013"/>
                    <a:gd name="connsiteY485" fmla="*/ 609589 h 820735"/>
                    <a:gd name="connsiteX486" fmla="*/ 543973 w 630013"/>
                    <a:gd name="connsiteY486" fmla="*/ 599397 h 820735"/>
                    <a:gd name="connsiteX487" fmla="*/ 546068 w 630013"/>
                    <a:gd name="connsiteY487" fmla="*/ 594349 h 820735"/>
                    <a:gd name="connsiteX488" fmla="*/ 546354 w 630013"/>
                    <a:gd name="connsiteY488" fmla="*/ 606922 h 820735"/>
                    <a:gd name="connsiteX489" fmla="*/ 549307 w 630013"/>
                    <a:gd name="connsiteY489" fmla="*/ 606255 h 820735"/>
                    <a:gd name="connsiteX490" fmla="*/ 552641 w 630013"/>
                    <a:gd name="connsiteY490" fmla="*/ 619304 h 820735"/>
                    <a:gd name="connsiteX491" fmla="*/ 553307 w 630013"/>
                    <a:gd name="connsiteY491" fmla="*/ 614542 h 820735"/>
                    <a:gd name="connsiteX492" fmla="*/ 554927 w 630013"/>
                    <a:gd name="connsiteY492" fmla="*/ 619971 h 820735"/>
                    <a:gd name="connsiteX493" fmla="*/ 553498 w 630013"/>
                    <a:gd name="connsiteY493" fmla="*/ 621400 h 820735"/>
                    <a:gd name="connsiteX494" fmla="*/ 557783 w 630013"/>
                    <a:gd name="connsiteY494" fmla="*/ 626162 h 820735"/>
                    <a:gd name="connsiteX495" fmla="*/ 552641 w 630013"/>
                    <a:gd name="connsiteY495" fmla="*/ 630734 h 820735"/>
                    <a:gd name="connsiteX496" fmla="*/ 553307 w 630013"/>
                    <a:gd name="connsiteY496" fmla="*/ 625972 h 820735"/>
                    <a:gd name="connsiteX497" fmla="*/ 550259 w 630013"/>
                    <a:gd name="connsiteY497" fmla="*/ 625495 h 820735"/>
                    <a:gd name="connsiteX498" fmla="*/ 550069 w 630013"/>
                    <a:gd name="connsiteY498" fmla="*/ 631306 h 820735"/>
                    <a:gd name="connsiteX499" fmla="*/ 551212 w 630013"/>
                    <a:gd name="connsiteY499" fmla="*/ 632163 h 820735"/>
                    <a:gd name="connsiteX500" fmla="*/ 548354 w 630013"/>
                    <a:gd name="connsiteY500" fmla="*/ 638545 h 820735"/>
                    <a:gd name="connsiteX501" fmla="*/ 550355 w 630013"/>
                    <a:gd name="connsiteY501" fmla="*/ 656452 h 820735"/>
                    <a:gd name="connsiteX502" fmla="*/ 553402 w 630013"/>
                    <a:gd name="connsiteY502" fmla="*/ 656928 h 820735"/>
                    <a:gd name="connsiteX503" fmla="*/ 555022 w 630013"/>
                    <a:gd name="connsiteY503" fmla="*/ 661119 h 820735"/>
                    <a:gd name="connsiteX504" fmla="*/ 555498 w 630013"/>
                    <a:gd name="connsiteY504" fmla="*/ 665596 h 820735"/>
                    <a:gd name="connsiteX505" fmla="*/ 554070 w 630013"/>
                    <a:gd name="connsiteY505" fmla="*/ 670453 h 820735"/>
                    <a:gd name="connsiteX506" fmla="*/ 556451 w 630013"/>
                    <a:gd name="connsiteY506" fmla="*/ 674549 h 820735"/>
                    <a:gd name="connsiteX507" fmla="*/ 556545 w 630013"/>
                    <a:gd name="connsiteY507" fmla="*/ 664262 h 820735"/>
                    <a:gd name="connsiteX508" fmla="*/ 554450 w 630013"/>
                    <a:gd name="connsiteY508" fmla="*/ 657880 h 820735"/>
                    <a:gd name="connsiteX509" fmla="*/ 555879 w 630013"/>
                    <a:gd name="connsiteY509" fmla="*/ 654166 h 820735"/>
                    <a:gd name="connsiteX510" fmla="*/ 554259 w 630013"/>
                    <a:gd name="connsiteY510" fmla="*/ 652261 h 820735"/>
                    <a:gd name="connsiteX511" fmla="*/ 553974 w 630013"/>
                    <a:gd name="connsiteY511" fmla="*/ 656928 h 820735"/>
                    <a:gd name="connsiteX512" fmla="*/ 551402 w 630013"/>
                    <a:gd name="connsiteY512" fmla="*/ 646069 h 820735"/>
                    <a:gd name="connsiteX513" fmla="*/ 556070 w 630013"/>
                    <a:gd name="connsiteY513" fmla="*/ 650832 h 820735"/>
                    <a:gd name="connsiteX514" fmla="*/ 556640 w 630013"/>
                    <a:gd name="connsiteY514" fmla="*/ 656452 h 820735"/>
                    <a:gd name="connsiteX515" fmla="*/ 558451 w 630013"/>
                    <a:gd name="connsiteY515" fmla="*/ 652642 h 820735"/>
                    <a:gd name="connsiteX516" fmla="*/ 559308 w 630013"/>
                    <a:gd name="connsiteY516" fmla="*/ 657023 h 820735"/>
                    <a:gd name="connsiteX517" fmla="*/ 559498 w 630013"/>
                    <a:gd name="connsiteY517" fmla="*/ 651213 h 820735"/>
                    <a:gd name="connsiteX518" fmla="*/ 557879 w 630013"/>
                    <a:gd name="connsiteY518" fmla="*/ 647022 h 820735"/>
                    <a:gd name="connsiteX519" fmla="*/ 562070 w 630013"/>
                    <a:gd name="connsiteY519" fmla="*/ 648451 h 820735"/>
                    <a:gd name="connsiteX520" fmla="*/ 560165 w 630013"/>
                    <a:gd name="connsiteY520" fmla="*/ 648832 h 820735"/>
                    <a:gd name="connsiteX521" fmla="*/ 560355 w 630013"/>
                    <a:gd name="connsiteY521" fmla="*/ 643021 h 820735"/>
                    <a:gd name="connsiteX522" fmla="*/ 562546 w 630013"/>
                    <a:gd name="connsiteY522" fmla="*/ 639116 h 820735"/>
                    <a:gd name="connsiteX523" fmla="*/ 560069 w 630013"/>
                    <a:gd name="connsiteY523" fmla="*/ 632734 h 820735"/>
                    <a:gd name="connsiteX524" fmla="*/ 560641 w 630013"/>
                    <a:gd name="connsiteY524" fmla="*/ 627972 h 820735"/>
                    <a:gd name="connsiteX525" fmla="*/ 562261 w 630013"/>
                    <a:gd name="connsiteY525" fmla="*/ 632258 h 820735"/>
                    <a:gd name="connsiteX526" fmla="*/ 561308 w 630013"/>
                    <a:gd name="connsiteY526" fmla="*/ 625591 h 820735"/>
                    <a:gd name="connsiteX527" fmla="*/ 559403 w 630013"/>
                    <a:gd name="connsiteY527" fmla="*/ 624829 h 820735"/>
                    <a:gd name="connsiteX528" fmla="*/ 562737 w 630013"/>
                    <a:gd name="connsiteY528" fmla="*/ 624067 h 820735"/>
                    <a:gd name="connsiteX529" fmla="*/ 561023 w 630013"/>
                    <a:gd name="connsiteY529" fmla="*/ 616447 h 820735"/>
                    <a:gd name="connsiteX530" fmla="*/ 564261 w 630013"/>
                    <a:gd name="connsiteY530" fmla="*/ 612256 h 820735"/>
                    <a:gd name="connsiteX531" fmla="*/ 566642 w 630013"/>
                    <a:gd name="connsiteY531" fmla="*/ 616351 h 820735"/>
                    <a:gd name="connsiteX532" fmla="*/ 563689 w 630013"/>
                    <a:gd name="connsiteY532" fmla="*/ 618161 h 820735"/>
                    <a:gd name="connsiteX533" fmla="*/ 563880 w 630013"/>
                    <a:gd name="connsiteY533" fmla="*/ 625019 h 820735"/>
                    <a:gd name="connsiteX534" fmla="*/ 565499 w 630013"/>
                    <a:gd name="connsiteY534" fmla="*/ 630353 h 820735"/>
                    <a:gd name="connsiteX535" fmla="*/ 572262 w 630013"/>
                    <a:gd name="connsiteY535" fmla="*/ 629972 h 820735"/>
                    <a:gd name="connsiteX536" fmla="*/ 573786 w 630013"/>
                    <a:gd name="connsiteY536" fmla="*/ 629686 h 820735"/>
                    <a:gd name="connsiteX537" fmla="*/ 573500 w 630013"/>
                    <a:gd name="connsiteY537" fmla="*/ 621686 h 820735"/>
                    <a:gd name="connsiteX538" fmla="*/ 574643 w 630013"/>
                    <a:gd name="connsiteY538" fmla="*/ 622543 h 820735"/>
                    <a:gd name="connsiteX539" fmla="*/ 575881 w 630013"/>
                    <a:gd name="connsiteY539" fmla="*/ 613113 h 820735"/>
                    <a:gd name="connsiteX540" fmla="*/ 575120 w 630013"/>
                    <a:gd name="connsiteY540" fmla="*/ 612161 h 820735"/>
                    <a:gd name="connsiteX541" fmla="*/ 578930 w 630013"/>
                    <a:gd name="connsiteY541" fmla="*/ 614732 h 820735"/>
                    <a:gd name="connsiteX542" fmla="*/ 581025 w 630013"/>
                    <a:gd name="connsiteY542" fmla="*/ 632639 h 820735"/>
                    <a:gd name="connsiteX543" fmla="*/ 579119 w 630013"/>
                    <a:gd name="connsiteY543" fmla="*/ 643403 h 820735"/>
                    <a:gd name="connsiteX544" fmla="*/ 580930 w 630013"/>
                    <a:gd name="connsiteY544" fmla="*/ 639592 h 820735"/>
                    <a:gd name="connsiteX545" fmla="*/ 581120 w 630013"/>
                    <a:gd name="connsiteY545" fmla="*/ 646450 h 820735"/>
                    <a:gd name="connsiteX546" fmla="*/ 582645 w 630013"/>
                    <a:gd name="connsiteY546" fmla="*/ 633496 h 820735"/>
                    <a:gd name="connsiteX547" fmla="*/ 581311 w 630013"/>
                    <a:gd name="connsiteY547" fmla="*/ 628067 h 820735"/>
                    <a:gd name="connsiteX548" fmla="*/ 583502 w 630013"/>
                    <a:gd name="connsiteY548" fmla="*/ 626353 h 820735"/>
                    <a:gd name="connsiteX549" fmla="*/ 585406 w 630013"/>
                    <a:gd name="connsiteY549" fmla="*/ 602921 h 820735"/>
                    <a:gd name="connsiteX550" fmla="*/ 583216 w 630013"/>
                    <a:gd name="connsiteY550" fmla="*/ 605683 h 820735"/>
                    <a:gd name="connsiteX551" fmla="*/ 584168 w 630013"/>
                    <a:gd name="connsiteY551" fmla="*/ 599683 h 820735"/>
                    <a:gd name="connsiteX552" fmla="*/ 582930 w 630013"/>
                    <a:gd name="connsiteY552" fmla="*/ 597682 h 820735"/>
                    <a:gd name="connsiteX553" fmla="*/ 583977 w 630013"/>
                    <a:gd name="connsiteY553" fmla="*/ 596254 h 820735"/>
                    <a:gd name="connsiteX554" fmla="*/ 582263 w 630013"/>
                    <a:gd name="connsiteY554" fmla="*/ 588634 h 820735"/>
                    <a:gd name="connsiteX555" fmla="*/ 582263 w 630013"/>
                    <a:gd name="connsiteY555" fmla="*/ 578251 h 820735"/>
                    <a:gd name="connsiteX556" fmla="*/ 584549 w 630013"/>
                    <a:gd name="connsiteY556" fmla="*/ 567393 h 820735"/>
                    <a:gd name="connsiteX557" fmla="*/ 584931 w 630013"/>
                    <a:gd name="connsiteY557" fmla="*/ 578823 h 820735"/>
                    <a:gd name="connsiteX558" fmla="*/ 585311 w 630013"/>
                    <a:gd name="connsiteY558" fmla="*/ 567298 h 820735"/>
                    <a:gd name="connsiteX559" fmla="*/ 587501 w 630013"/>
                    <a:gd name="connsiteY559" fmla="*/ 565678 h 820735"/>
                    <a:gd name="connsiteX560" fmla="*/ 588455 w 630013"/>
                    <a:gd name="connsiteY560" fmla="*/ 560821 h 820735"/>
                    <a:gd name="connsiteX561" fmla="*/ 586930 w 630013"/>
                    <a:gd name="connsiteY561" fmla="*/ 558916 h 820735"/>
                    <a:gd name="connsiteX562" fmla="*/ 588740 w 630013"/>
                    <a:gd name="connsiteY562" fmla="*/ 556249 h 820735"/>
                    <a:gd name="connsiteX563" fmla="*/ 588073 w 630013"/>
                    <a:gd name="connsiteY563" fmla="*/ 536913 h 820735"/>
                    <a:gd name="connsiteX564" fmla="*/ 585692 w 630013"/>
                    <a:gd name="connsiteY564" fmla="*/ 532817 h 820735"/>
                    <a:gd name="connsiteX565" fmla="*/ 585883 w 630013"/>
                    <a:gd name="connsiteY565" fmla="*/ 525864 h 820735"/>
                    <a:gd name="connsiteX566" fmla="*/ 587312 w 630013"/>
                    <a:gd name="connsiteY566" fmla="*/ 524435 h 820735"/>
                    <a:gd name="connsiteX567" fmla="*/ 586358 w 630013"/>
                    <a:gd name="connsiteY567" fmla="*/ 516625 h 820735"/>
                    <a:gd name="connsiteX568" fmla="*/ 589312 w 630013"/>
                    <a:gd name="connsiteY568" fmla="*/ 517101 h 820735"/>
                    <a:gd name="connsiteX569" fmla="*/ 589502 w 630013"/>
                    <a:gd name="connsiteY569" fmla="*/ 512434 h 820735"/>
                    <a:gd name="connsiteX570" fmla="*/ 586930 w 630013"/>
                    <a:gd name="connsiteY570" fmla="*/ 513005 h 820735"/>
                    <a:gd name="connsiteX571" fmla="*/ 588740 w 630013"/>
                    <a:gd name="connsiteY571" fmla="*/ 510338 h 820735"/>
                    <a:gd name="connsiteX572" fmla="*/ 589883 w 630013"/>
                    <a:gd name="connsiteY572" fmla="*/ 490526 h 820735"/>
                    <a:gd name="connsiteX573" fmla="*/ 591312 w 630013"/>
                    <a:gd name="connsiteY573" fmla="*/ 489002 h 820735"/>
                    <a:gd name="connsiteX574" fmla="*/ 589883 w 630013"/>
                    <a:gd name="connsiteY574" fmla="*/ 480144 h 820735"/>
                    <a:gd name="connsiteX575" fmla="*/ 590931 w 630013"/>
                    <a:gd name="connsiteY575" fmla="*/ 477572 h 820735"/>
                    <a:gd name="connsiteX576" fmla="*/ 592836 w 630013"/>
                    <a:gd name="connsiteY576" fmla="*/ 478239 h 820735"/>
                    <a:gd name="connsiteX577" fmla="*/ 588644 w 630013"/>
                    <a:gd name="connsiteY577" fmla="*/ 463094 h 820735"/>
                    <a:gd name="connsiteX578" fmla="*/ 589502 w 630013"/>
                    <a:gd name="connsiteY578" fmla="*/ 455950 h 820735"/>
                    <a:gd name="connsiteX579" fmla="*/ 593598 w 630013"/>
                    <a:gd name="connsiteY579" fmla="*/ 458427 h 820735"/>
                    <a:gd name="connsiteX580" fmla="*/ 595883 w 630013"/>
                    <a:gd name="connsiteY580" fmla="*/ 492336 h 820735"/>
                    <a:gd name="connsiteX581" fmla="*/ 592836 w 630013"/>
                    <a:gd name="connsiteY581" fmla="*/ 499956 h 820735"/>
                    <a:gd name="connsiteX582" fmla="*/ 596169 w 630013"/>
                    <a:gd name="connsiteY582" fmla="*/ 500337 h 820735"/>
                    <a:gd name="connsiteX583" fmla="*/ 601789 w 630013"/>
                    <a:gd name="connsiteY583" fmla="*/ 493288 h 820735"/>
                    <a:gd name="connsiteX584" fmla="*/ 603409 w 630013"/>
                    <a:gd name="connsiteY584" fmla="*/ 497479 h 820735"/>
                    <a:gd name="connsiteX585" fmla="*/ 605124 w 630013"/>
                    <a:gd name="connsiteY585" fmla="*/ 493669 h 820735"/>
                    <a:gd name="connsiteX586" fmla="*/ 612172 w 630013"/>
                    <a:gd name="connsiteY586" fmla="*/ 494336 h 820735"/>
                    <a:gd name="connsiteX587" fmla="*/ 611886 w 630013"/>
                    <a:gd name="connsiteY587" fmla="*/ 496717 h 820735"/>
                    <a:gd name="connsiteX588" fmla="*/ 622745 w 630013"/>
                    <a:gd name="connsiteY588" fmla="*/ 491860 h 820735"/>
                    <a:gd name="connsiteX589" fmla="*/ 626935 w 630013"/>
                    <a:gd name="connsiteY589" fmla="*/ 494336 h 820735"/>
                    <a:gd name="connsiteX590" fmla="*/ 627983 w 630013"/>
                    <a:gd name="connsiteY590" fmla="*/ 502147 h 820735"/>
                    <a:gd name="connsiteX591" fmla="*/ 621792 w 630013"/>
                    <a:gd name="connsiteY591" fmla="*/ 456427 h 820735"/>
                    <a:gd name="connsiteX592" fmla="*/ 608171 w 630013"/>
                    <a:gd name="connsiteY592" fmla="*/ 445854 h 820735"/>
                    <a:gd name="connsiteX593" fmla="*/ 607600 w 630013"/>
                    <a:gd name="connsiteY593" fmla="*/ 439091 h 820735"/>
                    <a:gd name="connsiteX594" fmla="*/ 602266 w 630013"/>
                    <a:gd name="connsiteY594" fmla="*/ 433471 h 820735"/>
                    <a:gd name="connsiteX595" fmla="*/ 600837 w 630013"/>
                    <a:gd name="connsiteY595" fmla="*/ 433852 h 820735"/>
                    <a:gd name="connsiteX596" fmla="*/ 602932 w 630013"/>
                    <a:gd name="connsiteY596" fmla="*/ 442520 h 820735"/>
                    <a:gd name="connsiteX597" fmla="*/ 594645 w 630013"/>
                    <a:gd name="connsiteY597" fmla="*/ 446807 h 820735"/>
                    <a:gd name="connsiteX598" fmla="*/ 597789 w 630013"/>
                    <a:gd name="connsiteY598" fmla="*/ 420803 h 820735"/>
                    <a:gd name="connsiteX599" fmla="*/ 595694 w 630013"/>
                    <a:gd name="connsiteY599" fmla="*/ 413278 h 820735"/>
                    <a:gd name="connsiteX600" fmla="*/ 594265 w 630013"/>
                    <a:gd name="connsiteY600" fmla="*/ 414707 h 820735"/>
                    <a:gd name="connsiteX601" fmla="*/ 587597 w 630013"/>
                    <a:gd name="connsiteY601" fmla="*/ 410516 h 820735"/>
                    <a:gd name="connsiteX602" fmla="*/ 586358 w 630013"/>
                    <a:gd name="connsiteY602" fmla="*/ 405087 h 820735"/>
                    <a:gd name="connsiteX603" fmla="*/ 586930 w 630013"/>
                    <a:gd name="connsiteY603" fmla="*/ 400324 h 820735"/>
                    <a:gd name="connsiteX604" fmla="*/ 586454 w 630013"/>
                    <a:gd name="connsiteY604" fmla="*/ 398134 h 820735"/>
                    <a:gd name="connsiteX605" fmla="*/ 585026 w 630013"/>
                    <a:gd name="connsiteY605" fmla="*/ 399658 h 820735"/>
                    <a:gd name="connsiteX606" fmla="*/ 578834 w 630013"/>
                    <a:gd name="connsiteY606" fmla="*/ 376988 h 820735"/>
                    <a:gd name="connsiteX607" fmla="*/ 582073 w 630013"/>
                    <a:gd name="connsiteY607" fmla="*/ 377369 h 820735"/>
                    <a:gd name="connsiteX608" fmla="*/ 586263 w 630013"/>
                    <a:gd name="connsiteY608" fmla="*/ 371749 h 820735"/>
                    <a:gd name="connsiteX609" fmla="*/ 581311 w 630013"/>
                    <a:gd name="connsiteY609" fmla="*/ 374131 h 820735"/>
                    <a:gd name="connsiteX610" fmla="*/ 581311 w 630013"/>
                    <a:gd name="connsiteY610" fmla="*/ 362605 h 820735"/>
                    <a:gd name="connsiteX611" fmla="*/ 577976 w 630013"/>
                    <a:gd name="connsiteY611" fmla="*/ 358795 h 820735"/>
                    <a:gd name="connsiteX612" fmla="*/ 577787 w 630013"/>
                    <a:gd name="connsiteY612" fmla="*/ 353080 h 820735"/>
                    <a:gd name="connsiteX613" fmla="*/ 580453 w 630013"/>
                    <a:gd name="connsiteY613" fmla="*/ 347842 h 820735"/>
                    <a:gd name="connsiteX614" fmla="*/ 584931 w 630013"/>
                    <a:gd name="connsiteY614" fmla="*/ 353652 h 820735"/>
                    <a:gd name="connsiteX615" fmla="*/ 585215 w 630013"/>
                    <a:gd name="connsiteY615" fmla="*/ 350128 h 820735"/>
                    <a:gd name="connsiteX616" fmla="*/ 588930 w 630013"/>
                    <a:gd name="connsiteY616" fmla="*/ 352699 h 820735"/>
                    <a:gd name="connsiteX617" fmla="*/ 588550 w 630013"/>
                    <a:gd name="connsiteY617" fmla="*/ 340126 h 820735"/>
                    <a:gd name="connsiteX618" fmla="*/ 590836 w 630013"/>
                    <a:gd name="connsiteY618" fmla="*/ 321172 h 820735"/>
                    <a:gd name="connsiteX619" fmla="*/ 585692 w 630013"/>
                    <a:gd name="connsiteY619" fmla="*/ 326982 h 820735"/>
                    <a:gd name="connsiteX620" fmla="*/ 582930 w 630013"/>
                    <a:gd name="connsiteY620" fmla="*/ 318505 h 820735"/>
                    <a:gd name="connsiteX621" fmla="*/ 578262 w 630013"/>
                    <a:gd name="connsiteY621" fmla="*/ 317362 h 820735"/>
                    <a:gd name="connsiteX622" fmla="*/ 575215 w 630013"/>
                    <a:gd name="connsiteY622" fmla="*/ 322696 h 820735"/>
                    <a:gd name="connsiteX623" fmla="*/ 574834 w 630013"/>
                    <a:gd name="connsiteY623" fmla="*/ 320505 h 820735"/>
                    <a:gd name="connsiteX624" fmla="*/ 577119 w 630013"/>
                    <a:gd name="connsiteY624" fmla="*/ 314218 h 820735"/>
                    <a:gd name="connsiteX625" fmla="*/ 576358 w 630013"/>
                    <a:gd name="connsiteY625" fmla="*/ 310980 h 820735"/>
                    <a:gd name="connsiteX626" fmla="*/ 573881 w 630013"/>
                    <a:gd name="connsiteY626" fmla="*/ 310408 h 820735"/>
                    <a:gd name="connsiteX627" fmla="*/ 575977 w 630013"/>
                    <a:gd name="connsiteY627" fmla="*/ 307646 h 820735"/>
                    <a:gd name="connsiteX628" fmla="*/ 574738 w 630013"/>
                    <a:gd name="connsiteY628" fmla="*/ 301074 h 820735"/>
                    <a:gd name="connsiteX629" fmla="*/ 577882 w 630013"/>
                    <a:gd name="connsiteY629" fmla="*/ 300312 h 820735"/>
                    <a:gd name="connsiteX630" fmla="*/ 578072 w 630013"/>
                    <a:gd name="connsiteY630" fmla="*/ 295645 h 820735"/>
                    <a:gd name="connsiteX631" fmla="*/ 586169 w 630013"/>
                    <a:gd name="connsiteY631" fmla="*/ 293644 h 820735"/>
                    <a:gd name="connsiteX632" fmla="*/ 587026 w 630013"/>
                    <a:gd name="connsiteY632" fmla="*/ 287644 h 820735"/>
                    <a:gd name="connsiteX633" fmla="*/ 589598 w 630013"/>
                    <a:gd name="connsiteY633" fmla="*/ 289358 h 820735"/>
                    <a:gd name="connsiteX634" fmla="*/ 587121 w 630013"/>
                    <a:gd name="connsiteY634" fmla="*/ 291073 h 820735"/>
                    <a:gd name="connsiteX635" fmla="*/ 587026 w 630013"/>
                    <a:gd name="connsiteY635" fmla="*/ 298026 h 820735"/>
                    <a:gd name="connsiteX636" fmla="*/ 587978 w 630013"/>
                    <a:gd name="connsiteY636" fmla="*/ 293168 h 820735"/>
                    <a:gd name="connsiteX637" fmla="*/ 589407 w 630013"/>
                    <a:gd name="connsiteY637" fmla="*/ 293930 h 820735"/>
                    <a:gd name="connsiteX638" fmla="*/ 588835 w 630013"/>
                    <a:gd name="connsiteY638" fmla="*/ 297550 h 820735"/>
                    <a:gd name="connsiteX639" fmla="*/ 590455 w 630013"/>
                    <a:gd name="connsiteY639" fmla="*/ 304027 h 820735"/>
                    <a:gd name="connsiteX640" fmla="*/ 592359 w 630013"/>
                    <a:gd name="connsiteY640" fmla="*/ 306979 h 820735"/>
                    <a:gd name="connsiteX641" fmla="*/ 591884 w 630013"/>
                    <a:gd name="connsiteY641" fmla="*/ 302503 h 820735"/>
                    <a:gd name="connsiteX642" fmla="*/ 593598 w 630013"/>
                    <a:gd name="connsiteY642" fmla="*/ 299740 h 820735"/>
                    <a:gd name="connsiteX643" fmla="*/ 595503 w 630013"/>
                    <a:gd name="connsiteY643" fmla="*/ 302693 h 820735"/>
                    <a:gd name="connsiteX644" fmla="*/ 594360 w 630013"/>
                    <a:gd name="connsiteY644" fmla="*/ 299550 h 820735"/>
                    <a:gd name="connsiteX645" fmla="*/ 597980 w 630013"/>
                    <a:gd name="connsiteY645" fmla="*/ 300979 h 820735"/>
                    <a:gd name="connsiteX646" fmla="*/ 597122 w 630013"/>
                    <a:gd name="connsiteY646" fmla="*/ 297740 h 820735"/>
                    <a:gd name="connsiteX647" fmla="*/ 599503 w 630013"/>
                    <a:gd name="connsiteY647" fmla="*/ 294883 h 820735"/>
                    <a:gd name="connsiteX648" fmla="*/ 597694 w 630013"/>
                    <a:gd name="connsiteY648" fmla="*/ 294121 h 820735"/>
                    <a:gd name="connsiteX649" fmla="*/ 595979 w 630013"/>
                    <a:gd name="connsiteY649" fmla="*/ 286501 h 820735"/>
                    <a:gd name="connsiteX650" fmla="*/ 596742 w 630013"/>
                    <a:gd name="connsiteY650" fmla="*/ 288596 h 820735"/>
                    <a:gd name="connsiteX651" fmla="*/ 595408 w 630013"/>
                    <a:gd name="connsiteY651" fmla="*/ 292406 h 820735"/>
                    <a:gd name="connsiteX652" fmla="*/ 598075 w 630013"/>
                    <a:gd name="connsiteY652" fmla="*/ 277928 h 820735"/>
                    <a:gd name="connsiteX653" fmla="*/ 595217 w 630013"/>
                    <a:gd name="connsiteY653" fmla="*/ 278595 h 820735"/>
                    <a:gd name="connsiteX654" fmla="*/ 588644 w 630013"/>
                    <a:gd name="connsiteY654" fmla="*/ 261831 h 820735"/>
                    <a:gd name="connsiteX655" fmla="*/ 590169 w 630013"/>
                    <a:gd name="connsiteY655" fmla="*/ 254592 h 820735"/>
                    <a:gd name="connsiteX656" fmla="*/ 588169 w 630013"/>
                    <a:gd name="connsiteY656" fmla="*/ 247067 h 820735"/>
                    <a:gd name="connsiteX657" fmla="*/ 585692 w 630013"/>
                    <a:gd name="connsiteY657" fmla="*/ 247639 h 820735"/>
                    <a:gd name="connsiteX658" fmla="*/ 584835 w 630013"/>
                    <a:gd name="connsiteY658" fmla="*/ 253639 h 820735"/>
                    <a:gd name="connsiteX659" fmla="*/ 582930 w 630013"/>
                    <a:gd name="connsiteY659" fmla="*/ 248401 h 820735"/>
                    <a:gd name="connsiteX660" fmla="*/ 579215 w 630013"/>
                    <a:gd name="connsiteY660" fmla="*/ 253925 h 820735"/>
                    <a:gd name="connsiteX661" fmla="*/ 580358 w 630013"/>
                    <a:gd name="connsiteY661" fmla="*/ 255925 h 820735"/>
                    <a:gd name="connsiteX662" fmla="*/ 579310 w 630013"/>
                    <a:gd name="connsiteY662" fmla="*/ 256211 h 820735"/>
                    <a:gd name="connsiteX663" fmla="*/ 575310 w 630013"/>
                    <a:gd name="connsiteY663" fmla="*/ 265260 h 820735"/>
                    <a:gd name="connsiteX664" fmla="*/ 576644 w 630013"/>
                    <a:gd name="connsiteY664" fmla="*/ 263831 h 820735"/>
                    <a:gd name="connsiteX665" fmla="*/ 575501 w 630013"/>
                    <a:gd name="connsiteY665" fmla="*/ 260688 h 820735"/>
                    <a:gd name="connsiteX666" fmla="*/ 577119 w 630013"/>
                    <a:gd name="connsiteY666" fmla="*/ 256878 h 820735"/>
                    <a:gd name="connsiteX667" fmla="*/ 574929 w 630013"/>
                    <a:gd name="connsiteY667" fmla="*/ 254020 h 820735"/>
                    <a:gd name="connsiteX668" fmla="*/ 567785 w 630013"/>
                    <a:gd name="connsiteY668" fmla="*/ 262593 h 820735"/>
                    <a:gd name="connsiteX669" fmla="*/ 567024 w 630013"/>
                    <a:gd name="connsiteY669" fmla="*/ 259354 h 820735"/>
                    <a:gd name="connsiteX670" fmla="*/ 567976 w 630013"/>
                    <a:gd name="connsiteY670" fmla="*/ 256783 h 820735"/>
                    <a:gd name="connsiteX671" fmla="*/ 564166 w 630013"/>
                    <a:gd name="connsiteY671" fmla="*/ 261069 h 820735"/>
                    <a:gd name="connsiteX672" fmla="*/ 563499 w 630013"/>
                    <a:gd name="connsiteY672" fmla="*/ 261259 h 820735"/>
                    <a:gd name="connsiteX673" fmla="*/ 561213 w 630013"/>
                    <a:gd name="connsiteY673" fmla="*/ 256116 h 820735"/>
                    <a:gd name="connsiteX674" fmla="*/ 563595 w 630013"/>
                    <a:gd name="connsiteY674" fmla="*/ 252115 h 820735"/>
                    <a:gd name="connsiteX675" fmla="*/ 561403 w 630013"/>
                    <a:gd name="connsiteY675" fmla="*/ 248020 h 820735"/>
                    <a:gd name="connsiteX676" fmla="*/ 562356 w 630013"/>
                    <a:gd name="connsiteY676" fmla="*/ 245543 h 820735"/>
                    <a:gd name="connsiteX677" fmla="*/ 560069 w 630013"/>
                    <a:gd name="connsiteY677" fmla="*/ 250687 h 820735"/>
                    <a:gd name="connsiteX678" fmla="*/ 558355 w 630013"/>
                    <a:gd name="connsiteY678" fmla="*/ 251068 h 820735"/>
                    <a:gd name="connsiteX679" fmla="*/ 557879 w 630013"/>
                    <a:gd name="connsiteY679" fmla="*/ 246591 h 820735"/>
                    <a:gd name="connsiteX680" fmla="*/ 557403 w 630013"/>
                    <a:gd name="connsiteY680" fmla="*/ 254782 h 820735"/>
                    <a:gd name="connsiteX681" fmla="*/ 556260 w 630013"/>
                    <a:gd name="connsiteY681" fmla="*/ 251639 h 820735"/>
                    <a:gd name="connsiteX682" fmla="*/ 555213 w 630013"/>
                    <a:gd name="connsiteY682" fmla="*/ 253068 h 820735"/>
                    <a:gd name="connsiteX683" fmla="*/ 555784 w 630013"/>
                    <a:gd name="connsiteY683" fmla="*/ 259831 h 820735"/>
                    <a:gd name="connsiteX684" fmla="*/ 555688 w 630013"/>
                    <a:gd name="connsiteY684" fmla="*/ 255259 h 820735"/>
                    <a:gd name="connsiteX685" fmla="*/ 557213 w 630013"/>
                    <a:gd name="connsiteY685" fmla="*/ 259450 h 820735"/>
                    <a:gd name="connsiteX686" fmla="*/ 553021 w 630013"/>
                    <a:gd name="connsiteY686" fmla="*/ 260402 h 820735"/>
                    <a:gd name="connsiteX687" fmla="*/ 552736 w 630013"/>
                    <a:gd name="connsiteY687" fmla="*/ 262783 h 820735"/>
                    <a:gd name="connsiteX688" fmla="*/ 552926 w 630013"/>
                    <a:gd name="connsiteY688" fmla="*/ 255830 h 820735"/>
                    <a:gd name="connsiteX689" fmla="*/ 549783 w 630013"/>
                    <a:gd name="connsiteY689" fmla="*/ 258878 h 820735"/>
                    <a:gd name="connsiteX690" fmla="*/ 549307 w 630013"/>
                    <a:gd name="connsiteY690" fmla="*/ 255544 h 820735"/>
                    <a:gd name="connsiteX691" fmla="*/ 544545 w 630013"/>
                    <a:gd name="connsiteY691" fmla="*/ 262402 h 820735"/>
                    <a:gd name="connsiteX692" fmla="*/ 544163 w 630013"/>
                    <a:gd name="connsiteY692" fmla="*/ 260212 h 820735"/>
                    <a:gd name="connsiteX693" fmla="*/ 545402 w 630013"/>
                    <a:gd name="connsiteY693" fmla="*/ 253068 h 820735"/>
                    <a:gd name="connsiteX694" fmla="*/ 547878 w 630013"/>
                    <a:gd name="connsiteY694" fmla="*/ 252496 h 820735"/>
                    <a:gd name="connsiteX695" fmla="*/ 544925 w 630013"/>
                    <a:gd name="connsiteY695" fmla="*/ 248591 h 820735"/>
                    <a:gd name="connsiteX696" fmla="*/ 546831 w 630013"/>
                    <a:gd name="connsiteY696" fmla="*/ 240114 h 820735"/>
                    <a:gd name="connsiteX697" fmla="*/ 549401 w 630013"/>
                    <a:gd name="connsiteY697" fmla="*/ 245257 h 820735"/>
                    <a:gd name="connsiteX698" fmla="*/ 549021 w 630013"/>
                    <a:gd name="connsiteY698" fmla="*/ 243067 h 820735"/>
                    <a:gd name="connsiteX699" fmla="*/ 553593 w 630013"/>
                    <a:gd name="connsiteY699" fmla="*/ 240876 h 820735"/>
                    <a:gd name="connsiteX700" fmla="*/ 549687 w 630013"/>
                    <a:gd name="connsiteY700" fmla="*/ 240590 h 820735"/>
                    <a:gd name="connsiteX701" fmla="*/ 551688 w 630013"/>
                    <a:gd name="connsiteY701" fmla="*/ 236685 h 820735"/>
                    <a:gd name="connsiteX702" fmla="*/ 553879 w 630013"/>
                    <a:gd name="connsiteY702" fmla="*/ 239638 h 820735"/>
                    <a:gd name="connsiteX703" fmla="*/ 554259 w 630013"/>
                    <a:gd name="connsiteY703" fmla="*/ 226969 h 820735"/>
                    <a:gd name="connsiteX704" fmla="*/ 550735 w 630013"/>
                    <a:gd name="connsiteY704" fmla="*/ 226684 h 820735"/>
                    <a:gd name="connsiteX705" fmla="*/ 552545 w 630013"/>
                    <a:gd name="connsiteY705" fmla="*/ 229732 h 820735"/>
                    <a:gd name="connsiteX706" fmla="*/ 548354 w 630013"/>
                    <a:gd name="connsiteY706" fmla="*/ 216968 h 820735"/>
                    <a:gd name="connsiteX707" fmla="*/ 546163 w 630013"/>
                    <a:gd name="connsiteY707" fmla="*/ 212872 h 820735"/>
                    <a:gd name="connsiteX708" fmla="*/ 548449 w 630013"/>
                    <a:gd name="connsiteY708" fmla="*/ 205443 h 820735"/>
                    <a:gd name="connsiteX709" fmla="*/ 547115 w 630013"/>
                    <a:gd name="connsiteY709" fmla="*/ 206872 h 820735"/>
                    <a:gd name="connsiteX710" fmla="*/ 548354 w 630013"/>
                    <a:gd name="connsiteY710" fmla="*/ 198585 h 820735"/>
                    <a:gd name="connsiteX711" fmla="*/ 548449 w 630013"/>
                    <a:gd name="connsiteY711" fmla="*/ 203157 h 820735"/>
                    <a:gd name="connsiteX712" fmla="*/ 549973 w 630013"/>
                    <a:gd name="connsiteY712" fmla="*/ 192489 h 820735"/>
                    <a:gd name="connsiteX713" fmla="*/ 551688 w 630013"/>
                    <a:gd name="connsiteY713" fmla="*/ 190965 h 820735"/>
                    <a:gd name="connsiteX714" fmla="*/ 550164 w 630013"/>
                    <a:gd name="connsiteY714" fmla="*/ 187822 h 820735"/>
                    <a:gd name="connsiteX715" fmla="*/ 551116 w 630013"/>
                    <a:gd name="connsiteY715" fmla="*/ 185250 h 820735"/>
                    <a:gd name="connsiteX716" fmla="*/ 550926 w 630013"/>
                    <a:gd name="connsiteY716" fmla="*/ 179535 h 820735"/>
                    <a:gd name="connsiteX717" fmla="*/ 548354 w 630013"/>
                    <a:gd name="connsiteY717" fmla="*/ 175534 h 820735"/>
                    <a:gd name="connsiteX718" fmla="*/ 548544 w 630013"/>
                    <a:gd name="connsiteY718" fmla="*/ 183535 h 820735"/>
                    <a:gd name="connsiteX719" fmla="*/ 547402 w 630013"/>
                    <a:gd name="connsiteY719" fmla="*/ 178106 h 820735"/>
                    <a:gd name="connsiteX720" fmla="*/ 538733 w 630013"/>
                    <a:gd name="connsiteY720" fmla="*/ 179059 h 820735"/>
                    <a:gd name="connsiteX721" fmla="*/ 536829 w 630013"/>
                    <a:gd name="connsiteY721" fmla="*/ 170296 h 820735"/>
                    <a:gd name="connsiteX722" fmla="*/ 538163 w 630013"/>
                    <a:gd name="connsiteY722" fmla="*/ 166581 h 820735"/>
                    <a:gd name="connsiteX723" fmla="*/ 538067 w 630013"/>
                    <a:gd name="connsiteY723" fmla="*/ 164295 h 820735"/>
                    <a:gd name="connsiteX724" fmla="*/ 535114 w 630013"/>
                    <a:gd name="connsiteY724" fmla="*/ 158104 h 820735"/>
                    <a:gd name="connsiteX725" fmla="*/ 538163 w 630013"/>
                    <a:gd name="connsiteY725" fmla="*/ 152865 h 820735"/>
                    <a:gd name="connsiteX726" fmla="*/ 541305 w 630013"/>
                    <a:gd name="connsiteY726" fmla="*/ 154389 h 820735"/>
                    <a:gd name="connsiteX727" fmla="*/ 538067 w 630013"/>
                    <a:gd name="connsiteY727" fmla="*/ 149436 h 820735"/>
                    <a:gd name="connsiteX728" fmla="*/ 540734 w 630013"/>
                    <a:gd name="connsiteY728" fmla="*/ 145340 h 820735"/>
                    <a:gd name="connsiteX729" fmla="*/ 537115 w 630013"/>
                    <a:gd name="connsiteY729" fmla="*/ 139339 h 820735"/>
                    <a:gd name="connsiteX730" fmla="*/ 543020 w 630013"/>
                    <a:gd name="connsiteY730" fmla="*/ 140197 h 820735"/>
                    <a:gd name="connsiteX731" fmla="*/ 538924 w 630013"/>
                    <a:gd name="connsiteY731" fmla="*/ 127433 h 820735"/>
                    <a:gd name="connsiteX732" fmla="*/ 536829 w 630013"/>
                    <a:gd name="connsiteY732" fmla="*/ 127909 h 820735"/>
                    <a:gd name="connsiteX733" fmla="*/ 535400 w 630013"/>
                    <a:gd name="connsiteY733" fmla="*/ 126004 h 820735"/>
                    <a:gd name="connsiteX734" fmla="*/ 535209 w 630013"/>
                    <a:gd name="connsiteY734" fmla="*/ 131815 h 820735"/>
                    <a:gd name="connsiteX735" fmla="*/ 534734 w 630013"/>
                    <a:gd name="connsiteY735" fmla="*/ 123909 h 820735"/>
                    <a:gd name="connsiteX736" fmla="*/ 528924 w 630013"/>
                    <a:gd name="connsiteY736" fmla="*/ 128767 h 820735"/>
                    <a:gd name="connsiteX737" fmla="*/ 531019 w 630013"/>
                    <a:gd name="connsiteY737" fmla="*/ 128290 h 820735"/>
                    <a:gd name="connsiteX738" fmla="*/ 533305 w 630013"/>
                    <a:gd name="connsiteY738" fmla="*/ 139149 h 820735"/>
                    <a:gd name="connsiteX739" fmla="*/ 530923 w 630013"/>
                    <a:gd name="connsiteY739" fmla="*/ 142006 h 820735"/>
                    <a:gd name="connsiteX740" fmla="*/ 530542 w 630013"/>
                    <a:gd name="connsiteY740" fmla="*/ 138673 h 820735"/>
                    <a:gd name="connsiteX741" fmla="*/ 526352 w 630013"/>
                    <a:gd name="connsiteY741" fmla="*/ 138482 h 820735"/>
                    <a:gd name="connsiteX742" fmla="*/ 518445 w 630013"/>
                    <a:gd name="connsiteY742" fmla="*/ 140387 h 820735"/>
                    <a:gd name="connsiteX743" fmla="*/ 517398 w 630013"/>
                    <a:gd name="connsiteY743" fmla="*/ 141816 h 820735"/>
                    <a:gd name="connsiteX744" fmla="*/ 517779 w 630013"/>
                    <a:gd name="connsiteY744" fmla="*/ 145150 h 820735"/>
                    <a:gd name="connsiteX745" fmla="*/ 517113 w 630013"/>
                    <a:gd name="connsiteY745" fmla="*/ 146483 h 820735"/>
                    <a:gd name="connsiteX746" fmla="*/ 515302 w 630013"/>
                    <a:gd name="connsiteY746" fmla="*/ 142292 h 820735"/>
                    <a:gd name="connsiteX747" fmla="*/ 507111 w 630013"/>
                    <a:gd name="connsiteY747" fmla="*/ 153341 h 820735"/>
                    <a:gd name="connsiteX748" fmla="*/ 504253 w 630013"/>
                    <a:gd name="connsiteY748" fmla="*/ 150579 h 820735"/>
                    <a:gd name="connsiteX749" fmla="*/ 504634 w 630013"/>
                    <a:gd name="connsiteY749" fmla="*/ 153913 h 820735"/>
                    <a:gd name="connsiteX750" fmla="*/ 502919 w 630013"/>
                    <a:gd name="connsiteY750" fmla="*/ 154294 h 820735"/>
                    <a:gd name="connsiteX751" fmla="*/ 502919 w 630013"/>
                    <a:gd name="connsiteY751" fmla="*/ 155437 h 820735"/>
                    <a:gd name="connsiteX752" fmla="*/ 500729 w 630013"/>
                    <a:gd name="connsiteY752" fmla="*/ 146769 h 820735"/>
                    <a:gd name="connsiteX753" fmla="*/ 501301 w 630013"/>
                    <a:gd name="connsiteY753" fmla="*/ 138673 h 820735"/>
                    <a:gd name="connsiteX754" fmla="*/ 496348 w 630013"/>
                    <a:gd name="connsiteY754" fmla="*/ 131815 h 820735"/>
                    <a:gd name="connsiteX755" fmla="*/ 500444 w 630013"/>
                    <a:gd name="connsiteY755" fmla="*/ 127433 h 820735"/>
                    <a:gd name="connsiteX756" fmla="*/ 502730 w 630013"/>
                    <a:gd name="connsiteY756" fmla="*/ 121147 h 820735"/>
                    <a:gd name="connsiteX757" fmla="*/ 503491 w 630013"/>
                    <a:gd name="connsiteY757" fmla="*/ 125528 h 820735"/>
                    <a:gd name="connsiteX758" fmla="*/ 503777 w 630013"/>
                    <a:gd name="connsiteY758" fmla="*/ 122004 h 820735"/>
                    <a:gd name="connsiteX759" fmla="*/ 505111 w 630013"/>
                    <a:gd name="connsiteY759" fmla="*/ 117146 h 820735"/>
                    <a:gd name="connsiteX760" fmla="*/ 501682 w 630013"/>
                    <a:gd name="connsiteY760" fmla="*/ 117908 h 820735"/>
                    <a:gd name="connsiteX761" fmla="*/ 506634 w 630013"/>
                    <a:gd name="connsiteY761" fmla="*/ 106478 h 820735"/>
                    <a:gd name="connsiteX762" fmla="*/ 510444 w 630013"/>
                    <a:gd name="connsiteY762" fmla="*/ 107907 h 820735"/>
                    <a:gd name="connsiteX763" fmla="*/ 512444 w 630013"/>
                    <a:gd name="connsiteY763" fmla="*/ 104002 h 820735"/>
                    <a:gd name="connsiteX764" fmla="*/ 511587 w 630013"/>
                    <a:gd name="connsiteY764" fmla="*/ 96191 h 820735"/>
                    <a:gd name="connsiteX765" fmla="*/ 509492 w 630013"/>
                    <a:gd name="connsiteY765" fmla="*/ 95524 h 820735"/>
                    <a:gd name="connsiteX766" fmla="*/ 514255 w 630013"/>
                    <a:gd name="connsiteY766" fmla="*/ 93334 h 820735"/>
                    <a:gd name="connsiteX767" fmla="*/ 515874 w 630013"/>
                    <a:gd name="connsiteY767" fmla="*/ 87238 h 820735"/>
                    <a:gd name="connsiteX768" fmla="*/ 515874 w 630013"/>
                    <a:gd name="connsiteY768" fmla="*/ 84952 h 820735"/>
                    <a:gd name="connsiteX769" fmla="*/ 514064 w 630013"/>
                    <a:gd name="connsiteY769" fmla="*/ 81904 h 820735"/>
                    <a:gd name="connsiteX770" fmla="*/ 513588 w 630013"/>
                    <a:gd name="connsiteY770" fmla="*/ 76284 h 820735"/>
                    <a:gd name="connsiteX771" fmla="*/ 514921 w 630013"/>
                    <a:gd name="connsiteY771" fmla="*/ 72569 h 820735"/>
                    <a:gd name="connsiteX772" fmla="*/ 512159 w 630013"/>
                    <a:gd name="connsiteY772" fmla="*/ 73236 h 820735"/>
                    <a:gd name="connsiteX773" fmla="*/ 511683 w 630013"/>
                    <a:gd name="connsiteY773" fmla="*/ 83618 h 820735"/>
                    <a:gd name="connsiteX774" fmla="*/ 507111 w 630013"/>
                    <a:gd name="connsiteY774" fmla="*/ 75522 h 820735"/>
                    <a:gd name="connsiteX775" fmla="*/ 506159 w 630013"/>
                    <a:gd name="connsiteY775" fmla="*/ 80284 h 820735"/>
                    <a:gd name="connsiteX776" fmla="*/ 504253 w 630013"/>
                    <a:gd name="connsiteY776" fmla="*/ 71521 h 820735"/>
                    <a:gd name="connsiteX777" fmla="*/ 502825 w 630013"/>
                    <a:gd name="connsiteY777" fmla="*/ 68378 h 820735"/>
                    <a:gd name="connsiteX778" fmla="*/ 505587 w 630013"/>
                    <a:gd name="connsiteY778" fmla="*/ 69997 h 820735"/>
                    <a:gd name="connsiteX779" fmla="*/ 507302 w 630013"/>
                    <a:gd name="connsiteY779" fmla="*/ 69616 h 820735"/>
                    <a:gd name="connsiteX780" fmla="*/ 508540 w 630013"/>
                    <a:gd name="connsiteY780" fmla="*/ 62473 h 820735"/>
                    <a:gd name="connsiteX781" fmla="*/ 511587 w 630013"/>
                    <a:gd name="connsiteY781" fmla="*/ 61806 h 820735"/>
                    <a:gd name="connsiteX782" fmla="*/ 511397 w 630013"/>
                    <a:gd name="connsiteY782" fmla="*/ 53805 h 820735"/>
                    <a:gd name="connsiteX783" fmla="*/ 509683 w 630013"/>
                    <a:gd name="connsiteY783" fmla="*/ 54186 h 820735"/>
                    <a:gd name="connsiteX784" fmla="*/ 510540 w 630013"/>
                    <a:gd name="connsiteY784" fmla="*/ 44851 h 820735"/>
                    <a:gd name="connsiteX785" fmla="*/ 511873 w 630013"/>
                    <a:gd name="connsiteY785" fmla="*/ 44566 h 820735"/>
                    <a:gd name="connsiteX786" fmla="*/ 511683 w 630013"/>
                    <a:gd name="connsiteY786" fmla="*/ 35422 h 820735"/>
                    <a:gd name="connsiteX787" fmla="*/ 510254 w 630013"/>
                    <a:gd name="connsiteY787" fmla="*/ 32278 h 820735"/>
                    <a:gd name="connsiteX788" fmla="*/ 508920 w 630013"/>
                    <a:gd name="connsiteY788" fmla="*/ 33707 h 820735"/>
                    <a:gd name="connsiteX789" fmla="*/ 508540 w 630013"/>
                    <a:gd name="connsiteY789" fmla="*/ 29230 h 820735"/>
                    <a:gd name="connsiteX790" fmla="*/ 510349 w 630013"/>
                    <a:gd name="connsiteY790" fmla="*/ 18467 h 820735"/>
                    <a:gd name="connsiteX791" fmla="*/ 509969 w 630013"/>
                    <a:gd name="connsiteY791" fmla="*/ 16276 h 820735"/>
                    <a:gd name="connsiteX792" fmla="*/ 507588 w 630013"/>
                    <a:gd name="connsiteY792" fmla="*/ 17991 h 820735"/>
                    <a:gd name="connsiteX793" fmla="*/ 507397 w 630013"/>
                    <a:gd name="connsiteY793" fmla="*/ 8847 h 820735"/>
                    <a:gd name="connsiteX794" fmla="*/ 508731 w 630013"/>
                    <a:gd name="connsiteY794" fmla="*/ 7418 h 820735"/>
                    <a:gd name="connsiteX795" fmla="*/ 505396 w 630013"/>
                    <a:gd name="connsiteY795" fmla="*/ 12752 h 820735"/>
                    <a:gd name="connsiteX796" fmla="*/ 504253 w 630013"/>
                    <a:gd name="connsiteY796" fmla="*/ 7228 h 820735"/>
                    <a:gd name="connsiteX797" fmla="*/ 504634 w 630013"/>
                    <a:gd name="connsiteY797" fmla="*/ 9418 h 820735"/>
                    <a:gd name="connsiteX798" fmla="*/ 501872 w 630013"/>
                    <a:gd name="connsiteY798" fmla="*/ 6656 h 820735"/>
                    <a:gd name="connsiteX799" fmla="*/ 500729 w 630013"/>
                    <a:gd name="connsiteY799" fmla="*/ 84 h 820735"/>
                    <a:gd name="connsiteX800" fmla="*/ 499490 w 630013"/>
                    <a:gd name="connsiteY800" fmla="*/ 4942 h 820735"/>
                    <a:gd name="connsiteX801" fmla="*/ 489395 w 630013"/>
                    <a:gd name="connsiteY801" fmla="*/ 8466 h 820735"/>
                    <a:gd name="connsiteX802" fmla="*/ 490061 w 630013"/>
                    <a:gd name="connsiteY802" fmla="*/ 9418 h 820735"/>
                    <a:gd name="connsiteX803" fmla="*/ 481299 w 630013"/>
                    <a:gd name="connsiteY803" fmla="*/ 11419 h 820735"/>
                    <a:gd name="connsiteX804" fmla="*/ 480917 w 630013"/>
                    <a:gd name="connsiteY804" fmla="*/ 6942 h 820735"/>
                    <a:gd name="connsiteX805" fmla="*/ 480251 w 630013"/>
                    <a:gd name="connsiteY805" fmla="*/ 7132 h 820735"/>
                    <a:gd name="connsiteX806" fmla="*/ 480536 w 630013"/>
                    <a:gd name="connsiteY806" fmla="*/ 4751 h 820735"/>
                    <a:gd name="connsiteX807" fmla="*/ 481869 w 630013"/>
                    <a:gd name="connsiteY807" fmla="*/ 2179 h 820735"/>
                    <a:gd name="connsiteX808" fmla="*/ 467677 w 630013"/>
                    <a:gd name="connsiteY808" fmla="*/ 2084 h 820735"/>
                    <a:gd name="connsiteX809" fmla="*/ 465296 w 630013"/>
                    <a:gd name="connsiteY809" fmla="*/ 1513 h 820735"/>
                    <a:gd name="connsiteX810" fmla="*/ 465963 w 630013"/>
                    <a:gd name="connsiteY810" fmla="*/ 4751 h 820735"/>
                    <a:gd name="connsiteX811" fmla="*/ 464344 w 630013"/>
                    <a:gd name="connsiteY811" fmla="*/ 8561 h 820735"/>
                    <a:gd name="connsiteX812" fmla="*/ 459581 w 630013"/>
                    <a:gd name="connsiteY812" fmla="*/ 9609 h 820735"/>
                    <a:gd name="connsiteX813" fmla="*/ 449675 w 630013"/>
                    <a:gd name="connsiteY813" fmla="*/ 9514 h 820735"/>
                    <a:gd name="connsiteX814" fmla="*/ 438150 w 630013"/>
                    <a:gd name="connsiteY814" fmla="*/ 14371 h 820735"/>
                    <a:gd name="connsiteX815" fmla="*/ 437483 w 630013"/>
                    <a:gd name="connsiteY815" fmla="*/ 12276 h 820735"/>
                    <a:gd name="connsiteX816" fmla="*/ 435483 w 630013"/>
                    <a:gd name="connsiteY816" fmla="*/ 17324 h 820735"/>
                    <a:gd name="connsiteX817" fmla="*/ 434435 w 630013"/>
                    <a:gd name="connsiteY817" fmla="*/ 14086 h 820735"/>
                    <a:gd name="connsiteX818" fmla="*/ 433101 w 630013"/>
                    <a:gd name="connsiteY818" fmla="*/ 18943 h 820735"/>
                    <a:gd name="connsiteX819" fmla="*/ 431006 w 630013"/>
                    <a:gd name="connsiteY819" fmla="*/ 13705 h 820735"/>
                    <a:gd name="connsiteX820" fmla="*/ 428244 w 630013"/>
                    <a:gd name="connsiteY820" fmla="*/ 13133 h 820735"/>
                    <a:gd name="connsiteX821" fmla="*/ 412242 w 630013"/>
                    <a:gd name="connsiteY821" fmla="*/ 24658 h 820735"/>
                    <a:gd name="connsiteX822" fmla="*/ 413956 w 630013"/>
                    <a:gd name="connsiteY822" fmla="*/ 28849 h 820735"/>
                    <a:gd name="connsiteX823" fmla="*/ 418338 w 630013"/>
                    <a:gd name="connsiteY823" fmla="*/ 19896 h 820735"/>
                    <a:gd name="connsiteX824" fmla="*/ 422815 w 630013"/>
                    <a:gd name="connsiteY824" fmla="*/ 17800 h 820735"/>
                    <a:gd name="connsiteX825" fmla="*/ 425196 w 630013"/>
                    <a:gd name="connsiteY825" fmla="*/ 18372 h 820735"/>
                    <a:gd name="connsiteX826" fmla="*/ 425862 w 630013"/>
                    <a:gd name="connsiteY826" fmla="*/ 21610 h 820735"/>
                    <a:gd name="connsiteX827" fmla="*/ 418052 w 630013"/>
                    <a:gd name="connsiteY827" fmla="*/ 27897 h 820735"/>
                    <a:gd name="connsiteX828" fmla="*/ 427577 w 630013"/>
                    <a:gd name="connsiteY828" fmla="*/ 28087 h 820735"/>
                    <a:gd name="connsiteX829" fmla="*/ 428244 w 630013"/>
                    <a:gd name="connsiteY829" fmla="*/ 32469 h 820735"/>
                    <a:gd name="connsiteX830" fmla="*/ 437483 w 630013"/>
                    <a:gd name="connsiteY830" fmla="*/ 31612 h 820735"/>
                    <a:gd name="connsiteX831" fmla="*/ 443960 w 630013"/>
                    <a:gd name="connsiteY831" fmla="*/ 29040 h 820735"/>
                    <a:gd name="connsiteX832" fmla="*/ 448341 w 630013"/>
                    <a:gd name="connsiteY832" fmla="*/ 26944 h 820735"/>
                    <a:gd name="connsiteX833" fmla="*/ 447294 w 630013"/>
                    <a:gd name="connsiteY833" fmla="*/ 29421 h 820735"/>
                    <a:gd name="connsiteX834" fmla="*/ 450723 w 630013"/>
                    <a:gd name="connsiteY834" fmla="*/ 30945 h 820735"/>
                    <a:gd name="connsiteX835" fmla="*/ 458534 w 630013"/>
                    <a:gd name="connsiteY835" fmla="*/ 22372 h 820735"/>
                    <a:gd name="connsiteX836" fmla="*/ 459295 w 630013"/>
                    <a:gd name="connsiteY836" fmla="*/ 29040 h 820735"/>
                    <a:gd name="connsiteX837" fmla="*/ 463296 w 630013"/>
                    <a:gd name="connsiteY837" fmla="*/ 23515 h 820735"/>
                    <a:gd name="connsiteX838" fmla="*/ 473201 w 630013"/>
                    <a:gd name="connsiteY838" fmla="*/ 30373 h 820735"/>
                    <a:gd name="connsiteX839" fmla="*/ 456248 w 630013"/>
                    <a:gd name="connsiteY839" fmla="*/ 42184 h 820735"/>
                    <a:gd name="connsiteX840" fmla="*/ 461676 w 630013"/>
                    <a:gd name="connsiteY840" fmla="*/ 38755 h 820735"/>
                    <a:gd name="connsiteX841" fmla="*/ 464439 w 630013"/>
                    <a:gd name="connsiteY841" fmla="*/ 46090 h 820735"/>
                    <a:gd name="connsiteX842" fmla="*/ 455485 w 630013"/>
                    <a:gd name="connsiteY842" fmla="*/ 43518 h 820735"/>
                    <a:gd name="connsiteX843" fmla="*/ 456914 w 630013"/>
                    <a:gd name="connsiteY843" fmla="*/ 50090 h 820735"/>
                    <a:gd name="connsiteX844" fmla="*/ 450056 w 630013"/>
                    <a:gd name="connsiteY844" fmla="*/ 51614 h 820735"/>
                    <a:gd name="connsiteX845" fmla="*/ 449675 w 630013"/>
                    <a:gd name="connsiteY845" fmla="*/ 45994 h 820735"/>
                    <a:gd name="connsiteX846" fmla="*/ 441770 w 630013"/>
                    <a:gd name="connsiteY846" fmla="*/ 46566 h 820735"/>
                    <a:gd name="connsiteX847" fmla="*/ 438341 w 630013"/>
                    <a:gd name="connsiteY847" fmla="*/ 42756 h 820735"/>
                    <a:gd name="connsiteX848" fmla="*/ 435578 w 630013"/>
                    <a:gd name="connsiteY848" fmla="*/ 45613 h 820735"/>
                    <a:gd name="connsiteX849" fmla="*/ 433197 w 630013"/>
                    <a:gd name="connsiteY849" fmla="*/ 42756 h 820735"/>
                    <a:gd name="connsiteX850" fmla="*/ 428434 w 630013"/>
                    <a:gd name="connsiteY850" fmla="*/ 44947 h 820735"/>
                    <a:gd name="connsiteX851" fmla="*/ 425672 w 630013"/>
                    <a:gd name="connsiteY851" fmla="*/ 40946 h 820735"/>
                    <a:gd name="connsiteX852" fmla="*/ 422624 w 630013"/>
                    <a:gd name="connsiteY852" fmla="*/ 45042 h 820735"/>
                    <a:gd name="connsiteX853" fmla="*/ 420529 w 630013"/>
                    <a:gd name="connsiteY853" fmla="*/ 39803 h 820735"/>
                    <a:gd name="connsiteX854" fmla="*/ 411289 w 630013"/>
                    <a:gd name="connsiteY854" fmla="*/ 44089 h 820735"/>
                    <a:gd name="connsiteX855" fmla="*/ 410909 w 630013"/>
                    <a:gd name="connsiteY855" fmla="*/ 47614 h 820735"/>
                    <a:gd name="connsiteX856" fmla="*/ 404051 w 630013"/>
                    <a:gd name="connsiteY856" fmla="*/ 47995 h 820735"/>
                    <a:gd name="connsiteX857" fmla="*/ 399955 w 630013"/>
                    <a:gd name="connsiteY857" fmla="*/ 48852 h 820735"/>
                    <a:gd name="connsiteX858" fmla="*/ 394431 w 630013"/>
                    <a:gd name="connsiteY858" fmla="*/ 48852 h 820735"/>
                    <a:gd name="connsiteX859" fmla="*/ 393002 w 630013"/>
                    <a:gd name="connsiteY859" fmla="*/ 53710 h 820735"/>
                    <a:gd name="connsiteX860" fmla="*/ 391668 w 630013"/>
                    <a:gd name="connsiteY860" fmla="*/ 49423 h 820735"/>
                    <a:gd name="connsiteX861" fmla="*/ 385763 w 630013"/>
                    <a:gd name="connsiteY861" fmla="*/ 55234 h 820735"/>
                    <a:gd name="connsiteX862" fmla="*/ 375761 w 630013"/>
                    <a:gd name="connsiteY862" fmla="*/ 56186 h 820735"/>
                    <a:gd name="connsiteX863" fmla="*/ 375095 w 630013"/>
                    <a:gd name="connsiteY863" fmla="*/ 52948 h 820735"/>
                    <a:gd name="connsiteX864" fmla="*/ 374713 w 630013"/>
                    <a:gd name="connsiteY864" fmla="*/ 58758 h 820735"/>
                    <a:gd name="connsiteX865" fmla="*/ 371666 w 630013"/>
                    <a:gd name="connsiteY865" fmla="*/ 55996 h 820735"/>
                    <a:gd name="connsiteX866" fmla="*/ 371284 w 630013"/>
                    <a:gd name="connsiteY866" fmla="*/ 60663 h 820735"/>
                    <a:gd name="connsiteX867" fmla="*/ 366426 w 630013"/>
                    <a:gd name="connsiteY867" fmla="*/ 60568 h 820735"/>
                    <a:gd name="connsiteX868" fmla="*/ 355377 w 630013"/>
                    <a:gd name="connsiteY868" fmla="*/ 62854 h 820735"/>
                    <a:gd name="connsiteX869" fmla="*/ 349853 w 630013"/>
                    <a:gd name="connsiteY869" fmla="*/ 61711 h 820735"/>
                    <a:gd name="connsiteX870" fmla="*/ 347472 w 630013"/>
                    <a:gd name="connsiteY870" fmla="*/ 56472 h 820735"/>
                    <a:gd name="connsiteX871" fmla="*/ 342614 w 630013"/>
                    <a:gd name="connsiteY871" fmla="*/ 57424 h 820735"/>
                    <a:gd name="connsiteX872" fmla="*/ 334327 w 630013"/>
                    <a:gd name="connsiteY872" fmla="*/ 57901 h 820735"/>
                    <a:gd name="connsiteX873" fmla="*/ 335375 w 630013"/>
                    <a:gd name="connsiteY873" fmla="*/ 54281 h 820735"/>
                    <a:gd name="connsiteX874" fmla="*/ 332898 w 630013"/>
                    <a:gd name="connsiteY874" fmla="*/ 59329 h 820735"/>
                    <a:gd name="connsiteX875" fmla="*/ 329851 w 630013"/>
                    <a:gd name="connsiteY875" fmla="*/ 54281 h 820735"/>
                    <a:gd name="connsiteX876" fmla="*/ 326327 w 630013"/>
                    <a:gd name="connsiteY876" fmla="*/ 60663 h 820735"/>
                    <a:gd name="connsiteX877" fmla="*/ 324612 w 630013"/>
                    <a:gd name="connsiteY877" fmla="*/ 57615 h 820735"/>
                    <a:gd name="connsiteX878" fmla="*/ 322516 w 630013"/>
                    <a:gd name="connsiteY878" fmla="*/ 61425 h 820735"/>
                    <a:gd name="connsiteX879" fmla="*/ 322516 w 630013"/>
                    <a:gd name="connsiteY879" fmla="*/ 57996 h 820735"/>
                    <a:gd name="connsiteX880" fmla="*/ 313182 w 630013"/>
                    <a:gd name="connsiteY880" fmla="*/ 56472 h 820735"/>
                    <a:gd name="connsiteX881" fmla="*/ 312039 w 630013"/>
                    <a:gd name="connsiteY881" fmla="*/ 61234 h 820735"/>
                    <a:gd name="connsiteX882" fmla="*/ 308324 w 630013"/>
                    <a:gd name="connsiteY882" fmla="*/ 53995 h 820735"/>
                    <a:gd name="connsiteX883" fmla="*/ 309658 w 630013"/>
                    <a:gd name="connsiteY883" fmla="*/ 59425 h 820735"/>
                    <a:gd name="connsiteX884" fmla="*/ 307563 w 630013"/>
                    <a:gd name="connsiteY884" fmla="*/ 60949 h 820735"/>
                    <a:gd name="connsiteX885" fmla="*/ 306609 w 630013"/>
                    <a:gd name="connsiteY885" fmla="*/ 55424 h 820735"/>
                    <a:gd name="connsiteX886" fmla="*/ 305466 w 630013"/>
                    <a:gd name="connsiteY886" fmla="*/ 61330 h 820735"/>
                    <a:gd name="connsiteX887" fmla="*/ 305181 w 630013"/>
                    <a:gd name="connsiteY887" fmla="*/ 55710 h 820735"/>
                    <a:gd name="connsiteX888" fmla="*/ 285750 w 630013"/>
                    <a:gd name="connsiteY888" fmla="*/ 61806 h 820735"/>
                    <a:gd name="connsiteX889" fmla="*/ 274987 w 630013"/>
                    <a:gd name="connsiteY889" fmla="*/ 62758 h 820735"/>
                    <a:gd name="connsiteX890" fmla="*/ 263842 w 630013"/>
                    <a:gd name="connsiteY890" fmla="*/ 64854 h 820735"/>
                    <a:gd name="connsiteX891" fmla="*/ 261461 w 630013"/>
                    <a:gd name="connsiteY891" fmla="*/ 63044 h 820735"/>
                    <a:gd name="connsiteX892" fmla="*/ 261081 w 630013"/>
                    <a:gd name="connsiteY892" fmla="*/ 65425 h 820735"/>
                    <a:gd name="connsiteX893" fmla="*/ 259461 w 630013"/>
                    <a:gd name="connsiteY893" fmla="*/ 61234 h 820735"/>
                    <a:gd name="connsiteX894" fmla="*/ 258032 w 630013"/>
                    <a:gd name="connsiteY894" fmla="*/ 63806 h 820735"/>
                    <a:gd name="connsiteX895" fmla="*/ 252126 w 630013"/>
                    <a:gd name="connsiteY895" fmla="*/ 62663 h 820735"/>
                    <a:gd name="connsiteX896" fmla="*/ 237648 w 630013"/>
                    <a:gd name="connsiteY896" fmla="*/ 73331 h 820735"/>
                    <a:gd name="connsiteX897" fmla="*/ 240506 w 630013"/>
                    <a:gd name="connsiteY897" fmla="*/ 70474 h 820735"/>
                    <a:gd name="connsiteX898" fmla="*/ 230505 w 630013"/>
                    <a:gd name="connsiteY898" fmla="*/ 81427 h 820735"/>
                    <a:gd name="connsiteX899" fmla="*/ 230791 w 630013"/>
                    <a:gd name="connsiteY899" fmla="*/ 84761 h 820735"/>
                    <a:gd name="connsiteX900" fmla="*/ 225266 w 630013"/>
                    <a:gd name="connsiteY900" fmla="*/ 83523 h 820735"/>
                    <a:gd name="connsiteX901" fmla="*/ 215074 w 630013"/>
                    <a:gd name="connsiteY901" fmla="*/ 86476 h 820735"/>
                    <a:gd name="connsiteX902" fmla="*/ 214026 w 630013"/>
                    <a:gd name="connsiteY902" fmla="*/ 86666 h 820735"/>
                    <a:gd name="connsiteX903" fmla="*/ 213551 w 630013"/>
                    <a:gd name="connsiteY903" fmla="*/ 79999 h 820735"/>
                    <a:gd name="connsiteX904" fmla="*/ 207455 w 630013"/>
                    <a:gd name="connsiteY904" fmla="*/ 85618 h 820735"/>
                    <a:gd name="connsiteX905" fmla="*/ 201359 w 630013"/>
                    <a:gd name="connsiteY905" fmla="*/ 81046 h 820735"/>
                    <a:gd name="connsiteX906" fmla="*/ 196024 w 630013"/>
                    <a:gd name="connsiteY906" fmla="*/ 85428 h 820735"/>
                    <a:gd name="connsiteX907" fmla="*/ 196215 w 630013"/>
                    <a:gd name="connsiteY907" fmla="*/ 89905 h 820735"/>
                    <a:gd name="connsiteX908" fmla="*/ 194690 w 630013"/>
                    <a:gd name="connsiteY908" fmla="*/ 93619 h 820735"/>
                    <a:gd name="connsiteX909" fmla="*/ 191262 w 630013"/>
                    <a:gd name="connsiteY909" fmla="*/ 93143 h 820735"/>
                    <a:gd name="connsiteX910" fmla="*/ 191357 w 630013"/>
                    <a:gd name="connsiteY910" fmla="*/ 89714 h 820735"/>
                    <a:gd name="connsiteX911" fmla="*/ 185833 w 630013"/>
                    <a:gd name="connsiteY911" fmla="*/ 97525 h 820735"/>
                    <a:gd name="connsiteX912" fmla="*/ 184022 w 630013"/>
                    <a:gd name="connsiteY912" fmla="*/ 100096 h 820735"/>
                    <a:gd name="connsiteX913" fmla="*/ 185261 w 630013"/>
                    <a:gd name="connsiteY913" fmla="*/ 105526 h 820735"/>
                    <a:gd name="connsiteX914" fmla="*/ 186119 w 630013"/>
                    <a:gd name="connsiteY914" fmla="*/ 102001 h 820735"/>
                    <a:gd name="connsiteX915" fmla="*/ 189357 w 630013"/>
                    <a:gd name="connsiteY915" fmla="*/ 109336 h 820735"/>
                    <a:gd name="connsiteX916" fmla="*/ 187166 w 630013"/>
                    <a:gd name="connsiteY916" fmla="*/ 112003 h 820735"/>
                    <a:gd name="connsiteX917" fmla="*/ 194215 w 630013"/>
                    <a:gd name="connsiteY917" fmla="*/ 109621 h 820735"/>
                    <a:gd name="connsiteX918" fmla="*/ 195072 w 630013"/>
                    <a:gd name="connsiteY918" fmla="*/ 115146 h 820735"/>
                    <a:gd name="connsiteX919" fmla="*/ 198025 w 630013"/>
                    <a:gd name="connsiteY919" fmla="*/ 110098 h 820735"/>
                    <a:gd name="connsiteX920" fmla="*/ 204788 w 630013"/>
                    <a:gd name="connsiteY920" fmla="*/ 116765 h 820735"/>
                    <a:gd name="connsiteX921" fmla="*/ 208693 w 630013"/>
                    <a:gd name="connsiteY921" fmla="*/ 116098 h 820735"/>
                    <a:gd name="connsiteX922" fmla="*/ 210598 w 630013"/>
                    <a:gd name="connsiteY922" fmla="*/ 112384 h 820735"/>
                    <a:gd name="connsiteX923" fmla="*/ 211074 w 630013"/>
                    <a:gd name="connsiteY923" fmla="*/ 119146 h 820735"/>
                    <a:gd name="connsiteX924" fmla="*/ 212979 w 630013"/>
                    <a:gd name="connsiteY924" fmla="*/ 114289 h 820735"/>
                    <a:gd name="connsiteX925" fmla="*/ 215551 w 630013"/>
                    <a:gd name="connsiteY925" fmla="*/ 122861 h 820735"/>
                    <a:gd name="connsiteX926" fmla="*/ 212884 w 630013"/>
                    <a:gd name="connsiteY926" fmla="*/ 131243 h 820735"/>
                    <a:gd name="connsiteX927" fmla="*/ 221266 w 630013"/>
                    <a:gd name="connsiteY927" fmla="*/ 132005 h 820735"/>
                    <a:gd name="connsiteX928" fmla="*/ 221742 w 630013"/>
                    <a:gd name="connsiteY928" fmla="*/ 128576 h 820735"/>
                    <a:gd name="connsiteX929" fmla="*/ 223265 w 630013"/>
                    <a:gd name="connsiteY929" fmla="*/ 137339 h 820735"/>
                    <a:gd name="connsiteX930" fmla="*/ 221838 w 630013"/>
                    <a:gd name="connsiteY930" fmla="*/ 137625 h 820735"/>
                    <a:gd name="connsiteX931" fmla="*/ 225837 w 630013"/>
                    <a:gd name="connsiteY931" fmla="*/ 147150 h 820735"/>
                    <a:gd name="connsiteX932" fmla="*/ 218408 w 630013"/>
                    <a:gd name="connsiteY932" fmla="*/ 150769 h 820735"/>
                    <a:gd name="connsiteX933" fmla="*/ 218980 w 630013"/>
                    <a:gd name="connsiteY933" fmla="*/ 156389 h 820735"/>
                    <a:gd name="connsiteX934" fmla="*/ 210788 w 630013"/>
                    <a:gd name="connsiteY934" fmla="*/ 160104 h 820735"/>
                    <a:gd name="connsiteX935" fmla="*/ 213836 w 630013"/>
                    <a:gd name="connsiteY935" fmla="*/ 162961 h 820735"/>
                    <a:gd name="connsiteX936" fmla="*/ 198405 w 630013"/>
                    <a:gd name="connsiteY936" fmla="*/ 162295 h 820735"/>
                    <a:gd name="connsiteX937" fmla="*/ 199168 w 630013"/>
                    <a:gd name="connsiteY937" fmla="*/ 158770 h 820735"/>
                    <a:gd name="connsiteX938" fmla="*/ 195453 w 630013"/>
                    <a:gd name="connsiteY938" fmla="*/ 164009 h 820735"/>
                    <a:gd name="connsiteX939" fmla="*/ 195167 w 630013"/>
                    <a:gd name="connsiteY939" fmla="*/ 160675 h 820735"/>
                    <a:gd name="connsiteX940" fmla="*/ 194120 w 630013"/>
                    <a:gd name="connsiteY940" fmla="*/ 160866 h 820735"/>
                    <a:gd name="connsiteX941" fmla="*/ 195072 w 630013"/>
                    <a:gd name="connsiteY941" fmla="*/ 165247 h 820735"/>
                    <a:gd name="connsiteX942" fmla="*/ 187166 w 630013"/>
                    <a:gd name="connsiteY942" fmla="*/ 170010 h 820735"/>
                    <a:gd name="connsiteX943" fmla="*/ 184118 w 630013"/>
                    <a:gd name="connsiteY943" fmla="*/ 164866 h 820735"/>
                    <a:gd name="connsiteX944" fmla="*/ 182784 w 630013"/>
                    <a:gd name="connsiteY944" fmla="*/ 174201 h 820735"/>
                    <a:gd name="connsiteX945" fmla="*/ 183261 w 630013"/>
                    <a:gd name="connsiteY945" fmla="*/ 160485 h 820735"/>
                    <a:gd name="connsiteX946" fmla="*/ 182689 w 630013"/>
                    <a:gd name="connsiteY946" fmla="*/ 157151 h 820735"/>
                    <a:gd name="connsiteX947" fmla="*/ 178689 w 630013"/>
                    <a:gd name="connsiteY947" fmla="*/ 162390 h 820735"/>
                    <a:gd name="connsiteX948" fmla="*/ 176117 w 630013"/>
                    <a:gd name="connsiteY948" fmla="*/ 165152 h 820735"/>
                    <a:gd name="connsiteX949" fmla="*/ 173831 w 630013"/>
                    <a:gd name="connsiteY949" fmla="*/ 168962 h 820735"/>
                    <a:gd name="connsiteX950" fmla="*/ 175165 w 630013"/>
                    <a:gd name="connsiteY950" fmla="*/ 160771 h 820735"/>
                    <a:gd name="connsiteX951" fmla="*/ 171926 w 630013"/>
                    <a:gd name="connsiteY951" fmla="*/ 162485 h 820735"/>
                    <a:gd name="connsiteX952" fmla="*/ 171736 w 630013"/>
                    <a:gd name="connsiteY952" fmla="*/ 169343 h 820735"/>
                    <a:gd name="connsiteX953" fmla="*/ 173259 w 630013"/>
                    <a:gd name="connsiteY953" fmla="*/ 165628 h 820735"/>
                    <a:gd name="connsiteX954" fmla="*/ 171641 w 630013"/>
                    <a:gd name="connsiteY954" fmla="*/ 172677 h 820735"/>
                    <a:gd name="connsiteX955" fmla="*/ 170593 w 630013"/>
                    <a:gd name="connsiteY955" fmla="*/ 162676 h 820735"/>
                    <a:gd name="connsiteX956" fmla="*/ 166974 w 630013"/>
                    <a:gd name="connsiteY956" fmla="*/ 165533 h 820735"/>
                    <a:gd name="connsiteX957" fmla="*/ 169926 w 630013"/>
                    <a:gd name="connsiteY957" fmla="*/ 171820 h 820735"/>
                    <a:gd name="connsiteX958" fmla="*/ 168973 w 630013"/>
                    <a:gd name="connsiteY958" fmla="*/ 167438 h 820735"/>
                    <a:gd name="connsiteX959" fmla="*/ 166592 w 630013"/>
                    <a:gd name="connsiteY959" fmla="*/ 164485 h 820735"/>
                    <a:gd name="connsiteX960" fmla="*/ 165640 w 630013"/>
                    <a:gd name="connsiteY960" fmla="*/ 172582 h 820735"/>
                    <a:gd name="connsiteX961" fmla="*/ 165163 w 630013"/>
                    <a:gd name="connsiteY961" fmla="*/ 166962 h 820735"/>
                    <a:gd name="connsiteX962" fmla="*/ 163830 w 630013"/>
                    <a:gd name="connsiteY962" fmla="*/ 164962 h 820735"/>
                    <a:gd name="connsiteX963" fmla="*/ 163545 w 630013"/>
                    <a:gd name="connsiteY963" fmla="*/ 174106 h 820735"/>
                    <a:gd name="connsiteX964" fmla="*/ 162591 w 630013"/>
                    <a:gd name="connsiteY964" fmla="*/ 169724 h 820735"/>
                    <a:gd name="connsiteX965" fmla="*/ 158972 w 630013"/>
                    <a:gd name="connsiteY965" fmla="*/ 173725 h 820735"/>
                    <a:gd name="connsiteX966" fmla="*/ 155638 w 630013"/>
                    <a:gd name="connsiteY966" fmla="*/ 167533 h 820735"/>
                    <a:gd name="connsiteX967" fmla="*/ 155163 w 630013"/>
                    <a:gd name="connsiteY967" fmla="*/ 172201 h 820735"/>
                    <a:gd name="connsiteX968" fmla="*/ 154209 w 630013"/>
                    <a:gd name="connsiteY968" fmla="*/ 167819 h 820735"/>
                    <a:gd name="connsiteX969" fmla="*/ 153257 w 630013"/>
                    <a:gd name="connsiteY969" fmla="*/ 173629 h 820735"/>
                    <a:gd name="connsiteX970" fmla="*/ 152971 w 630013"/>
                    <a:gd name="connsiteY970" fmla="*/ 172582 h 820735"/>
                    <a:gd name="connsiteX971" fmla="*/ 153829 w 630013"/>
                    <a:gd name="connsiteY971" fmla="*/ 169057 h 820735"/>
                    <a:gd name="connsiteX972" fmla="*/ 145827 w 630013"/>
                    <a:gd name="connsiteY972" fmla="*/ 165914 h 820735"/>
                    <a:gd name="connsiteX973" fmla="*/ 142208 w 630013"/>
                    <a:gd name="connsiteY973" fmla="*/ 167629 h 820735"/>
                    <a:gd name="connsiteX974" fmla="*/ 141255 w 630013"/>
                    <a:gd name="connsiteY974" fmla="*/ 173439 h 820735"/>
                    <a:gd name="connsiteX975" fmla="*/ 141732 w 630013"/>
                    <a:gd name="connsiteY975" fmla="*/ 179059 h 820735"/>
                    <a:gd name="connsiteX976" fmla="*/ 144875 w 630013"/>
                    <a:gd name="connsiteY976" fmla="*/ 180773 h 820735"/>
                    <a:gd name="connsiteX977" fmla="*/ 146781 w 630013"/>
                    <a:gd name="connsiteY977" fmla="*/ 175915 h 820735"/>
                    <a:gd name="connsiteX978" fmla="*/ 148019 w 630013"/>
                    <a:gd name="connsiteY978" fmla="*/ 181345 h 820735"/>
                    <a:gd name="connsiteX979" fmla="*/ 150971 w 630013"/>
                    <a:gd name="connsiteY979" fmla="*/ 178582 h 820735"/>
                    <a:gd name="connsiteX980" fmla="*/ 148685 w 630013"/>
                    <a:gd name="connsiteY980" fmla="*/ 183535 h 820735"/>
                    <a:gd name="connsiteX981" fmla="*/ 148876 w 630013"/>
                    <a:gd name="connsiteY981" fmla="*/ 186869 h 820735"/>
                    <a:gd name="connsiteX982" fmla="*/ 157067 w 630013"/>
                    <a:gd name="connsiteY982" fmla="*/ 185536 h 820735"/>
                    <a:gd name="connsiteX983" fmla="*/ 156495 w 630013"/>
                    <a:gd name="connsiteY983" fmla="*/ 192394 h 820735"/>
                    <a:gd name="connsiteX984" fmla="*/ 161068 w 630013"/>
                    <a:gd name="connsiteY984" fmla="*/ 193918 h 820735"/>
                    <a:gd name="connsiteX985" fmla="*/ 159639 w 630013"/>
                    <a:gd name="connsiteY985" fmla="*/ 195346 h 820735"/>
                    <a:gd name="connsiteX986" fmla="*/ 160973 w 630013"/>
                    <a:gd name="connsiteY986" fmla="*/ 198490 h 820735"/>
                    <a:gd name="connsiteX987" fmla="*/ 161258 w 630013"/>
                    <a:gd name="connsiteY987" fmla="*/ 200680 h 820735"/>
                    <a:gd name="connsiteX988" fmla="*/ 162211 w 630013"/>
                    <a:gd name="connsiteY988" fmla="*/ 193727 h 820735"/>
                    <a:gd name="connsiteX989" fmla="*/ 170593 w 630013"/>
                    <a:gd name="connsiteY989" fmla="*/ 206967 h 820735"/>
                    <a:gd name="connsiteX990" fmla="*/ 166020 w 630013"/>
                    <a:gd name="connsiteY990" fmla="*/ 205538 h 820735"/>
                    <a:gd name="connsiteX991" fmla="*/ 165449 w 630013"/>
                    <a:gd name="connsiteY991" fmla="*/ 211253 h 820735"/>
                    <a:gd name="connsiteX992" fmla="*/ 171355 w 630013"/>
                    <a:gd name="connsiteY992" fmla="*/ 214777 h 820735"/>
                    <a:gd name="connsiteX993" fmla="*/ 171641 w 630013"/>
                    <a:gd name="connsiteY993" fmla="*/ 218111 h 820735"/>
                    <a:gd name="connsiteX994" fmla="*/ 172402 w 630013"/>
                    <a:gd name="connsiteY994" fmla="*/ 215730 h 820735"/>
                    <a:gd name="connsiteX995" fmla="*/ 172688 w 630013"/>
                    <a:gd name="connsiteY995" fmla="*/ 219064 h 820735"/>
                    <a:gd name="connsiteX996" fmla="*/ 174497 w 630013"/>
                    <a:gd name="connsiteY996" fmla="*/ 217635 h 820735"/>
                    <a:gd name="connsiteX997" fmla="*/ 172402 w 630013"/>
                    <a:gd name="connsiteY997" fmla="*/ 227065 h 820735"/>
                    <a:gd name="connsiteX998" fmla="*/ 170783 w 630013"/>
                    <a:gd name="connsiteY998" fmla="*/ 222874 h 820735"/>
                    <a:gd name="connsiteX999" fmla="*/ 171355 w 630013"/>
                    <a:gd name="connsiteY999" fmla="*/ 227255 h 820735"/>
                    <a:gd name="connsiteX1000" fmla="*/ 168783 w 630013"/>
                    <a:gd name="connsiteY1000" fmla="*/ 228874 h 820735"/>
                    <a:gd name="connsiteX1001" fmla="*/ 168307 w 630013"/>
                    <a:gd name="connsiteY1001" fmla="*/ 222207 h 820735"/>
                    <a:gd name="connsiteX1002" fmla="*/ 168021 w 630013"/>
                    <a:gd name="connsiteY1002" fmla="*/ 231351 h 820735"/>
                    <a:gd name="connsiteX1003" fmla="*/ 164211 w 630013"/>
                    <a:gd name="connsiteY1003" fmla="*/ 228589 h 820735"/>
                    <a:gd name="connsiteX1004" fmla="*/ 165068 w 630013"/>
                    <a:gd name="connsiteY1004" fmla="*/ 223921 h 820735"/>
                    <a:gd name="connsiteX1005" fmla="*/ 163830 w 630013"/>
                    <a:gd name="connsiteY1005" fmla="*/ 227541 h 820735"/>
                    <a:gd name="connsiteX1006" fmla="*/ 162401 w 630013"/>
                    <a:gd name="connsiteY1006" fmla="*/ 228874 h 820735"/>
                    <a:gd name="connsiteX1007" fmla="*/ 164116 w 630013"/>
                    <a:gd name="connsiteY1007" fmla="*/ 230875 h 820735"/>
                    <a:gd name="connsiteX1008" fmla="*/ 161544 w 630013"/>
                    <a:gd name="connsiteY1008" fmla="*/ 232399 h 820735"/>
                    <a:gd name="connsiteX1009" fmla="*/ 161068 w 630013"/>
                    <a:gd name="connsiteY1009" fmla="*/ 225636 h 820735"/>
                    <a:gd name="connsiteX1010" fmla="*/ 161544 w 630013"/>
                    <a:gd name="connsiteY1010" fmla="*/ 220969 h 820735"/>
                    <a:gd name="connsiteX1011" fmla="*/ 160401 w 630013"/>
                    <a:gd name="connsiteY1011" fmla="*/ 224588 h 820735"/>
                    <a:gd name="connsiteX1012" fmla="*/ 161068 w 630013"/>
                    <a:gd name="connsiteY1012" fmla="*/ 224493 h 820735"/>
                    <a:gd name="connsiteX1013" fmla="*/ 160210 w 630013"/>
                    <a:gd name="connsiteY1013" fmla="*/ 228017 h 820735"/>
                    <a:gd name="connsiteX1014" fmla="*/ 158496 w 630013"/>
                    <a:gd name="connsiteY1014" fmla="*/ 224874 h 820735"/>
                    <a:gd name="connsiteX1015" fmla="*/ 159639 w 630013"/>
                    <a:gd name="connsiteY1015" fmla="*/ 222397 h 820735"/>
                    <a:gd name="connsiteX1016" fmla="*/ 156115 w 630013"/>
                    <a:gd name="connsiteY1016" fmla="*/ 221826 h 820735"/>
                    <a:gd name="connsiteX1017" fmla="*/ 157924 w 630013"/>
                    <a:gd name="connsiteY1017" fmla="*/ 220397 h 820735"/>
                    <a:gd name="connsiteX1018" fmla="*/ 154114 w 630013"/>
                    <a:gd name="connsiteY1018" fmla="*/ 217635 h 820735"/>
                    <a:gd name="connsiteX1019" fmla="*/ 153257 w 630013"/>
                    <a:gd name="connsiteY1019" fmla="*/ 222302 h 820735"/>
                    <a:gd name="connsiteX1020" fmla="*/ 151162 w 630013"/>
                    <a:gd name="connsiteY1020" fmla="*/ 220397 h 820735"/>
                    <a:gd name="connsiteX1021" fmla="*/ 150971 w 630013"/>
                    <a:gd name="connsiteY1021" fmla="*/ 214777 h 820735"/>
                    <a:gd name="connsiteX1022" fmla="*/ 148685 w 630013"/>
                    <a:gd name="connsiteY1022" fmla="*/ 218587 h 820735"/>
                    <a:gd name="connsiteX1023" fmla="*/ 149351 w 630013"/>
                    <a:gd name="connsiteY1023" fmla="*/ 220778 h 820735"/>
                    <a:gd name="connsiteX1024" fmla="*/ 147161 w 630013"/>
                    <a:gd name="connsiteY1024" fmla="*/ 221159 h 820735"/>
                    <a:gd name="connsiteX1025" fmla="*/ 148780 w 630013"/>
                    <a:gd name="connsiteY1025" fmla="*/ 225445 h 820735"/>
                    <a:gd name="connsiteX1026" fmla="*/ 148304 w 630013"/>
                    <a:gd name="connsiteY1026" fmla="*/ 228874 h 820735"/>
                    <a:gd name="connsiteX1027" fmla="*/ 146304 w 630013"/>
                    <a:gd name="connsiteY1027" fmla="*/ 224683 h 820735"/>
                    <a:gd name="connsiteX1028" fmla="*/ 146304 w 630013"/>
                    <a:gd name="connsiteY1028" fmla="*/ 233732 h 820735"/>
                    <a:gd name="connsiteX1029" fmla="*/ 148876 w 630013"/>
                    <a:gd name="connsiteY1029" fmla="*/ 230970 h 820735"/>
                    <a:gd name="connsiteX1030" fmla="*/ 149447 w 630013"/>
                    <a:gd name="connsiteY1030" fmla="*/ 235447 h 820735"/>
                    <a:gd name="connsiteX1031" fmla="*/ 150400 w 630013"/>
                    <a:gd name="connsiteY1031" fmla="*/ 229636 h 820735"/>
                    <a:gd name="connsiteX1032" fmla="*/ 148590 w 630013"/>
                    <a:gd name="connsiteY1032" fmla="*/ 240114 h 820735"/>
                    <a:gd name="connsiteX1033" fmla="*/ 150685 w 630013"/>
                    <a:gd name="connsiteY1033" fmla="*/ 240876 h 820735"/>
                    <a:gd name="connsiteX1034" fmla="*/ 151638 w 630013"/>
                    <a:gd name="connsiteY1034" fmla="*/ 245257 h 820735"/>
                    <a:gd name="connsiteX1035" fmla="*/ 147542 w 630013"/>
                    <a:gd name="connsiteY1035" fmla="*/ 249353 h 820735"/>
                    <a:gd name="connsiteX1036" fmla="*/ 152876 w 630013"/>
                    <a:gd name="connsiteY1036" fmla="*/ 249544 h 820735"/>
                    <a:gd name="connsiteX1037" fmla="*/ 145827 w 630013"/>
                    <a:gd name="connsiteY1037" fmla="*/ 256402 h 820735"/>
                    <a:gd name="connsiteX1038" fmla="*/ 145256 w 630013"/>
                    <a:gd name="connsiteY1038" fmla="*/ 251925 h 820735"/>
                    <a:gd name="connsiteX1039" fmla="*/ 141541 w 630013"/>
                    <a:gd name="connsiteY1039" fmla="*/ 255925 h 820735"/>
                    <a:gd name="connsiteX1040" fmla="*/ 138779 w 630013"/>
                    <a:gd name="connsiteY1040" fmla="*/ 254116 h 820735"/>
                    <a:gd name="connsiteX1041" fmla="*/ 139637 w 630013"/>
                    <a:gd name="connsiteY1041" fmla="*/ 259640 h 820735"/>
                    <a:gd name="connsiteX1042" fmla="*/ 140112 w 630013"/>
                    <a:gd name="connsiteY1042" fmla="*/ 256211 h 820735"/>
                    <a:gd name="connsiteX1043" fmla="*/ 141255 w 630013"/>
                    <a:gd name="connsiteY1043" fmla="*/ 254878 h 820735"/>
                    <a:gd name="connsiteX1044" fmla="*/ 143541 w 630013"/>
                    <a:gd name="connsiteY1044" fmla="*/ 260212 h 820735"/>
                    <a:gd name="connsiteX1045" fmla="*/ 143351 w 630013"/>
                    <a:gd name="connsiteY1045" fmla="*/ 255735 h 820735"/>
                    <a:gd name="connsiteX1046" fmla="*/ 150400 w 630013"/>
                    <a:gd name="connsiteY1046" fmla="*/ 259069 h 820735"/>
                    <a:gd name="connsiteX1047" fmla="*/ 157924 w 630013"/>
                    <a:gd name="connsiteY1047" fmla="*/ 257830 h 820735"/>
                    <a:gd name="connsiteX1048" fmla="*/ 158019 w 630013"/>
                    <a:gd name="connsiteY1048" fmla="*/ 254401 h 820735"/>
                    <a:gd name="connsiteX1049" fmla="*/ 161258 w 630013"/>
                    <a:gd name="connsiteY1049" fmla="*/ 254973 h 820735"/>
                    <a:gd name="connsiteX1050" fmla="*/ 162211 w 630013"/>
                    <a:gd name="connsiteY1050" fmla="*/ 259354 h 820735"/>
                    <a:gd name="connsiteX1051" fmla="*/ 164020 w 630013"/>
                    <a:gd name="connsiteY1051" fmla="*/ 257926 h 820735"/>
                    <a:gd name="connsiteX1052" fmla="*/ 164497 w 630013"/>
                    <a:gd name="connsiteY1052" fmla="*/ 255544 h 820735"/>
                    <a:gd name="connsiteX1053" fmla="*/ 163545 w 630013"/>
                    <a:gd name="connsiteY1053" fmla="*/ 261355 h 820735"/>
                    <a:gd name="connsiteX1054" fmla="*/ 165068 w 630013"/>
                    <a:gd name="connsiteY1054" fmla="*/ 257640 h 820735"/>
                    <a:gd name="connsiteX1055" fmla="*/ 164497 w 630013"/>
                    <a:gd name="connsiteY1055" fmla="*/ 253163 h 820735"/>
                    <a:gd name="connsiteX1056" fmla="*/ 167354 w 630013"/>
                    <a:gd name="connsiteY1056" fmla="*/ 252687 h 820735"/>
                    <a:gd name="connsiteX1057" fmla="*/ 166497 w 630013"/>
                    <a:gd name="connsiteY1057" fmla="*/ 244876 h 820735"/>
                    <a:gd name="connsiteX1058" fmla="*/ 166688 w 630013"/>
                    <a:gd name="connsiteY1058" fmla="*/ 250496 h 820735"/>
                    <a:gd name="connsiteX1059" fmla="*/ 163925 w 630013"/>
                    <a:gd name="connsiteY1059" fmla="*/ 246400 h 820735"/>
                    <a:gd name="connsiteX1060" fmla="*/ 161258 w 630013"/>
                    <a:gd name="connsiteY1060" fmla="*/ 250210 h 820735"/>
                    <a:gd name="connsiteX1061" fmla="*/ 159925 w 630013"/>
                    <a:gd name="connsiteY1061" fmla="*/ 248210 h 820735"/>
                    <a:gd name="connsiteX1062" fmla="*/ 160591 w 630013"/>
                    <a:gd name="connsiteY1062" fmla="*/ 240209 h 820735"/>
                    <a:gd name="connsiteX1063" fmla="*/ 158591 w 630013"/>
                    <a:gd name="connsiteY1063" fmla="*/ 237161 h 820735"/>
                    <a:gd name="connsiteX1064" fmla="*/ 159448 w 630013"/>
                    <a:gd name="connsiteY1064" fmla="*/ 233637 h 820735"/>
                    <a:gd name="connsiteX1065" fmla="*/ 161258 w 630013"/>
                    <a:gd name="connsiteY1065" fmla="*/ 233351 h 820735"/>
                    <a:gd name="connsiteX1066" fmla="*/ 160019 w 630013"/>
                    <a:gd name="connsiteY1066" fmla="*/ 236971 h 820735"/>
                    <a:gd name="connsiteX1067" fmla="*/ 162496 w 630013"/>
                    <a:gd name="connsiteY1067" fmla="*/ 238876 h 820735"/>
                    <a:gd name="connsiteX1068" fmla="*/ 167544 w 630013"/>
                    <a:gd name="connsiteY1068" fmla="*/ 238018 h 820735"/>
                    <a:gd name="connsiteX1069" fmla="*/ 168783 w 630013"/>
                    <a:gd name="connsiteY1069" fmla="*/ 232113 h 820735"/>
                    <a:gd name="connsiteX1070" fmla="*/ 172116 w 630013"/>
                    <a:gd name="connsiteY1070" fmla="*/ 229255 h 820735"/>
                    <a:gd name="connsiteX1071" fmla="*/ 173070 w 630013"/>
                    <a:gd name="connsiteY1071" fmla="*/ 232494 h 820735"/>
                    <a:gd name="connsiteX1072" fmla="*/ 171164 w 630013"/>
                    <a:gd name="connsiteY1072" fmla="*/ 236209 h 820735"/>
                    <a:gd name="connsiteX1073" fmla="*/ 173641 w 630013"/>
                    <a:gd name="connsiteY1073" fmla="*/ 238018 h 820735"/>
                    <a:gd name="connsiteX1074" fmla="*/ 172116 w 630013"/>
                    <a:gd name="connsiteY1074" fmla="*/ 241733 h 820735"/>
                    <a:gd name="connsiteX1075" fmla="*/ 170783 w 630013"/>
                    <a:gd name="connsiteY1075" fmla="*/ 239733 h 820735"/>
                    <a:gd name="connsiteX1076" fmla="*/ 169830 w 630013"/>
                    <a:gd name="connsiteY1076" fmla="*/ 236494 h 820735"/>
                    <a:gd name="connsiteX1077" fmla="*/ 168878 w 630013"/>
                    <a:gd name="connsiteY1077" fmla="*/ 243448 h 820735"/>
                    <a:gd name="connsiteX1078" fmla="*/ 174879 w 630013"/>
                    <a:gd name="connsiteY1078" fmla="*/ 244686 h 820735"/>
                    <a:gd name="connsiteX1079" fmla="*/ 176117 w 630013"/>
                    <a:gd name="connsiteY1079" fmla="*/ 239923 h 820735"/>
                    <a:gd name="connsiteX1080" fmla="*/ 182118 w 630013"/>
                    <a:gd name="connsiteY1080" fmla="*/ 241162 h 820735"/>
                    <a:gd name="connsiteX1081" fmla="*/ 181546 w 630013"/>
                    <a:gd name="connsiteY1081" fmla="*/ 246972 h 820735"/>
                    <a:gd name="connsiteX1082" fmla="*/ 178784 w 630013"/>
                    <a:gd name="connsiteY1082" fmla="*/ 245162 h 820735"/>
                    <a:gd name="connsiteX1083" fmla="*/ 178689 w 630013"/>
                    <a:gd name="connsiteY1083" fmla="*/ 247448 h 820735"/>
                    <a:gd name="connsiteX1084" fmla="*/ 179165 w 630013"/>
                    <a:gd name="connsiteY1084" fmla="*/ 255259 h 820735"/>
                    <a:gd name="connsiteX1085" fmla="*/ 178975 w 630013"/>
                    <a:gd name="connsiteY1085" fmla="*/ 250782 h 820735"/>
                    <a:gd name="connsiteX1086" fmla="*/ 176783 w 630013"/>
                    <a:gd name="connsiteY1086" fmla="*/ 253449 h 820735"/>
                    <a:gd name="connsiteX1087" fmla="*/ 179355 w 630013"/>
                    <a:gd name="connsiteY1087" fmla="*/ 262117 h 820735"/>
                    <a:gd name="connsiteX1088" fmla="*/ 180594 w 630013"/>
                    <a:gd name="connsiteY1088" fmla="*/ 256211 h 820735"/>
                    <a:gd name="connsiteX1089" fmla="*/ 180689 w 630013"/>
                    <a:gd name="connsiteY1089" fmla="*/ 264117 h 820735"/>
                    <a:gd name="connsiteX1090" fmla="*/ 182023 w 630013"/>
                    <a:gd name="connsiteY1090" fmla="*/ 257068 h 820735"/>
                    <a:gd name="connsiteX1091" fmla="*/ 182595 w 630013"/>
                    <a:gd name="connsiteY1091" fmla="*/ 262593 h 820735"/>
                    <a:gd name="connsiteX1092" fmla="*/ 184309 w 630013"/>
                    <a:gd name="connsiteY1092" fmla="*/ 264593 h 820735"/>
                    <a:gd name="connsiteX1093" fmla="*/ 183547 w 630013"/>
                    <a:gd name="connsiteY1093" fmla="*/ 266974 h 820735"/>
                    <a:gd name="connsiteX1094" fmla="*/ 175070 w 630013"/>
                    <a:gd name="connsiteY1094" fmla="*/ 265069 h 820735"/>
                    <a:gd name="connsiteX1095" fmla="*/ 175736 w 630013"/>
                    <a:gd name="connsiteY1095" fmla="*/ 267260 h 820735"/>
                    <a:gd name="connsiteX1096" fmla="*/ 173736 w 630013"/>
                    <a:gd name="connsiteY1096" fmla="*/ 264212 h 820735"/>
                    <a:gd name="connsiteX1097" fmla="*/ 172593 w 630013"/>
                    <a:gd name="connsiteY1097" fmla="*/ 266689 h 820735"/>
                    <a:gd name="connsiteX1098" fmla="*/ 172784 w 630013"/>
                    <a:gd name="connsiteY1098" fmla="*/ 271165 h 820735"/>
                    <a:gd name="connsiteX1099" fmla="*/ 167830 w 630013"/>
                    <a:gd name="connsiteY1099" fmla="*/ 270880 h 820735"/>
                    <a:gd name="connsiteX1100" fmla="*/ 167449 w 630013"/>
                    <a:gd name="connsiteY1100" fmla="*/ 261926 h 820735"/>
                    <a:gd name="connsiteX1101" fmla="*/ 174974 w 630013"/>
                    <a:gd name="connsiteY1101" fmla="*/ 261736 h 820735"/>
                    <a:gd name="connsiteX1102" fmla="*/ 172307 w 630013"/>
                    <a:gd name="connsiteY1102" fmla="*/ 256497 h 820735"/>
                    <a:gd name="connsiteX1103" fmla="*/ 177069 w 630013"/>
                    <a:gd name="connsiteY1103" fmla="*/ 262498 h 820735"/>
                    <a:gd name="connsiteX1104" fmla="*/ 174497 w 630013"/>
                    <a:gd name="connsiteY1104" fmla="*/ 252782 h 820735"/>
                    <a:gd name="connsiteX1105" fmla="*/ 178689 w 630013"/>
                    <a:gd name="connsiteY1105" fmla="*/ 244114 h 820735"/>
                    <a:gd name="connsiteX1106" fmla="*/ 173070 w 630013"/>
                    <a:gd name="connsiteY1106" fmla="*/ 251925 h 820735"/>
                    <a:gd name="connsiteX1107" fmla="*/ 168592 w 630013"/>
                    <a:gd name="connsiteY1107" fmla="*/ 245924 h 820735"/>
                    <a:gd name="connsiteX1108" fmla="*/ 168687 w 630013"/>
                    <a:gd name="connsiteY1108" fmla="*/ 252687 h 820735"/>
                    <a:gd name="connsiteX1109" fmla="*/ 170116 w 630013"/>
                    <a:gd name="connsiteY1109" fmla="*/ 252401 h 820735"/>
                    <a:gd name="connsiteX1110" fmla="*/ 167830 w 630013"/>
                    <a:gd name="connsiteY1110" fmla="*/ 257354 h 820735"/>
                    <a:gd name="connsiteX1111" fmla="*/ 165735 w 630013"/>
                    <a:gd name="connsiteY1111" fmla="*/ 256592 h 820735"/>
                    <a:gd name="connsiteX1112" fmla="*/ 166211 w 630013"/>
                    <a:gd name="connsiteY1112" fmla="*/ 264403 h 820735"/>
                    <a:gd name="connsiteX1113" fmla="*/ 164020 w 630013"/>
                    <a:gd name="connsiteY1113" fmla="*/ 265927 h 820735"/>
                    <a:gd name="connsiteX1114" fmla="*/ 162782 w 630013"/>
                    <a:gd name="connsiteY1114" fmla="*/ 261640 h 820735"/>
                    <a:gd name="connsiteX1115" fmla="*/ 160115 w 630013"/>
                    <a:gd name="connsiteY1115" fmla="*/ 265450 h 820735"/>
                    <a:gd name="connsiteX1116" fmla="*/ 160591 w 630013"/>
                    <a:gd name="connsiteY1116" fmla="*/ 262021 h 820735"/>
                    <a:gd name="connsiteX1117" fmla="*/ 157924 w 630013"/>
                    <a:gd name="connsiteY1117" fmla="*/ 268117 h 820735"/>
                    <a:gd name="connsiteX1118" fmla="*/ 154020 w 630013"/>
                    <a:gd name="connsiteY1118" fmla="*/ 266498 h 820735"/>
                    <a:gd name="connsiteX1119" fmla="*/ 153543 w 630013"/>
                    <a:gd name="connsiteY1119" fmla="*/ 271070 h 820735"/>
                    <a:gd name="connsiteX1120" fmla="*/ 150685 w 630013"/>
                    <a:gd name="connsiteY1120" fmla="*/ 271546 h 820735"/>
                    <a:gd name="connsiteX1121" fmla="*/ 151828 w 630013"/>
                    <a:gd name="connsiteY1121" fmla="*/ 270213 h 820735"/>
                    <a:gd name="connsiteX1122" fmla="*/ 150590 w 630013"/>
                    <a:gd name="connsiteY1122" fmla="*/ 265831 h 820735"/>
                    <a:gd name="connsiteX1123" fmla="*/ 146018 w 630013"/>
                    <a:gd name="connsiteY1123" fmla="*/ 263164 h 820735"/>
                    <a:gd name="connsiteX1124" fmla="*/ 147161 w 630013"/>
                    <a:gd name="connsiteY1124" fmla="*/ 260688 h 820735"/>
                    <a:gd name="connsiteX1125" fmla="*/ 145638 w 630013"/>
                    <a:gd name="connsiteY1125" fmla="*/ 262021 h 820735"/>
                    <a:gd name="connsiteX1126" fmla="*/ 142589 w 630013"/>
                    <a:gd name="connsiteY1126" fmla="*/ 268213 h 820735"/>
                    <a:gd name="connsiteX1127" fmla="*/ 143161 w 630013"/>
                    <a:gd name="connsiteY1127" fmla="*/ 261355 h 820735"/>
                    <a:gd name="connsiteX1128" fmla="*/ 141065 w 630013"/>
                    <a:gd name="connsiteY1128" fmla="*/ 260593 h 820735"/>
                    <a:gd name="connsiteX1129" fmla="*/ 139732 w 630013"/>
                    <a:gd name="connsiteY1129" fmla="*/ 267641 h 820735"/>
                    <a:gd name="connsiteX1130" fmla="*/ 140589 w 630013"/>
                    <a:gd name="connsiteY1130" fmla="*/ 273166 h 820735"/>
                    <a:gd name="connsiteX1131" fmla="*/ 138779 w 630013"/>
                    <a:gd name="connsiteY1131" fmla="*/ 273451 h 820735"/>
                    <a:gd name="connsiteX1132" fmla="*/ 138969 w 630013"/>
                    <a:gd name="connsiteY1132" fmla="*/ 268879 h 820735"/>
                    <a:gd name="connsiteX1133" fmla="*/ 131444 w 630013"/>
                    <a:gd name="connsiteY1133" fmla="*/ 270118 h 820735"/>
                    <a:gd name="connsiteX1134" fmla="*/ 129540 w 630013"/>
                    <a:gd name="connsiteY1134" fmla="*/ 272689 h 820735"/>
                    <a:gd name="connsiteX1135" fmla="*/ 130112 w 630013"/>
                    <a:gd name="connsiteY1135" fmla="*/ 276023 h 820735"/>
                    <a:gd name="connsiteX1136" fmla="*/ 126968 w 630013"/>
                    <a:gd name="connsiteY1136" fmla="*/ 274309 h 820735"/>
                    <a:gd name="connsiteX1137" fmla="*/ 126397 w 630013"/>
                    <a:gd name="connsiteY1137" fmla="*/ 269832 h 820735"/>
                    <a:gd name="connsiteX1138" fmla="*/ 125445 w 630013"/>
                    <a:gd name="connsiteY1138" fmla="*/ 275642 h 820735"/>
                    <a:gd name="connsiteX1139" fmla="*/ 123253 w 630013"/>
                    <a:gd name="connsiteY1139" fmla="*/ 277166 h 820735"/>
                    <a:gd name="connsiteX1140" fmla="*/ 123158 w 630013"/>
                    <a:gd name="connsiteY1140" fmla="*/ 270403 h 820735"/>
                    <a:gd name="connsiteX1141" fmla="*/ 118206 w 630013"/>
                    <a:gd name="connsiteY1141" fmla="*/ 276880 h 820735"/>
                    <a:gd name="connsiteX1142" fmla="*/ 118110 w 630013"/>
                    <a:gd name="connsiteY1142" fmla="*/ 271261 h 820735"/>
                    <a:gd name="connsiteX1143" fmla="*/ 111728 w 630013"/>
                    <a:gd name="connsiteY1143" fmla="*/ 278023 h 820735"/>
                    <a:gd name="connsiteX1144" fmla="*/ 121539 w 630013"/>
                    <a:gd name="connsiteY1144" fmla="*/ 275261 h 820735"/>
                    <a:gd name="connsiteX1145" fmla="*/ 139255 w 630013"/>
                    <a:gd name="connsiteY1145" fmla="*/ 281357 h 820735"/>
                    <a:gd name="connsiteX1146" fmla="*/ 139351 w 630013"/>
                    <a:gd name="connsiteY1146" fmla="*/ 277928 h 820735"/>
                    <a:gd name="connsiteX1147" fmla="*/ 143256 w 630013"/>
                    <a:gd name="connsiteY1147" fmla="*/ 279547 h 820735"/>
                    <a:gd name="connsiteX1148" fmla="*/ 142303 w 630013"/>
                    <a:gd name="connsiteY1148" fmla="*/ 277452 h 820735"/>
                    <a:gd name="connsiteX1149" fmla="*/ 146685 w 630013"/>
                    <a:gd name="connsiteY1149" fmla="*/ 275547 h 820735"/>
                    <a:gd name="connsiteX1150" fmla="*/ 148685 w 630013"/>
                    <a:gd name="connsiteY1150" fmla="*/ 279738 h 820735"/>
                    <a:gd name="connsiteX1151" fmla="*/ 149162 w 630013"/>
                    <a:gd name="connsiteY1151" fmla="*/ 276214 h 820735"/>
                    <a:gd name="connsiteX1152" fmla="*/ 151638 w 630013"/>
                    <a:gd name="connsiteY1152" fmla="*/ 278023 h 820735"/>
                    <a:gd name="connsiteX1153" fmla="*/ 148971 w 630013"/>
                    <a:gd name="connsiteY1153" fmla="*/ 281833 h 820735"/>
                    <a:gd name="connsiteX1154" fmla="*/ 153257 w 630013"/>
                    <a:gd name="connsiteY1154" fmla="*/ 283357 h 820735"/>
                    <a:gd name="connsiteX1155" fmla="*/ 154495 w 630013"/>
                    <a:gd name="connsiteY1155" fmla="*/ 279738 h 820735"/>
                    <a:gd name="connsiteX1156" fmla="*/ 159639 w 630013"/>
                    <a:gd name="connsiteY1156" fmla="*/ 276595 h 820735"/>
                    <a:gd name="connsiteX1157" fmla="*/ 161544 w 630013"/>
                    <a:gd name="connsiteY1157" fmla="*/ 283072 h 820735"/>
                    <a:gd name="connsiteX1158" fmla="*/ 161639 w 630013"/>
                    <a:gd name="connsiteY1158" fmla="*/ 279643 h 820735"/>
                    <a:gd name="connsiteX1159" fmla="*/ 163639 w 630013"/>
                    <a:gd name="connsiteY1159" fmla="*/ 283834 h 820735"/>
                    <a:gd name="connsiteX1160" fmla="*/ 166688 w 630013"/>
                    <a:gd name="connsiteY1160" fmla="*/ 278785 h 820735"/>
                    <a:gd name="connsiteX1161" fmla="*/ 165831 w 630013"/>
                    <a:gd name="connsiteY1161" fmla="*/ 282310 h 820735"/>
                    <a:gd name="connsiteX1162" fmla="*/ 169735 w 630013"/>
                    <a:gd name="connsiteY1162" fmla="*/ 282786 h 820735"/>
                    <a:gd name="connsiteX1163" fmla="*/ 168878 w 630013"/>
                    <a:gd name="connsiteY1163" fmla="*/ 286310 h 820735"/>
                    <a:gd name="connsiteX1164" fmla="*/ 169830 w 630013"/>
                    <a:gd name="connsiteY1164" fmla="*/ 289549 h 820735"/>
                    <a:gd name="connsiteX1165" fmla="*/ 172021 w 630013"/>
                    <a:gd name="connsiteY1165" fmla="*/ 286882 h 820735"/>
                    <a:gd name="connsiteX1166" fmla="*/ 170116 w 630013"/>
                    <a:gd name="connsiteY1166" fmla="*/ 280405 h 820735"/>
                    <a:gd name="connsiteX1167" fmla="*/ 171545 w 630013"/>
                    <a:gd name="connsiteY1167" fmla="*/ 279071 h 820735"/>
                    <a:gd name="connsiteX1168" fmla="*/ 171736 w 630013"/>
                    <a:gd name="connsiteY1168" fmla="*/ 285834 h 820735"/>
                    <a:gd name="connsiteX1169" fmla="*/ 173831 w 630013"/>
                    <a:gd name="connsiteY1169" fmla="*/ 287739 h 820735"/>
                    <a:gd name="connsiteX1170" fmla="*/ 171259 w 630013"/>
                    <a:gd name="connsiteY1170" fmla="*/ 290406 h 820735"/>
                    <a:gd name="connsiteX1171" fmla="*/ 169926 w 630013"/>
                    <a:gd name="connsiteY1171" fmla="*/ 297454 h 820735"/>
                    <a:gd name="connsiteX1172" fmla="*/ 172593 w 630013"/>
                    <a:gd name="connsiteY1172" fmla="*/ 293549 h 820735"/>
                    <a:gd name="connsiteX1173" fmla="*/ 172307 w 630013"/>
                    <a:gd name="connsiteY1173" fmla="*/ 290215 h 820735"/>
                    <a:gd name="connsiteX1174" fmla="*/ 174022 w 630013"/>
                    <a:gd name="connsiteY1174" fmla="*/ 292216 h 820735"/>
                    <a:gd name="connsiteX1175" fmla="*/ 174497 w 630013"/>
                    <a:gd name="connsiteY1175" fmla="*/ 287548 h 820735"/>
                    <a:gd name="connsiteX1176" fmla="*/ 175545 w 630013"/>
                    <a:gd name="connsiteY1176" fmla="*/ 289644 h 820735"/>
                    <a:gd name="connsiteX1177" fmla="*/ 170212 w 630013"/>
                    <a:gd name="connsiteY1177" fmla="*/ 299645 h 820735"/>
                    <a:gd name="connsiteX1178" fmla="*/ 169640 w 630013"/>
                    <a:gd name="connsiteY1178" fmla="*/ 305360 h 820735"/>
                    <a:gd name="connsiteX1179" fmla="*/ 168973 w 630013"/>
                    <a:gd name="connsiteY1179" fmla="*/ 303169 h 820735"/>
                    <a:gd name="connsiteX1180" fmla="*/ 168878 w 630013"/>
                    <a:gd name="connsiteY1180" fmla="*/ 296407 h 820735"/>
                    <a:gd name="connsiteX1181" fmla="*/ 161830 w 630013"/>
                    <a:gd name="connsiteY1181" fmla="*/ 302122 h 820735"/>
                    <a:gd name="connsiteX1182" fmla="*/ 161353 w 630013"/>
                    <a:gd name="connsiteY1182" fmla="*/ 305646 h 820735"/>
                    <a:gd name="connsiteX1183" fmla="*/ 157067 w 630013"/>
                    <a:gd name="connsiteY1183" fmla="*/ 304122 h 820735"/>
                    <a:gd name="connsiteX1184" fmla="*/ 156781 w 630013"/>
                    <a:gd name="connsiteY1184" fmla="*/ 300788 h 820735"/>
                    <a:gd name="connsiteX1185" fmla="*/ 149162 w 630013"/>
                    <a:gd name="connsiteY1185" fmla="*/ 303169 h 820735"/>
                    <a:gd name="connsiteX1186" fmla="*/ 149447 w 630013"/>
                    <a:gd name="connsiteY1186" fmla="*/ 304217 h 820735"/>
                    <a:gd name="connsiteX1187" fmla="*/ 147828 w 630013"/>
                    <a:gd name="connsiteY1187" fmla="*/ 298788 h 820735"/>
                    <a:gd name="connsiteX1188" fmla="*/ 148019 w 630013"/>
                    <a:gd name="connsiteY1188" fmla="*/ 304408 h 820735"/>
                    <a:gd name="connsiteX1189" fmla="*/ 146495 w 630013"/>
                    <a:gd name="connsiteY1189" fmla="*/ 305836 h 820735"/>
                    <a:gd name="connsiteX1190" fmla="*/ 144875 w 630013"/>
                    <a:gd name="connsiteY1190" fmla="*/ 301550 h 820735"/>
                    <a:gd name="connsiteX1191" fmla="*/ 136970 w 630013"/>
                    <a:gd name="connsiteY1191" fmla="*/ 301741 h 820735"/>
                    <a:gd name="connsiteX1192" fmla="*/ 134684 w 630013"/>
                    <a:gd name="connsiteY1192" fmla="*/ 296502 h 820735"/>
                    <a:gd name="connsiteX1193" fmla="*/ 136302 w 630013"/>
                    <a:gd name="connsiteY1193" fmla="*/ 301931 h 820735"/>
                    <a:gd name="connsiteX1194" fmla="*/ 124873 w 630013"/>
                    <a:gd name="connsiteY1194" fmla="*/ 309456 h 820735"/>
                    <a:gd name="connsiteX1195" fmla="*/ 125730 w 630013"/>
                    <a:gd name="connsiteY1195" fmla="*/ 304789 h 820735"/>
                    <a:gd name="connsiteX1196" fmla="*/ 123730 w 630013"/>
                    <a:gd name="connsiteY1196" fmla="*/ 309646 h 820735"/>
                    <a:gd name="connsiteX1197" fmla="*/ 118110 w 630013"/>
                    <a:gd name="connsiteY1197" fmla="*/ 306027 h 820735"/>
                    <a:gd name="connsiteX1198" fmla="*/ 119538 w 630013"/>
                    <a:gd name="connsiteY1198" fmla="*/ 306884 h 820735"/>
                    <a:gd name="connsiteX1199" fmla="*/ 114491 w 630013"/>
                    <a:gd name="connsiteY1199" fmla="*/ 307741 h 820735"/>
                    <a:gd name="connsiteX1200" fmla="*/ 115729 w 630013"/>
                    <a:gd name="connsiteY1200" fmla="*/ 302979 h 820735"/>
                    <a:gd name="connsiteX1201" fmla="*/ 117063 w 630013"/>
                    <a:gd name="connsiteY1201" fmla="*/ 304979 h 820735"/>
                    <a:gd name="connsiteX1202" fmla="*/ 118395 w 630013"/>
                    <a:gd name="connsiteY1202" fmla="*/ 299074 h 820735"/>
                    <a:gd name="connsiteX1203" fmla="*/ 116491 w 630013"/>
                    <a:gd name="connsiteY1203" fmla="*/ 301645 h 820735"/>
                    <a:gd name="connsiteX1204" fmla="*/ 116681 w 630013"/>
                    <a:gd name="connsiteY1204" fmla="*/ 297073 h 820735"/>
                    <a:gd name="connsiteX1205" fmla="*/ 114300 w 630013"/>
                    <a:gd name="connsiteY1205" fmla="*/ 303169 h 820735"/>
                    <a:gd name="connsiteX1206" fmla="*/ 109347 w 630013"/>
                    <a:gd name="connsiteY1206" fmla="*/ 300598 h 820735"/>
                    <a:gd name="connsiteX1207" fmla="*/ 111251 w 630013"/>
                    <a:gd name="connsiteY1207" fmla="*/ 298026 h 820735"/>
                    <a:gd name="connsiteX1208" fmla="*/ 108395 w 630013"/>
                    <a:gd name="connsiteY1208" fmla="*/ 298502 h 820735"/>
                    <a:gd name="connsiteX1209" fmla="*/ 109061 w 630013"/>
                    <a:gd name="connsiteY1209" fmla="*/ 300693 h 820735"/>
                    <a:gd name="connsiteX1210" fmla="*/ 106204 w 630013"/>
                    <a:gd name="connsiteY1210" fmla="*/ 307932 h 820735"/>
                    <a:gd name="connsiteX1211" fmla="*/ 111728 w 630013"/>
                    <a:gd name="connsiteY1211" fmla="*/ 303646 h 820735"/>
                    <a:gd name="connsiteX1212" fmla="*/ 114300 w 630013"/>
                    <a:gd name="connsiteY1212" fmla="*/ 311170 h 820735"/>
                    <a:gd name="connsiteX1213" fmla="*/ 110966 w 630013"/>
                    <a:gd name="connsiteY1213" fmla="*/ 312885 h 820735"/>
                    <a:gd name="connsiteX1214" fmla="*/ 108204 w 630013"/>
                    <a:gd name="connsiteY1214" fmla="*/ 311075 h 820735"/>
                    <a:gd name="connsiteX1215" fmla="*/ 109919 w 630013"/>
                    <a:gd name="connsiteY1215" fmla="*/ 314218 h 820735"/>
                    <a:gd name="connsiteX1216" fmla="*/ 107061 w 630013"/>
                    <a:gd name="connsiteY1216" fmla="*/ 314695 h 820735"/>
                    <a:gd name="connsiteX1217" fmla="*/ 110680 w 630013"/>
                    <a:gd name="connsiteY1217" fmla="*/ 314123 h 820735"/>
                    <a:gd name="connsiteX1218" fmla="*/ 110204 w 630013"/>
                    <a:gd name="connsiteY1218" fmla="*/ 317647 h 820735"/>
                    <a:gd name="connsiteX1219" fmla="*/ 121158 w 630013"/>
                    <a:gd name="connsiteY1219" fmla="*/ 322600 h 820735"/>
                    <a:gd name="connsiteX1220" fmla="*/ 118967 w 630013"/>
                    <a:gd name="connsiteY1220" fmla="*/ 313933 h 820735"/>
                    <a:gd name="connsiteX1221" fmla="*/ 119729 w 630013"/>
                    <a:gd name="connsiteY1221" fmla="*/ 312694 h 820735"/>
                    <a:gd name="connsiteX1222" fmla="*/ 122110 w 630013"/>
                    <a:gd name="connsiteY1222" fmla="*/ 315647 h 820735"/>
                    <a:gd name="connsiteX1223" fmla="*/ 122968 w 630013"/>
                    <a:gd name="connsiteY1223" fmla="*/ 322315 h 820735"/>
                    <a:gd name="connsiteX1224" fmla="*/ 129826 w 630013"/>
                    <a:gd name="connsiteY1224" fmla="*/ 321172 h 820735"/>
                    <a:gd name="connsiteX1225" fmla="*/ 129063 w 630013"/>
                    <a:gd name="connsiteY1225" fmla="*/ 323553 h 820735"/>
                    <a:gd name="connsiteX1226" fmla="*/ 133159 w 630013"/>
                    <a:gd name="connsiteY1226" fmla="*/ 320600 h 820735"/>
                    <a:gd name="connsiteX1227" fmla="*/ 135636 w 630013"/>
                    <a:gd name="connsiteY1227" fmla="*/ 321267 h 820735"/>
                    <a:gd name="connsiteX1228" fmla="*/ 135064 w 630013"/>
                    <a:gd name="connsiteY1228" fmla="*/ 325839 h 820735"/>
                    <a:gd name="connsiteX1229" fmla="*/ 139160 w 630013"/>
                    <a:gd name="connsiteY1229" fmla="*/ 321743 h 820735"/>
                    <a:gd name="connsiteX1230" fmla="*/ 140017 w 630013"/>
                    <a:gd name="connsiteY1230" fmla="*/ 327268 h 820735"/>
                    <a:gd name="connsiteX1231" fmla="*/ 140589 w 630013"/>
                    <a:gd name="connsiteY1231" fmla="*/ 320314 h 820735"/>
                    <a:gd name="connsiteX1232" fmla="*/ 144684 w 630013"/>
                    <a:gd name="connsiteY1232" fmla="*/ 326410 h 820735"/>
                    <a:gd name="connsiteX1233" fmla="*/ 145922 w 630013"/>
                    <a:gd name="connsiteY1233" fmla="*/ 322791 h 820735"/>
                    <a:gd name="connsiteX1234" fmla="*/ 145732 w 630013"/>
                    <a:gd name="connsiteY1234" fmla="*/ 327363 h 820735"/>
                    <a:gd name="connsiteX1235" fmla="*/ 148304 w 630013"/>
                    <a:gd name="connsiteY1235" fmla="*/ 326887 h 820735"/>
                    <a:gd name="connsiteX1236" fmla="*/ 144399 w 630013"/>
                    <a:gd name="connsiteY1236" fmla="*/ 335459 h 820735"/>
                    <a:gd name="connsiteX1237" fmla="*/ 144113 w 630013"/>
                    <a:gd name="connsiteY1237" fmla="*/ 333268 h 820735"/>
                    <a:gd name="connsiteX1238" fmla="*/ 144970 w 630013"/>
                    <a:gd name="connsiteY1238" fmla="*/ 328601 h 820735"/>
                    <a:gd name="connsiteX1239" fmla="*/ 142113 w 630013"/>
                    <a:gd name="connsiteY1239" fmla="*/ 329077 h 820735"/>
                    <a:gd name="connsiteX1240" fmla="*/ 141637 w 630013"/>
                    <a:gd name="connsiteY1240" fmla="*/ 323458 h 820735"/>
                    <a:gd name="connsiteX1241" fmla="*/ 139637 w 630013"/>
                    <a:gd name="connsiteY1241" fmla="*/ 329458 h 820735"/>
                    <a:gd name="connsiteX1242" fmla="*/ 137540 w 630013"/>
                    <a:gd name="connsiteY1242" fmla="*/ 328696 h 820735"/>
                    <a:gd name="connsiteX1243" fmla="*/ 137636 w 630013"/>
                    <a:gd name="connsiteY1243" fmla="*/ 325267 h 820735"/>
                    <a:gd name="connsiteX1244" fmla="*/ 134970 w 630013"/>
                    <a:gd name="connsiteY1244" fmla="*/ 329077 h 820735"/>
                    <a:gd name="connsiteX1245" fmla="*/ 133445 w 630013"/>
                    <a:gd name="connsiteY1245" fmla="*/ 321362 h 820735"/>
                    <a:gd name="connsiteX1246" fmla="*/ 132493 w 630013"/>
                    <a:gd name="connsiteY1246" fmla="*/ 328315 h 820735"/>
                    <a:gd name="connsiteX1247" fmla="*/ 128206 w 630013"/>
                    <a:gd name="connsiteY1247" fmla="*/ 327934 h 820735"/>
                    <a:gd name="connsiteX1248" fmla="*/ 129349 w 630013"/>
                    <a:gd name="connsiteY1248" fmla="*/ 325458 h 820735"/>
                    <a:gd name="connsiteX1249" fmla="*/ 127920 w 630013"/>
                    <a:gd name="connsiteY1249" fmla="*/ 325744 h 820735"/>
                    <a:gd name="connsiteX1250" fmla="*/ 127731 w 630013"/>
                    <a:gd name="connsiteY1250" fmla="*/ 331459 h 820735"/>
                    <a:gd name="connsiteX1251" fmla="*/ 138208 w 630013"/>
                    <a:gd name="connsiteY1251" fmla="*/ 329744 h 820735"/>
                    <a:gd name="connsiteX1252" fmla="*/ 138399 w 630013"/>
                    <a:gd name="connsiteY1252" fmla="*/ 335364 h 820735"/>
                    <a:gd name="connsiteX1253" fmla="*/ 139637 w 630013"/>
                    <a:gd name="connsiteY1253" fmla="*/ 331744 h 820735"/>
                    <a:gd name="connsiteX1254" fmla="*/ 141160 w 630013"/>
                    <a:gd name="connsiteY1254" fmla="*/ 329268 h 820735"/>
                    <a:gd name="connsiteX1255" fmla="*/ 142875 w 630013"/>
                    <a:gd name="connsiteY1255" fmla="*/ 331268 h 820735"/>
                    <a:gd name="connsiteX1256" fmla="*/ 143923 w 630013"/>
                    <a:gd name="connsiteY1256" fmla="*/ 332221 h 820735"/>
                    <a:gd name="connsiteX1257" fmla="*/ 140875 w 630013"/>
                    <a:gd name="connsiteY1257" fmla="*/ 337269 h 820735"/>
                    <a:gd name="connsiteX1258" fmla="*/ 146399 w 630013"/>
                    <a:gd name="connsiteY1258" fmla="*/ 335269 h 820735"/>
                    <a:gd name="connsiteX1259" fmla="*/ 149162 w 630013"/>
                    <a:gd name="connsiteY1259" fmla="*/ 338221 h 820735"/>
                    <a:gd name="connsiteX1260" fmla="*/ 147924 w 630013"/>
                    <a:gd name="connsiteY1260" fmla="*/ 342984 h 820735"/>
                    <a:gd name="connsiteX1261" fmla="*/ 152495 w 630013"/>
                    <a:gd name="connsiteY1261" fmla="*/ 335459 h 820735"/>
                    <a:gd name="connsiteX1262" fmla="*/ 161448 w 630013"/>
                    <a:gd name="connsiteY1262" fmla="*/ 337364 h 820735"/>
                    <a:gd name="connsiteX1263" fmla="*/ 164688 w 630013"/>
                    <a:gd name="connsiteY1263" fmla="*/ 336793 h 820735"/>
                    <a:gd name="connsiteX1264" fmla="*/ 163068 w 630013"/>
                    <a:gd name="connsiteY1264" fmla="*/ 341555 h 820735"/>
                    <a:gd name="connsiteX1265" fmla="*/ 165735 w 630013"/>
                    <a:gd name="connsiteY1265" fmla="*/ 336602 h 820735"/>
                    <a:gd name="connsiteX1266" fmla="*/ 167069 w 630013"/>
                    <a:gd name="connsiteY1266" fmla="*/ 339745 h 820735"/>
                    <a:gd name="connsiteX1267" fmla="*/ 168973 w 630013"/>
                    <a:gd name="connsiteY1267" fmla="*/ 337174 h 820735"/>
                    <a:gd name="connsiteX1268" fmla="*/ 167830 w 630013"/>
                    <a:gd name="connsiteY1268" fmla="*/ 338507 h 820735"/>
                    <a:gd name="connsiteX1269" fmla="*/ 168783 w 630013"/>
                    <a:gd name="connsiteY1269" fmla="*/ 342889 h 820735"/>
                    <a:gd name="connsiteX1270" fmla="*/ 169259 w 630013"/>
                    <a:gd name="connsiteY1270" fmla="*/ 338221 h 820735"/>
                    <a:gd name="connsiteX1271" fmla="*/ 173641 w 630013"/>
                    <a:gd name="connsiteY1271" fmla="*/ 348794 h 820735"/>
                    <a:gd name="connsiteX1272" fmla="*/ 175640 w 630013"/>
                    <a:gd name="connsiteY1272" fmla="*/ 343936 h 820735"/>
                    <a:gd name="connsiteX1273" fmla="*/ 173831 w 630013"/>
                    <a:gd name="connsiteY1273" fmla="*/ 343174 h 820735"/>
                    <a:gd name="connsiteX1274" fmla="*/ 170973 w 630013"/>
                    <a:gd name="connsiteY1274" fmla="*/ 342508 h 820735"/>
                    <a:gd name="connsiteX1275" fmla="*/ 171069 w 630013"/>
                    <a:gd name="connsiteY1275" fmla="*/ 340222 h 820735"/>
                    <a:gd name="connsiteX1276" fmla="*/ 176117 w 630013"/>
                    <a:gd name="connsiteY1276" fmla="*/ 341650 h 820735"/>
                    <a:gd name="connsiteX1277" fmla="*/ 175070 w 630013"/>
                    <a:gd name="connsiteY1277" fmla="*/ 340698 h 820735"/>
                    <a:gd name="connsiteX1278" fmla="*/ 175831 w 630013"/>
                    <a:gd name="connsiteY1278" fmla="*/ 339460 h 820735"/>
                    <a:gd name="connsiteX1279" fmla="*/ 177165 w 630013"/>
                    <a:gd name="connsiteY1279" fmla="*/ 342603 h 820735"/>
                    <a:gd name="connsiteX1280" fmla="*/ 181070 w 630013"/>
                    <a:gd name="connsiteY1280" fmla="*/ 334030 h 820735"/>
                    <a:gd name="connsiteX1281" fmla="*/ 183261 w 630013"/>
                    <a:gd name="connsiteY1281" fmla="*/ 333649 h 820735"/>
                    <a:gd name="connsiteX1282" fmla="*/ 183547 w 630013"/>
                    <a:gd name="connsiteY1282" fmla="*/ 335840 h 820735"/>
                    <a:gd name="connsiteX1283" fmla="*/ 182689 w 630013"/>
                    <a:gd name="connsiteY1283" fmla="*/ 341650 h 820735"/>
                    <a:gd name="connsiteX1284" fmla="*/ 184976 w 630013"/>
                    <a:gd name="connsiteY1284" fmla="*/ 337840 h 820735"/>
                    <a:gd name="connsiteX1285" fmla="*/ 184309 w 630013"/>
                    <a:gd name="connsiteY1285" fmla="*/ 335650 h 820735"/>
                    <a:gd name="connsiteX1286" fmla="*/ 187166 w 630013"/>
                    <a:gd name="connsiteY1286" fmla="*/ 337459 h 820735"/>
                    <a:gd name="connsiteX1287" fmla="*/ 186880 w 630013"/>
                    <a:gd name="connsiteY1287" fmla="*/ 335269 h 820735"/>
                    <a:gd name="connsiteX1288" fmla="*/ 191548 w 630013"/>
                    <a:gd name="connsiteY1288" fmla="*/ 336793 h 820735"/>
                    <a:gd name="connsiteX1289" fmla="*/ 188500 w 630013"/>
                    <a:gd name="connsiteY1289" fmla="*/ 341841 h 820735"/>
                    <a:gd name="connsiteX1290" fmla="*/ 191262 w 630013"/>
                    <a:gd name="connsiteY1290" fmla="*/ 344794 h 820735"/>
                    <a:gd name="connsiteX1291" fmla="*/ 191834 w 630013"/>
                    <a:gd name="connsiteY1291" fmla="*/ 337936 h 820735"/>
                    <a:gd name="connsiteX1292" fmla="*/ 193834 w 630013"/>
                    <a:gd name="connsiteY1292" fmla="*/ 342127 h 820735"/>
                    <a:gd name="connsiteX1293" fmla="*/ 194406 w 630013"/>
                    <a:gd name="connsiteY1293" fmla="*/ 335173 h 820735"/>
                    <a:gd name="connsiteX1294" fmla="*/ 193738 w 630013"/>
                    <a:gd name="connsiteY1294" fmla="*/ 332983 h 820735"/>
                    <a:gd name="connsiteX1295" fmla="*/ 191929 w 630013"/>
                    <a:gd name="connsiteY1295" fmla="*/ 333268 h 820735"/>
                    <a:gd name="connsiteX1296" fmla="*/ 193834 w 630013"/>
                    <a:gd name="connsiteY1296" fmla="*/ 329554 h 820735"/>
                    <a:gd name="connsiteX1297" fmla="*/ 192786 w 630013"/>
                    <a:gd name="connsiteY1297" fmla="*/ 328601 h 820735"/>
                    <a:gd name="connsiteX1298" fmla="*/ 194976 w 630013"/>
                    <a:gd name="connsiteY1298" fmla="*/ 328220 h 820735"/>
                    <a:gd name="connsiteX1299" fmla="*/ 195072 w 630013"/>
                    <a:gd name="connsiteY1299" fmla="*/ 323648 h 820735"/>
                    <a:gd name="connsiteX1300" fmla="*/ 201549 w 630013"/>
                    <a:gd name="connsiteY1300" fmla="*/ 324791 h 820735"/>
                    <a:gd name="connsiteX1301" fmla="*/ 202120 w 630013"/>
                    <a:gd name="connsiteY1301" fmla="*/ 331459 h 820735"/>
                    <a:gd name="connsiteX1302" fmla="*/ 198501 w 630013"/>
                    <a:gd name="connsiteY1302" fmla="*/ 333268 h 820735"/>
                    <a:gd name="connsiteX1303" fmla="*/ 204597 w 630013"/>
                    <a:gd name="connsiteY1303" fmla="*/ 334507 h 820735"/>
                    <a:gd name="connsiteX1304" fmla="*/ 200311 w 630013"/>
                    <a:gd name="connsiteY1304" fmla="*/ 332983 h 820735"/>
                    <a:gd name="connsiteX1305" fmla="*/ 198882 w 630013"/>
                    <a:gd name="connsiteY1305" fmla="*/ 346889 h 820735"/>
                    <a:gd name="connsiteX1306" fmla="*/ 201168 w 630013"/>
                    <a:gd name="connsiteY1306" fmla="*/ 343079 h 820735"/>
                    <a:gd name="connsiteX1307" fmla="*/ 199644 w 630013"/>
                    <a:gd name="connsiteY1307" fmla="*/ 344508 h 820735"/>
                    <a:gd name="connsiteX1308" fmla="*/ 201645 w 630013"/>
                    <a:gd name="connsiteY1308" fmla="*/ 338507 h 820735"/>
                    <a:gd name="connsiteX1309" fmla="*/ 204501 w 630013"/>
                    <a:gd name="connsiteY1309" fmla="*/ 340317 h 820735"/>
                    <a:gd name="connsiteX1310" fmla="*/ 205454 w 630013"/>
                    <a:gd name="connsiteY1310" fmla="*/ 344698 h 820735"/>
                    <a:gd name="connsiteX1311" fmla="*/ 203645 w 630013"/>
                    <a:gd name="connsiteY1311" fmla="*/ 344984 h 820735"/>
                    <a:gd name="connsiteX1312" fmla="*/ 206216 w 630013"/>
                    <a:gd name="connsiteY1312" fmla="*/ 344508 h 820735"/>
                    <a:gd name="connsiteX1313" fmla="*/ 205740 w 630013"/>
                    <a:gd name="connsiteY1313" fmla="*/ 349080 h 820735"/>
                    <a:gd name="connsiteX1314" fmla="*/ 207264 w 630013"/>
                    <a:gd name="connsiteY1314" fmla="*/ 346508 h 820735"/>
                    <a:gd name="connsiteX1315" fmla="*/ 209645 w 630013"/>
                    <a:gd name="connsiteY1315" fmla="*/ 338126 h 820735"/>
                    <a:gd name="connsiteX1316" fmla="*/ 209836 w 630013"/>
                    <a:gd name="connsiteY1316" fmla="*/ 343746 h 820735"/>
                    <a:gd name="connsiteX1317" fmla="*/ 211359 w 630013"/>
                    <a:gd name="connsiteY1317" fmla="*/ 342317 h 820735"/>
                    <a:gd name="connsiteX1318" fmla="*/ 212597 w 630013"/>
                    <a:gd name="connsiteY1318" fmla="*/ 348889 h 820735"/>
                    <a:gd name="connsiteX1319" fmla="*/ 214883 w 630013"/>
                    <a:gd name="connsiteY1319" fmla="*/ 345079 h 820735"/>
                    <a:gd name="connsiteX1320" fmla="*/ 213456 w 630013"/>
                    <a:gd name="connsiteY1320" fmla="*/ 343079 h 820735"/>
                    <a:gd name="connsiteX1321" fmla="*/ 215646 w 630013"/>
                    <a:gd name="connsiteY1321" fmla="*/ 341555 h 820735"/>
                    <a:gd name="connsiteX1322" fmla="*/ 216217 w 630013"/>
                    <a:gd name="connsiteY1322" fmla="*/ 348223 h 820735"/>
                    <a:gd name="connsiteX1323" fmla="*/ 217360 w 630013"/>
                    <a:gd name="connsiteY1323" fmla="*/ 344603 h 820735"/>
                    <a:gd name="connsiteX1324" fmla="*/ 216503 w 630013"/>
                    <a:gd name="connsiteY1324" fmla="*/ 336793 h 820735"/>
                    <a:gd name="connsiteX1325" fmla="*/ 220409 w 630013"/>
                    <a:gd name="connsiteY1325" fmla="*/ 338412 h 820735"/>
                    <a:gd name="connsiteX1326" fmla="*/ 217455 w 630013"/>
                    <a:gd name="connsiteY1326" fmla="*/ 342317 h 820735"/>
                    <a:gd name="connsiteX1327" fmla="*/ 222790 w 630013"/>
                    <a:gd name="connsiteY1327" fmla="*/ 344794 h 820735"/>
                    <a:gd name="connsiteX1328" fmla="*/ 220123 w 630013"/>
                    <a:gd name="connsiteY1328" fmla="*/ 349747 h 820735"/>
                    <a:gd name="connsiteX1329" fmla="*/ 218789 w 630013"/>
                    <a:gd name="connsiteY1329" fmla="*/ 346603 h 820735"/>
                    <a:gd name="connsiteX1330" fmla="*/ 217265 w 630013"/>
                    <a:gd name="connsiteY1330" fmla="*/ 348032 h 820735"/>
                    <a:gd name="connsiteX1331" fmla="*/ 216122 w 630013"/>
                    <a:gd name="connsiteY1331" fmla="*/ 351652 h 820735"/>
                    <a:gd name="connsiteX1332" fmla="*/ 214408 w 630013"/>
                    <a:gd name="connsiteY1332" fmla="*/ 348508 h 820735"/>
                    <a:gd name="connsiteX1333" fmla="*/ 216408 w 630013"/>
                    <a:gd name="connsiteY1333" fmla="*/ 356128 h 820735"/>
                    <a:gd name="connsiteX1334" fmla="*/ 217646 w 630013"/>
                    <a:gd name="connsiteY1334" fmla="*/ 350223 h 820735"/>
                    <a:gd name="connsiteX1335" fmla="*/ 218980 w 630013"/>
                    <a:gd name="connsiteY1335" fmla="*/ 354509 h 820735"/>
                    <a:gd name="connsiteX1336" fmla="*/ 220218 w 630013"/>
                    <a:gd name="connsiteY1336" fmla="*/ 349747 h 820735"/>
                    <a:gd name="connsiteX1337" fmla="*/ 220504 w 630013"/>
                    <a:gd name="connsiteY1337" fmla="*/ 354223 h 820735"/>
                    <a:gd name="connsiteX1338" fmla="*/ 221742 w 630013"/>
                    <a:gd name="connsiteY1338" fmla="*/ 349461 h 820735"/>
                    <a:gd name="connsiteX1339" fmla="*/ 222981 w 630013"/>
                    <a:gd name="connsiteY1339" fmla="*/ 357176 h 820735"/>
                    <a:gd name="connsiteX1340" fmla="*/ 228791 w 630013"/>
                    <a:gd name="connsiteY1340" fmla="*/ 357271 h 820735"/>
                    <a:gd name="connsiteX1341" fmla="*/ 227362 w 630013"/>
                    <a:gd name="connsiteY1341" fmla="*/ 357557 h 820735"/>
                    <a:gd name="connsiteX1342" fmla="*/ 227362 w 630013"/>
                    <a:gd name="connsiteY1342" fmla="*/ 358700 h 820735"/>
                    <a:gd name="connsiteX1343" fmla="*/ 226314 w 630013"/>
                    <a:gd name="connsiteY1343" fmla="*/ 355462 h 820735"/>
                    <a:gd name="connsiteX1344" fmla="*/ 221456 w 630013"/>
                    <a:gd name="connsiteY1344" fmla="*/ 363177 h 820735"/>
                    <a:gd name="connsiteX1345" fmla="*/ 220409 w 630013"/>
                    <a:gd name="connsiteY1345" fmla="*/ 359938 h 820735"/>
                    <a:gd name="connsiteX1346" fmla="*/ 219932 w 630013"/>
                    <a:gd name="connsiteY1346" fmla="*/ 364606 h 820735"/>
                    <a:gd name="connsiteX1347" fmla="*/ 221742 w 630013"/>
                    <a:gd name="connsiteY1347" fmla="*/ 365463 h 820735"/>
                    <a:gd name="connsiteX1348" fmla="*/ 225837 w 630013"/>
                    <a:gd name="connsiteY1348" fmla="*/ 362415 h 820735"/>
                    <a:gd name="connsiteX1349" fmla="*/ 225362 w 630013"/>
                    <a:gd name="connsiteY1349" fmla="*/ 366987 h 820735"/>
                    <a:gd name="connsiteX1350" fmla="*/ 223933 w 630013"/>
                    <a:gd name="connsiteY1350" fmla="*/ 367273 h 820735"/>
                    <a:gd name="connsiteX1351" fmla="*/ 226409 w 630013"/>
                    <a:gd name="connsiteY1351" fmla="*/ 367939 h 820735"/>
                    <a:gd name="connsiteX1352" fmla="*/ 227552 w 630013"/>
                    <a:gd name="connsiteY1352" fmla="*/ 365463 h 820735"/>
                    <a:gd name="connsiteX1353" fmla="*/ 228409 w 630013"/>
                    <a:gd name="connsiteY1353" fmla="*/ 359653 h 820735"/>
                    <a:gd name="connsiteX1354" fmla="*/ 228600 w 630013"/>
                    <a:gd name="connsiteY1354" fmla="*/ 365272 h 820735"/>
                    <a:gd name="connsiteX1355" fmla="*/ 231457 w 630013"/>
                    <a:gd name="connsiteY1355" fmla="*/ 353461 h 820735"/>
                    <a:gd name="connsiteX1356" fmla="*/ 232124 w 630013"/>
                    <a:gd name="connsiteY1356" fmla="*/ 357938 h 820735"/>
                    <a:gd name="connsiteX1357" fmla="*/ 231363 w 630013"/>
                    <a:gd name="connsiteY1357" fmla="*/ 359176 h 820735"/>
                    <a:gd name="connsiteX1358" fmla="*/ 232029 w 630013"/>
                    <a:gd name="connsiteY1358" fmla="*/ 363653 h 820735"/>
                    <a:gd name="connsiteX1359" fmla="*/ 234696 w 630013"/>
                    <a:gd name="connsiteY1359" fmla="*/ 356319 h 820735"/>
                    <a:gd name="connsiteX1360" fmla="*/ 234982 w 630013"/>
                    <a:gd name="connsiteY1360" fmla="*/ 360796 h 820735"/>
                    <a:gd name="connsiteX1361" fmla="*/ 234505 w 630013"/>
                    <a:gd name="connsiteY1361" fmla="*/ 364320 h 820735"/>
                    <a:gd name="connsiteX1362" fmla="*/ 233744 w 630013"/>
                    <a:gd name="connsiteY1362" fmla="*/ 365558 h 820735"/>
                    <a:gd name="connsiteX1363" fmla="*/ 232315 w 630013"/>
                    <a:gd name="connsiteY1363" fmla="*/ 364701 h 820735"/>
                    <a:gd name="connsiteX1364" fmla="*/ 232124 w 630013"/>
                    <a:gd name="connsiteY1364" fmla="*/ 371559 h 820735"/>
                    <a:gd name="connsiteX1365" fmla="*/ 235553 w 630013"/>
                    <a:gd name="connsiteY1365" fmla="*/ 365272 h 820735"/>
                    <a:gd name="connsiteX1366" fmla="*/ 237934 w 630013"/>
                    <a:gd name="connsiteY1366" fmla="*/ 371654 h 820735"/>
                    <a:gd name="connsiteX1367" fmla="*/ 236601 w 630013"/>
                    <a:gd name="connsiteY1367" fmla="*/ 368511 h 820735"/>
                    <a:gd name="connsiteX1368" fmla="*/ 232506 w 630013"/>
                    <a:gd name="connsiteY1368" fmla="*/ 374988 h 820735"/>
                    <a:gd name="connsiteX1369" fmla="*/ 232790 w 630013"/>
                    <a:gd name="connsiteY1369" fmla="*/ 379465 h 820735"/>
                    <a:gd name="connsiteX1370" fmla="*/ 230314 w 630013"/>
                    <a:gd name="connsiteY1370" fmla="*/ 378798 h 820735"/>
                    <a:gd name="connsiteX1371" fmla="*/ 227266 w 630013"/>
                    <a:gd name="connsiteY1371" fmla="*/ 370321 h 820735"/>
                    <a:gd name="connsiteX1372" fmla="*/ 225362 w 630013"/>
                    <a:gd name="connsiteY1372" fmla="*/ 375178 h 820735"/>
                    <a:gd name="connsiteX1373" fmla="*/ 223647 w 630013"/>
                    <a:gd name="connsiteY1373" fmla="*/ 372130 h 820735"/>
                    <a:gd name="connsiteX1374" fmla="*/ 223076 w 630013"/>
                    <a:gd name="connsiteY1374" fmla="*/ 366511 h 820735"/>
                    <a:gd name="connsiteX1375" fmla="*/ 221552 w 630013"/>
                    <a:gd name="connsiteY1375" fmla="*/ 367939 h 820735"/>
                    <a:gd name="connsiteX1376" fmla="*/ 222599 w 630013"/>
                    <a:gd name="connsiteY1376" fmla="*/ 370035 h 820735"/>
                    <a:gd name="connsiteX1377" fmla="*/ 220313 w 630013"/>
                    <a:gd name="connsiteY1377" fmla="*/ 372702 h 820735"/>
                    <a:gd name="connsiteX1378" fmla="*/ 221266 w 630013"/>
                    <a:gd name="connsiteY1378" fmla="*/ 379369 h 820735"/>
                    <a:gd name="connsiteX1379" fmla="*/ 219456 w 630013"/>
                    <a:gd name="connsiteY1379" fmla="*/ 377369 h 820735"/>
                    <a:gd name="connsiteX1380" fmla="*/ 218884 w 630013"/>
                    <a:gd name="connsiteY1380" fmla="*/ 372988 h 820735"/>
                    <a:gd name="connsiteX1381" fmla="*/ 215265 w 630013"/>
                    <a:gd name="connsiteY1381" fmla="*/ 373654 h 820735"/>
                    <a:gd name="connsiteX1382" fmla="*/ 218503 w 630013"/>
                    <a:gd name="connsiteY1382" fmla="*/ 375369 h 820735"/>
                    <a:gd name="connsiteX1383" fmla="*/ 221742 w 630013"/>
                    <a:gd name="connsiteY1383" fmla="*/ 389561 h 820735"/>
                    <a:gd name="connsiteX1384" fmla="*/ 223933 w 630013"/>
                    <a:gd name="connsiteY1384" fmla="*/ 388037 h 820735"/>
                    <a:gd name="connsiteX1385" fmla="*/ 224028 w 630013"/>
                    <a:gd name="connsiteY1385" fmla="*/ 382322 h 820735"/>
                    <a:gd name="connsiteX1386" fmla="*/ 221742 w 630013"/>
                    <a:gd name="connsiteY1386" fmla="*/ 384989 h 820735"/>
                    <a:gd name="connsiteX1387" fmla="*/ 220409 w 630013"/>
                    <a:gd name="connsiteY1387" fmla="*/ 381846 h 820735"/>
                    <a:gd name="connsiteX1388" fmla="*/ 223361 w 630013"/>
                    <a:gd name="connsiteY1388" fmla="*/ 378988 h 820735"/>
                    <a:gd name="connsiteX1389" fmla="*/ 225076 w 630013"/>
                    <a:gd name="connsiteY1389" fmla="*/ 383179 h 820735"/>
                    <a:gd name="connsiteX1390" fmla="*/ 220980 w 630013"/>
                    <a:gd name="connsiteY1390" fmla="*/ 372607 h 820735"/>
                    <a:gd name="connsiteX1391" fmla="*/ 226885 w 630013"/>
                    <a:gd name="connsiteY1391" fmla="*/ 382894 h 820735"/>
                    <a:gd name="connsiteX1392" fmla="*/ 227266 w 630013"/>
                    <a:gd name="connsiteY1392" fmla="*/ 380512 h 820735"/>
                    <a:gd name="connsiteX1393" fmla="*/ 228028 w 630013"/>
                    <a:gd name="connsiteY1393" fmla="*/ 380417 h 820735"/>
                    <a:gd name="connsiteX1394" fmla="*/ 226980 w 630013"/>
                    <a:gd name="connsiteY1394" fmla="*/ 377179 h 820735"/>
                    <a:gd name="connsiteX1395" fmla="*/ 229743 w 630013"/>
                    <a:gd name="connsiteY1395" fmla="*/ 381179 h 820735"/>
                    <a:gd name="connsiteX1396" fmla="*/ 228219 w 630013"/>
                    <a:gd name="connsiteY1396" fmla="*/ 384894 h 820735"/>
                    <a:gd name="connsiteX1397" fmla="*/ 229648 w 630013"/>
                    <a:gd name="connsiteY1397" fmla="*/ 386894 h 820735"/>
                    <a:gd name="connsiteX1398" fmla="*/ 231552 w 630013"/>
                    <a:gd name="connsiteY1398" fmla="*/ 383179 h 820735"/>
                    <a:gd name="connsiteX1399" fmla="*/ 233553 w 630013"/>
                    <a:gd name="connsiteY1399" fmla="*/ 390799 h 820735"/>
                    <a:gd name="connsiteX1400" fmla="*/ 236125 w 630013"/>
                    <a:gd name="connsiteY1400" fmla="*/ 388037 h 820735"/>
                    <a:gd name="connsiteX1401" fmla="*/ 237077 w 630013"/>
                    <a:gd name="connsiteY1401" fmla="*/ 392419 h 820735"/>
                    <a:gd name="connsiteX1402" fmla="*/ 226219 w 630013"/>
                    <a:gd name="connsiteY1402" fmla="*/ 389847 h 820735"/>
                    <a:gd name="connsiteX1403" fmla="*/ 221456 w 630013"/>
                    <a:gd name="connsiteY1403" fmla="*/ 391847 h 820735"/>
                    <a:gd name="connsiteX1404" fmla="*/ 220980 w 630013"/>
                    <a:gd name="connsiteY1404" fmla="*/ 395276 h 820735"/>
                    <a:gd name="connsiteX1405" fmla="*/ 222695 w 630013"/>
                    <a:gd name="connsiteY1405" fmla="*/ 400705 h 820735"/>
                    <a:gd name="connsiteX1406" fmla="*/ 222885 w 630013"/>
                    <a:gd name="connsiteY1406" fmla="*/ 393847 h 820735"/>
                    <a:gd name="connsiteX1407" fmla="*/ 225457 w 630013"/>
                    <a:gd name="connsiteY1407" fmla="*/ 393371 h 820735"/>
                    <a:gd name="connsiteX1408" fmla="*/ 223265 w 630013"/>
                    <a:gd name="connsiteY1408" fmla="*/ 394895 h 820735"/>
                    <a:gd name="connsiteX1409" fmla="*/ 227076 w 630013"/>
                    <a:gd name="connsiteY1409" fmla="*/ 400991 h 820735"/>
                    <a:gd name="connsiteX1410" fmla="*/ 225362 w 630013"/>
                    <a:gd name="connsiteY1410" fmla="*/ 397848 h 820735"/>
                    <a:gd name="connsiteX1411" fmla="*/ 236125 w 630013"/>
                    <a:gd name="connsiteY1411" fmla="*/ 406135 h 820735"/>
                    <a:gd name="connsiteX1412" fmla="*/ 238696 w 630013"/>
                    <a:gd name="connsiteY1412" fmla="*/ 406801 h 820735"/>
                    <a:gd name="connsiteX1413" fmla="*/ 237648 w 630013"/>
                    <a:gd name="connsiteY1413" fmla="*/ 403563 h 820735"/>
                    <a:gd name="connsiteX1414" fmla="*/ 237744 w 630013"/>
                    <a:gd name="connsiteY1414" fmla="*/ 400134 h 820735"/>
                    <a:gd name="connsiteX1415" fmla="*/ 239934 w 630013"/>
                    <a:gd name="connsiteY1415" fmla="*/ 399753 h 820735"/>
                    <a:gd name="connsiteX1416" fmla="*/ 238316 w 630013"/>
                    <a:gd name="connsiteY1416" fmla="*/ 392133 h 820735"/>
                    <a:gd name="connsiteX1417" fmla="*/ 245459 w 630013"/>
                    <a:gd name="connsiteY1417" fmla="*/ 396514 h 820735"/>
                    <a:gd name="connsiteX1418" fmla="*/ 246221 w 630013"/>
                    <a:gd name="connsiteY1418" fmla="*/ 396419 h 820735"/>
                    <a:gd name="connsiteX1419" fmla="*/ 246126 w 630013"/>
                    <a:gd name="connsiteY1419" fmla="*/ 402134 h 820735"/>
                    <a:gd name="connsiteX1420" fmla="*/ 247650 w 630013"/>
                    <a:gd name="connsiteY1420" fmla="*/ 398419 h 820735"/>
                    <a:gd name="connsiteX1421" fmla="*/ 250127 w 630013"/>
                    <a:gd name="connsiteY1421" fmla="*/ 400229 h 820735"/>
                    <a:gd name="connsiteX1422" fmla="*/ 243078 w 630013"/>
                    <a:gd name="connsiteY1422" fmla="*/ 404896 h 820735"/>
                    <a:gd name="connsiteX1423" fmla="*/ 242315 w 630013"/>
                    <a:gd name="connsiteY1423" fmla="*/ 407278 h 820735"/>
                    <a:gd name="connsiteX1424" fmla="*/ 242506 w 630013"/>
                    <a:gd name="connsiteY1424" fmla="*/ 415183 h 820735"/>
                    <a:gd name="connsiteX1425" fmla="*/ 241363 w 630013"/>
                    <a:gd name="connsiteY1425" fmla="*/ 415374 h 820735"/>
                    <a:gd name="connsiteX1426" fmla="*/ 238506 w 630013"/>
                    <a:gd name="connsiteY1426" fmla="*/ 411373 h 820735"/>
                    <a:gd name="connsiteX1427" fmla="*/ 240220 w 630013"/>
                    <a:gd name="connsiteY1427" fmla="*/ 414421 h 820735"/>
                    <a:gd name="connsiteX1428" fmla="*/ 231457 w 630013"/>
                    <a:gd name="connsiteY1428" fmla="*/ 416041 h 820735"/>
                    <a:gd name="connsiteX1429" fmla="*/ 229457 w 630013"/>
                    <a:gd name="connsiteY1429" fmla="*/ 424327 h 820735"/>
                    <a:gd name="connsiteX1430" fmla="*/ 229648 w 630013"/>
                    <a:gd name="connsiteY1430" fmla="*/ 415183 h 820735"/>
                    <a:gd name="connsiteX1431" fmla="*/ 227743 w 630013"/>
                    <a:gd name="connsiteY1431" fmla="*/ 420041 h 820735"/>
                    <a:gd name="connsiteX1432" fmla="*/ 228791 w 630013"/>
                    <a:gd name="connsiteY1432" fmla="*/ 423280 h 820735"/>
                    <a:gd name="connsiteX1433" fmla="*/ 226505 w 630013"/>
                    <a:gd name="connsiteY1433" fmla="*/ 427090 h 820735"/>
                    <a:gd name="connsiteX1434" fmla="*/ 226600 w 630013"/>
                    <a:gd name="connsiteY1434" fmla="*/ 421375 h 820735"/>
                    <a:gd name="connsiteX1435" fmla="*/ 224028 w 630013"/>
                    <a:gd name="connsiteY1435" fmla="*/ 421851 h 820735"/>
                    <a:gd name="connsiteX1436" fmla="*/ 223551 w 630013"/>
                    <a:gd name="connsiteY1436" fmla="*/ 427661 h 820735"/>
                    <a:gd name="connsiteX1437" fmla="*/ 221170 w 630013"/>
                    <a:gd name="connsiteY1437" fmla="*/ 422422 h 820735"/>
                    <a:gd name="connsiteX1438" fmla="*/ 213740 w 630013"/>
                    <a:gd name="connsiteY1438" fmla="*/ 425947 h 820735"/>
                    <a:gd name="connsiteX1439" fmla="*/ 212788 w 630013"/>
                    <a:gd name="connsiteY1439" fmla="*/ 421565 h 820735"/>
                    <a:gd name="connsiteX1440" fmla="*/ 213740 w 630013"/>
                    <a:gd name="connsiteY1440" fmla="*/ 428233 h 820735"/>
                    <a:gd name="connsiteX1441" fmla="*/ 210788 w 630013"/>
                    <a:gd name="connsiteY1441" fmla="*/ 427566 h 820735"/>
                    <a:gd name="connsiteX1442" fmla="*/ 208312 w 630013"/>
                    <a:gd name="connsiteY1442" fmla="*/ 423470 h 820735"/>
                    <a:gd name="connsiteX1443" fmla="*/ 207835 w 630013"/>
                    <a:gd name="connsiteY1443" fmla="*/ 429280 h 820735"/>
                    <a:gd name="connsiteX1444" fmla="*/ 207073 w 630013"/>
                    <a:gd name="connsiteY1444" fmla="*/ 429376 h 820735"/>
                    <a:gd name="connsiteX1445" fmla="*/ 208026 w 630013"/>
                    <a:gd name="connsiteY1445" fmla="*/ 420136 h 820735"/>
                    <a:gd name="connsiteX1446" fmla="*/ 206501 w 630013"/>
                    <a:gd name="connsiteY1446" fmla="*/ 423851 h 820735"/>
                    <a:gd name="connsiteX1447" fmla="*/ 206692 w 630013"/>
                    <a:gd name="connsiteY1447" fmla="*/ 429471 h 820735"/>
                    <a:gd name="connsiteX1448" fmla="*/ 201645 w 630013"/>
                    <a:gd name="connsiteY1448" fmla="*/ 428042 h 820735"/>
                    <a:gd name="connsiteX1449" fmla="*/ 199358 w 630013"/>
                    <a:gd name="connsiteY1449" fmla="*/ 431852 h 820735"/>
                    <a:gd name="connsiteX1450" fmla="*/ 198405 w 630013"/>
                    <a:gd name="connsiteY1450" fmla="*/ 427471 h 820735"/>
                    <a:gd name="connsiteX1451" fmla="*/ 197930 w 630013"/>
                    <a:gd name="connsiteY1451" fmla="*/ 432043 h 820735"/>
                    <a:gd name="connsiteX1452" fmla="*/ 198596 w 630013"/>
                    <a:gd name="connsiteY1452" fmla="*/ 434233 h 820735"/>
                    <a:gd name="connsiteX1453" fmla="*/ 191929 w 630013"/>
                    <a:gd name="connsiteY1453" fmla="*/ 436519 h 820735"/>
                    <a:gd name="connsiteX1454" fmla="*/ 189833 w 630013"/>
                    <a:gd name="connsiteY1454" fmla="*/ 434614 h 820735"/>
                    <a:gd name="connsiteX1455" fmla="*/ 187737 w 630013"/>
                    <a:gd name="connsiteY1455" fmla="*/ 431566 h 820735"/>
                    <a:gd name="connsiteX1456" fmla="*/ 189833 w 630013"/>
                    <a:gd name="connsiteY1456" fmla="*/ 433471 h 820735"/>
                    <a:gd name="connsiteX1457" fmla="*/ 191166 w 630013"/>
                    <a:gd name="connsiteY1457" fmla="*/ 426423 h 820735"/>
                    <a:gd name="connsiteX1458" fmla="*/ 190119 w 630013"/>
                    <a:gd name="connsiteY1458" fmla="*/ 424327 h 820735"/>
                    <a:gd name="connsiteX1459" fmla="*/ 189548 w 630013"/>
                    <a:gd name="connsiteY1459" fmla="*/ 431186 h 820735"/>
                    <a:gd name="connsiteX1460" fmla="*/ 188214 w 630013"/>
                    <a:gd name="connsiteY1460" fmla="*/ 428042 h 820735"/>
                    <a:gd name="connsiteX1461" fmla="*/ 189071 w 630013"/>
                    <a:gd name="connsiteY1461" fmla="*/ 424518 h 820735"/>
                    <a:gd name="connsiteX1462" fmla="*/ 186213 w 630013"/>
                    <a:gd name="connsiteY1462" fmla="*/ 423851 h 820735"/>
                    <a:gd name="connsiteX1463" fmla="*/ 188023 w 630013"/>
                    <a:gd name="connsiteY1463" fmla="*/ 425851 h 820735"/>
                    <a:gd name="connsiteX1464" fmla="*/ 187547 w 630013"/>
                    <a:gd name="connsiteY1464" fmla="*/ 428233 h 820735"/>
                    <a:gd name="connsiteX1465" fmla="*/ 185165 w 630013"/>
                    <a:gd name="connsiteY1465" fmla="*/ 433186 h 820735"/>
                    <a:gd name="connsiteX1466" fmla="*/ 185261 w 630013"/>
                    <a:gd name="connsiteY1466" fmla="*/ 429757 h 820735"/>
                    <a:gd name="connsiteX1467" fmla="*/ 184022 w 630013"/>
                    <a:gd name="connsiteY1467" fmla="*/ 434519 h 820735"/>
                    <a:gd name="connsiteX1468" fmla="*/ 183070 w 630013"/>
                    <a:gd name="connsiteY1468" fmla="*/ 430138 h 820735"/>
                    <a:gd name="connsiteX1469" fmla="*/ 180403 w 630013"/>
                    <a:gd name="connsiteY1469" fmla="*/ 435091 h 820735"/>
                    <a:gd name="connsiteX1470" fmla="*/ 178594 w 630013"/>
                    <a:gd name="connsiteY1470" fmla="*/ 433090 h 820735"/>
                    <a:gd name="connsiteX1471" fmla="*/ 179069 w 630013"/>
                    <a:gd name="connsiteY1471" fmla="*/ 428423 h 820735"/>
                    <a:gd name="connsiteX1472" fmla="*/ 174402 w 630013"/>
                    <a:gd name="connsiteY1472" fmla="*/ 426994 h 820735"/>
                    <a:gd name="connsiteX1473" fmla="*/ 174307 w 630013"/>
                    <a:gd name="connsiteY1473" fmla="*/ 431566 h 820735"/>
                    <a:gd name="connsiteX1474" fmla="*/ 172879 w 630013"/>
                    <a:gd name="connsiteY1474" fmla="*/ 431852 h 820735"/>
                    <a:gd name="connsiteX1475" fmla="*/ 172688 w 630013"/>
                    <a:gd name="connsiteY1475" fmla="*/ 427375 h 820735"/>
                    <a:gd name="connsiteX1476" fmla="*/ 169069 w 630013"/>
                    <a:gd name="connsiteY1476" fmla="*/ 425756 h 820735"/>
                    <a:gd name="connsiteX1477" fmla="*/ 170973 w 630013"/>
                    <a:gd name="connsiteY1477" fmla="*/ 424327 h 820735"/>
                    <a:gd name="connsiteX1478" fmla="*/ 167258 w 630013"/>
                    <a:gd name="connsiteY1478" fmla="*/ 424994 h 820735"/>
                    <a:gd name="connsiteX1479" fmla="*/ 167069 w 630013"/>
                    <a:gd name="connsiteY1479" fmla="*/ 429566 h 820735"/>
                    <a:gd name="connsiteX1480" fmla="*/ 164211 w 630013"/>
                    <a:gd name="connsiteY1480" fmla="*/ 426613 h 820735"/>
                    <a:gd name="connsiteX1481" fmla="*/ 166688 w 630013"/>
                    <a:gd name="connsiteY1481" fmla="*/ 418232 h 820735"/>
                    <a:gd name="connsiteX1482" fmla="*/ 163830 w 630013"/>
                    <a:gd name="connsiteY1482" fmla="*/ 417565 h 820735"/>
                    <a:gd name="connsiteX1483" fmla="*/ 163354 w 630013"/>
                    <a:gd name="connsiteY1483" fmla="*/ 422137 h 820735"/>
                    <a:gd name="connsiteX1484" fmla="*/ 157067 w 630013"/>
                    <a:gd name="connsiteY1484" fmla="*/ 424327 h 820735"/>
                    <a:gd name="connsiteX1485" fmla="*/ 158782 w 630013"/>
                    <a:gd name="connsiteY1485" fmla="*/ 428518 h 820735"/>
                    <a:gd name="connsiteX1486" fmla="*/ 151543 w 630013"/>
                    <a:gd name="connsiteY1486" fmla="*/ 427471 h 820735"/>
                    <a:gd name="connsiteX1487" fmla="*/ 153257 w 630013"/>
                    <a:gd name="connsiteY1487" fmla="*/ 430614 h 820735"/>
                    <a:gd name="connsiteX1488" fmla="*/ 147447 w 630013"/>
                    <a:gd name="connsiteY1488" fmla="*/ 429280 h 820735"/>
                    <a:gd name="connsiteX1489" fmla="*/ 148399 w 630013"/>
                    <a:gd name="connsiteY1489" fmla="*/ 423470 h 820735"/>
                    <a:gd name="connsiteX1490" fmla="*/ 145638 w 630013"/>
                    <a:gd name="connsiteY1490" fmla="*/ 428423 h 820735"/>
                    <a:gd name="connsiteX1491" fmla="*/ 147447 w 630013"/>
                    <a:gd name="connsiteY1491" fmla="*/ 429280 h 820735"/>
                    <a:gd name="connsiteX1492" fmla="*/ 146590 w 630013"/>
                    <a:gd name="connsiteY1492" fmla="*/ 431662 h 820735"/>
                    <a:gd name="connsiteX1493" fmla="*/ 142875 w 630013"/>
                    <a:gd name="connsiteY1493" fmla="*/ 422041 h 820735"/>
                    <a:gd name="connsiteX1494" fmla="*/ 145066 w 630013"/>
                    <a:gd name="connsiteY1494" fmla="*/ 431852 h 820735"/>
                    <a:gd name="connsiteX1495" fmla="*/ 141065 w 630013"/>
                    <a:gd name="connsiteY1495" fmla="*/ 432519 h 820735"/>
                    <a:gd name="connsiteX1496" fmla="*/ 142398 w 630013"/>
                    <a:gd name="connsiteY1496" fmla="*/ 435757 h 820735"/>
                    <a:gd name="connsiteX1497" fmla="*/ 150780 w 630013"/>
                    <a:gd name="connsiteY1497" fmla="*/ 436615 h 820735"/>
                    <a:gd name="connsiteX1498" fmla="*/ 148494 w 630013"/>
                    <a:gd name="connsiteY1498" fmla="*/ 440425 h 820735"/>
                    <a:gd name="connsiteX1499" fmla="*/ 145256 w 630013"/>
                    <a:gd name="connsiteY1499" fmla="*/ 437567 h 820735"/>
                    <a:gd name="connsiteX1500" fmla="*/ 145542 w 630013"/>
                    <a:gd name="connsiteY1500" fmla="*/ 439758 h 820735"/>
                    <a:gd name="connsiteX1501" fmla="*/ 142589 w 630013"/>
                    <a:gd name="connsiteY1501" fmla="*/ 440234 h 820735"/>
                    <a:gd name="connsiteX1502" fmla="*/ 143637 w 630013"/>
                    <a:gd name="connsiteY1502" fmla="*/ 442330 h 820735"/>
                    <a:gd name="connsiteX1503" fmla="*/ 136588 w 630013"/>
                    <a:gd name="connsiteY1503" fmla="*/ 445759 h 820735"/>
                    <a:gd name="connsiteX1504" fmla="*/ 130969 w 630013"/>
                    <a:gd name="connsiteY1504" fmla="*/ 439853 h 820735"/>
                    <a:gd name="connsiteX1505" fmla="*/ 139065 w 630013"/>
                    <a:gd name="connsiteY1505" fmla="*/ 438520 h 820735"/>
                    <a:gd name="connsiteX1506" fmla="*/ 141065 w 630013"/>
                    <a:gd name="connsiteY1506" fmla="*/ 434805 h 820735"/>
                    <a:gd name="connsiteX1507" fmla="*/ 134398 w 630013"/>
                    <a:gd name="connsiteY1507" fmla="*/ 438139 h 820735"/>
                    <a:gd name="connsiteX1508" fmla="*/ 134112 w 630013"/>
                    <a:gd name="connsiteY1508" fmla="*/ 434805 h 820735"/>
                    <a:gd name="connsiteX1509" fmla="*/ 137065 w 630013"/>
                    <a:gd name="connsiteY1509" fmla="*/ 433186 h 820735"/>
                    <a:gd name="connsiteX1510" fmla="*/ 136207 w 630013"/>
                    <a:gd name="connsiteY1510" fmla="*/ 427661 h 820735"/>
                    <a:gd name="connsiteX1511" fmla="*/ 136397 w 630013"/>
                    <a:gd name="connsiteY1511" fmla="*/ 432138 h 820735"/>
                    <a:gd name="connsiteX1512" fmla="*/ 133445 w 630013"/>
                    <a:gd name="connsiteY1512" fmla="*/ 432614 h 820735"/>
                    <a:gd name="connsiteX1513" fmla="*/ 134302 w 630013"/>
                    <a:gd name="connsiteY1513" fmla="*/ 417755 h 820735"/>
                    <a:gd name="connsiteX1514" fmla="*/ 135350 w 630013"/>
                    <a:gd name="connsiteY1514" fmla="*/ 418708 h 820735"/>
                    <a:gd name="connsiteX1515" fmla="*/ 139065 w 630013"/>
                    <a:gd name="connsiteY1515" fmla="*/ 405658 h 820735"/>
                    <a:gd name="connsiteX1516" fmla="*/ 135731 w 630013"/>
                    <a:gd name="connsiteY1516" fmla="*/ 408516 h 820735"/>
                    <a:gd name="connsiteX1517" fmla="*/ 135827 w 630013"/>
                    <a:gd name="connsiteY1517" fmla="*/ 405087 h 820735"/>
                    <a:gd name="connsiteX1518" fmla="*/ 134207 w 630013"/>
                    <a:gd name="connsiteY1518" fmla="*/ 409849 h 820735"/>
                    <a:gd name="connsiteX1519" fmla="*/ 135922 w 630013"/>
                    <a:gd name="connsiteY1519" fmla="*/ 411850 h 820735"/>
                    <a:gd name="connsiteX1520" fmla="*/ 135064 w 630013"/>
                    <a:gd name="connsiteY1520" fmla="*/ 414231 h 820735"/>
                    <a:gd name="connsiteX1521" fmla="*/ 133350 w 630013"/>
                    <a:gd name="connsiteY1521" fmla="*/ 412231 h 820735"/>
                    <a:gd name="connsiteX1522" fmla="*/ 132873 w 630013"/>
                    <a:gd name="connsiteY1522" fmla="*/ 414612 h 820735"/>
                    <a:gd name="connsiteX1523" fmla="*/ 133826 w 630013"/>
                    <a:gd name="connsiteY1523" fmla="*/ 418993 h 820735"/>
                    <a:gd name="connsiteX1524" fmla="*/ 129730 w 630013"/>
                    <a:gd name="connsiteY1524" fmla="*/ 432138 h 820735"/>
                    <a:gd name="connsiteX1525" fmla="*/ 125445 w 630013"/>
                    <a:gd name="connsiteY1525" fmla="*/ 430519 h 820735"/>
                    <a:gd name="connsiteX1526" fmla="*/ 125920 w 630013"/>
                    <a:gd name="connsiteY1526" fmla="*/ 427090 h 820735"/>
                    <a:gd name="connsiteX1527" fmla="*/ 121825 w 630013"/>
                    <a:gd name="connsiteY1527" fmla="*/ 428899 h 820735"/>
                    <a:gd name="connsiteX1528" fmla="*/ 123634 w 630013"/>
                    <a:gd name="connsiteY1528" fmla="*/ 428614 h 820735"/>
                    <a:gd name="connsiteX1529" fmla="*/ 124587 w 630013"/>
                    <a:gd name="connsiteY1529" fmla="*/ 432995 h 820735"/>
                    <a:gd name="connsiteX1530" fmla="*/ 120776 w 630013"/>
                    <a:gd name="connsiteY1530" fmla="*/ 426804 h 820735"/>
                    <a:gd name="connsiteX1531" fmla="*/ 111062 w 630013"/>
                    <a:gd name="connsiteY1531" fmla="*/ 423851 h 820735"/>
                    <a:gd name="connsiteX1532" fmla="*/ 110871 w 630013"/>
                    <a:gd name="connsiteY1532" fmla="*/ 428423 h 820735"/>
                    <a:gd name="connsiteX1533" fmla="*/ 107538 w 630013"/>
                    <a:gd name="connsiteY1533" fmla="*/ 428899 h 820735"/>
                    <a:gd name="connsiteX1534" fmla="*/ 107347 w 630013"/>
                    <a:gd name="connsiteY1534" fmla="*/ 425566 h 820735"/>
                    <a:gd name="connsiteX1535" fmla="*/ 105061 w 630013"/>
                    <a:gd name="connsiteY1535" fmla="*/ 428233 h 820735"/>
                    <a:gd name="connsiteX1536" fmla="*/ 103823 w 630013"/>
                    <a:gd name="connsiteY1536" fmla="*/ 422803 h 820735"/>
                    <a:gd name="connsiteX1537" fmla="*/ 102869 w 630013"/>
                    <a:gd name="connsiteY1537" fmla="*/ 428614 h 820735"/>
                    <a:gd name="connsiteX1538" fmla="*/ 105537 w 630013"/>
                    <a:gd name="connsiteY1538" fmla="*/ 434995 h 820735"/>
                    <a:gd name="connsiteX1539" fmla="*/ 109251 w 630013"/>
                    <a:gd name="connsiteY1539" fmla="*/ 433281 h 820735"/>
                    <a:gd name="connsiteX1540" fmla="*/ 102869 w 630013"/>
                    <a:gd name="connsiteY1540" fmla="*/ 428614 h 820735"/>
                    <a:gd name="connsiteX1541" fmla="*/ 101060 w 630013"/>
                    <a:gd name="connsiteY1541" fmla="*/ 427757 h 820735"/>
                    <a:gd name="connsiteX1542" fmla="*/ 100108 w 630013"/>
                    <a:gd name="connsiteY1542" fmla="*/ 433567 h 820735"/>
                    <a:gd name="connsiteX1543" fmla="*/ 101726 w 630013"/>
                    <a:gd name="connsiteY1543" fmla="*/ 437853 h 820735"/>
                    <a:gd name="connsiteX1544" fmla="*/ 104013 w 630013"/>
                    <a:gd name="connsiteY1544" fmla="*/ 436329 h 820735"/>
                    <a:gd name="connsiteX1545" fmla="*/ 103823 w 630013"/>
                    <a:gd name="connsiteY1545" fmla="*/ 440901 h 820735"/>
                    <a:gd name="connsiteX1546" fmla="*/ 101917 w 630013"/>
                    <a:gd name="connsiteY1546" fmla="*/ 442330 h 820735"/>
                    <a:gd name="connsiteX1547" fmla="*/ 107156 w 630013"/>
                    <a:gd name="connsiteY1547" fmla="*/ 439186 h 820735"/>
                    <a:gd name="connsiteX1548" fmla="*/ 105918 w 630013"/>
                    <a:gd name="connsiteY1548" fmla="*/ 443949 h 820735"/>
                    <a:gd name="connsiteX1549" fmla="*/ 108013 w 630013"/>
                    <a:gd name="connsiteY1549" fmla="*/ 454903 h 820735"/>
                    <a:gd name="connsiteX1550" fmla="*/ 109347 w 630013"/>
                    <a:gd name="connsiteY1550" fmla="*/ 459189 h 820735"/>
                    <a:gd name="connsiteX1551" fmla="*/ 110585 w 630013"/>
                    <a:gd name="connsiteY1551" fmla="*/ 455569 h 820735"/>
                    <a:gd name="connsiteX1552" fmla="*/ 111251 w 630013"/>
                    <a:gd name="connsiteY1552" fmla="*/ 448711 h 820735"/>
                    <a:gd name="connsiteX1553" fmla="*/ 114205 w 630013"/>
                    <a:gd name="connsiteY1553" fmla="*/ 447092 h 820735"/>
                    <a:gd name="connsiteX1554" fmla="*/ 133921 w 630013"/>
                    <a:gd name="connsiteY1554" fmla="*/ 449569 h 820735"/>
                    <a:gd name="connsiteX1555" fmla="*/ 130969 w 630013"/>
                    <a:gd name="connsiteY1555" fmla="*/ 450045 h 820735"/>
                    <a:gd name="connsiteX1556" fmla="*/ 128588 w 630013"/>
                    <a:gd name="connsiteY1556" fmla="*/ 453855 h 820735"/>
                    <a:gd name="connsiteX1557" fmla="*/ 128492 w 630013"/>
                    <a:gd name="connsiteY1557" fmla="*/ 457284 h 820735"/>
                    <a:gd name="connsiteX1558" fmla="*/ 121348 w 630013"/>
                    <a:gd name="connsiteY1558" fmla="*/ 461856 h 820735"/>
                    <a:gd name="connsiteX1559" fmla="*/ 121825 w 630013"/>
                    <a:gd name="connsiteY1559" fmla="*/ 468619 h 820735"/>
                    <a:gd name="connsiteX1560" fmla="*/ 127731 w 630013"/>
                    <a:gd name="connsiteY1560" fmla="*/ 466523 h 820735"/>
                    <a:gd name="connsiteX1561" fmla="*/ 128206 w 630013"/>
                    <a:gd name="connsiteY1561" fmla="*/ 462999 h 820735"/>
                    <a:gd name="connsiteX1562" fmla="*/ 125825 w 630013"/>
                    <a:gd name="connsiteY1562" fmla="*/ 469095 h 820735"/>
                    <a:gd name="connsiteX1563" fmla="*/ 129730 w 630013"/>
                    <a:gd name="connsiteY1563" fmla="*/ 473000 h 820735"/>
                    <a:gd name="connsiteX1564" fmla="*/ 128111 w 630013"/>
                    <a:gd name="connsiteY1564" fmla="*/ 476620 h 820735"/>
                    <a:gd name="connsiteX1565" fmla="*/ 125539 w 630013"/>
                    <a:gd name="connsiteY1565" fmla="*/ 475858 h 820735"/>
                    <a:gd name="connsiteX1566" fmla="*/ 126016 w 630013"/>
                    <a:gd name="connsiteY1566" fmla="*/ 472429 h 820735"/>
                    <a:gd name="connsiteX1567" fmla="*/ 123730 w 630013"/>
                    <a:gd name="connsiteY1567" fmla="*/ 475096 h 820735"/>
                    <a:gd name="connsiteX1568" fmla="*/ 123920 w 630013"/>
                    <a:gd name="connsiteY1568" fmla="*/ 469381 h 820735"/>
                    <a:gd name="connsiteX1569" fmla="*/ 119158 w 630013"/>
                    <a:gd name="connsiteY1569" fmla="*/ 478048 h 820735"/>
                    <a:gd name="connsiteX1570" fmla="*/ 125920 w 630013"/>
                    <a:gd name="connsiteY1570" fmla="*/ 484907 h 820735"/>
                    <a:gd name="connsiteX1571" fmla="*/ 126016 w 630013"/>
                    <a:gd name="connsiteY1571" fmla="*/ 492812 h 820735"/>
                    <a:gd name="connsiteX1572" fmla="*/ 122682 w 630013"/>
                    <a:gd name="connsiteY1572" fmla="*/ 492241 h 820735"/>
                    <a:gd name="connsiteX1573" fmla="*/ 123158 w 630013"/>
                    <a:gd name="connsiteY1573" fmla="*/ 488716 h 820735"/>
                    <a:gd name="connsiteX1574" fmla="*/ 118967 w 630013"/>
                    <a:gd name="connsiteY1574" fmla="*/ 481477 h 820735"/>
                    <a:gd name="connsiteX1575" fmla="*/ 116872 w 630013"/>
                    <a:gd name="connsiteY1575" fmla="*/ 487478 h 820735"/>
                    <a:gd name="connsiteX1576" fmla="*/ 116300 w 630013"/>
                    <a:gd name="connsiteY1576" fmla="*/ 493193 h 820735"/>
                    <a:gd name="connsiteX1577" fmla="*/ 115538 w 630013"/>
                    <a:gd name="connsiteY1577" fmla="*/ 494432 h 820735"/>
                    <a:gd name="connsiteX1578" fmla="*/ 110585 w 630013"/>
                    <a:gd name="connsiteY1578" fmla="*/ 489574 h 820735"/>
                    <a:gd name="connsiteX1579" fmla="*/ 111251 w 630013"/>
                    <a:gd name="connsiteY1579" fmla="*/ 482716 h 820735"/>
                    <a:gd name="connsiteX1580" fmla="*/ 119063 w 630013"/>
                    <a:gd name="connsiteY1580" fmla="*/ 480334 h 820735"/>
                    <a:gd name="connsiteX1581" fmla="*/ 118490 w 630013"/>
                    <a:gd name="connsiteY1581" fmla="*/ 475858 h 820735"/>
                    <a:gd name="connsiteX1582" fmla="*/ 117252 w 630013"/>
                    <a:gd name="connsiteY1582" fmla="*/ 479477 h 820735"/>
                    <a:gd name="connsiteX1583" fmla="*/ 117443 w 630013"/>
                    <a:gd name="connsiteY1583" fmla="*/ 473762 h 820735"/>
                    <a:gd name="connsiteX1584" fmla="*/ 115729 w 630013"/>
                    <a:gd name="connsiteY1584" fmla="*/ 471762 h 820735"/>
                    <a:gd name="connsiteX1585" fmla="*/ 117252 w 630013"/>
                    <a:gd name="connsiteY1585" fmla="*/ 471476 h 820735"/>
                    <a:gd name="connsiteX1586" fmla="*/ 113823 w 630013"/>
                    <a:gd name="connsiteY1586" fmla="*/ 465190 h 820735"/>
                    <a:gd name="connsiteX1587" fmla="*/ 114776 w 630013"/>
                    <a:gd name="connsiteY1587" fmla="*/ 468428 h 820735"/>
                    <a:gd name="connsiteX1588" fmla="*/ 113538 w 630013"/>
                    <a:gd name="connsiteY1588" fmla="*/ 470905 h 820735"/>
                    <a:gd name="connsiteX1589" fmla="*/ 112680 w 630013"/>
                    <a:gd name="connsiteY1589" fmla="*/ 465380 h 820735"/>
                    <a:gd name="connsiteX1590" fmla="*/ 112014 w 630013"/>
                    <a:gd name="connsiteY1590" fmla="*/ 463189 h 820735"/>
                    <a:gd name="connsiteX1591" fmla="*/ 110394 w 630013"/>
                    <a:gd name="connsiteY1591" fmla="*/ 466809 h 820735"/>
                    <a:gd name="connsiteX1592" fmla="*/ 110204 w 630013"/>
                    <a:gd name="connsiteY1592" fmla="*/ 462332 h 820735"/>
                    <a:gd name="connsiteX1593" fmla="*/ 100203 w 630013"/>
                    <a:gd name="connsiteY1593" fmla="*/ 465094 h 820735"/>
                    <a:gd name="connsiteX1594" fmla="*/ 98584 w 630013"/>
                    <a:gd name="connsiteY1594" fmla="*/ 460808 h 820735"/>
                    <a:gd name="connsiteX1595" fmla="*/ 99251 w 630013"/>
                    <a:gd name="connsiteY1595" fmla="*/ 470905 h 820735"/>
                    <a:gd name="connsiteX1596" fmla="*/ 104966 w 630013"/>
                    <a:gd name="connsiteY1596" fmla="*/ 474524 h 820735"/>
                    <a:gd name="connsiteX1597" fmla="*/ 102012 w 630013"/>
                    <a:gd name="connsiteY1597" fmla="*/ 473857 h 820735"/>
                    <a:gd name="connsiteX1598" fmla="*/ 101441 w 630013"/>
                    <a:gd name="connsiteY1598" fmla="*/ 478429 h 820735"/>
                    <a:gd name="connsiteX1599" fmla="*/ 88582 w 630013"/>
                    <a:gd name="connsiteY1599" fmla="*/ 478239 h 820735"/>
                    <a:gd name="connsiteX1600" fmla="*/ 89059 w 630013"/>
                    <a:gd name="connsiteY1600" fmla="*/ 483859 h 820735"/>
                    <a:gd name="connsiteX1601" fmla="*/ 93440 w 630013"/>
                    <a:gd name="connsiteY1601" fmla="*/ 484335 h 820735"/>
                    <a:gd name="connsiteX1602" fmla="*/ 102394 w 630013"/>
                    <a:gd name="connsiteY1602" fmla="*/ 480620 h 820735"/>
                    <a:gd name="connsiteX1603" fmla="*/ 104870 w 630013"/>
                    <a:gd name="connsiteY1603" fmla="*/ 492622 h 820735"/>
                    <a:gd name="connsiteX1604" fmla="*/ 108204 w 630013"/>
                    <a:gd name="connsiteY1604" fmla="*/ 493193 h 820735"/>
                    <a:gd name="connsiteX1605" fmla="*/ 106204 w 630013"/>
                    <a:gd name="connsiteY1605" fmla="*/ 498051 h 820735"/>
                    <a:gd name="connsiteX1606" fmla="*/ 109061 w 630013"/>
                    <a:gd name="connsiteY1606" fmla="*/ 499861 h 820735"/>
                    <a:gd name="connsiteX1607" fmla="*/ 109251 w 630013"/>
                    <a:gd name="connsiteY1607" fmla="*/ 504337 h 820735"/>
                    <a:gd name="connsiteX1608" fmla="*/ 118681 w 630013"/>
                    <a:gd name="connsiteY1608" fmla="*/ 508528 h 820735"/>
                    <a:gd name="connsiteX1609" fmla="*/ 114014 w 630013"/>
                    <a:gd name="connsiteY1609" fmla="*/ 513767 h 820735"/>
                    <a:gd name="connsiteX1610" fmla="*/ 112490 w 630013"/>
                    <a:gd name="connsiteY1610" fmla="*/ 516339 h 820735"/>
                    <a:gd name="connsiteX1611" fmla="*/ 112205 w 630013"/>
                    <a:gd name="connsiteY1611" fmla="*/ 524340 h 820735"/>
                    <a:gd name="connsiteX1612" fmla="*/ 111347 w 630013"/>
                    <a:gd name="connsiteY1612" fmla="*/ 517672 h 820735"/>
                    <a:gd name="connsiteX1613" fmla="*/ 109347 w 630013"/>
                    <a:gd name="connsiteY1613" fmla="*/ 521387 h 820735"/>
                    <a:gd name="connsiteX1614" fmla="*/ 110204 w 630013"/>
                    <a:gd name="connsiteY1614" fmla="*/ 526912 h 820735"/>
                    <a:gd name="connsiteX1615" fmla="*/ 111442 w 630013"/>
                    <a:gd name="connsiteY1615" fmla="*/ 523292 h 820735"/>
                    <a:gd name="connsiteX1616" fmla="*/ 114109 w 630013"/>
                    <a:gd name="connsiteY1616" fmla="*/ 521768 h 820735"/>
                    <a:gd name="connsiteX1617" fmla="*/ 121062 w 630013"/>
                    <a:gd name="connsiteY1617" fmla="*/ 524054 h 820735"/>
                    <a:gd name="connsiteX1618" fmla="*/ 118015 w 630013"/>
                    <a:gd name="connsiteY1618" fmla="*/ 525674 h 820735"/>
                    <a:gd name="connsiteX1619" fmla="*/ 114776 w 630013"/>
                    <a:gd name="connsiteY1619" fmla="*/ 534151 h 820735"/>
                    <a:gd name="connsiteX1620" fmla="*/ 115348 w 630013"/>
                    <a:gd name="connsiteY1620" fmla="*/ 529483 h 820735"/>
                    <a:gd name="connsiteX1621" fmla="*/ 111919 w 630013"/>
                    <a:gd name="connsiteY1621" fmla="*/ 531103 h 820735"/>
                    <a:gd name="connsiteX1622" fmla="*/ 113538 w 630013"/>
                    <a:gd name="connsiteY1622" fmla="*/ 527483 h 820735"/>
                    <a:gd name="connsiteX1623" fmla="*/ 107156 w 630013"/>
                    <a:gd name="connsiteY1623" fmla="*/ 538723 h 820735"/>
                    <a:gd name="connsiteX1624" fmla="*/ 107347 w 630013"/>
                    <a:gd name="connsiteY1624" fmla="*/ 543199 h 820735"/>
                    <a:gd name="connsiteX1625" fmla="*/ 98679 w 630013"/>
                    <a:gd name="connsiteY1625" fmla="*/ 545676 h 820735"/>
                    <a:gd name="connsiteX1626" fmla="*/ 94488 w 630013"/>
                    <a:gd name="connsiteY1626" fmla="*/ 547486 h 820735"/>
                    <a:gd name="connsiteX1627" fmla="*/ 96488 w 630013"/>
                    <a:gd name="connsiteY1627" fmla="*/ 552820 h 820735"/>
                    <a:gd name="connsiteX1628" fmla="*/ 93250 w 630013"/>
                    <a:gd name="connsiteY1628" fmla="*/ 560154 h 820735"/>
                    <a:gd name="connsiteX1629" fmla="*/ 90011 w 630013"/>
                    <a:gd name="connsiteY1629" fmla="*/ 557296 h 820735"/>
                    <a:gd name="connsiteX1630" fmla="*/ 91630 w 630013"/>
                    <a:gd name="connsiteY1630" fmla="*/ 554725 h 820735"/>
                    <a:gd name="connsiteX1631" fmla="*/ 77438 w 630013"/>
                    <a:gd name="connsiteY1631" fmla="*/ 547867 h 820735"/>
                    <a:gd name="connsiteX1632" fmla="*/ 81249 w 630013"/>
                    <a:gd name="connsiteY1632" fmla="*/ 545009 h 820735"/>
                    <a:gd name="connsiteX1633" fmla="*/ 76200 w 630013"/>
                    <a:gd name="connsiteY1633" fmla="*/ 541199 h 820735"/>
                    <a:gd name="connsiteX1634" fmla="*/ 78295 w 630013"/>
                    <a:gd name="connsiteY1634" fmla="*/ 536341 h 820735"/>
                    <a:gd name="connsiteX1635" fmla="*/ 81153 w 630013"/>
                    <a:gd name="connsiteY1635" fmla="*/ 547200 h 820735"/>
                    <a:gd name="connsiteX1636" fmla="*/ 86296 w 630013"/>
                    <a:gd name="connsiteY1636" fmla="*/ 547581 h 820735"/>
                    <a:gd name="connsiteX1637" fmla="*/ 87916 w 630013"/>
                    <a:gd name="connsiteY1637" fmla="*/ 543866 h 820735"/>
                    <a:gd name="connsiteX1638" fmla="*/ 87059 w 630013"/>
                    <a:gd name="connsiteY1638" fmla="*/ 547390 h 820735"/>
                    <a:gd name="connsiteX1639" fmla="*/ 98870 w 630013"/>
                    <a:gd name="connsiteY1639" fmla="*/ 539866 h 820735"/>
                    <a:gd name="connsiteX1640" fmla="*/ 99440 w 630013"/>
                    <a:gd name="connsiteY1640" fmla="*/ 544342 h 820735"/>
                    <a:gd name="connsiteX1641" fmla="*/ 101155 w 630013"/>
                    <a:gd name="connsiteY1641" fmla="*/ 538437 h 820735"/>
                    <a:gd name="connsiteX1642" fmla="*/ 99440 w 630013"/>
                    <a:gd name="connsiteY1642" fmla="*/ 535294 h 820735"/>
                    <a:gd name="connsiteX1643" fmla="*/ 97155 w 630013"/>
                    <a:gd name="connsiteY1643" fmla="*/ 536818 h 820735"/>
                    <a:gd name="connsiteX1644" fmla="*/ 98393 w 630013"/>
                    <a:gd name="connsiteY1644" fmla="*/ 533198 h 820735"/>
                    <a:gd name="connsiteX1645" fmla="*/ 97727 w 630013"/>
                    <a:gd name="connsiteY1645" fmla="*/ 532150 h 820735"/>
                    <a:gd name="connsiteX1646" fmla="*/ 98488 w 630013"/>
                    <a:gd name="connsiteY1646" fmla="*/ 530912 h 820735"/>
                    <a:gd name="connsiteX1647" fmla="*/ 93630 w 630013"/>
                    <a:gd name="connsiteY1647" fmla="*/ 532817 h 820735"/>
                    <a:gd name="connsiteX1648" fmla="*/ 95345 w 630013"/>
                    <a:gd name="connsiteY1648" fmla="*/ 528055 h 820735"/>
                    <a:gd name="connsiteX1649" fmla="*/ 100679 w 630013"/>
                    <a:gd name="connsiteY1649" fmla="*/ 524911 h 820735"/>
                    <a:gd name="connsiteX1650" fmla="*/ 97631 w 630013"/>
                    <a:gd name="connsiteY1650" fmla="*/ 517482 h 820735"/>
                    <a:gd name="connsiteX1651" fmla="*/ 99440 w 630013"/>
                    <a:gd name="connsiteY1651" fmla="*/ 519482 h 820735"/>
                    <a:gd name="connsiteX1652" fmla="*/ 98013 w 630013"/>
                    <a:gd name="connsiteY1652" fmla="*/ 508338 h 820735"/>
                    <a:gd name="connsiteX1653" fmla="*/ 99251 w 630013"/>
                    <a:gd name="connsiteY1653" fmla="*/ 504718 h 820735"/>
                    <a:gd name="connsiteX1654" fmla="*/ 97631 w 630013"/>
                    <a:gd name="connsiteY1654" fmla="*/ 499289 h 820735"/>
                    <a:gd name="connsiteX1655" fmla="*/ 94773 w 630013"/>
                    <a:gd name="connsiteY1655" fmla="*/ 497479 h 820735"/>
                    <a:gd name="connsiteX1656" fmla="*/ 97917 w 630013"/>
                    <a:gd name="connsiteY1656" fmla="*/ 492431 h 820735"/>
                    <a:gd name="connsiteX1657" fmla="*/ 83058 w 630013"/>
                    <a:gd name="connsiteY1657" fmla="*/ 486811 h 820735"/>
                    <a:gd name="connsiteX1658" fmla="*/ 81819 w 630013"/>
                    <a:gd name="connsiteY1658" fmla="*/ 480239 h 820735"/>
                    <a:gd name="connsiteX1659" fmla="*/ 84868 w 630013"/>
                    <a:gd name="connsiteY1659" fmla="*/ 469571 h 820735"/>
                    <a:gd name="connsiteX1660" fmla="*/ 86677 w 630013"/>
                    <a:gd name="connsiteY1660" fmla="*/ 469286 h 820735"/>
                    <a:gd name="connsiteX1661" fmla="*/ 87630 w 630013"/>
                    <a:gd name="connsiteY1661" fmla="*/ 473667 h 820735"/>
                    <a:gd name="connsiteX1662" fmla="*/ 87439 w 630013"/>
                    <a:gd name="connsiteY1662" fmla="*/ 469190 h 820735"/>
                    <a:gd name="connsiteX1663" fmla="*/ 92107 w 630013"/>
                    <a:gd name="connsiteY1663" fmla="*/ 470714 h 820735"/>
                    <a:gd name="connsiteX1664" fmla="*/ 93535 w 630013"/>
                    <a:gd name="connsiteY1664" fmla="*/ 462523 h 820735"/>
                    <a:gd name="connsiteX1665" fmla="*/ 87534 w 630013"/>
                    <a:gd name="connsiteY1665" fmla="*/ 465761 h 820735"/>
                    <a:gd name="connsiteX1666" fmla="*/ 85916 w 630013"/>
                    <a:gd name="connsiteY1666" fmla="*/ 460332 h 820735"/>
                    <a:gd name="connsiteX1667" fmla="*/ 87345 w 630013"/>
                    <a:gd name="connsiteY1667" fmla="*/ 461284 h 820735"/>
                    <a:gd name="connsiteX1668" fmla="*/ 86773 w 630013"/>
                    <a:gd name="connsiteY1668" fmla="*/ 465857 h 820735"/>
                    <a:gd name="connsiteX1669" fmla="*/ 84296 w 630013"/>
                    <a:gd name="connsiteY1669" fmla="*/ 463951 h 820735"/>
                    <a:gd name="connsiteX1670" fmla="*/ 85820 w 630013"/>
                    <a:gd name="connsiteY1670" fmla="*/ 462618 h 820735"/>
                    <a:gd name="connsiteX1671" fmla="*/ 84868 w 630013"/>
                    <a:gd name="connsiteY1671" fmla="*/ 459379 h 820735"/>
                    <a:gd name="connsiteX1672" fmla="*/ 80106 w 630013"/>
                    <a:gd name="connsiteY1672" fmla="*/ 460141 h 820735"/>
                    <a:gd name="connsiteX1673" fmla="*/ 80295 w 630013"/>
                    <a:gd name="connsiteY1673" fmla="*/ 456712 h 820735"/>
                    <a:gd name="connsiteX1674" fmla="*/ 82201 w 630013"/>
                    <a:gd name="connsiteY1674" fmla="*/ 454141 h 820735"/>
                    <a:gd name="connsiteX1675" fmla="*/ 77343 w 630013"/>
                    <a:gd name="connsiteY1675" fmla="*/ 465094 h 820735"/>
                    <a:gd name="connsiteX1676" fmla="*/ 76391 w 630013"/>
                    <a:gd name="connsiteY1676" fmla="*/ 460713 h 820735"/>
                    <a:gd name="connsiteX1677" fmla="*/ 73057 w 630013"/>
                    <a:gd name="connsiteY1677" fmla="*/ 469095 h 820735"/>
                    <a:gd name="connsiteX1678" fmla="*/ 73247 w 630013"/>
                    <a:gd name="connsiteY1678" fmla="*/ 473572 h 820735"/>
                    <a:gd name="connsiteX1679" fmla="*/ 64960 w 630013"/>
                    <a:gd name="connsiteY1679" fmla="*/ 470333 h 820735"/>
                    <a:gd name="connsiteX1680" fmla="*/ 65151 w 630013"/>
                    <a:gd name="connsiteY1680" fmla="*/ 465761 h 820735"/>
                    <a:gd name="connsiteX1681" fmla="*/ 61056 w 630013"/>
                    <a:gd name="connsiteY1681" fmla="*/ 467476 h 820735"/>
                    <a:gd name="connsiteX1682" fmla="*/ 61913 w 630013"/>
                    <a:gd name="connsiteY1682" fmla="*/ 473000 h 820735"/>
                    <a:gd name="connsiteX1683" fmla="*/ 59055 w 630013"/>
                    <a:gd name="connsiteY1683" fmla="*/ 479096 h 820735"/>
                    <a:gd name="connsiteX1684" fmla="*/ 51340 w 630013"/>
                    <a:gd name="connsiteY1684" fmla="*/ 479096 h 820735"/>
                    <a:gd name="connsiteX1685" fmla="*/ 53816 w 630013"/>
                    <a:gd name="connsiteY1685" fmla="*/ 482144 h 820735"/>
                    <a:gd name="connsiteX1686" fmla="*/ 52292 w 630013"/>
                    <a:gd name="connsiteY1686" fmla="*/ 491383 h 820735"/>
                    <a:gd name="connsiteX1687" fmla="*/ 48863 w 630013"/>
                    <a:gd name="connsiteY1687" fmla="*/ 494146 h 820735"/>
                    <a:gd name="connsiteX1688" fmla="*/ 49054 w 630013"/>
                    <a:gd name="connsiteY1688" fmla="*/ 498622 h 820735"/>
                    <a:gd name="connsiteX1689" fmla="*/ 57245 w 630013"/>
                    <a:gd name="connsiteY1689" fmla="*/ 497384 h 820735"/>
                    <a:gd name="connsiteX1690" fmla="*/ 58198 w 630013"/>
                    <a:gd name="connsiteY1690" fmla="*/ 492717 h 820735"/>
                    <a:gd name="connsiteX1691" fmla="*/ 59913 w 630013"/>
                    <a:gd name="connsiteY1691" fmla="*/ 494717 h 820735"/>
                    <a:gd name="connsiteX1692" fmla="*/ 57436 w 630013"/>
                    <a:gd name="connsiteY1692" fmla="*/ 500718 h 820735"/>
                    <a:gd name="connsiteX1693" fmla="*/ 61436 w 630013"/>
                    <a:gd name="connsiteY1693" fmla="*/ 502337 h 820735"/>
                    <a:gd name="connsiteX1694" fmla="*/ 63341 w 630013"/>
                    <a:gd name="connsiteY1694" fmla="*/ 502051 h 820735"/>
                    <a:gd name="connsiteX1695" fmla="*/ 66580 w 630013"/>
                    <a:gd name="connsiteY1695" fmla="*/ 503861 h 820735"/>
                    <a:gd name="connsiteX1696" fmla="*/ 70770 w 630013"/>
                    <a:gd name="connsiteY1696" fmla="*/ 508909 h 820735"/>
                    <a:gd name="connsiteX1697" fmla="*/ 64769 w 630013"/>
                    <a:gd name="connsiteY1697" fmla="*/ 511005 h 820735"/>
                    <a:gd name="connsiteX1698" fmla="*/ 66484 w 630013"/>
                    <a:gd name="connsiteY1698" fmla="*/ 513005 h 820735"/>
                    <a:gd name="connsiteX1699" fmla="*/ 67723 w 630013"/>
                    <a:gd name="connsiteY1699" fmla="*/ 509386 h 820735"/>
                    <a:gd name="connsiteX1700" fmla="*/ 69438 w 630013"/>
                    <a:gd name="connsiteY1700" fmla="*/ 512529 h 820735"/>
                    <a:gd name="connsiteX1701" fmla="*/ 69913 w 630013"/>
                    <a:gd name="connsiteY1701" fmla="*/ 518149 h 820735"/>
                    <a:gd name="connsiteX1702" fmla="*/ 64769 w 630013"/>
                    <a:gd name="connsiteY1702" fmla="*/ 516625 h 820735"/>
                    <a:gd name="connsiteX1703" fmla="*/ 66770 w 630013"/>
                    <a:gd name="connsiteY1703" fmla="*/ 520816 h 820735"/>
                    <a:gd name="connsiteX1704" fmla="*/ 65532 w 630013"/>
                    <a:gd name="connsiteY1704" fmla="*/ 523292 h 820735"/>
                    <a:gd name="connsiteX1705" fmla="*/ 68389 w 630013"/>
                    <a:gd name="connsiteY1705" fmla="*/ 525102 h 820735"/>
                    <a:gd name="connsiteX1706" fmla="*/ 65627 w 630013"/>
                    <a:gd name="connsiteY1706" fmla="*/ 530055 h 820735"/>
                    <a:gd name="connsiteX1707" fmla="*/ 62483 w 630013"/>
                    <a:gd name="connsiteY1707" fmla="*/ 524911 h 820735"/>
                    <a:gd name="connsiteX1708" fmla="*/ 59722 w 630013"/>
                    <a:gd name="connsiteY1708" fmla="*/ 536627 h 820735"/>
                    <a:gd name="connsiteX1709" fmla="*/ 65723 w 630013"/>
                    <a:gd name="connsiteY1709" fmla="*/ 534627 h 820735"/>
                    <a:gd name="connsiteX1710" fmla="*/ 71628 w 630013"/>
                    <a:gd name="connsiteY1710" fmla="*/ 536056 h 820735"/>
                    <a:gd name="connsiteX1711" fmla="*/ 69152 w 630013"/>
                    <a:gd name="connsiteY1711" fmla="*/ 542057 h 820735"/>
                    <a:gd name="connsiteX1712" fmla="*/ 73247 w 630013"/>
                    <a:gd name="connsiteY1712" fmla="*/ 541485 h 820735"/>
                    <a:gd name="connsiteX1713" fmla="*/ 72390 w 630013"/>
                    <a:gd name="connsiteY1713" fmla="*/ 543866 h 820735"/>
                    <a:gd name="connsiteX1714" fmla="*/ 74390 w 630013"/>
                    <a:gd name="connsiteY1714" fmla="*/ 540151 h 820735"/>
                    <a:gd name="connsiteX1715" fmla="*/ 74771 w 630013"/>
                    <a:gd name="connsiteY1715" fmla="*/ 548057 h 820735"/>
                    <a:gd name="connsiteX1716" fmla="*/ 61626 w 630013"/>
                    <a:gd name="connsiteY1716" fmla="*/ 542057 h 820735"/>
                    <a:gd name="connsiteX1717" fmla="*/ 69152 w 630013"/>
                    <a:gd name="connsiteY1717" fmla="*/ 539770 h 820735"/>
                    <a:gd name="connsiteX1718" fmla="*/ 65723 w 630013"/>
                    <a:gd name="connsiteY1718" fmla="*/ 541390 h 820735"/>
                    <a:gd name="connsiteX1719" fmla="*/ 62579 w 630013"/>
                    <a:gd name="connsiteY1719" fmla="*/ 537294 h 820735"/>
                    <a:gd name="connsiteX1720" fmla="*/ 62388 w 630013"/>
                    <a:gd name="connsiteY1720" fmla="*/ 540723 h 820735"/>
                    <a:gd name="connsiteX1721" fmla="*/ 59913 w 630013"/>
                    <a:gd name="connsiteY1721" fmla="*/ 538818 h 820735"/>
                    <a:gd name="connsiteX1722" fmla="*/ 55816 w 630013"/>
                    <a:gd name="connsiteY1722" fmla="*/ 548533 h 820735"/>
                    <a:gd name="connsiteX1723" fmla="*/ 66008 w 630013"/>
                    <a:gd name="connsiteY1723" fmla="*/ 553772 h 820735"/>
                    <a:gd name="connsiteX1724" fmla="*/ 66675 w 630013"/>
                    <a:gd name="connsiteY1724" fmla="*/ 548057 h 820735"/>
                    <a:gd name="connsiteX1725" fmla="*/ 67627 w 630013"/>
                    <a:gd name="connsiteY1725" fmla="*/ 551296 h 820735"/>
                    <a:gd name="connsiteX1726" fmla="*/ 68295 w 630013"/>
                    <a:gd name="connsiteY1726" fmla="*/ 561392 h 820735"/>
                    <a:gd name="connsiteX1727" fmla="*/ 65913 w 630013"/>
                    <a:gd name="connsiteY1727" fmla="*/ 556058 h 820735"/>
                    <a:gd name="connsiteX1728" fmla="*/ 62769 w 630013"/>
                    <a:gd name="connsiteY1728" fmla="*/ 559963 h 820735"/>
                    <a:gd name="connsiteX1729" fmla="*/ 63626 w 630013"/>
                    <a:gd name="connsiteY1729" fmla="*/ 557582 h 820735"/>
                    <a:gd name="connsiteX1730" fmla="*/ 62199 w 630013"/>
                    <a:gd name="connsiteY1730" fmla="*/ 555487 h 820735"/>
                    <a:gd name="connsiteX1731" fmla="*/ 61245 w 630013"/>
                    <a:gd name="connsiteY1731" fmla="*/ 560154 h 820735"/>
                    <a:gd name="connsiteX1732" fmla="*/ 58674 w 630013"/>
                    <a:gd name="connsiteY1732" fmla="*/ 550343 h 820735"/>
                    <a:gd name="connsiteX1733" fmla="*/ 58484 w 630013"/>
                    <a:gd name="connsiteY1733" fmla="*/ 553772 h 820735"/>
                    <a:gd name="connsiteX1734" fmla="*/ 54292 w 630013"/>
                    <a:gd name="connsiteY1734" fmla="*/ 548724 h 820735"/>
                    <a:gd name="connsiteX1735" fmla="*/ 51245 w 630013"/>
                    <a:gd name="connsiteY1735" fmla="*/ 551486 h 820735"/>
                    <a:gd name="connsiteX1736" fmla="*/ 48101 w 630013"/>
                    <a:gd name="connsiteY1736" fmla="*/ 547390 h 820735"/>
                    <a:gd name="connsiteX1737" fmla="*/ 47339 w 630013"/>
                    <a:gd name="connsiteY1737" fmla="*/ 548629 h 820735"/>
                    <a:gd name="connsiteX1738" fmla="*/ 52863 w 630013"/>
                    <a:gd name="connsiteY1738" fmla="*/ 557963 h 820735"/>
                    <a:gd name="connsiteX1739" fmla="*/ 52292 w 630013"/>
                    <a:gd name="connsiteY1739" fmla="*/ 561487 h 820735"/>
                    <a:gd name="connsiteX1740" fmla="*/ 46005 w 630013"/>
                    <a:gd name="connsiteY1740" fmla="*/ 560154 h 820735"/>
                    <a:gd name="connsiteX1741" fmla="*/ 43149 w 630013"/>
                    <a:gd name="connsiteY1741" fmla="*/ 557201 h 820735"/>
                    <a:gd name="connsiteX1742" fmla="*/ 43244 w 630013"/>
                    <a:gd name="connsiteY1742" fmla="*/ 562821 h 820735"/>
                    <a:gd name="connsiteX1743" fmla="*/ 46196 w 630013"/>
                    <a:gd name="connsiteY1743" fmla="*/ 563488 h 820735"/>
                    <a:gd name="connsiteX1744" fmla="*/ 44576 w 630013"/>
                    <a:gd name="connsiteY1744" fmla="*/ 565964 h 820735"/>
                    <a:gd name="connsiteX1745" fmla="*/ 47339 w 630013"/>
                    <a:gd name="connsiteY1745" fmla="*/ 563297 h 820735"/>
                    <a:gd name="connsiteX1746" fmla="*/ 48196 w 630013"/>
                    <a:gd name="connsiteY1746" fmla="*/ 568822 h 820735"/>
                    <a:gd name="connsiteX1747" fmla="*/ 49530 w 630013"/>
                    <a:gd name="connsiteY1747" fmla="*/ 564059 h 820735"/>
                    <a:gd name="connsiteX1748" fmla="*/ 56483 w 630013"/>
                    <a:gd name="connsiteY1748" fmla="*/ 574346 h 820735"/>
                    <a:gd name="connsiteX1749" fmla="*/ 42576 w 630013"/>
                    <a:gd name="connsiteY1749" fmla="*/ 576442 h 820735"/>
                    <a:gd name="connsiteX1750" fmla="*/ 42481 w 630013"/>
                    <a:gd name="connsiteY1750" fmla="*/ 578728 h 820735"/>
                    <a:gd name="connsiteX1751" fmla="*/ 41338 w 630013"/>
                    <a:gd name="connsiteY1751" fmla="*/ 578918 h 820735"/>
                    <a:gd name="connsiteX1752" fmla="*/ 41243 w 630013"/>
                    <a:gd name="connsiteY1752" fmla="*/ 573299 h 820735"/>
                    <a:gd name="connsiteX1753" fmla="*/ 38386 w 630013"/>
                    <a:gd name="connsiteY1753" fmla="*/ 570346 h 820735"/>
                    <a:gd name="connsiteX1754" fmla="*/ 26194 w 630013"/>
                    <a:gd name="connsiteY1754" fmla="*/ 568726 h 820735"/>
                    <a:gd name="connsiteX1755" fmla="*/ 16383 w 630013"/>
                    <a:gd name="connsiteY1755" fmla="*/ 563392 h 820735"/>
                    <a:gd name="connsiteX1756" fmla="*/ 15812 w 630013"/>
                    <a:gd name="connsiteY1756" fmla="*/ 567964 h 820735"/>
                    <a:gd name="connsiteX1757" fmla="*/ 8573 w 630013"/>
                    <a:gd name="connsiteY1757" fmla="*/ 563297 h 820735"/>
                    <a:gd name="connsiteX1758" fmla="*/ 8001 w 630013"/>
                    <a:gd name="connsiteY1758" fmla="*/ 567869 h 820735"/>
                    <a:gd name="connsiteX1759" fmla="*/ 6762 w 630013"/>
                    <a:gd name="connsiteY1759" fmla="*/ 562345 h 820735"/>
                    <a:gd name="connsiteX1760" fmla="*/ 0 w 630013"/>
                    <a:gd name="connsiteY1760" fmla="*/ 563297 h 820735"/>
                    <a:gd name="connsiteX1761" fmla="*/ 2763 w 630013"/>
                    <a:gd name="connsiteY1761" fmla="*/ 564726 h 820735"/>
                    <a:gd name="connsiteX1762" fmla="*/ 89820 w 630013"/>
                    <a:gd name="connsiteY1762" fmla="*/ 554058 h 820735"/>
                    <a:gd name="connsiteX1763" fmla="*/ 87725 w 630013"/>
                    <a:gd name="connsiteY1763" fmla="*/ 560059 h 820735"/>
                    <a:gd name="connsiteX1764" fmla="*/ 86677 w 630013"/>
                    <a:gd name="connsiteY1764" fmla="*/ 557963 h 820735"/>
                    <a:gd name="connsiteX1765" fmla="*/ 89820 w 630013"/>
                    <a:gd name="connsiteY1765" fmla="*/ 554058 h 820735"/>
                    <a:gd name="connsiteX1766" fmla="*/ 134112 w 630013"/>
                    <a:gd name="connsiteY1766" fmla="*/ 468809 h 820735"/>
                    <a:gd name="connsiteX1767" fmla="*/ 136684 w 630013"/>
                    <a:gd name="connsiteY1767" fmla="*/ 468428 h 820735"/>
                    <a:gd name="connsiteX1768" fmla="*/ 133541 w 630013"/>
                    <a:gd name="connsiteY1768" fmla="*/ 473476 h 820735"/>
                    <a:gd name="connsiteX1769" fmla="*/ 139922 w 630013"/>
                    <a:gd name="connsiteY1769" fmla="*/ 470238 h 820735"/>
                    <a:gd name="connsiteX1770" fmla="*/ 140112 w 630013"/>
                    <a:gd name="connsiteY1770" fmla="*/ 475858 h 820735"/>
                    <a:gd name="connsiteX1771" fmla="*/ 139446 w 630013"/>
                    <a:gd name="connsiteY1771" fmla="*/ 472524 h 820735"/>
                    <a:gd name="connsiteX1772" fmla="*/ 134684 w 630013"/>
                    <a:gd name="connsiteY1772" fmla="*/ 482335 h 820735"/>
                    <a:gd name="connsiteX1773" fmla="*/ 131444 w 630013"/>
                    <a:gd name="connsiteY1773" fmla="*/ 479477 h 820735"/>
                    <a:gd name="connsiteX1774" fmla="*/ 128015 w 630013"/>
                    <a:gd name="connsiteY1774" fmla="*/ 483478 h 820735"/>
                    <a:gd name="connsiteX1775" fmla="*/ 134112 w 630013"/>
                    <a:gd name="connsiteY1775" fmla="*/ 468809 h 820735"/>
                    <a:gd name="connsiteX1776" fmla="*/ 109538 w 630013"/>
                    <a:gd name="connsiteY1776" fmla="*/ 437662 h 820735"/>
                    <a:gd name="connsiteX1777" fmla="*/ 113157 w 630013"/>
                    <a:gd name="connsiteY1777" fmla="*/ 438234 h 820735"/>
                    <a:gd name="connsiteX1778" fmla="*/ 112966 w 630013"/>
                    <a:gd name="connsiteY1778" fmla="*/ 443949 h 820735"/>
                    <a:gd name="connsiteX1779" fmla="*/ 111062 w 630013"/>
                    <a:gd name="connsiteY1779" fmla="*/ 446521 h 820735"/>
                    <a:gd name="connsiteX1780" fmla="*/ 109061 w 630013"/>
                    <a:gd name="connsiteY1780" fmla="*/ 442330 h 820735"/>
                    <a:gd name="connsiteX1781" fmla="*/ 109538 w 630013"/>
                    <a:gd name="connsiteY1781" fmla="*/ 437662 h 820735"/>
                    <a:gd name="connsiteX1782" fmla="*/ 148494 w 630013"/>
                    <a:gd name="connsiteY1782" fmla="*/ 444997 h 820735"/>
                    <a:gd name="connsiteX1783" fmla="*/ 144399 w 630013"/>
                    <a:gd name="connsiteY1783" fmla="*/ 445663 h 820735"/>
                    <a:gd name="connsiteX1784" fmla="*/ 148494 w 630013"/>
                    <a:gd name="connsiteY1784" fmla="*/ 444997 h 820735"/>
                    <a:gd name="connsiteX1785" fmla="*/ 237553 w 630013"/>
                    <a:gd name="connsiteY1785" fmla="*/ 418422 h 820735"/>
                    <a:gd name="connsiteX1786" fmla="*/ 235267 w 630013"/>
                    <a:gd name="connsiteY1786" fmla="*/ 423375 h 820735"/>
                    <a:gd name="connsiteX1787" fmla="*/ 235362 w 630013"/>
                    <a:gd name="connsiteY1787" fmla="*/ 418803 h 820735"/>
                    <a:gd name="connsiteX1788" fmla="*/ 237553 w 630013"/>
                    <a:gd name="connsiteY1788" fmla="*/ 418422 h 820735"/>
                    <a:gd name="connsiteX1789" fmla="*/ 247173 w 630013"/>
                    <a:gd name="connsiteY1789" fmla="*/ 393943 h 820735"/>
                    <a:gd name="connsiteX1790" fmla="*/ 248698 w 630013"/>
                    <a:gd name="connsiteY1790" fmla="*/ 392514 h 820735"/>
                    <a:gd name="connsiteX1791" fmla="*/ 252317 w 630013"/>
                    <a:gd name="connsiteY1791" fmla="*/ 394133 h 820735"/>
                    <a:gd name="connsiteX1792" fmla="*/ 247841 w 630013"/>
                    <a:gd name="connsiteY1792" fmla="*/ 399467 h 820735"/>
                    <a:gd name="connsiteX1793" fmla="*/ 247173 w 630013"/>
                    <a:gd name="connsiteY1793" fmla="*/ 393943 h 820735"/>
                    <a:gd name="connsiteX1794" fmla="*/ 233363 w 630013"/>
                    <a:gd name="connsiteY1794" fmla="*/ 381655 h 820735"/>
                    <a:gd name="connsiteX1795" fmla="*/ 235839 w 630013"/>
                    <a:gd name="connsiteY1795" fmla="*/ 385751 h 820735"/>
                    <a:gd name="connsiteX1796" fmla="*/ 233363 w 630013"/>
                    <a:gd name="connsiteY1796" fmla="*/ 381655 h 820735"/>
                    <a:gd name="connsiteX1797" fmla="*/ 189357 w 630013"/>
                    <a:gd name="connsiteY1797" fmla="*/ 336031 h 820735"/>
                    <a:gd name="connsiteX1798" fmla="*/ 191357 w 630013"/>
                    <a:gd name="connsiteY1798" fmla="*/ 330030 h 820735"/>
                    <a:gd name="connsiteX1799" fmla="*/ 191548 w 630013"/>
                    <a:gd name="connsiteY1799" fmla="*/ 335650 h 820735"/>
                    <a:gd name="connsiteX1800" fmla="*/ 189357 w 630013"/>
                    <a:gd name="connsiteY1800" fmla="*/ 336031 h 820735"/>
                    <a:gd name="connsiteX1801" fmla="*/ 183070 w 630013"/>
                    <a:gd name="connsiteY1801" fmla="*/ 270213 h 820735"/>
                    <a:gd name="connsiteX1802" fmla="*/ 183738 w 630013"/>
                    <a:gd name="connsiteY1802" fmla="*/ 271261 h 820735"/>
                    <a:gd name="connsiteX1803" fmla="*/ 185833 w 630013"/>
                    <a:gd name="connsiteY1803" fmla="*/ 272023 h 820735"/>
                    <a:gd name="connsiteX1804" fmla="*/ 186308 w 630013"/>
                    <a:gd name="connsiteY1804" fmla="*/ 268498 h 820735"/>
                    <a:gd name="connsiteX1805" fmla="*/ 188500 w 630013"/>
                    <a:gd name="connsiteY1805" fmla="*/ 268117 h 820735"/>
                    <a:gd name="connsiteX1806" fmla="*/ 186785 w 630013"/>
                    <a:gd name="connsiteY1806" fmla="*/ 276309 h 820735"/>
                    <a:gd name="connsiteX1807" fmla="*/ 190214 w 630013"/>
                    <a:gd name="connsiteY1807" fmla="*/ 280214 h 820735"/>
                    <a:gd name="connsiteX1808" fmla="*/ 190691 w 630013"/>
                    <a:gd name="connsiteY1808" fmla="*/ 275642 h 820735"/>
                    <a:gd name="connsiteX1809" fmla="*/ 192786 w 630013"/>
                    <a:gd name="connsiteY1809" fmla="*/ 278690 h 820735"/>
                    <a:gd name="connsiteX1810" fmla="*/ 189166 w 630013"/>
                    <a:gd name="connsiteY1810" fmla="*/ 280500 h 820735"/>
                    <a:gd name="connsiteX1811" fmla="*/ 187357 w 630013"/>
                    <a:gd name="connsiteY1811" fmla="*/ 280786 h 820735"/>
                    <a:gd name="connsiteX1812" fmla="*/ 184595 w 630013"/>
                    <a:gd name="connsiteY1812" fmla="*/ 289168 h 820735"/>
                    <a:gd name="connsiteX1813" fmla="*/ 185356 w 630013"/>
                    <a:gd name="connsiteY1813" fmla="*/ 286786 h 820735"/>
                    <a:gd name="connsiteX1814" fmla="*/ 185928 w 630013"/>
                    <a:gd name="connsiteY1814" fmla="*/ 292311 h 820735"/>
                    <a:gd name="connsiteX1815" fmla="*/ 191929 w 630013"/>
                    <a:gd name="connsiteY1815" fmla="*/ 294692 h 820735"/>
                    <a:gd name="connsiteX1816" fmla="*/ 192405 w 630013"/>
                    <a:gd name="connsiteY1816" fmla="*/ 291168 h 820735"/>
                    <a:gd name="connsiteX1817" fmla="*/ 200882 w 630013"/>
                    <a:gd name="connsiteY1817" fmla="*/ 296502 h 820735"/>
                    <a:gd name="connsiteX1818" fmla="*/ 198882 w 630013"/>
                    <a:gd name="connsiteY1818" fmla="*/ 303646 h 820735"/>
                    <a:gd name="connsiteX1819" fmla="*/ 200501 w 630013"/>
                    <a:gd name="connsiteY1819" fmla="*/ 298788 h 820735"/>
                    <a:gd name="connsiteX1820" fmla="*/ 197739 w 630013"/>
                    <a:gd name="connsiteY1820" fmla="*/ 294787 h 820735"/>
                    <a:gd name="connsiteX1821" fmla="*/ 195929 w 630013"/>
                    <a:gd name="connsiteY1821" fmla="*/ 296216 h 820735"/>
                    <a:gd name="connsiteX1822" fmla="*/ 195833 w 630013"/>
                    <a:gd name="connsiteY1822" fmla="*/ 300788 h 820735"/>
                    <a:gd name="connsiteX1823" fmla="*/ 191929 w 630013"/>
                    <a:gd name="connsiteY1823" fmla="*/ 298026 h 820735"/>
                    <a:gd name="connsiteX1824" fmla="*/ 193547 w 630013"/>
                    <a:gd name="connsiteY1824" fmla="*/ 303455 h 820735"/>
                    <a:gd name="connsiteX1825" fmla="*/ 190691 w 630013"/>
                    <a:gd name="connsiteY1825" fmla="*/ 303931 h 820735"/>
                    <a:gd name="connsiteX1826" fmla="*/ 190214 w 630013"/>
                    <a:gd name="connsiteY1826" fmla="*/ 308503 h 820735"/>
                    <a:gd name="connsiteX1827" fmla="*/ 186404 w 630013"/>
                    <a:gd name="connsiteY1827" fmla="*/ 303550 h 820735"/>
                    <a:gd name="connsiteX1828" fmla="*/ 186976 w 630013"/>
                    <a:gd name="connsiteY1828" fmla="*/ 309075 h 820735"/>
                    <a:gd name="connsiteX1829" fmla="*/ 184881 w 630013"/>
                    <a:gd name="connsiteY1829" fmla="*/ 306027 h 820735"/>
                    <a:gd name="connsiteX1830" fmla="*/ 185738 w 630013"/>
                    <a:gd name="connsiteY1830" fmla="*/ 302503 h 820735"/>
                    <a:gd name="connsiteX1831" fmla="*/ 183547 w 630013"/>
                    <a:gd name="connsiteY1831" fmla="*/ 304027 h 820735"/>
                    <a:gd name="connsiteX1832" fmla="*/ 186976 w 630013"/>
                    <a:gd name="connsiteY1832" fmla="*/ 296597 h 820735"/>
                    <a:gd name="connsiteX1833" fmla="*/ 183452 w 630013"/>
                    <a:gd name="connsiteY1833" fmla="*/ 296121 h 820735"/>
                    <a:gd name="connsiteX1834" fmla="*/ 182975 w 630013"/>
                    <a:gd name="connsiteY1834" fmla="*/ 299550 h 820735"/>
                    <a:gd name="connsiteX1835" fmla="*/ 183547 w 630013"/>
                    <a:gd name="connsiteY1835" fmla="*/ 305170 h 820735"/>
                    <a:gd name="connsiteX1836" fmla="*/ 178498 w 630013"/>
                    <a:gd name="connsiteY1836" fmla="*/ 306027 h 820735"/>
                    <a:gd name="connsiteX1837" fmla="*/ 182213 w 630013"/>
                    <a:gd name="connsiteY1837" fmla="*/ 302026 h 820735"/>
                    <a:gd name="connsiteX1838" fmla="*/ 180403 w 630013"/>
                    <a:gd name="connsiteY1838" fmla="*/ 303455 h 820735"/>
                    <a:gd name="connsiteX1839" fmla="*/ 180118 w 630013"/>
                    <a:gd name="connsiteY1839" fmla="*/ 302407 h 820735"/>
                    <a:gd name="connsiteX1840" fmla="*/ 179832 w 630013"/>
                    <a:gd name="connsiteY1840" fmla="*/ 301360 h 820735"/>
                    <a:gd name="connsiteX1841" fmla="*/ 182404 w 630013"/>
                    <a:gd name="connsiteY1841" fmla="*/ 298597 h 820735"/>
                    <a:gd name="connsiteX1842" fmla="*/ 181832 w 630013"/>
                    <a:gd name="connsiteY1842" fmla="*/ 293073 h 820735"/>
                    <a:gd name="connsiteX1843" fmla="*/ 177641 w 630013"/>
                    <a:gd name="connsiteY1843" fmla="*/ 300598 h 820735"/>
                    <a:gd name="connsiteX1844" fmla="*/ 178975 w 630013"/>
                    <a:gd name="connsiteY1844" fmla="*/ 303741 h 820735"/>
                    <a:gd name="connsiteX1845" fmla="*/ 177165 w 630013"/>
                    <a:gd name="connsiteY1845" fmla="*/ 302884 h 820735"/>
                    <a:gd name="connsiteX1846" fmla="*/ 178117 w 630013"/>
                    <a:gd name="connsiteY1846" fmla="*/ 307265 h 820735"/>
                    <a:gd name="connsiteX1847" fmla="*/ 176308 w 630013"/>
                    <a:gd name="connsiteY1847" fmla="*/ 306408 h 820735"/>
                    <a:gd name="connsiteX1848" fmla="*/ 176879 w 630013"/>
                    <a:gd name="connsiteY1848" fmla="*/ 299550 h 820735"/>
                    <a:gd name="connsiteX1849" fmla="*/ 175926 w 630013"/>
                    <a:gd name="connsiteY1849" fmla="*/ 306503 h 820735"/>
                    <a:gd name="connsiteX1850" fmla="*/ 173736 w 630013"/>
                    <a:gd name="connsiteY1850" fmla="*/ 308027 h 820735"/>
                    <a:gd name="connsiteX1851" fmla="*/ 173831 w 630013"/>
                    <a:gd name="connsiteY1851" fmla="*/ 304598 h 820735"/>
                    <a:gd name="connsiteX1852" fmla="*/ 175260 w 630013"/>
                    <a:gd name="connsiteY1852" fmla="*/ 304312 h 820735"/>
                    <a:gd name="connsiteX1853" fmla="*/ 175070 w 630013"/>
                    <a:gd name="connsiteY1853" fmla="*/ 297550 h 820735"/>
                    <a:gd name="connsiteX1854" fmla="*/ 178212 w 630013"/>
                    <a:gd name="connsiteY1854" fmla="*/ 289072 h 820735"/>
                    <a:gd name="connsiteX1855" fmla="*/ 179069 w 630013"/>
                    <a:gd name="connsiteY1855" fmla="*/ 295740 h 820735"/>
                    <a:gd name="connsiteX1856" fmla="*/ 182784 w 630013"/>
                    <a:gd name="connsiteY1856" fmla="*/ 291644 h 820735"/>
                    <a:gd name="connsiteX1857" fmla="*/ 181451 w 630013"/>
                    <a:gd name="connsiteY1857" fmla="*/ 287358 h 820735"/>
                    <a:gd name="connsiteX1858" fmla="*/ 184881 w 630013"/>
                    <a:gd name="connsiteY1858" fmla="*/ 291263 h 820735"/>
                    <a:gd name="connsiteX1859" fmla="*/ 179260 w 630013"/>
                    <a:gd name="connsiteY1859" fmla="*/ 287739 h 820735"/>
                    <a:gd name="connsiteX1860" fmla="*/ 177355 w 630013"/>
                    <a:gd name="connsiteY1860" fmla="*/ 280119 h 820735"/>
                    <a:gd name="connsiteX1861" fmla="*/ 183356 w 630013"/>
                    <a:gd name="connsiteY1861" fmla="*/ 272308 h 820735"/>
                    <a:gd name="connsiteX1862" fmla="*/ 186404 w 630013"/>
                    <a:gd name="connsiteY1862" fmla="*/ 278595 h 820735"/>
                    <a:gd name="connsiteX1863" fmla="*/ 183070 w 630013"/>
                    <a:gd name="connsiteY1863" fmla="*/ 270213 h 820735"/>
                    <a:gd name="connsiteX1864" fmla="*/ 198215 w 630013"/>
                    <a:gd name="connsiteY1864" fmla="*/ 303931 h 820735"/>
                    <a:gd name="connsiteX1865" fmla="*/ 196787 w 630013"/>
                    <a:gd name="connsiteY1865" fmla="*/ 304217 h 820735"/>
                    <a:gd name="connsiteX1866" fmla="*/ 196976 w 630013"/>
                    <a:gd name="connsiteY1866" fmla="*/ 298502 h 820735"/>
                    <a:gd name="connsiteX1867" fmla="*/ 198215 w 630013"/>
                    <a:gd name="connsiteY1867" fmla="*/ 303931 h 820735"/>
                    <a:gd name="connsiteX1868" fmla="*/ 142303 w 630013"/>
                    <a:gd name="connsiteY1868" fmla="*/ 271546 h 820735"/>
                    <a:gd name="connsiteX1869" fmla="*/ 142018 w 630013"/>
                    <a:gd name="connsiteY1869" fmla="*/ 269356 h 820735"/>
                    <a:gd name="connsiteX1870" fmla="*/ 142780 w 630013"/>
                    <a:gd name="connsiteY1870" fmla="*/ 266974 h 820735"/>
                    <a:gd name="connsiteX1871" fmla="*/ 142303 w 630013"/>
                    <a:gd name="connsiteY1871" fmla="*/ 271546 h 820735"/>
                    <a:gd name="connsiteX1872" fmla="*/ 507682 w 630013"/>
                    <a:gd name="connsiteY1872" fmla="*/ 15514 h 820735"/>
                    <a:gd name="connsiteX1873" fmla="*/ 505682 w 630013"/>
                    <a:gd name="connsiteY1873" fmla="*/ 19420 h 820735"/>
                    <a:gd name="connsiteX1874" fmla="*/ 506254 w 630013"/>
                    <a:gd name="connsiteY1874" fmla="*/ 13609 h 820735"/>
                    <a:gd name="connsiteX1875" fmla="*/ 507682 w 630013"/>
                    <a:gd name="connsiteY1875" fmla="*/ 15514 h 820735"/>
                    <a:gd name="connsiteX1876" fmla="*/ 540067 w 630013"/>
                    <a:gd name="connsiteY1876" fmla="*/ 145340 h 820735"/>
                    <a:gd name="connsiteX1877" fmla="*/ 537686 w 630013"/>
                    <a:gd name="connsiteY1877" fmla="*/ 148198 h 820735"/>
                    <a:gd name="connsiteX1878" fmla="*/ 536257 w 630013"/>
                    <a:gd name="connsiteY1878" fmla="*/ 145150 h 820735"/>
                    <a:gd name="connsiteX1879" fmla="*/ 538067 w 630013"/>
                    <a:gd name="connsiteY1879" fmla="*/ 147055 h 820735"/>
                    <a:gd name="connsiteX1880" fmla="*/ 538353 w 630013"/>
                    <a:gd name="connsiteY1880" fmla="*/ 143530 h 820735"/>
                    <a:gd name="connsiteX1881" fmla="*/ 540067 w 630013"/>
                    <a:gd name="connsiteY1881" fmla="*/ 145340 h 820735"/>
                    <a:gd name="connsiteX1882" fmla="*/ 539115 w 630013"/>
                    <a:gd name="connsiteY1882" fmla="*/ 177630 h 820735"/>
                    <a:gd name="connsiteX1883" fmla="*/ 537306 w 630013"/>
                    <a:gd name="connsiteY1883" fmla="*/ 175725 h 820735"/>
                    <a:gd name="connsiteX1884" fmla="*/ 539115 w 630013"/>
                    <a:gd name="connsiteY1884" fmla="*/ 177630 h 820735"/>
                    <a:gd name="connsiteX1885" fmla="*/ 562451 w 630013"/>
                    <a:gd name="connsiteY1885" fmla="*/ 256973 h 820735"/>
                    <a:gd name="connsiteX1886" fmla="*/ 560737 w 630013"/>
                    <a:gd name="connsiteY1886" fmla="*/ 257354 h 820735"/>
                    <a:gd name="connsiteX1887" fmla="*/ 561689 w 630013"/>
                    <a:gd name="connsiteY1887" fmla="*/ 254782 h 820735"/>
                    <a:gd name="connsiteX1888" fmla="*/ 561308 w 630013"/>
                    <a:gd name="connsiteY1888" fmla="*/ 253735 h 820735"/>
                    <a:gd name="connsiteX1889" fmla="*/ 561594 w 630013"/>
                    <a:gd name="connsiteY1889" fmla="*/ 252496 h 820735"/>
                    <a:gd name="connsiteX1890" fmla="*/ 562261 w 630013"/>
                    <a:gd name="connsiteY1890" fmla="*/ 252306 h 820735"/>
                    <a:gd name="connsiteX1891" fmla="*/ 562451 w 630013"/>
                    <a:gd name="connsiteY1891" fmla="*/ 256973 h 820735"/>
                    <a:gd name="connsiteX1892" fmla="*/ 546068 w 630013"/>
                    <a:gd name="connsiteY1892" fmla="*/ 597968 h 820735"/>
                    <a:gd name="connsiteX1893" fmla="*/ 541877 w 630013"/>
                    <a:gd name="connsiteY1893" fmla="*/ 595492 h 820735"/>
                    <a:gd name="connsiteX1894" fmla="*/ 541687 w 630013"/>
                    <a:gd name="connsiteY1894" fmla="*/ 587491 h 820735"/>
                    <a:gd name="connsiteX1895" fmla="*/ 543306 w 630013"/>
                    <a:gd name="connsiteY1895" fmla="*/ 593968 h 820735"/>
                    <a:gd name="connsiteX1896" fmla="*/ 545592 w 630013"/>
                    <a:gd name="connsiteY1896" fmla="*/ 593491 h 820735"/>
                    <a:gd name="connsiteX1897" fmla="*/ 546068 w 630013"/>
                    <a:gd name="connsiteY1897" fmla="*/ 597968 h 820735"/>
                    <a:gd name="connsiteX1898" fmla="*/ 446532 w 630013"/>
                    <a:gd name="connsiteY1898" fmla="*/ 767513 h 820735"/>
                    <a:gd name="connsiteX1899" fmla="*/ 445008 w 630013"/>
                    <a:gd name="connsiteY1899" fmla="*/ 767799 h 820735"/>
                    <a:gd name="connsiteX1900" fmla="*/ 443483 w 630013"/>
                    <a:gd name="connsiteY1900" fmla="*/ 764656 h 820735"/>
                    <a:gd name="connsiteX1901" fmla="*/ 446151 w 630013"/>
                    <a:gd name="connsiteY1901" fmla="*/ 760750 h 820735"/>
                    <a:gd name="connsiteX1902" fmla="*/ 446532 w 630013"/>
                    <a:gd name="connsiteY1902" fmla="*/ 767513 h 820735"/>
                    <a:gd name="connsiteX1903" fmla="*/ 127540 w 630013"/>
                    <a:gd name="connsiteY1903" fmla="*/ 602540 h 820735"/>
                    <a:gd name="connsiteX1904" fmla="*/ 125825 w 630013"/>
                    <a:gd name="connsiteY1904" fmla="*/ 599397 h 820735"/>
                    <a:gd name="connsiteX1905" fmla="*/ 127540 w 630013"/>
                    <a:gd name="connsiteY1905" fmla="*/ 602540 h 820735"/>
                    <a:gd name="connsiteX1906" fmla="*/ 23717 w 630013"/>
                    <a:gd name="connsiteY1906" fmla="*/ 578728 h 820735"/>
                    <a:gd name="connsiteX1907" fmla="*/ 26098 w 630013"/>
                    <a:gd name="connsiteY1907" fmla="*/ 575013 h 820735"/>
                    <a:gd name="connsiteX1908" fmla="*/ 23717 w 630013"/>
                    <a:gd name="connsiteY1908" fmla="*/ 578728 h 820735"/>
                    <a:gd name="connsiteX1909" fmla="*/ 37719 w 630013"/>
                    <a:gd name="connsiteY1909" fmla="*/ 582252 h 820735"/>
                    <a:gd name="connsiteX1910" fmla="*/ 40767 w 630013"/>
                    <a:gd name="connsiteY1910" fmla="*/ 581776 h 820735"/>
                    <a:gd name="connsiteX1911" fmla="*/ 40577 w 630013"/>
                    <a:gd name="connsiteY1911" fmla="*/ 586348 h 820735"/>
                    <a:gd name="connsiteX1912" fmla="*/ 37719 w 630013"/>
                    <a:gd name="connsiteY1912" fmla="*/ 582252 h 820735"/>
                    <a:gd name="connsiteX1913" fmla="*/ 54959 w 630013"/>
                    <a:gd name="connsiteY1913" fmla="*/ 553677 h 820735"/>
                    <a:gd name="connsiteX1914" fmla="*/ 57912 w 630013"/>
                    <a:gd name="connsiteY1914" fmla="*/ 554344 h 820735"/>
                    <a:gd name="connsiteX1915" fmla="*/ 56673 w 630013"/>
                    <a:gd name="connsiteY1915" fmla="*/ 557963 h 820735"/>
                    <a:gd name="connsiteX1916" fmla="*/ 58388 w 630013"/>
                    <a:gd name="connsiteY1916" fmla="*/ 561107 h 820735"/>
                    <a:gd name="connsiteX1917" fmla="*/ 54673 w 630013"/>
                    <a:gd name="connsiteY1917" fmla="*/ 561678 h 820735"/>
                    <a:gd name="connsiteX1918" fmla="*/ 54959 w 630013"/>
                    <a:gd name="connsiteY1918" fmla="*/ 553677 h 820735"/>
                    <a:gd name="connsiteX1919" fmla="*/ 59627 w 630013"/>
                    <a:gd name="connsiteY1919" fmla="*/ 557487 h 820735"/>
                    <a:gd name="connsiteX1920" fmla="*/ 61817 w 630013"/>
                    <a:gd name="connsiteY1920" fmla="*/ 558344 h 820735"/>
                    <a:gd name="connsiteX1921" fmla="*/ 59627 w 630013"/>
                    <a:gd name="connsiteY1921" fmla="*/ 557487 h 820735"/>
                    <a:gd name="connsiteX1922" fmla="*/ 61245 w 630013"/>
                    <a:gd name="connsiteY1922" fmla="*/ 579871 h 820735"/>
                    <a:gd name="connsiteX1923" fmla="*/ 63626 w 630013"/>
                    <a:gd name="connsiteY1923" fmla="*/ 577299 h 820735"/>
                    <a:gd name="connsiteX1924" fmla="*/ 61245 w 630013"/>
                    <a:gd name="connsiteY1924" fmla="*/ 579871 h 820735"/>
                    <a:gd name="connsiteX1925" fmla="*/ 66770 w 630013"/>
                    <a:gd name="connsiteY1925" fmla="*/ 589205 h 820735"/>
                    <a:gd name="connsiteX1926" fmla="*/ 70104 w 630013"/>
                    <a:gd name="connsiteY1926" fmla="*/ 589872 h 820735"/>
                    <a:gd name="connsiteX1927" fmla="*/ 66770 w 630013"/>
                    <a:gd name="connsiteY1927" fmla="*/ 589205 h 820735"/>
                    <a:gd name="connsiteX1928" fmla="*/ 70485 w 630013"/>
                    <a:gd name="connsiteY1928" fmla="*/ 528721 h 820735"/>
                    <a:gd name="connsiteX1929" fmla="*/ 73247 w 630013"/>
                    <a:gd name="connsiteY1929" fmla="*/ 532817 h 820735"/>
                    <a:gd name="connsiteX1930" fmla="*/ 70485 w 630013"/>
                    <a:gd name="connsiteY1930" fmla="*/ 528721 h 820735"/>
                    <a:gd name="connsiteX1931" fmla="*/ 77057 w 630013"/>
                    <a:gd name="connsiteY1931" fmla="*/ 479001 h 820735"/>
                    <a:gd name="connsiteX1932" fmla="*/ 77724 w 630013"/>
                    <a:gd name="connsiteY1932" fmla="*/ 471000 h 820735"/>
                    <a:gd name="connsiteX1933" fmla="*/ 81058 w 630013"/>
                    <a:gd name="connsiteY1933" fmla="*/ 469381 h 820735"/>
                    <a:gd name="connsiteX1934" fmla="*/ 80867 w 630013"/>
                    <a:gd name="connsiteY1934" fmla="*/ 483001 h 820735"/>
                    <a:gd name="connsiteX1935" fmla="*/ 77057 w 630013"/>
                    <a:gd name="connsiteY1935" fmla="*/ 479001 h 820735"/>
                    <a:gd name="connsiteX1936" fmla="*/ 76676 w 630013"/>
                    <a:gd name="connsiteY1936" fmla="*/ 531198 h 820735"/>
                    <a:gd name="connsiteX1937" fmla="*/ 79343 w 630013"/>
                    <a:gd name="connsiteY1937" fmla="*/ 529674 h 820735"/>
                    <a:gd name="connsiteX1938" fmla="*/ 76676 w 630013"/>
                    <a:gd name="connsiteY1938" fmla="*/ 531198 h 820735"/>
                    <a:gd name="connsiteX1939" fmla="*/ 78486 w 630013"/>
                    <a:gd name="connsiteY1939" fmla="*/ 490145 h 820735"/>
                    <a:gd name="connsiteX1940" fmla="*/ 79724 w 630013"/>
                    <a:gd name="connsiteY1940" fmla="*/ 486526 h 820735"/>
                    <a:gd name="connsiteX1941" fmla="*/ 81533 w 630013"/>
                    <a:gd name="connsiteY1941" fmla="*/ 487383 h 820735"/>
                    <a:gd name="connsiteX1942" fmla="*/ 78486 w 630013"/>
                    <a:gd name="connsiteY1942" fmla="*/ 490145 h 820735"/>
                    <a:gd name="connsiteX1943" fmla="*/ 78105 w 630013"/>
                    <a:gd name="connsiteY1943" fmla="*/ 559201 h 820735"/>
                    <a:gd name="connsiteX1944" fmla="*/ 79057 w 630013"/>
                    <a:gd name="connsiteY1944" fmla="*/ 554534 h 820735"/>
                    <a:gd name="connsiteX1945" fmla="*/ 81915 w 630013"/>
                    <a:gd name="connsiteY1945" fmla="*/ 556344 h 820735"/>
                    <a:gd name="connsiteX1946" fmla="*/ 81819 w 630013"/>
                    <a:gd name="connsiteY1946" fmla="*/ 559773 h 820735"/>
                    <a:gd name="connsiteX1947" fmla="*/ 85153 w 630013"/>
                    <a:gd name="connsiteY1947" fmla="*/ 559297 h 820735"/>
                    <a:gd name="connsiteX1948" fmla="*/ 85630 w 630013"/>
                    <a:gd name="connsiteY1948" fmla="*/ 556915 h 820735"/>
                    <a:gd name="connsiteX1949" fmla="*/ 85439 w 630013"/>
                    <a:gd name="connsiteY1949" fmla="*/ 561487 h 820735"/>
                    <a:gd name="connsiteX1950" fmla="*/ 80201 w 630013"/>
                    <a:gd name="connsiteY1950" fmla="*/ 562249 h 820735"/>
                    <a:gd name="connsiteX1951" fmla="*/ 78105 w 630013"/>
                    <a:gd name="connsiteY1951" fmla="*/ 559201 h 820735"/>
                    <a:gd name="connsiteX1952" fmla="*/ 80486 w 630013"/>
                    <a:gd name="connsiteY1952" fmla="*/ 529483 h 820735"/>
                    <a:gd name="connsiteX1953" fmla="*/ 82296 w 630013"/>
                    <a:gd name="connsiteY1953" fmla="*/ 530341 h 820735"/>
                    <a:gd name="connsiteX1954" fmla="*/ 80581 w 630013"/>
                    <a:gd name="connsiteY1954" fmla="*/ 535103 h 820735"/>
                    <a:gd name="connsiteX1955" fmla="*/ 80486 w 630013"/>
                    <a:gd name="connsiteY1955" fmla="*/ 529483 h 820735"/>
                    <a:gd name="connsiteX1956" fmla="*/ 83439 w 630013"/>
                    <a:gd name="connsiteY1956" fmla="*/ 530150 h 820735"/>
                    <a:gd name="connsiteX1957" fmla="*/ 90963 w 630013"/>
                    <a:gd name="connsiteY1957" fmla="*/ 526721 h 820735"/>
                    <a:gd name="connsiteX1958" fmla="*/ 93726 w 630013"/>
                    <a:gd name="connsiteY1958" fmla="*/ 531960 h 820735"/>
                    <a:gd name="connsiteX1959" fmla="*/ 91916 w 630013"/>
                    <a:gd name="connsiteY1959" fmla="*/ 531103 h 820735"/>
                    <a:gd name="connsiteX1960" fmla="*/ 85534 w 630013"/>
                    <a:gd name="connsiteY1960" fmla="*/ 534341 h 820735"/>
                    <a:gd name="connsiteX1961" fmla="*/ 83439 w 630013"/>
                    <a:gd name="connsiteY1961" fmla="*/ 530150 h 820735"/>
                    <a:gd name="connsiteX1962" fmla="*/ 89154 w 630013"/>
                    <a:gd name="connsiteY1962" fmla="*/ 524721 h 820735"/>
                    <a:gd name="connsiteX1963" fmla="*/ 92201 w 630013"/>
                    <a:gd name="connsiteY1963" fmla="*/ 523102 h 820735"/>
                    <a:gd name="connsiteX1964" fmla="*/ 89154 w 630013"/>
                    <a:gd name="connsiteY1964" fmla="*/ 524721 h 820735"/>
                    <a:gd name="connsiteX1965" fmla="*/ 94773 w 630013"/>
                    <a:gd name="connsiteY1965" fmla="*/ 504623 h 820735"/>
                    <a:gd name="connsiteX1966" fmla="*/ 96012 w 630013"/>
                    <a:gd name="connsiteY1966" fmla="*/ 510052 h 820735"/>
                    <a:gd name="connsiteX1967" fmla="*/ 93916 w 630013"/>
                    <a:gd name="connsiteY1967" fmla="*/ 508147 h 820735"/>
                    <a:gd name="connsiteX1968" fmla="*/ 94678 w 630013"/>
                    <a:gd name="connsiteY1968" fmla="*/ 508052 h 820735"/>
                    <a:gd name="connsiteX1969" fmla="*/ 94773 w 630013"/>
                    <a:gd name="connsiteY1969" fmla="*/ 504623 h 820735"/>
                    <a:gd name="connsiteX1970" fmla="*/ 95916 w 630013"/>
                    <a:gd name="connsiteY1970" fmla="*/ 514624 h 820735"/>
                    <a:gd name="connsiteX1971" fmla="*/ 97822 w 630013"/>
                    <a:gd name="connsiteY1971" fmla="*/ 513196 h 820735"/>
                    <a:gd name="connsiteX1972" fmla="*/ 97536 w 630013"/>
                    <a:gd name="connsiteY1972" fmla="*/ 511005 h 820735"/>
                    <a:gd name="connsiteX1973" fmla="*/ 95916 w 630013"/>
                    <a:gd name="connsiteY1973" fmla="*/ 514624 h 820735"/>
                    <a:gd name="connsiteX1974" fmla="*/ 98870 w 630013"/>
                    <a:gd name="connsiteY1974" fmla="*/ 524340 h 820735"/>
                    <a:gd name="connsiteX1975" fmla="*/ 98488 w 630013"/>
                    <a:gd name="connsiteY1975" fmla="*/ 525578 h 820735"/>
                    <a:gd name="connsiteX1976" fmla="*/ 95916 w 630013"/>
                    <a:gd name="connsiteY1976" fmla="*/ 524816 h 820735"/>
                    <a:gd name="connsiteX1977" fmla="*/ 97059 w 630013"/>
                    <a:gd name="connsiteY1977" fmla="*/ 523483 h 820735"/>
                    <a:gd name="connsiteX1978" fmla="*/ 97917 w 630013"/>
                    <a:gd name="connsiteY1978" fmla="*/ 521101 h 820735"/>
                    <a:gd name="connsiteX1979" fmla="*/ 98870 w 630013"/>
                    <a:gd name="connsiteY1979" fmla="*/ 524340 h 820735"/>
                    <a:gd name="connsiteX1980" fmla="*/ 96584 w 630013"/>
                    <a:gd name="connsiteY1980" fmla="*/ 563202 h 820735"/>
                    <a:gd name="connsiteX1981" fmla="*/ 97631 w 630013"/>
                    <a:gd name="connsiteY1981" fmla="*/ 556249 h 820735"/>
                    <a:gd name="connsiteX1982" fmla="*/ 99251 w 630013"/>
                    <a:gd name="connsiteY1982" fmla="*/ 562821 h 820735"/>
                    <a:gd name="connsiteX1983" fmla="*/ 96584 w 630013"/>
                    <a:gd name="connsiteY1983" fmla="*/ 563202 h 820735"/>
                    <a:gd name="connsiteX1984" fmla="*/ 99536 w 630013"/>
                    <a:gd name="connsiteY1984" fmla="*/ 553677 h 820735"/>
                    <a:gd name="connsiteX1985" fmla="*/ 107061 w 630013"/>
                    <a:gd name="connsiteY1985" fmla="*/ 561583 h 820735"/>
                    <a:gd name="connsiteX1986" fmla="*/ 99917 w 630013"/>
                    <a:gd name="connsiteY1986" fmla="*/ 562726 h 820735"/>
                    <a:gd name="connsiteX1987" fmla="*/ 99536 w 630013"/>
                    <a:gd name="connsiteY1987" fmla="*/ 553677 h 820735"/>
                    <a:gd name="connsiteX1988" fmla="*/ 110394 w 630013"/>
                    <a:gd name="connsiteY1988" fmla="*/ 436424 h 820735"/>
                    <a:gd name="connsiteX1989" fmla="*/ 110871 w 630013"/>
                    <a:gd name="connsiteY1989" fmla="*/ 432995 h 820735"/>
                    <a:gd name="connsiteX1990" fmla="*/ 112490 w 630013"/>
                    <a:gd name="connsiteY1990" fmla="*/ 437282 h 820735"/>
                    <a:gd name="connsiteX1991" fmla="*/ 110394 w 630013"/>
                    <a:gd name="connsiteY1991" fmla="*/ 436424 h 820735"/>
                    <a:gd name="connsiteX1992" fmla="*/ 107918 w 630013"/>
                    <a:gd name="connsiteY1992" fmla="*/ 557963 h 820735"/>
                    <a:gd name="connsiteX1993" fmla="*/ 110108 w 630013"/>
                    <a:gd name="connsiteY1993" fmla="*/ 558725 h 820735"/>
                    <a:gd name="connsiteX1994" fmla="*/ 107918 w 630013"/>
                    <a:gd name="connsiteY1994" fmla="*/ 557963 h 820735"/>
                    <a:gd name="connsiteX1995" fmla="*/ 108776 w 630013"/>
                    <a:gd name="connsiteY1995" fmla="*/ 545390 h 820735"/>
                    <a:gd name="connsiteX1996" fmla="*/ 111062 w 630013"/>
                    <a:gd name="connsiteY1996" fmla="*/ 542723 h 820735"/>
                    <a:gd name="connsiteX1997" fmla="*/ 108776 w 630013"/>
                    <a:gd name="connsiteY1997" fmla="*/ 545390 h 820735"/>
                    <a:gd name="connsiteX1998" fmla="*/ 113062 w 630013"/>
                    <a:gd name="connsiteY1998" fmla="*/ 433757 h 820735"/>
                    <a:gd name="connsiteX1999" fmla="*/ 115920 w 630013"/>
                    <a:gd name="connsiteY1999" fmla="*/ 435567 h 820735"/>
                    <a:gd name="connsiteX2000" fmla="*/ 115062 w 630013"/>
                    <a:gd name="connsiteY2000" fmla="*/ 437948 h 820735"/>
                    <a:gd name="connsiteX2001" fmla="*/ 117347 w 630013"/>
                    <a:gd name="connsiteY2001" fmla="*/ 444330 h 820735"/>
                    <a:gd name="connsiteX2002" fmla="*/ 116395 w 630013"/>
                    <a:gd name="connsiteY2002" fmla="*/ 439948 h 820735"/>
                    <a:gd name="connsiteX2003" fmla="*/ 113443 w 630013"/>
                    <a:gd name="connsiteY2003" fmla="*/ 441568 h 820735"/>
                    <a:gd name="connsiteX2004" fmla="*/ 114681 w 630013"/>
                    <a:gd name="connsiteY2004" fmla="*/ 439091 h 820735"/>
                    <a:gd name="connsiteX2005" fmla="*/ 113062 w 630013"/>
                    <a:gd name="connsiteY2005" fmla="*/ 433757 h 820735"/>
                    <a:gd name="connsiteX2006" fmla="*/ 114586 w 630013"/>
                    <a:gd name="connsiteY2006" fmla="*/ 431186 h 820735"/>
                    <a:gd name="connsiteX2007" fmla="*/ 115443 w 630013"/>
                    <a:gd name="connsiteY2007" fmla="*/ 428804 h 820735"/>
                    <a:gd name="connsiteX2008" fmla="*/ 118490 w 630013"/>
                    <a:gd name="connsiteY2008" fmla="*/ 435091 h 820735"/>
                    <a:gd name="connsiteX2009" fmla="*/ 117252 w 630013"/>
                    <a:gd name="connsiteY2009" fmla="*/ 437567 h 820735"/>
                    <a:gd name="connsiteX2010" fmla="*/ 114586 w 630013"/>
                    <a:gd name="connsiteY2010" fmla="*/ 431186 h 820735"/>
                    <a:gd name="connsiteX2011" fmla="*/ 121062 w 630013"/>
                    <a:gd name="connsiteY2011" fmla="*/ 311266 h 820735"/>
                    <a:gd name="connsiteX2012" fmla="*/ 121634 w 630013"/>
                    <a:gd name="connsiteY2012" fmla="*/ 305551 h 820735"/>
                    <a:gd name="connsiteX2013" fmla="*/ 122396 w 630013"/>
                    <a:gd name="connsiteY2013" fmla="*/ 305455 h 820735"/>
                    <a:gd name="connsiteX2014" fmla="*/ 122682 w 630013"/>
                    <a:gd name="connsiteY2014" fmla="*/ 306503 h 820735"/>
                    <a:gd name="connsiteX2015" fmla="*/ 121062 w 630013"/>
                    <a:gd name="connsiteY2015" fmla="*/ 311266 h 820735"/>
                    <a:gd name="connsiteX2016" fmla="*/ 118967 w 630013"/>
                    <a:gd name="connsiteY2016" fmla="*/ 441853 h 820735"/>
                    <a:gd name="connsiteX2017" fmla="*/ 124873 w 630013"/>
                    <a:gd name="connsiteY2017" fmla="*/ 440901 h 820735"/>
                    <a:gd name="connsiteX2018" fmla="*/ 118967 w 630013"/>
                    <a:gd name="connsiteY2018" fmla="*/ 441853 h 820735"/>
                    <a:gd name="connsiteX2019" fmla="*/ 117252 w 630013"/>
                    <a:gd name="connsiteY2019" fmla="*/ 537294 h 820735"/>
                    <a:gd name="connsiteX2020" fmla="*/ 124206 w 630013"/>
                    <a:gd name="connsiteY2020" fmla="*/ 530531 h 820735"/>
                    <a:gd name="connsiteX2021" fmla="*/ 122015 w 630013"/>
                    <a:gd name="connsiteY2021" fmla="*/ 538818 h 820735"/>
                    <a:gd name="connsiteX2022" fmla="*/ 117252 w 630013"/>
                    <a:gd name="connsiteY2022" fmla="*/ 537294 h 820735"/>
                    <a:gd name="connsiteX2023" fmla="*/ 126302 w 630013"/>
                    <a:gd name="connsiteY2023" fmla="*/ 314885 h 820735"/>
                    <a:gd name="connsiteX2024" fmla="*/ 131444 w 630013"/>
                    <a:gd name="connsiteY2024" fmla="*/ 312885 h 820735"/>
                    <a:gd name="connsiteX2025" fmla="*/ 126302 w 630013"/>
                    <a:gd name="connsiteY2025" fmla="*/ 314885 h 820735"/>
                    <a:gd name="connsiteX2026" fmla="*/ 126206 w 630013"/>
                    <a:gd name="connsiteY2026" fmla="*/ 442901 h 820735"/>
                    <a:gd name="connsiteX2027" fmla="*/ 125159 w 630013"/>
                    <a:gd name="connsiteY2027" fmla="*/ 441949 h 820735"/>
                    <a:gd name="connsiteX2028" fmla="*/ 127826 w 630013"/>
                    <a:gd name="connsiteY2028" fmla="*/ 438139 h 820735"/>
                    <a:gd name="connsiteX2029" fmla="*/ 126206 w 630013"/>
                    <a:gd name="connsiteY2029" fmla="*/ 442901 h 820735"/>
                    <a:gd name="connsiteX2030" fmla="*/ 124301 w 630013"/>
                    <a:gd name="connsiteY2030" fmla="*/ 535008 h 820735"/>
                    <a:gd name="connsiteX2031" fmla="*/ 124491 w 630013"/>
                    <a:gd name="connsiteY2031" fmla="*/ 530436 h 820735"/>
                    <a:gd name="connsiteX2032" fmla="*/ 125825 w 630013"/>
                    <a:gd name="connsiteY2032" fmla="*/ 535865 h 820735"/>
                    <a:gd name="connsiteX2033" fmla="*/ 124301 w 630013"/>
                    <a:gd name="connsiteY2033" fmla="*/ 535008 h 820735"/>
                    <a:gd name="connsiteX2034" fmla="*/ 128015 w 630013"/>
                    <a:gd name="connsiteY2034" fmla="*/ 442615 h 820735"/>
                    <a:gd name="connsiteX2035" fmla="*/ 131444 w 630013"/>
                    <a:gd name="connsiteY2035" fmla="*/ 438710 h 820735"/>
                    <a:gd name="connsiteX2036" fmla="*/ 128015 w 630013"/>
                    <a:gd name="connsiteY2036" fmla="*/ 442615 h 820735"/>
                    <a:gd name="connsiteX2037" fmla="*/ 133064 w 630013"/>
                    <a:gd name="connsiteY2037" fmla="*/ 317171 h 820735"/>
                    <a:gd name="connsiteX2038" fmla="*/ 135350 w 630013"/>
                    <a:gd name="connsiteY2038" fmla="*/ 314504 h 820735"/>
                    <a:gd name="connsiteX2039" fmla="*/ 133064 w 630013"/>
                    <a:gd name="connsiteY2039" fmla="*/ 317171 h 820735"/>
                    <a:gd name="connsiteX2040" fmla="*/ 128111 w 630013"/>
                    <a:gd name="connsiteY2040" fmla="*/ 492431 h 820735"/>
                    <a:gd name="connsiteX2041" fmla="*/ 129063 w 630013"/>
                    <a:gd name="connsiteY2041" fmla="*/ 486621 h 820735"/>
                    <a:gd name="connsiteX2042" fmla="*/ 128111 w 630013"/>
                    <a:gd name="connsiteY2042" fmla="*/ 492431 h 820735"/>
                    <a:gd name="connsiteX2043" fmla="*/ 134970 w 630013"/>
                    <a:gd name="connsiteY2043" fmla="*/ 465285 h 820735"/>
                    <a:gd name="connsiteX2044" fmla="*/ 131444 w 630013"/>
                    <a:gd name="connsiteY2044" fmla="*/ 471476 h 820735"/>
                    <a:gd name="connsiteX2045" fmla="*/ 129826 w 630013"/>
                    <a:gd name="connsiteY2045" fmla="*/ 464904 h 820735"/>
                    <a:gd name="connsiteX2046" fmla="*/ 133445 w 630013"/>
                    <a:gd name="connsiteY2046" fmla="*/ 456427 h 820735"/>
                    <a:gd name="connsiteX2047" fmla="*/ 129254 w 630013"/>
                    <a:gd name="connsiteY2047" fmla="*/ 461665 h 820735"/>
                    <a:gd name="connsiteX2048" fmla="*/ 130112 w 630013"/>
                    <a:gd name="connsiteY2048" fmla="*/ 456998 h 820735"/>
                    <a:gd name="connsiteX2049" fmla="*/ 131921 w 630013"/>
                    <a:gd name="connsiteY2049" fmla="*/ 457855 h 820735"/>
                    <a:gd name="connsiteX2050" fmla="*/ 136779 w 630013"/>
                    <a:gd name="connsiteY2050" fmla="*/ 455950 h 820735"/>
                    <a:gd name="connsiteX2051" fmla="*/ 134493 w 630013"/>
                    <a:gd name="connsiteY2051" fmla="*/ 457474 h 820735"/>
                    <a:gd name="connsiteX2052" fmla="*/ 133636 w 630013"/>
                    <a:gd name="connsiteY2052" fmla="*/ 460999 h 820735"/>
                    <a:gd name="connsiteX2053" fmla="*/ 135827 w 630013"/>
                    <a:gd name="connsiteY2053" fmla="*/ 461761 h 820735"/>
                    <a:gd name="connsiteX2054" fmla="*/ 136779 w 630013"/>
                    <a:gd name="connsiteY2054" fmla="*/ 466142 h 820735"/>
                    <a:gd name="connsiteX2055" fmla="*/ 134970 w 630013"/>
                    <a:gd name="connsiteY2055" fmla="*/ 465285 h 820735"/>
                    <a:gd name="connsiteX2056" fmla="*/ 144684 w 630013"/>
                    <a:gd name="connsiteY2056" fmla="*/ 177058 h 820735"/>
                    <a:gd name="connsiteX2057" fmla="*/ 145161 w 630013"/>
                    <a:gd name="connsiteY2057" fmla="*/ 174677 h 820735"/>
                    <a:gd name="connsiteX2058" fmla="*/ 147351 w 630013"/>
                    <a:gd name="connsiteY2058" fmla="*/ 172010 h 820735"/>
                    <a:gd name="connsiteX2059" fmla="*/ 146113 w 630013"/>
                    <a:gd name="connsiteY2059" fmla="*/ 176773 h 820735"/>
                    <a:gd name="connsiteX2060" fmla="*/ 144684 w 630013"/>
                    <a:gd name="connsiteY2060" fmla="*/ 177058 h 820735"/>
                    <a:gd name="connsiteX2061" fmla="*/ 138683 w 630013"/>
                    <a:gd name="connsiteY2061" fmla="*/ 452236 h 820735"/>
                    <a:gd name="connsiteX2062" fmla="*/ 137922 w 630013"/>
                    <a:gd name="connsiteY2062" fmla="*/ 453474 h 820735"/>
                    <a:gd name="connsiteX2063" fmla="*/ 138494 w 630013"/>
                    <a:gd name="connsiteY2063" fmla="*/ 457951 h 820735"/>
                    <a:gd name="connsiteX2064" fmla="*/ 135350 w 630013"/>
                    <a:gd name="connsiteY2064" fmla="*/ 452807 h 820735"/>
                    <a:gd name="connsiteX2065" fmla="*/ 147161 w 630013"/>
                    <a:gd name="connsiteY2065" fmla="*/ 449759 h 820735"/>
                    <a:gd name="connsiteX2066" fmla="*/ 147828 w 630013"/>
                    <a:gd name="connsiteY2066" fmla="*/ 450807 h 820735"/>
                    <a:gd name="connsiteX2067" fmla="*/ 146113 w 630013"/>
                    <a:gd name="connsiteY2067" fmla="*/ 457855 h 820735"/>
                    <a:gd name="connsiteX2068" fmla="*/ 145447 w 630013"/>
                    <a:gd name="connsiteY2068" fmla="*/ 454522 h 820735"/>
                    <a:gd name="connsiteX2069" fmla="*/ 142780 w 630013"/>
                    <a:gd name="connsiteY2069" fmla="*/ 458332 h 820735"/>
                    <a:gd name="connsiteX2070" fmla="*/ 138683 w 630013"/>
                    <a:gd name="connsiteY2070" fmla="*/ 452236 h 820735"/>
                    <a:gd name="connsiteX2071" fmla="*/ 137731 w 630013"/>
                    <a:gd name="connsiteY2071" fmla="*/ 468238 h 820735"/>
                    <a:gd name="connsiteX2072" fmla="*/ 137922 w 630013"/>
                    <a:gd name="connsiteY2072" fmla="*/ 463666 h 820735"/>
                    <a:gd name="connsiteX2073" fmla="*/ 144495 w 630013"/>
                    <a:gd name="connsiteY2073" fmla="*/ 463761 h 820735"/>
                    <a:gd name="connsiteX2074" fmla="*/ 137731 w 630013"/>
                    <a:gd name="connsiteY2074" fmla="*/ 468238 h 820735"/>
                    <a:gd name="connsiteX2075" fmla="*/ 140017 w 630013"/>
                    <a:gd name="connsiteY2075" fmla="*/ 497384 h 820735"/>
                    <a:gd name="connsiteX2076" fmla="*/ 142684 w 630013"/>
                    <a:gd name="connsiteY2076" fmla="*/ 495860 h 820735"/>
                    <a:gd name="connsiteX2077" fmla="*/ 140017 w 630013"/>
                    <a:gd name="connsiteY2077" fmla="*/ 497384 h 820735"/>
                    <a:gd name="connsiteX2078" fmla="*/ 140494 w 630013"/>
                    <a:gd name="connsiteY2078" fmla="*/ 474619 h 820735"/>
                    <a:gd name="connsiteX2079" fmla="*/ 140589 w 630013"/>
                    <a:gd name="connsiteY2079" fmla="*/ 471190 h 820735"/>
                    <a:gd name="connsiteX2080" fmla="*/ 140494 w 630013"/>
                    <a:gd name="connsiteY2080" fmla="*/ 474619 h 820735"/>
                    <a:gd name="connsiteX2081" fmla="*/ 152209 w 630013"/>
                    <a:gd name="connsiteY2081" fmla="*/ 184869 h 820735"/>
                    <a:gd name="connsiteX2082" fmla="*/ 154591 w 630013"/>
                    <a:gd name="connsiteY2082" fmla="*/ 177725 h 820735"/>
                    <a:gd name="connsiteX2083" fmla="*/ 154305 w 630013"/>
                    <a:gd name="connsiteY2083" fmla="*/ 184583 h 820735"/>
                    <a:gd name="connsiteX2084" fmla="*/ 152209 w 630013"/>
                    <a:gd name="connsiteY2084" fmla="*/ 184869 h 820735"/>
                    <a:gd name="connsiteX2085" fmla="*/ 144304 w 630013"/>
                    <a:gd name="connsiteY2085" fmla="*/ 469476 h 820735"/>
                    <a:gd name="connsiteX2086" fmla="*/ 143732 w 630013"/>
                    <a:gd name="connsiteY2086" fmla="*/ 476429 h 820735"/>
                    <a:gd name="connsiteX2087" fmla="*/ 144304 w 630013"/>
                    <a:gd name="connsiteY2087" fmla="*/ 469476 h 820735"/>
                    <a:gd name="connsiteX2088" fmla="*/ 142875 w 630013"/>
                    <a:gd name="connsiteY2088" fmla="*/ 501480 h 820735"/>
                    <a:gd name="connsiteX2089" fmla="*/ 145066 w 630013"/>
                    <a:gd name="connsiteY2089" fmla="*/ 502242 h 820735"/>
                    <a:gd name="connsiteX2090" fmla="*/ 142875 w 630013"/>
                    <a:gd name="connsiteY2090" fmla="*/ 501480 h 820735"/>
                    <a:gd name="connsiteX2091" fmla="*/ 156115 w 630013"/>
                    <a:gd name="connsiteY2091" fmla="*/ 184202 h 820735"/>
                    <a:gd name="connsiteX2092" fmla="*/ 155924 w 630013"/>
                    <a:gd name="connsiteY2092" fmla="*/ 180868 h 820735"/>
                    <a:gd name="connsiteX2093" fmla="*/ 157829 w 630013"/>
                    <a:gd name="connsiteY2093" fmla="*/ 178297 h 820735"/>
                    <a:gd name="connsiteX2094" fmla="*/ 159162 w 630013"/>
                    <a:gd name="connsiteY2094" fmla="*/ 180297 h 820735"/>
                    <a:gd name="connsiteX2095" fmla="*/ 159639 w 630013"/>
                    <a:gd name="connsiteY2095" fmla="*/ 176868 h 820735"/>
                    <a:gd name="connsiteX2096" fmla="*/ 160687 w 630013"/>
                    <a:gd name="connsiteY2096" fmla="*/ 177820 h 820735"/>
                    <a:gd name="connsiteX2097" fmla="*/ 160210 w 630013"/>
                    <a:gd name="connsiteY2097" fmla="*/ 182488 h 820735"/>
                    <a:gd name="connsiteX2098" fmla="*/ 162782 w 630013"/>
                    <a:gd name="connsiteY2098" fmla="*/ 180964 h 820735"/>
                    <a:gd name="connsiteX2099" fmla="*/ 160591 w 630013"/>
                    <a:gd name="connsiteY2099" fmla="*/ 183631 h 820735"/>
                    <a:gd name="connsiteX2100" fmla="*/ 161544 w 630013"/>
                    <a:gd name="connsiteY2100" fmla="*/ 185726 h 820735"/>
                    <a:gd name="connsiteX2101" fmla="*/ 158401 w 630013"/>
                    <a:gd name="connsiteY2101" fmla="*/ 185155 h 820735"/>
                    <a:gd name="connsiteX2102" fmla="*/ 156115 w 630013"/>
                    <a:gd name="connsiteY2102" fmla="*/ 184202 h 820735"/>
                    <a:gd name="connsiteX2103" fmla="*/ 151828 w 630013"/>
                    <a:gd name="connsiteY2103" fmla="*/ 325458 h 820735"/>
                    <a:gd name="connsiteX2104" fmla="*/ 154114 w 630013"/>
                    <a:gd name="connsiteY2104" fmla="*/ 322791 h 820735"/>
                    <a:gd name="connsiteX2105" fmla="*/ 151828 w 630013"/>
                    <a:gd name="connsiteY2105" fmla="*/ 325458 h 820735"/>
                    <a:gd name="connsiteX2106" fmla="*/ 147542 w 630013"/>
                    <a:gd name="connsiteY2106" fmla="*/ 460999 h 820735"/>
                    <a:gd name="connsiteX2107" fmla="*/ 149447 w 630013"/>
                    <a:gd name="connsiteY2107" fmla="*/ 458427 h 820735"/>
                    <a:gd name="connsiteX2108" fmla="*/ 147542 w 630013"/>
                    <a:gd name="connsiteY2108" fmla="*/ 460999 h 820735"/>
                    <a:gd name="connsiteX2109" fmla="*/ 149257 w 630013"/>
                    <a:gd name="connsiteY2109" fmla="*/ 442615 h 820735"/>
                    <a:gd name="connsiteX2110" fmla="*/ 151733 w 630013"/>
                    <a:gd name="connsiteY2110" fmla="*/ 445663 h 820735"/>
                    <a:gd name="connsiteX2111" fmla="*/ 149257 w 630013"/>
                    <a:gd name="connsiteY2111" fmla="*/ 442615 h 820735"/>
                    <a:gd name="connsiteX2112" fmla="*/ 154972 w 630013"/>
                    <a:gd name="connsiteY2112" fmla="*/ 277357 h 820735"/>
                    <a:gd name="connsiteX2113" fmla="*/ 155734 w 630013"/>
                    <a:gd name="connsiteY2113" fmla="*/ 276118 h 820735"/>
                    <a:gd name="connsiteX2114" fmla="*/ 155447 w 630013"/>
                    <a:gd name="connsiteY2114" fmla="*/ 273928 h 820735"/>
                    <a:gd name="connsiteX2115" fmla="*/ 156876 w 630013"/>
                    <a:gd name="connsiteY2115" fmla="*/ 274785 h 820735"/>
                    <a:gd name="connsiteX2116" fmla="*/ 154972 w 630013"/>
                    <a:gd name="connsiteY2116" fmla="*/ 277357 h 820735"/>
                    <a:gd name="connsiteX2117" fmla="*/ 160496 w 630013"/>
                    <a:gd name="connsiteY2117" fmla="*/ 504242 h 820735"/>
                    <a:gd name="connsiteX2118" fmla="*/ 161353 w 630013"/>
                    <a:gd name="connsiteY2118" fmla="*/ 512053 h 820735"/>
                    <a:gd name="connsiteX2119" fmla="*/ 162877 w 630013"/>
                    <a:gd name="connsiteY2119" fmla="*/ 510624 h 820735"/>
                    <a:gd name="connsiteX2120" fmla="*/ 162591 w 630013"/>
                    <a:gd name="connsiteY2120" fmla="*/ 507290 h 820735"/>
                    <a:gd name="connsiteX2121" fmla="*/ 165640 w 630013"/>
                    <a:gd name="connsiteY2121" fmla="*/ 504528 h 820735"/>
                    <a:gd name="connsiteX2122" fmla="*/ 168212 w 630013"/>
                    <a:gd name="connsiteY2122" fmla="*/ 505195 h 820735"/>
                    <a:gd name="connsiteX2123" fmla="*/ 165926 w 630013"/>
                    <a:gd name="connsiteY2123" fmla="*/ 509005 h 820735"/>
                    <a:gd name="connsiteX2124" fmla="*/ 168783 w 630013"/>
                    <a:gd name="connsiteY2124" fmla="*/ 511957 h 820735"/>
                    <a:gd name="connsiteX2125" fmla="*/ 168212 w 630013"/>
                    <a:gd name="connsiteY2125" fmla="*/ 507481 h 820735"/>
                    <a:gd name="connsiteX2126" fmla="*/ 171069 w 630013"/>
                    <a:gd name="connsiteY2126" fmla="*/ 510433 h 820735"/>
                    <a:gd name="connsiteX2127" fmla="*/ 169830 w 630013"/>
                    <a:gd name="connsiteY2127" fmla="*/ 514053 h 820735"/>
                    <a:gd name="connsiteX2128" fmla="*/ 171641 w 630013"/>
                    <a:gd name="connsiteY2128" fmla="*/ 514910 h 820735"/>
                    <a:gd name="connsiteX2129" fmla="*/ 171831 w 630013"/>
                    <a:gd name="connsiteY2129" fmla="*/ 509195 h 820735"/>
                    <a:gd name="connsiteX2130" fmla="*/ 174688 w 630013"/>
                    <a:gd name="connsiteY2130" fmla="*/ 512148 h 820735"/>
                    <a:gd name="connsiteX2131" fmla="*/ 174213 w 630013"/>
                    <a:gd name="connsiteY2131" fmla="*/ 516815 h 820735"/>
                    <a:gd name="connsiteX2132" fmla="*/ 175831 w 630013"/>
                    <a:gd name="connsiteY2132" fmla="*/ 511957 h 820735"/>
                    <a:gd name="connsiteX2133" fmla="*/ 186404 w 630013"/>
                    <a:gd name="connsiteY2133" fmla="*/ 517006 h 820735"/>
                    <a:gd name="connsiteX2134" fmla="*/ 189357 w 630013"/>
                    <a:gd name="connsiteY2134" fmla="*/ 518815 h 820735"/>
                    <a:gd name="connsiteX2135" fmla="*/ 192024 w 630013"/>
                    <a:gd name="connsiteY2135" fmla="*/ 514910 h 820735"/>
                    <a:gd name="connsiteX2136" fmla="*/ 202597 w 630013"/>
                    <a:gd name="connsiteY2136" fmla="*/ 518815 h 820735"/>
                    <a:gd name="connsiteX2137" fmla="*/ 201454 w 630013"/>
                    <a:gd name="connsiteY2137" fmla="*/ 521292 h 820735"/>
                    <a:gd name="connsiteX2138" fmla="*/ 201739 w 630013"/>
                    <a:gd name="connsiteY2138" fmla="*/ 523483 h 820735"/>
                    <a:gd name="connsiteX2139" fmla="*/ 208121 w 630013"/>
                    <a:gd name="connsiteY2139" fmla="*/ 521292 h 820735"/>
                    <a:gd name="connsiteX2140" fmla="*/ 214026 w 630013"/>
                    <a:gd name="connsiteY2140" fmla="*/ 520339 h 820735"/>
                    <a:gd name="connsiteX2141" fmla="*/ 212788 w 630013"/>
                    <a:gd name="connsiteY2141" fmla="*/ 525102 h 820735"/>
                    <a:gd name="connsiteX2142" fmla="*/ 210598 w 630013"/>
                    <a:gd name="connsiteY2142" fmla="*/ 524340 h 820735"/>
                    <a:gd name="connsiteX2143" fmla="*/ 212027 w 630013"/>
                    <a:gd name="connsiteY2143" fmla="*/ 526340 h 820735"/>
                    <a:gd name="connsiteX2144" fmla="*/ 206026 w 630013"/>
                    <a:gd name="connsiteY2144" fmla="*/ 528436 h 820735"/>
                    <a:gd name="connsiteX2145" fmla="*/ 206121 w 630013"/>
                    <a:gd name="connsiteY2145" fmla="*/ 525007 h 820735"/>
                    <a:gd name="connsiteX2146" fmla="*/ 204311 w 630013"/>
                    <a:gd name="connsiteY2146" fmla="*/ 524149 h 820735"/>
                    <a:gd name="connsiteX2147" fmla="*/ 195833 w 630013"/>
                    <a:gd name="connsiteY2147" fmla="*/ 535770 h 820735"/>
                    <a:gd name="connsiteX2148" fmla="*/ 189071 w 630013"/>
                    <a:gd name="connsiteY2148" fmla="*/ 540342 h 820735"/>
                    <a:gd name="connsiteX2149" fmla="*/ 187357 w 630013"/>
                    <a:gd name="connsiteY2149" fmla="*/ 536056 h 820735"/>
                    <a:gd name="connsiteX2150" fmla="*/ 180689 w 630013"/>
                    <a:gd name="connsiteY2150" fmla="*/ 537199 h 820735"/>
                    <a:gd name="connsiteX2151" fmla="*/ 179069 w 630013"/>
                    <a:gd name="connsiteY2151" fmla="*/ 540913 h 820735"/>
                    <a:gd name="connsiteX2152" fmla="*/ 168401 w 630013"/>
                    <a:gd name="connsiteY2152" fmla="*/ 538151 h 820735"/>
                    <a:gd name="connsiteX2153" fmla="*/ 164402 w 630013"/>
                    <a:gd name="connsiteY2153" fmla="*/ 534246 h 820735"/>
                    <a:gd name="connsiteX2154" fmla="*/ 156210 w 630013"/>
                    <a:gd name="connsiteY2154" fmla="*/ 534436 h 820735"/>
                    <a:gd name="connsiteX2155" fmla="*/ 156020 w 630013"/>
                    <a:gd name="connsiteY2155" fmla="*/ 529960 h 820735"/>
                    <a:gd name="connsiteX2156" fmla="*/ 150400 w 630013"/>
                    <a:gd name="connsiteY2156" fmla="*/ 530912 h 820735"/>
                    <a:gd name="connsiteX2157" fmla="*/ 147351 w 630013"/>
                    <a:gd name="connsiteY2157" fmla="*/ 522340 h 820735"/>
                    <a:gd name="connsiteX2158" fmla="*/ 151733 w 630013"/>
                    <a:gd name="connsiteY2158" fmla="*/ 525007 h 820735"/>
                    <a:gd name="connsiteX2159" fmla="*/ 153734 w 630013"/>
                    <a:gd name="connsiteY2159" fmla="*/ 521292 h 820735"/>
                    <a:gd name="connsiteX2160" fmla="*/ 153257 w 630013"/>
                    <a:gd name="connsiteY2160" fmla="*/ 523673 h 820735"/>
                    <a:gd name="connsiteX2161" fmla="*/ 167735 w 630013"/>
                    <a:gd name="connsiteY2161" fmla="*/ 522435 h 820735"/>
                    <a:gd name="connsiteX2162" fmla="*/ 171545 w 630013"/>
                    <a:gd name="connsiteY2162" fmla="*/ 518434 h 820735"/>
                    <a:gd name="connsiteX2163" fmla="*/ 160782 w 630013"/>
                    <a:gd name="connsiteY2163" fmla="*/ 519101 h 820735"/>
                    <a:gd name="connsiteX2164" fmla="*/ 161258 w 630013"/>
                    <a:gd name="connsiteY2164" fmla="*/ 515577 h 820735"/>
                    <a:gd name="connsiteX2165" fmla="*/ 158401 w 630013"/>
                    <a:gd name="connsiteY2165" fmla="*/ 511481 h 820735"/>
                    <a:gd name="connsiteX2166" fmla="*/ 154877 w 630013"/>
                    <a:gd name="connsiteY2166" fmla="*/ 518911 h 820735"/>
                    <a:gd name="connsiteX2167" fmla="*/ 151638 w 630013"/>
                    <a:gd name="connsiteY2167" fmla="*/ 514910 h 820735"/>
                    <a:gd name="connsiteX2168" fmla="*/ 153829 w 630013"/>
                    <a:gd name="connsiteY2168" fmla="*/ 514529 h 820735"/>
                    <a:gd name="connsiteX2169" fmla="*/ 151448 w 630013"/>
                    <a:gd name="connsiteY2169" fmla="*/ 509290 h 820735"/>
                    <a:gd name="connsiteX2170" fmla="*/ 150494 w 630013"/>
                    <a:gd name="connsiteY2170" fmla="*/ 516244 h 820735"/>
                    <a:gd name="connsiteX2171" fmla="*/ 147351 w 630013"/>
                    <a:gd name="connsiteY2171" fmla="*/ 509957 h 820735"/>
                    <a:gd name="connsiteX2172" fmla="*/ 150494 w 630013"/>
                    <a:gd name="connsiteY2172" fmla="*/ 503766 h 820735"/>
                    <a:gd name="connsiteX2173" fmla="*/ 151162 w 630013"/>
                    <a:gd name="connsiteY2173" fmla="*/ 507100 h 820735"/>
                    <a:gd name="connsiteX2174" fmla="*/ 156401 w 630013"/>
                    <a:gd name="connsiteY2174" fmla="*/ 505099 h 820735"/>
                    <a:gd name="connsiteX2175" fmla="*/ 156686 w 630013"/>
                    <a:gd name="connsiteY2175" fmla="*/ 495955 h 820735"/>
                    <a:gd name="connsiteX2176" fmla="*/ 158972 w 630013"/>
                    <a:gd name="connsiteY2176" fmla="*/ 504623 h 820735"/>
                    <a:gd name="connsiteX2177" fmla="*/ 157163 w 630013"/>
                    <a:gd name="connsiteY2177" fmla="*/ 502623 h 820735"/>
                    <a:gd name="connsiteX2178" fmla="*/ 156686 w 630013"/>
                    <a:gd name="connsiteY2178" fmla="*/ 505004 h 820735"/>
                    <a:gd name="connsiteX2179" fmla="*/ 161925 w 630013"/>
                    <a:gd name="connsiteY2179" fmla="*/ 504147 h 820735"/>
                    <a:gd name="connsiteX2180" fmla="*/ 160496 w 630013"/>
                    <a:gd name="connsiteY2180" fmla="*/ 504242 h 820735"/>
                    <a:gd name="connsiteX2181" fmla="*/ 149733 w 630013"/>
                    <a:gd name="connsiteY2181" fmla="*/ 495860 h 820735"/>
                    <a:gd name="connsiteX2182" fmla="*/ 152400 w 630013"/>
                    <a:gd name="connsiteY2182" fmla="*/ 493193 h 820735"/>
                    <a:gd name="connsiteX2183" fmla="*/ 149733 w 630013"/>
                    <a:gd name="connsiteY2183" fmla="*/ 495860 h 820735"/>
                    <a:gd name="connsiteX2184" fmla="*/ 152400 w 630013"/>
                    <a:gd name="connsiteY2184" fmla="*/ 437567 h 820735"/>
                    <a:gd name="connsiteX2185" fmla="*/ 152876 w 630013"/>
                    <a:gd name="connsiteY2185" fmla="*/ 444330 h 820735"/>
                    <a:gd name="connsiteX2186" fmla="*/ 153638 w 630013"/>
                    <a:gd name="connsiteY2186" fmla="*/ 444235 h 820735"/>
                    <a:gd name="connsiteX2187" fmla="*/ 153734 w 630013"/>
                    <a:gd name="connsiteY2187" fmla="*/ 440806 h 820735"/>
                    <a:gd name="connsiteX2188" fmla="*/ 155447 w 630013"/>
                    <a:gd name="connsiteY2188" fmla="*/ 442806 h 820735"/>
                    <a:gd name="connsiteX2189" fmla="*/ 154686 w 630013"/>
                    <a:gd name="connsiteY2189" fmla="*/ 445187 h 820735"/>
                    <a:gd name="connsiteX2190" fmla="*/ 157258 w 630013"/>
                    <a:gd name="connsiteY2190" fmla="*/ 443663 h 820735"/>
                    <a:gd name="connsiteX2191" fmla="*/ 152019 w 630013"/>
                    <a:gd name="connsiteY2191" fmla="*/ 446807 h 820735"/>
                    <a:gd name="connsiteX2192" fmla="*/ 152400 w 630013"/>
                    <a:gd name="connsiteY2192" fmla="*/ 437567 h 820735"/>
                    <a:gd name="connsiteX2193" fmla="*/ 152209 w 630013"/>
                    <a:gd name="connsiteY2193" fmla="*/ 454617 h 820735"/>
                    <a:gd name="connsiteX2194" fmla="*/ 156210 w 630013"/>
                    <a:gd name="connsiteY2194" fmla="*/ 455093 h 820735"/>
                    <a:gd name="connsiteX2195" fmla="*/ 152209 w 630013"/>
                    <a:gd name="connsiteY2195" fmla="*/ 454617 h 820735"/>
                    <a:gd name="connsiteX2196" fmla="*/ 151448 w 630013"/>
                    <a:gd name="connsiteY2196" fmla="*/ 498908 h 820735"/>
                    <a:gd name="connsiteX2197" fmla="*/ 153257 w 630013"/>
                    <a:gd name="connsiteY2197" fmla="*/ 500908 h 820735"/>
                    <a:gd name="connsiteX2198" fmla="*/ 151448 w 630013"/>
                    <a:gd name="connsiteY2198" fmla="*/ 498908 h 820735"/>
                    <a:gd name="connsiteX2199" fmla="*/ 163449 w 630013"/>
                    <a:gd name="connsiteY2199" fmla="*/ 187536 h 820735"/>
                    <a:gd name="connsiteX2200" fmla="*/ 162020 w 630013"/>
                    <a:gd name="connsiteY2200" fmla="*/ 186679 h 820735"/>
                    <a:gd name="connsiteX2201" fmla="*/ 163163 w 630013"/>
                    <a:gd name="connsiteY2201" fmla="*/ 185345 h 820735"/>
                    <a:gd name="connsiteX2202" fmla="*/ 164688 w 630013"/>
                    <a:gd name="connsiteY2202" fmla="*/ 181726 h 820735"/>
                    <a:gd name="connsiteX2203" fmla="*/ 164592 w 630013"/>
                    <a:gd name="connsiteY2203" fmla="*/ 185155 h 820735"/>
                    <a:gd name="connsiteX2204" fmla="*/ 163449 w 630013"/>
                    <a:gd name="connsiteY2204" fmla="*/ 187536 h 820735"/>
                    <a:gd name="connsiteX2205" fmla="*/ 152686 w 630013"/>
                    <a:gd name="connsiteY2205" fmla="*/ 494241 h 820735"/>
                    <a:gd name="connsiteX2206" fmla="*/ 154877 w 630013"/>
                    <a:gd name="connsiteY2206" fmla="*/ 493860 h 820735"/>
                    <a:gd name="connsiteX2207" fmla="*/ 154305 w 630013"/>
                    <a:gd name="connsiteY2207" fmla="*/ 500718 h 820735"/>
                    <a:gd name="connsiteX2208" fmla="*/ 152686 w 630013"/>
                    <a:gd name="connsiteY2208" fmla="*/ 494241 h 820735"/>
                    <a:gd name="connsiteX2209" fmla="*/ 163259 w 630013"/>
                    <a:gd name="connsiteY2209" fmla="*/ 328030 h 820735"/>
                    <a:gd name="connsiteX2210" fmla="*/ 160973 w 630013"/>
                    <a:gd name="connsiteY2210" fmla="*/ 321648 h 820735"/>
                    <a:gd name="connsiteX2211" fmla="*/ 163163 w 630013"/>
                    <a:gd name="connsiteY2211" fmla="*/ 320124 h 820735"/>
                    <a:gd name="connsiteX2212" fmla="*/ 163639 w 630013"/>
                    <a:gd name="connsiteY2212" fmla="*/ 326791 h 820735"/>
                    <a:gd name="connsiteX2213" fmla="*/ 166401 w 630013"/>
                    <a:gd name="connsiteY2213" fmla="*/ 320695 h 820735"/>
                    <a:gd name="connsiteX2214" fmla="*/ 165735 w 630013"/>
                    <a:gd name="connsiteY2214" fmla="*/ 330982 h 820735"/>
                    <a:gd name="connsiteX2215" fmla="*/ 163925 w 630013"/>
                    <a:gd name="connsiteY2215" fmla="*/ 332411 h 820735"/>
                    <a:gd name="connsiteX2216" fmla="*/ 164402 w 630013"/>
                    <a:gd name="connsiteY2216" fmla="*/ 327839 h 820735"/>
                    <a:gd name="connsiteX2217" fmla="*/ 161353 w 630013"/>
                    <a:gd name="connsiteY2217" fmla="*/ 331744 h 820735"/>
                    <a:gd name="connsiteX2218" fmla="*/ 163259 w 630013"/>
                    <a:gd name="connsiteY2218" fmla="*/ 328030 h 820735"/>
                    <a:gd name="connsiteX2219" fmla="*/ 158401 w 630013"/>
                    <a:gd name="connsiteY2219" fmla="*/ 498908 h 820735"/>
                    <a:gd name="connsiteX2220" fmla="*/ 161068 w 630013"/>
                    <a:gd name="connsiteY2220" fmla="*/ 496241 h 820735"/>
                    <a:gd name="connsiteX2221" fmla="*/ 158401 w 630013"/>
                    <a:gd name="connsiteY2221" fmla="*/ 498908 h 820735"/>
                    <a:gd name="connsiteX2222" fmla="*/ 166115 w 630013"/>
                    <a:gd name="connsiteY2222" fmla="*/ 328696 h 820735"/>
                    <a:gd name="connsiteX2223" fmla="*/ 167069 w 630013"/>
                    <a:gd name="connsiteY2223" fmla="*/ 320600 h 820735"/>
                    <a:gd name="connsiteX2224" fmla="*/ 168783 w 630013"/>
                    <a:gd name="connsiteY2224" fmla="*/ 323743 h 820735"/>
                    <a:gd name="connsiteX2225" fmla="*/ 167544 w 630013"/>
                    <a:gd name="connsiteY2225" fmla="*/ 327363 h 820735"/>
                    <a:gd name="connsiteX2226" fmla="*/ 166115 w 630013"/>
                    <a:gd name="connsiteY2226" fmla="*/ 328696 h 820735"/>
                    <a:gd name="connsiteX2227" fmla="*/ 169450 w 630013"/>
                    <a:gd name="connsiteY2227" fmla="*/ 325839 h 820735"/>
                    <a:gd name="connsiteX2228" fmla="*/ 170688 w 630013"/>
                    <a:gd name="connsiteY2228" fmla="*/ 321076 h 820735"/>
                    <a:gd name="connsiteX2229" fmla="*/ 172021 w 630013"/>
                    <a:gd name="connsiteY2229" fmla="*/ 324220 h 820735"/>
                    <a:gd name="connsiteX2230" fmla="*/ 172784 w 630013"/>
                    <a:gd name="connsiteY2230" fmla="*/ 324124 h 820735"/>
                    <a:gd name="connsiteX2231" fmla="*/ 169450 w 630013"/>
                    <a:gd name="connsiteY2231" fmla="*/ 325839 h 820735"/>
                    <a:gd name="connsiteX2232" fmla="*/ 172212 w 630013"/>
                    <a:gd name="connsiteY2232" fmla="*/ 329935 h 820735"/>
                    <a:gd name="connsiteX2233" fmla="*/ 170307 w 630013"/>
                    <a:gd name="connsiteY2233" fmla="*/ 332506 h 820735"/>
                    <a:gd name="connsiteX2234" fmla="*/ 170402 w 630013"/>
                    <a:gd name="connsiteY2234" fmla="*/ 329077 h 820735"/>
                    <a:gd name="connsiteX2235" fmla="*/ 171450 w 630013"/>
                    <a:gd name="connsiteY2235" fmla="*/ 328887 h 820735"/>
                    <a:gd name="connsiteX2236" fmla="*/ 172212 w 630013"/>
                    <a:gd name="connsiteY2236" fmla="*/ 329935 h 820735"/>
                    <a:gd name="connsiteX2237" fmla="*/ 165735 w 630013"/>
                    <a:gd name="connsiteY2237" fmla="*/ 501099 h 820735"/>
                    <a:gd name="connsiteX2238" fmla="*/ 168021 w 630013"/>
                    <a:gd name="connsiteY2238" fmla="*/ 498432 h 820735"/>
                    <a:gd name="connsiteX2239" fmla="*/ 165735 w 630013"/>
                    <a:gd name="connsiteY2239" fmla="*/ 501099 h 820735"/>
                    <a:gd name="connsiteX2240" fmla="*/ 176783 w 630013"/>
                    <a:gd name="connsiteY2240" fmla="*/ 177249 h 820735"/>
                    <a:gd name="connsiteX2241" fmla="*/ 177355 w 630013"/>
                    <a:gd name="connsiteY2241" fmla="*/ 169248 h 820735"/>
                    <a:gd name="connsiteX2242" fmla="*/ 180403 w 630013"/>
                    <a:gd name="connsiteY2242" fmla="*/ 172105 h 820735"/>
                    <a:gd name="connsiteX2243" fmla="*/ 176783 w 630013"/>
                    <a:gd name="connsiteY2243" fmla="*/ 177249 h 820735"/>
                    <a:gd name="connsiteX2244" fmla="*/ 174402 w 630013"/>
                    <a:gd name="connsiteY2244" fmla="*/ 285358 h 820735"/>
                    <a:gd name="connsiteX2245" fmla="*/ 174497 w 630013"/>
                    <a:gd name="connsiteY2245" fmla="*/ 281929 h 820735"/>
                    <a:gd name="connsiteX2246" fmla="*/ 176117 w 630013"/>
                    <a:gd name="connsiteY2246" fmla="*/ 286215 h 820735"/>
                    <a:gd name="connsiteX2247" fmla="*/ 174402 w 630013"/>
                    <a:gd name="connsiteY2247" fmla="*/ 285358 h 820735"/>
                    <a:gd name="connsiteX2248" fmla="*/ 175165 w 630013"/>
                    <a:gd name="connsiteY2248" fmla="*/ 328315 h 820735"/>
                    <a:gd name="connsiteX2249" fmla="*/ 177165 w 630013"/>
                    <a:gd name="connsiteY2249" fmla="*/ 323458 h 820735"/>
                    <a:gd name="connsiteX2250" fmla="*/ 177737 w 630013"/>
                    <a:gd name="connsiteY2250" fmla="*/ 327934 h 820735"/>
                    <a:gd name="connsiteX2251" fmla="*/ 181070 w 630013"/>
                    <a:gd name="connsiteY2251" fmla="*/ 326220 h 820735"/>
                    <a:gd name="connsiteX2252" fmla="*/ 175165 w 630013"/>
                    <a:gd name="connsiteY2252" fmla="*/ 328315 h 820735"/>
                    <a:gd name="connsiteX2253" fmla="*/ 176783 w 630013"/>
                    <a:gd name="connsiteY2253" fmla="*/ 321172 h 820735"/>
                    <a:gd name="connsiteX2254" fmla="*/ 181832 w 630013"/>
                    <a:gd name="connsiteY2254" fmla="*/ 320314 h 820735"/>
                    <a:gd name="connsiteX2255" fmla="*/ 176783 w 630013"/>
                    <a:gd name="connsiteY2255" fmla="*/ 321172 h 820735"/>
                    <a:gd name="connsiteX2256" fmla="*/ 182404 w 630013"/>
                    <a:gd name="connsiteY2256" fmla="*/ 168295 h 820735"/>
                    <a:gd name="connsiteX2257" fmla="*/ 183642 w 630013"/>
                    <a:gd name="connsiteY2257" fmla="*/ 172582 h 820735"/>
                    <a:gd name="connsiteX2258" fmla="*/ 182404 w 630013"/>
                    <a:gd name="connsiteY2258" fmla="*/ 168295 h 820735"/>
                    <a:gd name="connsiteX2259" fmla="*/ 183738 w 630013"/>
                    <a:gd name="connsiteY2259" fmla="*/ 248591 h 820735"/>
                    <a:gd name="connsiteX2260" fmla="*/ 186690 w 630013"/>
                    <a:gd name="connsiteY2260" fmla="*/ 256021 h 820735"/>
                    <a:gd name="connsiteX2261" fmla="*/ 183738 w 630013"/>
                    <a:gd name="connsiteY2261" fmla="*/ 248591 h 820735"/>
                    <a:gd name="connsiteX2262" fmla="*/ 182689 w 630013"/>
                    <a:gd name="connsiteY2262" fmla="*/ 330411 h 820735"/>
                    <a:gd name="connsiteX2263" fmla="*/ 186499 w 630013"/>
                    <a:gd name="connsiteY2263" fmla="*/ 324124 h 820735"/>
                    <a:gd name="connsiteX2264" fmla="*/ 190309 w 630013"/>
                    <a:gd name="connsiteY2264" fmla="*/ 327934 h 820735"/>
                    <a:gd name="connsiteX2265" fmla="*/ 189833 w 630013"/>
                    <a:gd name="connsiteY2265" fmla="*/ 331459 h 820735"/>
                    <a:gd name="connsiteX2266" fmla="*/ 188119 w 630013"/>
                    <a:gd name="connsiteY2266" fmla="*/ 329458 h 820735"/>
                    <a:gd name="connsiteX2267" fmla="*/ 185833 w 630013"/>
                    <a:gd name="connsiteY2267" fmla="*/ 334411 h 820735"/>
                    <a:gd name="connsiteX2268" fmla="*/ 184118 w 630013"/>
                    <a:gd name="connsiteY2268" fmla="*/ 332411 h 820735"/>
                    <a:gd name="connsiteX2269" fmla="*/ 182689 w 630013"/>
                    <a:gd name="connsiteY2269" fmla="*/ 330411 h 820735"/>
                    <a:gd name="connsiteX2270" fmla="*/ 185833 w 630013"/>
                    <a:gd name="connsiteY2270" fmla="*/ 286786 h 820735"/>
                    <a:gd name="connsiteX2271" fmla="*/ 187262 w 630013"/>
                    <a:gd name="connsiteY2271" fmla="*/ 286501 h 820735"/>
                    <a:gd name="connsiteX2272" fmla="*/ 185833 w 630013"/>
                    <a:gd name="connsiteY2272" fmla="*/ 286786 h 820735"/>
                    <a:gd name="connsiteX2273" fmla="*/ 188690 w 630013"/>
                    <a:gd name="connsiteY2273" fmla="*/ 273737 h 820735"/>
                    <a:gd name="connsiteX2274" fmla="*/ 192691 w 630013"/>
                    <a:gd name="connsiteY2274" fmla="*/ 270784 h 820735"/>
                    <a:gd name="connsiteX2275" fmla="*/ 188690 w 630013"/>
                    <a:gd name="connsiteY2275" fmla="*/ 273737 h 820735"/>
                    <a:gd name="connsiteX2276" fmla="*/ 188594 w 630013"/>
                    <a:gd name="connsiteY2276" fmla="*/ 287358 h 820735"/>
                    <a:gd name="connsiteX2277" fmla="*/ 190786 w 630013"/>
                    <a:gd name="connsiteY2277" fmla="*/ 284691 h 820735"/>
                    <a:gd name="connsiteX2278" fmla="*/ 188594 w 630013"/>
                    <a:gd name="connsiteY2278" fmla="*/ 287358 h 820735"/>
                    <a:gd name="connsiteX2279" fmla="*/ 192120 w 630013"/>
                    <a:gd name="connsiteY2279" fmla="*/ 327649 h 820735"/>
                    <a:gd name="connsiteX2280" fmla="*/ 193263 w 630013"/>
                    <a:gd name="connsiteY2280" fmla="*/ 326315 h 820735"/>
                    <a:gd name="connsiteX2281" fmla="*/ 192120 w 630013"/>
                    <a:gd name="connsiteY2281" fmla="*/ 327649 h 820735"/>
                    <a:gd name="connsiteX2282" fmla="*/ 193643 w 630013"/>
                    <a:gd name="connsiteY2282" fmla="*/ 300121 h 820735"/>
                    <a:gd name="connsiteX2283" fmla="*/ 195358 w 630013"/>
                    <a:gd name="connsiteY2283" fmla="*/ 304408 h 820735"/>
                    <a:gd name="connsiteX2284" fmla="*/ 193643 w 630013"/>
                    <a:gd name="connsiteY2284" fmla="*/ 300121 h 820735"/>
                    <a:gd name="connsiteX2285" fmla="*/ 195263 w 630013"/>
                    <a:gd name="connsiteY2285" fmla="*/ 257926 h 820735"/>
                    <a:gd name="connsiteX2286" fmla="*/ 200406 w 630013"/>
                    <a:gd name="connsiteY2286" fmla="*/ 253639 h 820735"/>
                    <a:gd name="connsiteX2287" fmla="*/ 198119 w 630013"/>
                    <a:gd name="connsiteY2287" fmla="*/ 259735 h 820735"/>
                    <a:gd name="connsiteX2288" fmla="*/ 195263 w 630013"/>
                    <a:gd name="connsiteY2288" fmla="*/ 257926 h 820735"/>
                    <a:gd name="connsiteX2289" fmla="*/ 198787 w 630013"/>
                    <a:gd name="connsiteY2289" fmla="*/ 259545 h 820735"/>
                    <a:gd name="connsiteX2290" fmla="*/ 202025 w 630013"/>
                    <a:gd name="connsiteY2290" fmla="*/ 258973 h 820735"/>
                    <a:gd name="connsiteX2291" fmla="*/ 198787 w 630013"/>
                    <a:gd name="connsiteY2291" fmla="*/ 259545 h 820735"/>
                    <a:gd name="connsiteX2292" fmla="*/ 202025 w 630013"/>
                    <a:gd name="connsiteY2292" fmla="*/ 294121 h 820735"/>
                    <a:gd name="connsiteX2293" fmla="*/ 204501 w 630013"/>
                    <a:gd name="connsiteY2293" fmla="*/ 294787 h 820735"/>
                    <a:gd name="connsiteX2294" fmla="*/ 203549 w 630013"/>
                    <a:gd name="connsiteY2294" fmla="*/ 301741 h 820735"/>
                    <a:gd name="connsiteX2295" fmla="*/ 201739 w 630013"/>
                    <a:gd name="connsiteY2295" fmla="*/ 302026 h 820735"/>
                    <a:gd name="connsiteX2296" fmla="*/ 202025 w 630013"/>
                    <a:gd name="connsiteY2296" fmla="*/ 294121 h 820735"/>
                    <a:gd name="connsiteX2297" fmla="*/ 197834 w 630013"/>
                    <a:gd name="connsiteY2297" fmla="*/ 445759 h 820735"/>
                    <a:gd name="connsiteX2298" fmla="*/ 198691 w 630013"/>
                    <a:gd name="connsiteY2298" fmla="*/ 439948 h 820735"/>
                    <a:gd name="connsiteX2299" fmla="*/ 197834 w 630013"/>
                    <a:gd name="connsiteY2299" fmla="*/ 445759 h 820735"/>
                    <a:gd name="connsiteX2300" fmla="*/ 199739 w 630013"/>
                    <a:gd name="connsiteY2300" fmla="*/ 442044 h 820735"/>
                    <a:gd name="connsiteX2301" fmla="*/ 204215 w 630013"/>
                    <a:gd name="connsiteY2301" fmla="*/ 438996 h 820735"/>
                    <a:gd name="connsiteX2302" fmla="*/ 204501 w 630013"/>
                    <a:gd name="connsiteY2302" fmla="*/ 443473 h 820735"/>
                    <a:gd name="connsiteX2303" fmla="*/ 199358 w 630013"/>
                    <a:gd name="connsiteY2303" fmla="*/ 445473 h 820735"/>
                    <a:gd name="connsiteX2304" fmla="*/ 200977 w 630013"/>
                    <a:gd name="connsiteY2304" fmla="*/ 438424 h 820735"/>
                    <a:gd name="connsiteX2305" fmla="*/ 199739 w 630013"/>
                    <a:gd name="connsiteY2305" fmla="*/ 442044 h 820735"/>
                    <a:gd name="connsiteX2306" fmla="*/ 206312 w 630013"/>
                    <a:gd name="connsiteY2306" fmla="*/ 296788 h 820735"/>
                    <a:gd name="connsiteX2307" fmla="*/ 206026 w 630013"/>
                    <a:gd name="connsiteY2307" fmla="*/ 293454 h 820735"/>
                    <a:gd name="connsiteX2308" fmla="*/ 207835 w 630013"/>
                    <a:gd name="connsiteY2308" fmla="*/ 294311 h 820735"/>
                    <a:gd name="connsiteX2309" fmla="*/ 206312 w 630013"/>
                    <a:gd name="connsiteY2309" fmla="*/ 296788 h 820735"/>
                    <a:gd name="connsiteX2310" fmla="*/ 205358 w 630013"/>
                    <a:gd name="connsiteY2310" fmla="*/ 332125 h 820735"/>
                    <a:gd name="connsiteX2311" fmla="*/ 206501 w 630013"/>
                    <a:gd name="connsiteY2311" fmla="*/ 330792 h 820735"/>
                    <a:gd name="connsiteX2312" fmla="*/ 206978 w 630013"/>
                    <a:gd name="connsiteY2312" fmla="*/ 326125 h 820735"/>
                    <a:gd name="connsiteX2313" fmla="*/ 207930 w 630013"/>
                    <a:gd name="connsiteY2313" fmla="*/ 331649 h 820735"/>
                    <a:gd name="connsiteX2314" fmla="*/ 205358 w 630013"/>
                    <a:gd name="connsiteY2314" fmla="*/ 332125 h 820735"/>
                    <a:gd name="connsiteX2315" fmla="*/ 208693 w 630013"/>
                    <a:gd name="connsiteY2315" fmla="*/ 326982 h 820735"/>
                    <a:gd name="connsiteX2316" fmla="*/ 209836 w 630013"/>
                    <a:gd name="connsiteY2316" fmla="*/ 325648 h 820735"/>
                    <a:gd name="connsiteX2317" fmla="*/ 208978 w 630013"/>
                    <a:gd name="connsiteY2317" fmla="*/ 330316 h 820735"/>
                    <a:gd name="connsiteX2318" fmla="*/ 210407 w 630013"/>
                    <a:gd name="connsiteY2318" fmla="*/ 331173 h 820735"/>
                    <a:gd name="connsiteX2319" fmla="*/ 210121 w 630013"/>
                    <a:gd name="connsiteY2319" fmla="*/ 327839 h 820735"/>
                    <a:gd name="connsiteX2320" fmla="*/ 211550 w 630013"/>
                    <a:gd name="connsiteY2320" fmla="*/ 329839 h 820735"/>
                    <a:gd name="connsiteX2321" fmla="*/ 213074 w 630013"/>
                    <a:gd name="connsiteY2321" fmla="*/ 326125 h 820735"/>
                    <a:gd name="connsiteX2322" fmla="*/ 214122 w 630013"/>
                    <a:gd name="connsiteY2322" fmla="*/ 327077 h 820735"/>
                    <a:gd name="connsiteX2323" fmla="*/ 213170 w 630013"/>
                    <a:gd name="connsiteY2323" fmla="*/ 336316 h 820735"/>
                    <a:gd name="connsiteX2324" fmla="*/ 208216 w 630013"/>
                    <a:gd name="connsiteY2324" fmla="*/ 332602 h 820735"/>
                    <a:gd name="connsiteX2325" fmla="*/ 208693 w 630013"/>
                    <a:gd name="connsiteY2325" fmla="*/ 326982 h 820735"/>
                    <a:gd name="connsiteX2326" fmla="*/ 204406 w 630013"/>
                    <a:gd name="connsiteY2326" fmla="*/ 530912 h 820735"/>
                    <a:gd name="connsiteX2327" fmla="*/ 204311 w 630013"/>
                    <a:gd name="connsiteY2327" fmla="*/ 535484 h 820735"/>
                    <a:gd name="connsiteX2328" fmla="*/ 204406 w 630013"/>
                    <a:gd name="connsiteY2328" fmla="*/ 530912 h 820735"/>
                    <a:gd name="connsiteX2329" fmla="*/ 204692 w 630013"/>
                    <a:gd name="connsiteY2329" fmla="*/ 535389 h 820735"/>
                    <a:gd name="connsiteX2330" fmla="*/ 207264 w 630013"/>
                    <a:gd name="connsiteY2330" fmla="*/ 534913 h 820735"/>
                    <a:gd name="connsiteX2331" fmla="*/ 207169 w 630013"/>
                    <a:gd name="connsiteY2331" fmla="*/ 539485 h 820735"/>
                    <a:gd name="connsiteX2332" fmla="*/ 204692 w 630013"/>
                    <a:gd name="connsiteY2332" fmla="*/ 535389 h 820735"/>
                    <a:gd name="connsiteX2333" fmla="*/ 211836 w 630013"/>
                    <a:gd name="connsiteY2333" fmla="*/ 342317 h 820735"/>
                    <a:gd name="connsiteX2334" fmla="*/ 212313 w 630013"/>
                    <a:gd name="connsiteY2334" fmla="*/ 338888 h 820735"/>
                    <a:gd name="connsiteX2335" fmla="*/ 213740 w 630013"/>
                    <a:gd name="connsiteY2335" fmla="*/ 340888 h 820735"/>
                    <a:gd name="connsiteX2336" fmla="*/ 211836 w 630013"/>
                    <a:gd name="connsiteY2336" fmla="*/ 342317 h 820735"/>
                    <a:gd name="connsiteX2337" fmla="*/ 220789 w 630013"/>
                    <a:gd name="connsiteY2337" fmla="*/ 334030 h 820735"/>
                    <a:gd name="connsiteX2338" fmla="*/ 222504 w 630013"/>
                    <a:gd name="connsiteY2338" fmla="*/ 337174 h 820735"/>
                    <a:gd name="connsiteX2339" fmla="*/ 220789 w 630013"/>
                    <a:gd name="connsiteY2339" fmla="*/ 334030 h 820735"/>
                    <a:gd name="connsiteX2340" fmla="*/ 223265 w 630013"/>
                    <a:gd name="connsiteY2340" fmla="*/ 348318 h 820735"/>
                    <a:gd name="connsiteX2341" fmla="*/ 225647 w 630013"/>
                    <a:gd name="connsiteY2341" fmla="*/ 353557 h 820735"/>
                    <a:gd name="connsiteX2342" fmla="*/ 223265 w 630013"/>
                    <a:gd name="connsiteY2342" fmla="*/ 348318 h 820735"/>
                    <a:gd name="connsiteX2343" fmla="*/ 226505 w 630013"/>
                    <a:gd name="connsiteY2343" fmla="*/ 348889 h 820735"/>
                    <a:gd name="connsiteX2344" fmla="*/ 228219 w 630013"/>
                    <a:gd name="connsiteY2344" fmla="*/ 350794 h 820735"/>
                    <a:gd name="connsiteX2345" fmla="*/ 226314 w 630013"/>
                    <a:gd name="connsiteY2345" fmla="*/ 354509 h 820735"/>
                    <a:gd name="connsiteX2346" fmla="*/ 226505 w 630013"/>
                    <a:gd name="connsiteY2346" fmla="*/ 348889 h 820735"/>
                    <a:gd name="connsiteX2347" fmla="*/ 222409 w 630013"/>
                    <a:gd name="connsiteY2347" fmla="*/ 616351 h 820735"/>
                    <a:gd name="connsiteX2348" fmla="*/ 223076 w 630013"/>
                    <a:gd name="connsiteY2348" fmla="*/ 618542 h 820735"/>
                    <a:gd name="connsiteX2349" fmla="*/ 224980 w 630013"/>
                    <a:gd name="connsiteY2349" fmla="*/ 617018 h 820735"/>
                    <a:gd name="connsiteX2350" fmla="*/ 222409 w 630013"/>
                    <a:gd name="connsiteY2350" fmla="*/ 616351 h 820735"/>
                    <a:gd name="connsiteX2351" fmla="*/ 233458 w 630013"/>
                    <a:gd name="connsiteY2351" fmla="*/ 331744 h 820735"/>
                    <a:gd name="connsiteX2352" fmla="*/ 234791 w 630013"/>
                    <a:gd name="connsiteY2352" fmla="*/ 337174 h 820735"/>
                    <a:gd name="connsiteX2353" fmla="*/ 233458 w 630013"/>
                    <a:gd name="connsiteY2353" fmla="*/ 331744 h 820735"/>
                    <a:gd name="connsiteX2354" fmla="*/ 233363 w 630013"/>
                    <a:gd name="connsiteY2354" fmla="*/ 349937 h 820735"/>
                    <a:gd name="connsiteX2355" fmla="*/ 236219 w 630013"/>
                    <a:gd name="connsiteY2355" fmla="*/ 351652 h 820735"/>
                    <a:gd name="connsiteX2356" fmla="*/ 235076 w 630013"/>
                    <a:gd name="connsiteY2356" fmla="*/ 355271 h 820735"/>
                    <a:gd name="connsiteX2357" fmla="*/ 233363 w 630013"/>
                    <a:gd name="connsiteY2357" fmla="*/ 349937 h 820735"/>
                    <a:gd name="connsiteX2358" fmla="*/ 230029 w 630013"/>
                    <a:gd name="connsiteY2358" fmla="*/ 627591 h 820735"/>
                    <a:gd name="connsiteX2359" fmla="*/ 231838 w 630013"/>
                    <a:gd name="connsiteY2359" fmla="*/ 628448 h 820735"/>
                    <a:gd name="connsiteX2360" fmla="*/ 230029 w 630013"/>
                    <a:gd name="connsiteY2360" fmla="*/ 627591 h 820735"/>
                    <a:gd name="connsiteX2361" fmla="*/ 235934 w 630013"/>
                    <a:gd name="connsiteY2361" fmla="*/ 364225 h 820735"/>
                    <a:gd name="connsiteX2362" fmla="*/ 236410 w 630013"/>
                    <a:gd name="connsiteY2362" fmla="*/ 358414 h 820735"/>
                    <a:gd name="connsiteX2363" fmla="*/ 235934 w 630013"/>
                    <a:gd name="connsiteY2363" fmla="*/ 364225 h 820735"/>
                    <a:gd name="connsiteX2364" fmla="*/ 236410 w 630013"/>
                    <a:gd name="connsiteY2364" fmla="*/ 375464 h 820735"/>
                    <a:gd name="connsiteX2365" fmla="*/ 238220 w 630013"/>
                    <a:gd name="connsiteY2365" fmla="*/ 375178 h 820735"/>
                    <a:gd name="connsiteX2366" fmla="*/ 236410 w 630013"/>
                    <a:gd name="connsiteY2366" fmla="*/ 375464 h 820735"/>
                    <a:gd name="connsiteX2367" fmla="*/ 237934 w 630013"/>
                    <a:gd name="connsiteY2367" fmla="*/ 419470 h 820735"/>
                    <a:gd name="connsiteX2368" fmla="*/ 240316 w 630013"/>
                    <a:gd name="connsiteY2368" fmla="*/ 426994 h 820735"/>
                    <a:gd name="connsiteX2369" fmla="*/ 237934 w 630013"/>
                    <a:gd name="connsiteY2369" fmla="*/ 419470 h 820735"/>
                    <a:gd name="connsiteX2370" fmla="*/ 234029 w 630013"/>
                    <a:gd name="connsiteY2370" fmla="*/ 615494 h 820735"/>
                    <a:gd name="connsiteX2371" fmla="*/ 236125 w 630013"/>
                    <a:gd name="connsiteY2371" fmla="*/ 620828 h 820735"/>
                    <a:gd name="connsiteX2372" fmla="*/ 234029 w 630013"/>
                    <a:gd name="connsiteY2372" fmla="*/ 615494 h 820735"/>
                    <a:gd name="connsiteX2373" fmla="*/ 240602 w 630013"/>
                    <a:gd name="connsiteY2373" fmla="*/ 363367 h 820735"/>
                    <a:gd name="connsiteX2374" fmla="*/ 242315 w 630013"/>
                    <a:gd name="connsiteY2374" fmla="*/ 366415 h 820735"/>
                    <a:gd name="connsiteX2375" fmla="*/ 240411 w 630013"/>
                    <a:gd name="connsiteY2375" fmla="*/ 368987 h 820735"/>
                    <a:gd name="connsiteX2376" fmla="*/ 240602 w 630013"/>
                    <a:gd name="connsiteY2376" fmla="*/ 363367 h 820735"/>
                    <a:gd name="connsiteX2377" fmla="*/ 243458 w 630013"/>
                    <a:gd name="connsiteY2377" fmla="*/ 366225 h 820735"/>
                    <a:gd name="connsiteX2378" fmla="*/ 246412 w 630013"/>
                    <a:gd name="connsiteY2378" fmla="*/ 363463 h 820735"/>
                    <a:gd name="connsiteX2379" fmla="*/ 243458 w 630013"/>
                    <a:gd name="connsiteY2379" fmla="*/ 366225 h 820735"/>
                    <a:gd name="connsiteX2380" fmla="*/ 243269 w 630013"/>
                    <a:gd name="connsiteY2380" fmla="*/ 424137 h 820735"/>
                    <a:gd name="connsiteX2381" fmla="*/ 244412 w 630013"/>
                    <a:gd name="connsiteY2381" fmla="*/ 419374 h 820735"/>
                    <a:gd name="connsiteX2382" fmla="*/ 243269 w 630013"/>
                    <a:gd name="connsiteY2382" fmla="*/ 424137 h 820735"/>
                    <a:gd name="connsiteX2383" fmla="*/ 243935 w 630013"/>
                    <a:gd name="connsiteY2383" fmla="*/ 395657 h 820735"/>
                    <a:gd name="connsiteX2384" fmla="*/ 246126 w 630013"/>
                    <a:gd name="connsiteY2384" fmla="*/ 395276 h 820735"/>
                    <a:gd name="connsiteX2385" fmla="*/ 244601 w 630013"/>
                    <a:gd name="connsiteY2385" fmla="*/ 398991 h 820735"/>
                    <a:gd name="connsiteX2386" fmla="*/ 243935 w 630013"/>
                    <a:gd name="connsiteY2386" fmla="*/ 395657 h 820735"/>
                    <a:gd name="connsiteX2387" fmla="*/ 252031 w 630013"/>
                    <a:gd name="connsiteY2387" fmla="*/ 406706 h 820735"/>
                    <a:gd name="connsiteX2388" fmla="*/ 250602 w 630013"/>
                    <a:gd name="connsiteY2388" fmla="*/ 406992 h 820735"/>
                    <a:gd name="connsiteX2389" fmla="*/ 252222 w 630013"/>
                    <a:gd name="connsiteY2389" fmla="*/ 400991 h 820735"/>
                    <a:gd name="connsiteX2390" fmla="*/ 252031 w 630013"/>
                    <a:gd name="connsiteY2390" fmla="*/ 406706 h 820735"/>
                    <a:gd name="connsiteX2391" fmla="*/ 253460 w 630013"/>
                    <a:gd name="connsiteY2391" fmla="*/ 621209 h 820735"/>
                    <a:gd name="connsiteX2392" fmla="*/ 255365 w 630013"/>
                    <a:gd name="connsiteY2392" fmla="*/ 618637 h 820735"/>
                    <a:gd name="connsiteX2393" fmla="*/ 253460 w 630013"/>
                    <a:gd name="connsiteY2393" fmla="*/ 621209 h 820735"/>
                    <a:gd name="connsiteX2394" fmla="*/ 265557 w 630013"/>
                    <a:gd name="connsiteY2394" fmla="*/ 403182 h 820735"/>
                    <a:gd name="connsiteX2395" fmla="*/ 267748 w 630013"/>
                    <a:gd name="connsiteY2395" fmla="*/ 405087 h 820735"/>
                    <a:gd name="connsiteX2396" fmla="*/ 265557 w 630013"/>
                    <a:gd name="connsiteY2396" fmla="*/ 403182 h 820735"/>
                    <a:gd name="connsiteX2397" fmla="*/ 263937 w 630013"/>
                    <a:gd name="connsiteY2397" fmla="*/ 531865 h 820735"/>
                    <a:gd name="connsiteX2398" fmla="*/ 264794 w 630013"/>
                    <a:gd name="connsiteY2398" fmla="*/ 527197 h 820735"/>
                    <a:gd name="connsiteX2399" fmla="*/ 266986 w 630013"/>
                    <a:gd name="connsiteY2399" fmla="*/ 531388 h 820735"/>
                    <a:gd name="connsiteX2400" fmla="*/ 263937 w 630013"/>
                    <a:gd name="connsiteY2400" fmla="*/ 531865 h 820735"/>
                    <a:gd name="connsiteX2401" fmla="*/ 280892 w 630013"/>
                    <a:gd name="connsiteY2401" fmla="*/ 535675 h 820735"/>
                    <a:gd name="connsiteX2402" fmla="*/ 282416 w 630013"/>
                    <a:gd name="connsiteY2402" fmla="*/ 530817 h 820735"/>
                    <a:gd name="connsiteX2403" fmla="*/ 282321 w 630013"/>
                    <a:gd name="connsiteY2403" fmla="*/ 535389 h 820735"/>
                    <a:gd name="connsiteX2404" fmla="*/ 280892 w 630013"/>
                    <a:gd name="connsiteY2404" fmla="*/ 535675 h 820735"/>
                    <a:gd name="connsiteX2405" fmla="*/ 284702 w 630013"/>
                    <a:gd name="connsiteY2405" fmla="*/ 663500 h 820735"/>
                    <a:gd name="connsiteX2406" fmla="*/ 289940 w 630013"/>
                    <a:gd name="connsiteY2406" fmla="*/ 665977 h 820735"/>
                    <a:gd name="connsiteX2407" fmla="*/ 287655 w 630013"/>
                    <a:gd name="connsiteY2407" fmla="*/ 667501 h 820735"/>
                    <a:gd name="connsiteX2408" fmla="*/ 288798 w 630013"/>
                    <a:gd name="connsiteY2408" fmla="*/ 669596 h 820735"/>
                    <a:gd name="connsiteX2409" fmla="*/ 284702 w 630013"/>
                    <a:gd name="connsiteY2409" fmla="*/ 663500 h 820735"/>
                    <a:gd name="connsiteX2410" fmla="*/ 310705 w 630013"/>
                    <a:gd name="connsiteY2410" fmla="*/ 700933 h 820735"/>
                    <a:gd name="connsiteX2411" fmla="*/ 312230 w 630013"/>
                    <a:gd name="connsiteY2411" fmla="*/ 697219 h 820735"/>
                    <a:gd name="connsiteX2412" fmla="*/ 310705 w 630013"/>
                    <a:gd name="connsiteY2412" fmla="*/ 700933 h 820735"/>
                    <a:gd name="connsiteX2413" fmla="*/ 363855 w 630013"/>
                    <a:gd name="connsiteY2413" fmla="*/ 441472 h 820735"/>
                    <a:gd name="connsiteX2414" fmla="*/ 363474 w 630013"/>
                    <a:gd name="connsiteY2414" fmla="*/ 447283 h 820735"/>
                    <a:gd name="connsiteX2415" fmla="*/ 363855 w 630013"/>
                    <a:gd name="connsiteY2415" fmla="*/ 441472 h 820735"/>
                    <a:gd name="connsiteX2416" fmla="*/ 367188 w 630013"/>
                    <a:gd name="connsiteY2416" fmla="*/ 737224 h 820735"/>
                    <a:gd name="connsiteX2417" fmla="*/ 369475 w 630013"/>
                    <a:gd name="connsiteY2417" fmla="*/ 735604 h 820735"/>
                    <a:gd name="connsiteX2418" fmla="*/ 367188 w 630013"/>
                    <a:gd name="connsiteY2418" fmla="*/ 737224 h 820735"/>
                    <a:gd name="connsiteX2419" fmla="*/ 372427 w 630013"/>
                    <a:gd name="connsiteY2419" fmla="*/ 796660 h 820735"/>
                    <a:gd name="connsiteX2420" fmla="*/ 373952 w 630013"/>
                    <a:gd name="connsiteY2420" fmla="*/ 789516 h 820735"/>
                    <a:gd name="connsiteX2421" fmla="*/ 372427 w 630013"/>
                    <a:gd name="connsiteY2421" fmla="*/ 796660 h 820735"/>
                    <a:gd name="connsiteX2422" fmla="*/ 411195 w 630013"/>
                    <a:gd name="connsiteY2422" fmla="*/ 766465 h 820735"/>
                    <a:gd name="connsiteX2423" fmla="*/ 413481 w 630013"/>
                    <a:gd name="connsiteY2423" fmla="*/ 761417 h 820735"/>
                    <a:gd name="connsiteX2424" fmla="*/ 411195 w 630013"/>
                    <a:gd name="connsiteY2424" fmla="*/ 766465 h 820735"/>
                    <a:gd name="connsiteX2425" fmla="*/ 431863 w 630013"/>
                    <a:gd name="connsiteY2425" fmla="*/ 24849 h 820735"/>
                    <a:gd name="connsiteX2426" fmla="*/ 428434 w 630013"/>
                    <a:gd name="connsiteY2426" fmla="*/ 26754 h 820735"/>
                    <a:gd name="connsiteX2427" fmla="*/ 431102 w 630013"/>
                    <a:gd name="connsiteY2427" fmla="*/ 19324 h 820735"/>
                    <a:gd name="connsiteX2428" fmla="*/ 431482 w 630013"/>
                    <a:gd name="connsiteY2428" fmla="*/ 20372 h 820735"/>
                    <a:gd name="connsiteX2429" fmla="*/ 431863 w 630013"/>
                    <a:gd name="connsiteY2429" fmla="*/ 24849 h 820735"/>
                    <a:gd name="connsiteX2430" fmla="*/ 432815 w 630013"/>
                    <a:gd name="connsiteY2430" fmla="*/ 690265 h 820735"/>
                    <a:gd name="connsiteX2431" fmla="*/ 434626 w 630013"/>
                    <a:gd name="connsiteY2431" fmla="*/ 685312 h 820735"/>
                    <a:gd name="connsiteX2432" fmla="*/ 432815 w 630013"/>
                    <a:gd name="connsiteY2432" fmla="*/ 690265 h 820735"/>
                    <a:gd name="connsiteX2433" fmla="*/ 436244 w 630013"/>
                    <a:gd name="connsiteY2433" fmla="*/ 687313 h 820735"/>
                    <a:gd name="connsiteX2434" fmla="*/ 435483 w 630013"/>
                    <a:gd name="connsiteY2434" fmla="*/ 682931 h 820735"/>
                    <a:gd name="connsiteX2435" fmla="*/ 445675 w 630013"/>
                    <a:gd name="connsiteY2435" fmla="*/ 679788 h 820735"/>
                    <a:gd name="connsiteX2436" fmla="*/ 445580 w 630013"/>
                    <a:gd name="connsiteY2436" fmla="*/ 669501 h 820735"/>
                    <a:gd name="connsiteX2437" fmla="*/ 443388 w 630013"/>
                    <a:gd name="connsiteY2437" fmla="*/ 673406 h 820735"/>
                    <a:gd name="connsiteX2438" fmla="*/ 441484 w 630013"/>
                    <a:gd name="connsiteY2438" fmla="*/ 669215 h 820735"/>
                    <a:gd name="connsiteX2439" fmla="*/ 442531 w 630013"/>
                    <a:gd name="connsiteY2439" fmla="*/ 661024 h 820735"/>
                    <a:gd name="connsiteX2440" fmla="*/ 443674 w 630013"/>
                    <a:gd name="connsiteY2440" fmla="*/ 664262 h 820735"/>
                    <a:gd name="connsiteX2441" fmla="*/ 443388 w 630013"/>
                    <a:gd name="connsiteY2441" fmla="*/ 670072 h 820735"/>
                    <a:gd name="connsiteX2442" fmla="*/ 446723 w 630013"/>
                    <a:gd name="connsiteY2442" fmla="*/ 663691 h 820735"/>
                    <a:gd name="connsiteX2443" fmla="*/ 447198 w 630013"/>
                    <a:gd name="connsiteY2443" fmla="*/ 672739 h 820735"/>
                    <a:gd name="connsiteX2444" fmla="*/ 449104 w 630013"/>
                    <a:gd name="connsiteY2444" fmla="*/ 673501 h 820735"/>
                    <a:gd name="connsiteX2445" fmla="*/ 448818 w 630013"/>
                    <a:gd name="connsiteY2445" fmla="*/ 678169 h 820735"/>
                    <a:gd name="connsiteX2446" fmla="*/ 446532 w 630013"/>
                    <a:gd name="connsiteY2446" fmla="*/ 678645 h 820735"/>
                    <a:gd name="connsiteX2447" fmla="*/ 448437 w 630013"/>
                    <a:gd name="connsiteY2447" fmla="*/ 681693 h 820735"/>
                    <a:gd name="connsiteX2448" fmla="*/ 445008 w 630013"/>
                    <a:gd name="connsiteY2448" fmla="*/ 682360 h 820735"/>
                    <a:gd name="connsiteX2449" fmla="*/ 448056 w 630013"/>
                    <a:gd name="connsiteY2449" fmla="*/ 688646 h 820735"/>
                    <a:gd name="connsiteX2450" fmla="*/ 446532 w 630013"/>
                    <a:gd name="connsiteY2450" fmla="*/ 691218 h 820735"/>
                    <a:gd name="connsiteX2451" fmla="*/ 446627 w 630013"/>
                    <a:gd name="connsiteY2451" fmla="*/ 696933 h 820735"/>
                    <a:gd name="connsiteX2452" fmla="*/ 449675 w 630013"/>
                    <a:gd name="connsiteY2452" fmla="*/ 696361 h 820735"/>
                    <a:gd name="connsiteX2453" fmla="*/ 448627 w 630013"/>
                    <a:gd name="connsiteY2453" fmla="*/ 702267 h 820735"/>
                    <a:gd name="connsiteX2454" fmla="*/ 447103 w 630013"/>
                    <a:gd name="connsiteY2454" fmla="*/ 699124 h 820735"/>
                    <a:gd name="connsiteX2455" fmla="*/ 446723 w 630013"/>
                    <a:gd name="connsiteY2455" fmla="*/ 702648 h 820735"/>
                    <a:gd name="connsiteX2456" fmla="*/ 446341 w 630013"/>
                    <a:gd name="connsiteY2456" fmla="*/ 699314 h 820735"/>
                    <a:gd name="connsiteX2457" fmla="*/ 444437 w 630013"/>
                    <a:gd name="connsiteY2457" fmla="*/ 700838 h 820735"/>
                    <a:gd name="connsiteX2458" fmla="*/ 444817 w 630013"/>
                    <a:gd name="connsiteY2458" fmla="*/ 697314 h 820735"/>
                    <a:gd name="connsiteX2459" fmla="*/ 437578 w 630013"/>
                    <a:gd name="connsiteY2459" fmla="*/ 698743 h 820735"/>
                    <a:gd name="connsiteX2460" fmla="*/ 438341 w 630013"/>
                    <a:gd name="connsiteY2460" fmla="*/ 704267 h 820735"/>
                    <a:gd name="connsiteX2461" fmla="*/ 436055 w 630013"/>
                    <a:gd name="connsiteY2461" fmla="*/ 701314 h 820735"/>
                    <a:gd name="connsiteX2462" fmla="*/ 433769 w 630013"/>
                    <a:gd name="connsiteY2462" fmla="*/ 696076 h 820735"/>
                    <a:gd name="connsiteX2463" fmla="*/ 436244 w 630013"/>
                    <a:gd name="connsiteY2463" fmla="*/ 687313 h 820735"/>
                    <a:gd name="connsiteX2464" fmla="*/ 439102 w 630013"/>
                    <a:gd name="connsiteY2464" fmla="*/ 669596 h 820735"/>
                    <a:gd name="connsiteX2465" fmla="*/ 439770 w 630013"/>
                    <a:gd name="connsiteY2465" fmla="*/ 663691 h 820735"/>
                    <a:gd name="connsiteX2466" fmla="*/ 441674 w 630013"/>
                    <a:gd name="connsiteY2466" fmla="*/ 663310 h 820735"/>
                    <a:gd name="connsiteX2467" fmla="*/ 439102 w 630013"/>
                    <a:gd name="connsiteY2467" fmla="*/ 669596 h 820735"/>
                    <a:gd name="connsiteX2468" fmla="*/ 436816 w 630013"/>
                    <a:gd name="connsiteY2468" fmla="*/ 667786 h 820735"/>
                    <a:gd name="connsiteX2469" fmla="*/ 438721 w 630013"/>
                    <a:gd name="connsiteY2469" fmla="*/ 665119 h 820735"/>
                    <a:gd name="connsiteX2470" fmla="*/ 438721 w 630013"/>
                    <a:gd name="connsiteY2470" fmla="*/ 668549 h 820735"/>
                    <a:gd name="connsiteX2471" fmla="*/ 436816 w 630013"/>
                    <a:gd name="connsiteY2471" fmla="*/ 667786 h 820735"/>
                    <a:gd name="connsiteX2472" fmla="*/ 439579 w 630013"/>
                    <a:gd name="connsiteY2472" fmla="*/ 770085 h 820735"/>
                    <a:gd name="connsiteX2473" fmla="*/ 441484 w 630013"/>
                    <a:gd name="connsiteY2473" fmla="*/ 765132 h 820735"/>
                    <a:gd name="connsiteX2474" fmla="*/ 439579 w 630013"/>
                    <a:gd name="connsiteY2474" fmla="*/ 770085 h 820735"/>
                    <a:gd name="connsiteX2475" fmla="*/ 435578 w 630013"/>
                    <a:gd name="connsiteY2475" fmla="*/ 22849 h 820735"/>
                    <a:gd name="connsiteX2476" fmla="*/ 442056 w 630013"/>
                    <a:gd name="connsiteY2476" fmla="*/ 19134 h 820735"/>
                    <a:gd name="connsiteX2477" fmla="*/ 435578 w 630013"/>
                    <a:gd name="connsiteY2477" fmla="*/ 22849 h 820735"/>
                    <a:gd name="connsiteX2478" fmla="*/ 440913 w 630013"/>
                    <a:gd name="connsiteY2478" fmla="*/ 705791 h 820735"/>
                    <a:gd name="connsiteX2479" fmla="*/ 443579 w 630013"/>
                    <a:gd name="connsiteY2479" fmla="*/ 703029 h 820735"/>
                    <a:gd name="connsiteX2480" fmla="*/ 443294 w 630013"/>
                    <a:gd name="connsiteY2480" fmla="*/ 709887 h 820735"/>
                    <a:gd name="connsiteX2481" fmla="*/ 440913 w 630013"/>
                    <a:gd name="connsiteY2481" fmla="*/ 705791 h 820735"/>
                    <a:gd name="connsiteX2482" fmla="*/ 444437 w 630013"/>
                    <a:gd name="connsiteY2482" fmla="*/ 713125 h 820735"/>
                    <a:gd name="connsiteX2483" fmla="*/ 444817 w 630013"/>
                    <a:gd name="connsiteY2483" fmla="*/ 709601 h 820735"/>
                    <a:gd name="connsiteX2484" fmla="*/ 447484 w 630013"/>
                    <a:gd name="connsiteY2484" fmla="*/ 711316 h 820735"/>
                    <a:gd name="connsiteX2485" fmla="*/ 444437 w 630013"/>
                    <a:gd name="connsiteY2485" fmla="*/ 713125 h 820735"/>
                    <a:gd name="connsiteX2486" fmla="*/ 448151 w 630013"/>
                    <a:gd name="connsiteY2486" fmla="*/ 671215 h 820735"/>
                    <a:gd name="connsiteX2487" fmla="*/ 448818 w 630013"/>
                    <a:gd name="connsiteY2487" fmla="*/ 666548 h 820735"/>
                    <a:gd name="connsiteX2488" fmla="*/ 449295 w 630013"/>
                    <a:gd name="connsiteY2488" fmla="*/ 672168 h 820735"/>
                    <a:gd name="connsiteX2489" fmla="*/ 448151 w 630013"/>
                    <a:gd name="connsiteY2489" fmla="*/ 671215 h 820735"/>
                    <a:gd name="connsiteX2490" fmla="*/ 445103 w 630013"/>
                    <a:gd name="connsiteY2490" fmla="*/ 16181 h 820735"/>
                    <a:gd name="connsiteX2491" fmla="*/ 446818 w 630013"/>
                    <a:gd name="connsiteY2491" fmla="*/ 14657 h 820735"/>
                    <a:gd name="connsiteX2492" fmla="*/ 445103 w 630013"/>
                    <a:gd name="connsiteY2492" fmla="*/ 16181 h 820735"/>
                    <a:gd name="connsiteX2493" fmla="*/ 464058 w 630013"/>
                    <a:gd name="connsiteY2493" fmla="*/ 41708 h 820735"/>
                    <a:gd name="connsiteX2494" fmla="*/ 470535 w 630013"/>
                    <a:gd name="connsiteY2494" fmla="*/ 36755 h 820735"/>
                    <a:gd name="connsiteX2495" fmla="*/ 464058 w 630013"/>
                    <a:gd name="connsiteY2495" fmla="*/ 41708 h 820735"/>
                    <a:gd name="connsiteX2496" fmla="*/ 480440 w 630013"/>
                    <a:gd name="connsiteY2496" fmla="*/ 671501 h 820735"/>
                    <a:gd name="connsiteX2497" fmla="*/ 485013 w 630013"/>
                    <a:gd name="connsiteY2497" fmla="*/ 675121 h 820735"/>
                    <a:gd name="connsiteX2498" fmla="*/ 483203 w 630013"/>
                    <a:gd name="connsiteY2498" fmla="*/ 678931 h 820735"/>
                    <a:gd name="connsiteX2499" fmla="*/ 480917 w 630013"/>
                    <a:gd name="connsiteY2499" fmla="*/ 678264 h 820735"/>
                    <a:gd name="connsiteX2500" fmla="*/ 480440 w 630013"/>
                    <a:gd name="connsiteY2500" fmla="*/ 671501 h 820735"/>
                    <a:gd name="connsiteX2501" fmla="*/ 472821 w 630013"/>
                    <a:gd name="connsiteY2501" fmla="*/ 25897 h 820735"/>
                    <a:gd name="connsiteX2502" fmla="*/ 475202 w 630013"/>
                    <a:gd name="connsiteY2502" fmla="*/ 24182 h 820735"/>
                    <a:gd name="connsiteX2503" fmla="*/ 472821 w 630013"/>
                    <a:gd name="connsiteY2503" fmla="*/ 25897 h 820735"/>
                    <a:gd name="connsiteX2504" fmla="*/ 481774 w 630013"/>
                    <a:gd name="connsiteY2504" fmla="*/ 662071 h 820735"/>
                    <a:gd name="connsiteX2505" fmla="*/ 484060 w 630013"/>
                    <a:gd name="connsiteY2505" fmla="*/ 660452 h 820735"/>
                    <a:gd name="connsiteX2506" fmla="*/ 481774 w 630013"/>
                    <a:gd name="connsiteY2506" fmla="*/ 662071 h 820735"/>
                    <a:gd name="connsiteX2507" fmla="*/ 475869 w 630013"/>
                    <a:gd name="connsiteY2507" fmla="*/ 25230 h 820735"/>
                    <a:gd name="connsiteX2508" fmla="*/ 477202 w 630013"/>
                    <a:gd name="connsiteY2508" fmla="*/ 24944 h 820735"/>
                    <a:gd name="connsiteX2509" fmla="*/ 475869 w 630013"/>
                    <a:gd name="connsiteY2509" fmla="*/ 25230 h 820735"/>
                    <a:gd name="connsiteX2510" fmla="*/ 487966 w 630013"/>
                    <a:gd name="connsiteY2510" fmla="*/ 18943 h 820735"/>
                    <a:gd name="connsiteX2511" fmla="*/ 489681 w 630013"/>
                    <a:gd name="connsiteY2511" fmla="*/ 19705 h 820735"/>
                    <a:gd name="connsiteX2512" fmla="*/ 487966 w 630013"/>
                    <a:gd name="connsiteY2512" fmla="*/ 18943 h 820735"/>
                    <a:gd name="connsiteX2513" fmla="*/ 490728 w 630013"/>
                    <a:gd name="connsiteY2513" fmla="*/ 46947 h 820735"/>
                    <a:gd name="connsiteX2514" fmla="*/ 499776 w 630013"/>
                    <a:gd name="connsiteY2514" fmla="*/ 35707 h 820735"/>
                    <a:gd name="connsiteX2515" fmla="*/ 501205 w 630013"/>
                    <a:gd name="connsiteY2515" fmla="*/ 37708 h 820735"/>
                    <a:gd name="connsiteX2516" fmla="*/ 499681 w 630013"/>
                    <a:gd name="connsiteY2516" fmla="*/ 51805 h 820735"/>
                    <a:gd name="connsiteX2517" fmla="*/ 494919 w 630013"/>
                    <a:gd name="connsiteY2517" fmla="*/ 56281 h 820735"/>
                    <a:gd name="connsiteX2518" fmla="*/ 492157 w 630013"/>
                    <a:gd name="connsiteY2518" fmla="*/ 54662 h 820735"/>
                    <a:gd name="connsiteX2519" fmla="*/ 494157 w 630013"/>
                    <a:gd name="connsiteY2519" fmla="*/ 50757 h 820735"/>
                    <a:gd name="connsiteX2520" fmla="*/ 490728 w 630013"/>
                    <a:gd name="connsiteY2520" fmla="*/ 46947 h 820735"/>
                    <a:gd name="connsiteX2521" fmla="*/ 493394 w 630013"/>
                    <a:gd name="connsiteY2521" fmla="*/ 15419 h 820735"/>
                    <a:gd name="connsiteX2522" fmla="*/ 493490 w 630013"/>
                    <a:gd name="connsiteY2522" fmla="*/ 19991 h 820735"/>
                    <a:gd name="connsiteX2523" fmla="*/ 494157 w 630013"/>
                    <a:gd name="connsiteY2523" fmla="*/ 19801 h 820735"/>
                    <a:gd name="connsiteX2524" fmla="*/ 493394 w 630013"/>
                    <a:gd name="connsiteY2524" fmla="*/ 15419 h 820735"/>
                    <a:gd name="connsiteX2525" fmla="*/ 493966 w 630013"/>
                    <a:gd name="connsiteY2525" fmla="*/ 29040 h 820735"/>
                    <a:gd name="connsiteX2526" fmla="*/ 495966 w 630013"/>
                    <a:gd name="connsiteY2526" fmla="*/ 26278 h 820735"/>
                    <a:gd name="connsiteX2527" fmla="*/ 493966 w 630013"/>
                    <a:gd name="connsiteY2527" fmla="*/ 29040 h 820735"/>
                    <a:gd name="connsiteX2528" fmla="*/ 496920 w 630013"/>
                    <a:gd name="connsiteY2528" fmla="*/ 140482 h 820735"/>
                    <a:gd name="connsiteX2529" fmla="*/ 497205 w 630013"/>
                    <a:gd name="connsiteY2529" fmla="*/ 135815 h 820735"/>
                    <a:gd name="connsiteX2530" fmla="*/ 498634 w 630013"/>
                    <a:gd name="connsiteY2530" fmla="*/ 141244 h 820735"/>
                    <a:gd name="connsiteX2531" fmla="*/ 496920 w 630013"/>
                    <a:gd name="connsiteY2531" fmla="*/ 140482 h 820735"/>
                    <a:gd name="connsiteX2532" fmla="*/ 499301 w 630013"/>
                    <a:gd name="connsiteY2532" fmla="*/ 154865 h 820735"/>
                    <a:gd name="connsiteX2533" fmla="*/ 499206 w 630013"/>
                    <a:gd name="connsiteY2533" fmla="*/ 151436 h 820735"/>
                    <a:gd name="connsiteX2534" fmla="*/ 501682 w 630013"/>
                    <a:gd name="connsiteY2534" fmla="*/ 156580 h 820735"/>
                    <a:gd name="connsiteX2535" fmla="*/ 501396 w 630013"/>
                    <a:gd name="connsiteY2535" fmla="*/ 157818 h 820735"/>
                    <a:gd name="connsiteX2536" fmla="*/ 501396 w 630013"/>
                    <a:gd name="connsiteY2536" fmla="*/ 160104 h 820735"/>
                    <a:gd name="connsiteX2537" fmla="*/ 499301 w 630013"/>
                    <a:gd name="connsiteY2537" fmla="*/ 154865 h 820735"/>
                    <a:gd name="connsiteX2538" fmla="*/ 498063 w 630013"/>
                    <a:gd name="connsiteY2538" fmla="*/ 30373 h 820735"/>
                    <a:gd name="connsiteX2539" fmla="*/ 500349 w 630013"/>
                    <a:gd name="connsiteY2539" fmla="*/ 25325 h 820735"/>
                    <a:gd name="connsiteX2540" fmla="*/ 498063 w 630013"/>
                    <a:gd name="connsiteY2540" fmla="*/ 30373 h 820735"/>
                    <a:gd name="connsiteX2541" fmla="*/ 500158 w 630013"/>
                    <a:gd name="connsiteY2541" fmla="*/ 121432 h 820735"/>
                    <a:gd name="connsiteX2542" fmla="*/ 502253 w 630013"/>
                    <a:gd name="connsiteY2542" fmla="*/ 122099 h 820735"/>
                    <a:gd name="connsiteX2543" fmla="*/ 500158 w 630013"/>
                    <a:gd name="connsiteY2543" fmla="*/ 121432 h 820735"/>
                    <a:gd name="connsiteX2544" fmla="*/ 503873 w 630013"/>
                    <a:gd name="connsiteY2544" fmla="*/ 35898 h 820735"/>
                    <a:gd name="connsiteX2545" fmla="*/ 502348 w 630013"/>
                    <a:gd name="connsiteY2545" fmla="*/ 45423 h 820735"/>
                    <a:gd name="connsiteX2546" fmla="*/ 503873 w 630013"/>
                    <a:gd name="connsiteY2546" fmla="*/ 35898 h 820735"/>
                    <a:gd name="connsiteX2547" fmla="*/ 502158 w 630013"/>
                    <a:gd name="connsiteY2547" fmla="*/ 12276 h 820735"/>
                    <a:gd name="connsiteX2548" fmla="*/ 505111 w 630013"/>
                    <a:gd name="connsiteY2548" fmla="*/ 8180 h 820735"/>
                    <a:gd name="connsiteX2549" fmla="*/ 501491 w 630013"/>
                    <a:gd name="connsiteY2549" fmla="*/ 17038 h 820735"/>
                    <a:gd name="connsiteX2550" fmla="*/ 502158 w 630013"/>
                    <a:gd name="connsiteY2550" fmla="*/ 12276 h 820735"/>
                    <a:gd name="connsiteX2551" fmla="*/ 503968 w 630013"/>
                    <a:gd name="connsiteY2551" fmla="*/ 59901 h 820735"/>
                    <a:gd name="connsiteX2552" fmla="*/ 505301 w 630013"/>
                    <a:gd name="connsiteY2552" fmla="*/ 57329 h 820735"/>
                    <a:gd name="connsiteX2553" fmla="*/ 505396 w 630013"/>
                    <a:gd name="connsiteY2553" fmla="*/ 61901 h 820735"/>
                    <a:gd name="connsiteX2554" fmla="*/ 503968 w 630013"/>
                    <a:gd name="connsiteY2554" fmla="*/ 59901 h 820735"/>
                    <a:gd name="connsiteX2555" fmla="*/ 508445 w 630013"/>
                    <a:gd name="connsiteY2555" fmla="*/ 39422 h 820735"/>
                    <a:gd name="connsiteX2556" fmla="*/ 509874 w 630013"/>
                    <a:gd name="connsiteY2556" fmla="*/ 40279 h 820735"/>
                    <a:gd name="connsiteX2557" fmla="*/ 508445 w 630013"/>
                    <a:gd name="connsiteY2557" fmla="*/ 55519 h 820735"/>
                    <a:gd name="connsiteX2558" fmla="*/ 505206 w 630013"/>
                    <a:gd name="connsiteY2558" fmla="*/ 43708 h 820735"/>
                    <a:gd name="connsiteX2559" fmla="*/ 508254 w 630013"/>
                    <a:gd name="connsiteY2559" fmla="*/ 41899 h 820735"/>
                    <a:gd name="connsiteX2560" fmla="*/ 508445 w 630013"/>
                    <a:gd name="connsiteY2560" fmla="*/ 39422 h 820735"/>
                    <a:gd name="connsiteX2561" fmla="*/ 507302 w 630013"/>
                    <a:gd name="connsiteY2561" fmla="*/ 35041 h 820735"/>
                    <a:gd name="connsiteX2562" fmla="*/ 507492 w 630013"/>
                    <a:gd name="connsiteY2562" fmla="*/ 26944 h 820735"/>
                    <a:gd name="connsiteX2563" fmla="*/ 509588 w 630013"/>
                    <a:gd name="connsiteY2563" fmla="*/ 27611 h 820735"/>
                    <a:gd name="connsiteX2564" fmla="*/ 507302 w 630013"/>
                    <a:gd name="connsiteY2564" fmla="*/ 35041 h 820735"/>
                    <a:gd name="connsiteX2565" fmla="*/ 508731 w 630013"/>
                    <a:gd name="connsiteY2565" fmla="*/ 101144 h 820735"/>
                    <a:gd name="connsiteX2566" fmla="*/ 508635 w 630013"/>
                    <a:gd name="connsiteY2566" fmla="*/ 93143 h 820735"/>
                    <a:gd name="connsiteX2567" fmla="*/ 510444 w 630013"/>
                    <a:gd name="connsiteY2567" fmla="*/ 97334 h 820735"/>
                    <a:gd name="connsiteX2568" fmla="*/ 508731 w 630013"/>
                    <a:gd name="connsiteY2568" fmla="*/ 101144 h 820735"/>
                    <a:gd name="connsiteX2569" fmla="*/ 509492 w 630013"/>
                    <a:gd name="connsiteY2569" fmla="*/ 25420 h 820735"/>
                    <a:gd name="connsiteX2570" fmla="*/ 509397 w 630013"/>
                    <a:gd name="connsiteY2570" fmla="*/ 19705 h 820735"/>
                    <a:gd name="connsiteX2571" fmla="*/ 510444 w 630013"/>
                    <a:gd name="connsiteY2571" fmla="*/ 19420 h 820735"/>
                    <a:gd name="connsiteX2572" fmla="*/ 510826 w 630013"/>
                    <a:gd name="connsiteY2572" fmla="*/ 23896 h 820735"/>
                    <a:gd name="connsiteX2573" fmla="*/ 509492 w 630013"/>
                    <a:gd name="connsiteY2573" fmla="*/ 25420 h 820735"/>
                    <a:gd name="connsiteX2574" fmla="*/ 521398 w 630013"/>
                    <a:gd name="connsiteY2574" fmla="*/ 619399 h 820735"/>
                    <a:gd name="connsiteX2575" fmla="*/ 524732 w 630013"/>
                    <a:gd name="connsiteY2575" fmla="*/ 616351 h 820735"/>
                    <a:gd name="connsiteX2576" fmla="*/ 521398 w 630013"/>
                    <a:gd name="connsiteY2576" fmla="*/ 619399 h 820735"/>
                    <a:gd name="connsiteX2577" fmla="*/ 531209 w 630013"/>
                    <a:gd name="connsiteY2577" fmla="*/ 668834 h 820735"/>
                    <a:gd name="connsiteX2578" fmla="*/ 531400 w 630013"/>
                    <a:gd name="connsiteY2578" fmla="*/ 659595 h 820735"/>
                    <a:gd name="connsiteX2579" fmla="*/ 534543 w 630013"/>
                    <a:gd name="connsiteY2579" fmla="*/ 663500 h 820735"/>
                    <a:gd name="connsiteX2580" fmla="*/ 531209 w 630013"/>
                    <a:gd name="connsiteY2580" fmla="*/ 668834 h 820735"/>
                    <a:gd name="connsiteX2581" fmla="*/ 534829 w 630013"/>
                    <a:gd name="connsiteY2581" fmla="*/ 693218 h 820735"/>
                    <a:gd name="connsiteX2582" fmla="*/ 537401 w 630013"/>
                    <a:gd name="connsiteY2582" fmla="*/ 690361 h 820735"/>
                    <a:gd name="connsiteX2583" fmla="*/ 534829 w 630013"/>
                    <a:gd name="connsiteY2583" fmla="*/ 693218 h 820735"/>
                    <a:gd name="connsiteX2584" fmla="*/ 533591 w 630013"/>
                    <a:gd name="connsiteY2584" fmla="*/ 609874 h 820735"/>
                    <a:gd name="connsiteX2585" fmla="*/ 535114 w 630013"/>
                    <a:gd name="connsiteY2585" fmla="*/ 609589 h 820735"/>
                    <a:gd name="connsiteX2586" fmla="*/ 536163 w 630013"/>
                    <a:gd name="connsiteY2586" fmla="*/ 620828 h 820735"/>
                    <a:gd name="connsiteX2587" fmla="*/ 534638 w 630013"/>
                    <a:gd name="connsiteY2587" fmla="*/ 621114 h 820735"/>
                    <a:gd name="connsiteX2588" fmla="*/ 533591 w 630013"/>
                    <a:gd name="connsiteY2588" fmla="*/ 609874 h 820735"/>
                    <a:gd name="connsiteX2589" fmla="*/ 527209 w 630013"/>
                    <a:gd name="connsiteY2589" fmla="*/ 242305 h 820735"/>
                    <a:gd name="connsiteX2590" fmla="*/ 529780 w 630013"/>
                    <a:gd name="connsiteY2590" fmla="*/ 248591 h 820735"/>
                    <a:gd name="connsiteX2591" fmla="*/ 531209 w 630013"/>
                    <a:gd name="connsiteY2591" fmla="*/ 247162 h 820735"/>
                    <a:gd name="connsiteX2592" fmla="*/ 530351 w 630013"/>
                    <a:gd name="connsiteY2592" fmla="*/ 241638 h 820735"/>
                    <a:gd name="connsiteX2593" fmla="*/ 530447 w 630013"/>
                    <a:gd name="connsiteY2593" fmla="*/ 245067 h 820735"/>
                    <a:gd name="connsiteX2594" fmla="*/ 529019 w 630013"/>
                    <a:gd name="connsiteY2594" fmla="*/ 244210 h 820735"/>
                    <a:gd name="connsiteX2595" fmla="*/ 529590 w 630013"/>
                    <a:gd name="connsiteY2595" fmla="*/ 238399 h 820735"/>
                    <a:gd name="connsiteX2596" fmla="*/ 527781 w 630013"/>
                    <a:gd name="connsiteY2596" fmla="*/ 237637 h 820735"/>
                    <a:gd name="connsiteX2597" fmla="*/ 529780 w 630013"/>
                    <a:gd name="connsiteY2597" fmla="*/ 231446 h 820735"/>
                    <a:gd name="connsiteX2598" fmla="*/ 531876 w 630013"/>
                    <a:gd name="connsiteY2598" fmla="*/ 232113 h 820735"/>
                    <a:gd name="connsiteX2599" fmla="*/ 530447 w 630013"/>
                    <a:gd name="connsiteY2599" fmla="*/ 230208 h 820735"/>
                    <a:gd name="connsiteX2600" fmla="*/ 530351 w 630013"/>
                    <a:gd name="connsiteY2600" fmla="*/ 225636 h 820735"/>
                    <a:gd name="connsiteX2601" fmla="*/ 533209 w 630013"/>
                    <a:gd name="connsiteY2601" fmla="*/ 226112 h 820735"/>
                    <a:gd name="connsiteX2602" fmla="*/ 533114 w 630013"/>
                    <a:gd name="connsiteY2602" fmla="*/ 222683 h 820735"/>
                    <a:gd name="connsiteX2603" fmla="*/ 538449 w 630013"/>
                    <a:gd name="connsiteY2603" fmla="*/ 226017 h 820735"/>
                    <a:gd name="connsiteX2604" fmla="*/ 538733 w 630013"/>
                    <a:gd name="connsiteY2604" fmla="*/ 221350 h 820735"/>
                    <a:gd name="connsiteX2605" fmla="*/ 540067 w 630013"/>
                    <a:gd name="connsiteY2605" fmla="*/ 231351 h 820735"/>
                    <a:gd name="connsiteX2606" fmla="*/ 534352 w 630013"/>
                    <a:gd name="connsiteY2606" fmla="*/ 225826 h 820735"/>
                    <a:gd name="connsiteX2607" fmla="*/ 537306 w 630013"/>
                    <a:gd name="connsiteY2607" fmla="*/ 229732 h 820735"/>
                    <a:gd name="connsiteX2608" fmla="*/ 538449 w 630013"/>
                    <a:gd name="connsiteY2608" fmla="*/ 234018 h 820735"/>
                    <a:gd name="connsiteX2609" fmla="*/ 534352 w 630013"/>
                    <a:gd name="connsiteY2609" fmla="*/ 238399 h 820735"/>
                    <a:gd name="connsiteX2610" fmla="*/ 539592 w 630013"/>
                    <a:gd name="connsiteY2610" fmla="*/ 238304 h 820735"/>
                    <a:gd name="connsiteX2611" fmla="*/ 539019 w 630013"/>
                    <a:gd name="connsiteY2611" fmla="*/ 245353 h 820735"/>
                    <a:gd name="connsiteX2612" fmla="*/ 541115 w 630013"/>
                    <a:gd name="connsiteY2612" fmla="*/ 244876 h 820735"/>
                    <a:gd name="connsiteX2613" fmla="*/ 538067 w 630013"/>
                    <a:gd name="connsiteY2613" fmla="*/ 248972 h 820735"/>
                    <a:gd name="connsiteX2614" fmla="*/ 537972 w 630013"/>
                    <a:gd name="connsiteY2614" fmla="*/ 243257 h 820735"/>
                    <a:gd name="connsiteX2615" fmla="*/ 533591 w 630013"/>
                    <a:gd name="connsiteY2615" fmla="*/ 252306 h 820735"/>
                    <a:gd name="connsiteX2616" fmla="*/ 537781 w 630013"/>
                    <a:gd name="connsiteY2616" fmla="*/ 249067 h 820735"/>
                    <a:gd name="connsiteX2617" fmla="*/ 538924 w 630013"/>
                    <a:gd name="connsiteY2617" fmla="*/ 252211 h 820735"/>
                    <a:gd name="connsiteX2618" fmla="*/ 537686 w 630013"/>
                    <a:gd name="connsiteY2618" fmla="*/ 259354 h 820735"/>
                    <a:gd name="connsiteX2619" fmla="*/ 538353 w 630013"/>
                    <a:gd name="connsiteY2619" fmla="*/ 256878 h 820735"/>
                    <a:gd name="connsiteX2620" fmla="*/ 531305 w 630013"/>
                    <a:gd name="connsiteY2620" fmla="*/ 256211 h 820735"/>
                    <a:gd name="connsiteX2621" fmla="*/ 531114 w 630013"/>
                    <a:gd name="connsiteY2621" fmla="*/ 249353 h 820735"/>
                    <a:gd name="connsiteX2622" fmla="*/ 528256 w 630013"/>
                    <a:gd name="connsiteY2622" fmla="*/ 248877 h 820735"/>
                    <a:gd name="connsiteX2623" fmla="*/ 527209 w 630013"/>
                    <a:gd name="connsiteY2623" fmla="*/ 242305 h 820735"/>
                    <a:gd name="connsiteX2624" fmla="*/ 529113 w 630013"/>
                    <a:gd name="connsiteY2624" fmla="*/ 217825 h 820735"/>
                    <a:gd name="connsiteX2625" fmla="*/ 530447 w 630013"/>
                    <a:gd name="connsiteY2625" fmla="*/ 214111 h 820735"/>
                    <a:gd name="connsiteX2626" fmla="*/ 532543 w 630013"/>
                    <a:gd name="connsiteY2626" fmla="*/ 214777 h 820735"/>
                    <a:gd name="connsiteX2627" fmla="*/ 534352 w 630013"/>
                    <a:gd name="connsiteY2627" fmla="*/ 218968 h 820735"/>
                    <a:gd name="connsiteX2628" fmla="*/ 531590 w 630013"/>
                    <a:gd name="connsiteY2628" fmla="*/ 223064 h 820735"/>
                    <a:gd name="connsiteX2629" fmla="*/ 529113 w 630013"/>
                    <a:gd name="connsiteY2629" fmla="*/ 217825 h 820735"/>
                    <a:gd name="connsiteX2630" fmla="*/ 527970 w 630013"/>
                    <a:gd name="connsiteY2630" fmla="*/ 265069 h 820735"/>
                    <a:gd name="connsiteX2631" fmla="*/ 530067 w 630013"/>
                    <a:gd name="connsiteY2631" fmla="*/ 262307 h 820735"/>
                    <a:gd name="connsiteX2632" fmla="*/ 527970 w 630013"/>
                    <a:gd name="connsiteY2632" fmla="*/ 265069 h 820735"/>
                    <a:gd name="connsiteX2633" fmla="*/ 533209 w 630013"/>
                    <a:gd name="connsiteY2633" fmla="*/ 211158 h 820735"/>
                    <a:gd name="connsiteX2634" fmla="*/ 535972 w 630013"/>
                    <a:gd name="connsiteY2634" fmla="*/ 207062 h 820735"/>
                    <a:gd name="connsiteX2635" fmla="*/ 536734 w 630013"/>
                    <a:gd name="connsiteY2635" fmla="*/ 210301 h 820735"/>
                    <a:gd name="connsiteX2636" fmla="*/ 540544 w 630013"/>
                    <a:gd name="connsiteY2636" fmla="*/ 208205 h 820735"/>
                    <a:gd name="connsiteX2637" fmla="*/ 539210 w 630013"/>
                    <a:gd name="connsiteY2637" fmla="*/ 210777 h 820735"/>
                    <a:gd name="connsiteX2638" fmla="*/ 542830 w 630013"/>
                    <a:gd name="connsiteY2638" fmla="*/ 214492 h 820735"/>
                    <a:gd name="connsiteX2639" fmla="*/ 541973 w 630013"/>
                    <a:gd name="connsiteY2639" fmla="*/ 221540 h 820735"/>
                    <a:gd name="connsiteX2640" fmla="*/ 539876 w 630013"/>
                    <a:gd name="connsiteY2640" fmla="*/ 220873 h 820735"/>
                    <a:gd name="connsiteX2641" fmla="*/ 540830 w 630013"/>
                    <a:gd name="connsiteY2641" fmla="*/ 216111 h 820735"/>
                    <a:gd name="connsiteX2642" fmla="*/ 535305 w 630013"/>
                    <a:gd name="connsiteY2642" fmla="*/ 219730 h 820735"/>
                    <a:gd name="connsiteX2643" fmla="*/ 539401 w 630013"/>
                    <a:gd name="connsiteY2643" fmla="*/ 213063 h 820735"/>
                    <a:gd name="connsiteX2644" fmla="*/ 533209 w 630013"/>
                    <a:gd name="connsiteY2644" fmla="*/ 211158 h 820735"/>
                    <a:gd name="connsiteX2645" fmla="*/ 533400 w 630013"/>
                    <a:gd name="connsiteY2645" fmla="*/ 127433 h 820735"/>
                    <a:gd name="connsiteX2646" fmla="*/ 535495 w 630013"/>
                    <a:gd name="connsiteY2646" fmla="*/ 129243 h 820735"/>
                    <a:gd name="connsiteX2647" fmla="*/ 533400 w 630013"/>
                    <a:gd name="connsiteY2647" fmla="*/ 127433 h 820735"/>
                    <a:gd name="connsiteX2648" fmla="*/ 545116 w 630013"/>
                    <a:gd name="connsiteY2648" fmla="*/ 575203 h 820735"/>
                    <a:gd name="connsiteX2649" fmla="*/ 546259 w 630013"/>
                    <a:gd name="connsiteY2649" fmla="*/ 574918 h 820735"/>
                    <a:gd name="connsiteX2650" fmla="*/ 546449 w 630013"/>
                    <a:gd name="connsiteY2650" fmla="*/ 581776 h 820735"/>
                    <a:gd name="connsiteX2651" fmla="*/ 545116 w 630013"/>
                    <a:gd name="connsiteY2651" fmla="*/ 575203 h 820735"/>
                    <a:gd name="connsiteX2652" fmla="*/ 536448 w 630013"/>
                    <a:gd name="connsiteY2652" fmla="*/ 138196 h 820735"/>
                    <a:gd name="connsiteX2653" fmla="*/ 537495 w 630013"/>
                    <a:gd name="connsiteY2653" fmla="*/ 140197 h 820735"/>
                    <a:gd name="connsiteX2654" fmla="*/ 535781 w 630013"/>
                    <a:gd name="connsiteY2654" fmla="*/ 141721 h 820735"/>
                    <a:gd name="connsiteX2655" fmla="*/ 537020 w 630013"/>
                    <a:gd name="connsiteY2655" fmla="*/ 135720 h 820735"/>
                    <a:gd name="connsiteX2656" fmla="*/ 536448 w 630013"/>
                    <a:gd name="connsiteY2656" fmla="*/ 138196 h 820735"/>
                    <a:gd name="connsiteX2657" fmla="*/ 540162 w 630013"/>
                    <a:gd name="connsiteY2657" fmla="*/ 223255 h 820735"/>
                    <a:gd name="connsiteX2658" fmla="*/ 541591 w 630013"/>
                    <a:gd name="connsiteY2658" fmla="*/ 222969 h 820735"/>
                    <a:gd name="connsiteX2659" fmla="*/ 541687 w 630013"/>
                    <a:gd name="connsiteY2659" fmla="*/ 227541 h 820735"/>
                    <a:gd name="connsiteX2660" fmla="*/ 540162 w 630013"/>
                    <a:gd name="connsiteY2660" fmla="*/ 223255 h 820735"/>
                    <a:gd name="connsiteX2661" fmla="*/ 538067 w 630013"/>
                    <a:gd name="connsiteY2661" fmla="*/ 134291 h 820735"/>
                    <a:gd name="connsiteX2662" fmla="*/ 540258 w 630013"/>
                    <a:gd name="connsiteY2662" fmla="*/ 138387 h 820735"/>
                    <a:gd name="connsiteX2663" fmla="*/ 538067 w 630013"/>
                    <a:gd name="connsiteY2663" fmla="*/ 134291 h 820735"/>
                    <a:gd name="connsiteX2664" fmla="*/ 544259 w 630013"/>
                    <a:gd name="connsiteY2664" fmla="*/ 262402 h 820735"/>
                    <a:gd name="connsiteX2665" fmla="*/ 544163 w 630013"/>
                    <a:gd name="connsiteY2665" fmla="*/ 257830 h 820735"/>
                    <a:gd name="connsiteX2666" fmla="*/ 544830 w 630013"/>
                    <a:gd name="connsiteY2666" fmla="*/ 256497 h 820735"/>
                    <a:gd name="connsiteX2667" fmla="*/ 544259 w 630013"/>
                    <a:gd name="connsiteY2667" fmla="*/ 262402 h 820735"/>
                    <a:gd name="connsiteX2668" fmla="*/ 544639 w 630013"/>
                    <a:gd name="connsiteY2668" fmla="*/ 190108 h 820735"/>
                    <a:gd name="connsiteX2669" fmla="*/ 546449 w 630013"/>
                    <a:gd name="connsiteY2669" fmla="*/ 192013 h 820735"/>
                    <a:gd name="connsiteX2670" fmla="*/ 544639 w 630013"/>
                    <a:gd name="connsiteY2670" fmla="*/ 190108 h 820735"/>
                    <a:gd name="connsiteX2671" fmla="*/ 547592 w 630013"/>
                    <a:gd name="connsiteY2671" fmla="*/ 184774 h 820735"/>
                    <a:gd name="connsiteX2672" fmla="*/ 549401 w 630013"/>
                    <a:gd name="connsiteY2672" fmla="*/ 185536 h 820735"/>
                    <a:gd name="connsiteX2673" fmla="*/ 548449 w 630013"/>
                    <a:gd name="connsiteY2673" fmla="*/ 189155 h 820735"/>
                    <a:gd name="connsiteX2674" fmla="*/ 547592 w 630013"/>
                    <a:gd name="connsiteY2674" fmla="*/ 184774 h 820735"/>
                    <a:gd name="connsiteX2675" fmla="*/ 573309 w 630013"/>
                    <a:gd name="connsiteY2675" fmla="*/ 447283 h 820735"/>
                    <a:gd name="connsiteX2676" fmla="*/ 571976 w 630013"/>
                    <a:gd name="connsiteY2676" fmla="*/ 439567 h 820735"/>
                    <a:gd name="connsiteX2677" fmla="*/ 580453 w 630013"/>
                    <a:gd name="connsiteY2677" fmla="*/ 440996 h 820735"/>
                    <a:gd name="connsiteX2678" fmla="*/ 582168 w 630013"/>
                    <a:gd name="connsiteY2678" fmla="*/ 447473 h 820735"/>
                    <a:gd name="connsiteX2679" fmla="*/ 582454 w 630013"/>
                    <a:gd name="connsiteY2679" fmla="*/ 457760 h 820735"/>
                    <a:gd name="connsiteX2680" fmla="*/ 580073 w 630013"/>
                    <a:gd name="connsiteY2680" fmla="*/ 452617 h 820735"/>
                    <a:gd name="connsiteX2681" fmla="*/ 576167 w 630013"/>
                    <a:gd name="connsiteY2681" fmla="*/ 456998 h 820735"/>
                    <a:gd name="connsiteX2682" fmla="*/ 574452 w 630013"/>
                    <a:gd name="connsiteY2682" fmla="*/ 449378 h 820735"/>
                    <a:gd name="connsiteX2683" fmla="*/ 571786 w 630013"/>
                    <a:gd name="connsiteY2683" fmla="*/ 446521 h 820735"/>
                    <a:gd name="connsiteX2684" fmla="*/ 573309 w 630013"/>
                    <a:gd name="connsiteY2684" fmla="*/ 447283 h 820735"/>
                    <a:gd name="connsiteX2685" fmla="*/ 572357 w 630013"/>
                    <a:gd name="connsiteY2685" fmla="*/ 449854 h 820735"/>
                    <a:gd name="connsiteX2686" fmla="*/ 573786 w 630013"/>
                    <a:gd name="connsiteY2686" fmla="*/ 460999 h 820735"/>
                    <a:gd name="connsiteX2687" fmla="*/ 560737 w 630013"/>
                    <a:gd name="connsiteY2687" fmla="*/ 454807 h 820735"/>
                    <a:gd name="connsiteX2688" fmla="*/ 558165 w 630013"/>
                    <a:gd name="connsiteY2688" fmla="*/ 454236 h 820735"/>
                    <a:gd name="connsiteX2689" fmla="*/ 558260 w 630013"/>
                    <a:gd name="connsiteY2689" fmla="*/ 458808 h 820735"/>
                    <a:gd name="connsiteX2690" fmla="*/ 555117 w 630013"/>
                    <a:gd name="connsiteY2690" fmla="*/ 451474 h 820735"/>
                    <a:gd name="connsiteX2691" fmla="*/ 562832 w 630013"/>
                    <a:gd name="connsiteY2691" fmla="*/ 450902 h 820735"/>
                    <a:gd name="connsiteX2692" fmla="*/ 561689 w 630013"/>
                    <a:gd name="connsiteY2692" fmla="*/ 450045 h 820735"/>
                    <a:gd name="connsiteX2693" fmla="*/ 570262 w 630013"/>
                    <a:gd name="connsiteY2693" fmla="*/ 443568 h 820735"/>
                    <a:gd name="connsiteX2694" fmla="*/ 571214 w 630013"/>
                    <a:gd name="connsiteY2694" fmla="*/ 452521 h 820735"/>
                    <a:gd name="connsiteX2695" fmla="*/ 572357 w 630013"/>
                    <a:gd name="connsiteY2695" fmla="*/ 449854 h 820735"/>
                    <a:gd name="connsiteX2696" fmla="*/ 567119 w 630013"/>
                    <a:gd name="connsiteY2696" fmla="*/ 534817 h 820735"/>
                    <a:gd name="connsiteX2697" fmla="*/ 568547 w 630013"/>
                    <a:gd name="connsiteY2697" fmla="*/ 534532 h 820735"/>
                    <a:gd name="connsiteX2698" fmla="*/ 567119 w 630013"/>
                    <a:gd name="connsiteY2698" fmla="*/ 534817 h 820735"/>
                    <a:gd name="connsiteX2699" fmla="*/ 559308 w 630013"/>
                    <a:gd name="connsiteY2699" fmla="*/ 257735 h 820735"/>
                    <a:gd name="connsiteX2700" fmla="*/ 559308 w 630013"/>
                    <a:gd name="connsiteY2700" fmla="*/ 257735 h 820735"/>
                    <a:gd name="connsiteX2701" fmla="*/ 559308 w 630013"/>
                    <a:gd name="connsiteY2701" fmla="*/ 257735 h 820735"/>
                    <a:gd name="connsiteX2702" fmla="*/ 559784 w 630013"/>
                    <a:gd name="connsiteY2702" fmla="*/ 262212 h 820735"/>
                    <a:gd name="connsiteX2703" fmla="*/ 561594 w 630013"/>
                    <a:gd name="connsiteY2703" fmla="*/ 262974 h 820735"/>
                    <a:gd name="connsiteX2704" fmla="*/ 559784 w 630013"/>
                    <a:gd name="connsiteY2704" fmla="*/ 262212 h 820735"/>
                    <a:gd name="connsiteX2705" fmla="*/ 568833 w 630013"/>
                    <a:gd name="connsiteY2705" fmla="*/ 542437 h 820735"/>
                    <a:gd name="connsiteX2706" fmla="*/ 571500 w 630013"/>
                    <a:gd name="connsiteY2706" fmla="*/ 544152 h 820735"/>
                    <a:gd name="connsiteX2707" fmla="*/ 569405 w 630013"/>
                    <a:gd name="connsiteY2707" fmla="*/ 548057 h 820735"/>
                    <a:gd name="connsiteX2708" fmla="*/ 568833 w 630013"/>
                    <a:gd name="connsiteY2708" fmla="*/ 542437 h 820735"/>
                    <a:gd name="connsiteX2709" fmla="*/ 577215 w 630013"/>
                    <a:gd name="connsiteY2709" fmla="*/ 537103 h 820735"/>
                    <a:gd name="connsiteX2710" fmla="*/ 579215 w 630013"/>
                    <a:gd name="connsiteY2710" fmla="*/ 529769 h 820735"/>
                    <a:gd name="connsiteX2711" fmla="*/ 577692 w 630013"/>
                    <a:gd name="connsiteY2711" fmla="*/ 529007 h 820735"/>
                    <a:gd name="connsiteX2712" fmla="*/ 580168 w 630013"/>
                    <a:gd name="connsiteY2712" fmla="*/ 526150 h 820735"/>
                    <a:gd name="connsiteX2713" fmla="*/ 582263 w 630013"/>
                    <a:gd name="connsiteY2713" fmla="*/ 533674 h 820735"/>
                    <a:gd name="connsiteX2714" fmla="*/ 579405 w 630013"/>
                    <a:gd name="connsiteY2714" fmla="*/ 537770 h 820735"/>
                    <a:gd name="connsiteX2715" fmla="*/ 577215 w 630013"/>
                    <a:gd name="connsiteY2715" fmla="*/ 537103 h 820735"/>
                    <a:gd name="connsiteX2716" fmla="*/ 573405 w 630013"/>
                    <a:gd name="connsiteY2716" fmla="*/ 268213 h 820735"/>
                    <a:gd name="connsiteX2717" fmla="*/ 575215 w 630013"/>
                    <a:gd name="connsiteY2717" fmla="*/ 268975 h 820735"/>
                    <a:gd name="connsiteX2718" fmla="*/ 573405 w 630013"/>
                    <a:gd name="connsiteY2718" fmla="*/ 268213 h 820735"/>
                    <a:gd name="connsiteX2719" fmla="*/ 578262 w 630013"/>
                    <a:gd name="connsiteY2719" fmla="*/ 288787 h 820735"/>
                    <a:gd name="connsiteX2720" fmla="*/ 576358 w 630013"/>
                    <a:gd name="connsiteY2720" fmla="*/ 285834 h 820735"/>
                    <a:gd name="connsiteX2721" fmla="*/ 578262 w 630013"/>
                    <a:gd name="connsiteY2721" fmla="*/ 288787 h 820735"/>
                    <a:gd name="connsiteX2722" fmla="*/ 580548 w 630013"/>
                    <a:gd name="connsiteY2722" fmla="*/ 280214 h 820735"/>
                    <a:gd name="connsiteX2723" fmla="*/ 581120 w 630013"/>
                    <a:gd name="connsiteY2723" fmla="*/ 286977 h 820735"/>
                    <a:gd name="connsiteX2724" fmla="*/ 585215 w 630013"/>
                    <a:gd name="connsiteY2724" fmla="*/ 291739 h 820735"/>
                    <a:gd name="connsiteX2725" fmla="*/ 578358 w 630013"/>
                    <a:gd name="connsiteY2725" fmla="*/ 288787 h 820735"/>
                    <a:gd name="connsiteX2726" fmla="*/ 580358 w 630013"/>
                    <a:gd name="connsiteY2726" fmla="*/ 284881 h 820735"/>
                    <a:gd name="connsiteX2727" fmla="*/ 575406 w 630013"/>
                    <a:gd name="connsiteY2727" fmla="*/ 284977 h 820735"/>
                    <a:gd name="connsiteX2728" fmla="*/ 579882 w 630013"/>
                    <a:gd name="connsiteY2728" fmla="*/ 281643 h 820735"/>
                    <a:gd name="connsiteX2729" fmla="*/ 580168 w 630013"/>
                    <a:gd name="connsiteY2729" fmla="*/ 278119 h 820735"/>
                    <a:gd name="connsiteX2730" fmla="*/ 583406 w 630013"/>
                    <a:gd name="connsiteY2730" fmla="*/ 279643 h 820735"/>
                    <a:gd name="connsiteX2731" fmla="*/ 580548 w 630013"/>
                    <a:gd name="connsiteY2731" fmla="*/ 280214 h 820735"/>
                    <a:gd name="connsiteX2732" fmla="*/ 582739 w 630013"/>
                    <a:gd name="connsiteY2732" fmla="*/ 465761 h 820735"/>
                    <a:gd name="connsiteX2733" fmla="*/ 585215 w 630013"/>
                    <a:gd name="connsiteY2733" fmla="*/ 461761 h 820735"/>
                    <a:gd name="connsiteX2734" fmla="*/ 583311 w 630013"/>
                    <a:gd name="connsiteY2734" fmla="*/ 458808 h 820735"/>
                    <a:gd name="connsiteX2735" fmla="*/ 585311 w 630013"/>
                    <a:gd name="connsiteY2735" fmla="*/ 451474 h 820735"/>
                    <a:gd name="connsiteX2736" fmla="*/ 588169 w 630013"/>
                    <a:gd name="connsiteY2736" fmla="*/ 470333 h 820735"/>
                    <a:gd name="connsiteX2737" fmla="*/ 585692 w 630013"/>
                    <a:gd name="connsiteY2737" fmla="*/ 474334 h 820735"/>
                    <a:gd name="connsiteX2738" fmla="*/ 585406 w 630013"/>
                    <a:gd name="connsiteY2738" fmla="*/ 465190 h 820735"/>
                    <a:gd name="connsiteX2739" fmla="*/ 582739 w 630013"/>
                    <a:gd name="connsiteY2739" fmla="*/ 465761 h 820735"/>
                    <a:gd name="connsiteX2740" fmla="*/ 585120 w 630013"/>
                    <a:gd name="connsiteY2740" fmla="*/ 280309 h 820735"/>
                    <a:gd name="connsiteX2741" fmla="*/ 587883 w 630013"/>
                    <a:gd name="connsiteY2741" fmla="*/ 278500 h 820735"/>
                    <a:gd name="connsiteX2742" fmla="*/ 585120 w 630013"/>
                    <a:gd name="connsiteY2742" fmla="*/ 280309 h 820735"/>
                    <a:gd name="connsiteX2743" fmla="*/ 151448 w 630013"/>
                    <a:gd name="connsiteY2743" fmla="*/ 225826 h 820735"/>
                    <a:gd name="connsiteX2744" fmla="*/ 155352 w 630013"/>
                    <a:gd name="connsiteY2744" fmla="*/ 225160 h 820735"/>
                    <a:gd name="connsiteX2745" fmla="*/ 154400 w 630013"/>
                    <a:gd name="connsiteY2745" fmla="*/ 230970 h 820735"/>
                    <a:gd name="connsiteX2746" fmla="*/ 151448 w 630013"/>
                    <a:gd name="connsiteY2746" fmla="*/ 225826 h 820735"/>
                    <a:gd name="connsiteX2747" fmla="*/ 161258 w 630013"/>
                    <a:gd name="connsiteY2747" fmla="*/ 240019 h 820735"/>
                    <a:gd name="connsiteX2748" fmla="*/ 159639 w 630013"/>
                    <a:gd name="connsiteY2748" fmla="*/ 244781 h 820735"/>
                    <a:gd name="connsiteX2749" fmla="*/ 156781 w 630013"/>
                    <a:gd name="connsiteY2749" fmla="*/ 245257 h 820735"/>
                    <a:gd name="connsiteX2750" fmla="*/ 161258 w 630013"/>
                    <a:gd name="connsiteY2750" fmla="*/ 240019 h 820735"/>
                    <a:gd name="connsiteX2751" fmla="*/ 158876 w 630013"/>
                    <a:gd name="connsiteY2751" fmla="*/ 236971 h 820735"/>
                    <a:gd name="connsiteX2752" fmla="*/ 160401 w 630013"/>
                    <a:gd name="connsiteY2752" fmla="*/ 234494 h 820735"/>
                    <a:gd name="connsiteX2753" fmla="*/ 158782 w 630013"/>
                    <a:gd name="connsiteY2753" fmla="*/ 239352 h 820735"/>
                    <a:gd name="connsiteX2754" fmla="*/ 156306 w 630013"/>
                    <a:gd name="connsiteY2754" fmla="*/ 237447 h 820735"/>
                    <a:gd name="connsiteX2755" fmla="*/ 158876 w 630013"/>
                    <a:gd name="connsiteY2755" fmla="*/ 236971 h 820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  <a:cxn ang="0">
                      <a:pos x="connsiteX444" y="connsiteY444"/>
                    </a:cxn>
                    <a:cxn ang="0">
                      <a:pos x="connsiteX445" y="connsiteY445"/>
                    </a:cxn>
                    <a:cxn ang="0">
                      <a:pos x="connsiteX446" y="connsiteY446"/>
                    </a:cxn>
                    <a:cxn ang="0">
                      <a:pos x="connsiteX447" y="connsiteY447"/>
                    </a:cxn>
                    <a:cxn ang="0">
                      <a:pos x="connsiteX448" y="connsiteY448"/>
                    </a:cxn>
                    <a:cxn ang="0">
                      <a:pos x="connsiteX449" y="connsiteY449"/>
                    </a:cxn>
                    <a:cxn ang="0">
                      <a:pos x="connsiteX450" y="connsiteY450"/>
                    </a:cxn>
                    <a:cxn ang="0">
                      <a:pos x="connsiteX451" y="connsiteY451"/>
                    </a:cxn>
                    <a:cxn ang="0">
                      <a:pos x="connsiteX452" y="connsiteY452"/>
                    </a:cxn>
                    <a:cxn ang="0">
                      <a:pos x="connsiteX453" y="connsiteY453"/>
                    </a:cxn>
                    <a:cxn ang="0">
                      <a:pos x="connsiteX454" y="connsiteY454"/>
                    </a:cxn>
                    <a:cxn ang="0">
                      <a:pos x="connsiteX455" y="connsiteY455"/>
                    </a:cxn>
                    <a:cxn ang="0">
                      <a:pos x="connsiteX456" y="connsiteY456"/>
                    </a:cxn>
                    <a:cxn ang="0">
                      <a:pos x="connsiteX457" y="connsiteY457"/>
                    </a:cxn>
                    <a:cxn ang="0">
                      <a:pos x="connsiteX458" y="connsiteY458"/>
                    </a:cxn>
                    <a:cxn ang="0">
                      <a:pos x="connsiteX459" y="connsiteY459"/>
                    </a:cxn>
                    <a:cxn ang="0">
                      <a:pos x="connsiteX460" y="connsiteY460"/>
                    </a:cxn>
                    <a:cxn ang="0">
                      <a:pos x="connsiteX461" y="connsiteY461"/>
                    </a:cxn>
                    <a:cxn ang="0">
                      <a:pos x="connsiteX462" y="connsiteY462"/>
                    </a:cxn>
                    <a:cxn ang="0">
                      <a:pos x="connsiteX463" y="connsiteY463"/>
                    </a:cxn>
                    <a:cxn ang="0">
                      <a:pos x="connsiteX464" y="connsiteY464"/>
                    </a:cxn>
                    <a:cxn ang="0">
                      <a:pos x="connsiteX465" y="connsiteY465"/>
                    </a:cxn>
                    <a:cxn ang="0">
                      <a:pos x="connsiteX466" y="connsiteY466"/>
                    </a:cxn>
                    <a:cxn ang="0">
                      <a:pos x="connsiteX467" y="connsiteY467"/>
                    </a:cxn>
                    <a:cxn ang="0">
                      <a:pos x="connsiteX468" y="connsiteY468"/>
                    </a:cxn>
                    <a:cxn ang="0">
                      <a:pos x="connsiteX469" y="connsiteY469"/>
                    </a:cxn>
                    <a:cxn ang="0">
                      <a:pos x="connsiteX470" y="connsiteY470"/>
                    </a:cxn>
                    <a:cxn ang="0">
                      <a:pos x="connsiteX471" y="connsiteY471"/>
                    </a:cxn>
                    <a:cxn ang="0">
                      <a:pos x="connsiteX472" y="connsiteY472"/>
                    </a:cxn>
                    <a:cxn ang="0">
                      <a:pos x="connsiteX473" y="connsiteY473"/>
                    </a:cxn>
                    <a:cxn ang="0">
                      <a:pos x="connsiteX474" y="connsiteY474"/>
                    </a:cxn>
                    <a:cxn ang="0">
                      <a:pos x="connsiteX475" y="connsiteY475"/>
                    </a:cxn>
                    <a:cxn ang="0">
                      <a:pos x="connsiteX476" y="connsiteY476"/>
                    </a:cxn>
                    <a:cxn ang="0">
                      <a:pos x="connsiteX477" y="connsiteY477"/>
                    </a:cxn>
                    <a:cxn ang="0">
                      <a:pos x="connsiteX478" y="connsiteY478"/>
                    </a:cxn>
                    <a:cxn ang="0">
                      <a:pos x="connsiteX479" y="connsiteY479"/>
                    </a:cxn>
                    <a:cxn ang="0">
                      <a:pos x="connsiteX480" y="connsiteY480"/>
                    </a:cxn>
                    <a:cxn ang="0">
                      <a:pos x="connsiteX481" y="connsiteY481"/>
                    </a:cxn>
                    <a:cxn ang="0">
                      <a:pos x="connsiteX482" y="connsiteY482"/>
                    </a:cxn>
                    <a:cxn ang="0">
                      <a:pos x="connsiteX483" y="connsiteY483"/>
                    </a:cxn>
                    <a:cxn ang="0">
                      <a:pos x="connsiteX484" y="connsiteY484"/>
                    </a:cxn>
                    <a:cxn ang="0">
                      <a:pos x="connsiteX485" y="connsiteY485"/>
                    </a:cxn>
                    <a:cxn ang="0">
                      <a:pos x="connsiteX486" y="connsiteY486"/>
                    </a:cxn>
                    <a:cxn ang="0">
                      <a:pos x="connsiteX487" y="connsiteY487"/>
                    </a:cxn>
                    <a:cxn ang="0">
                      <a:pos x="connsiteX488" y="connsiteY488"/>
                    </a:cxn>
                    <a:cxn ang="0">
                      <a:pos x="connsiteX489" y="connsiteY489"/>
                    </a:cxn>
                    <a:cxn ang="0">
                      <a:pos x="connsiteX490" y="connsiteY490"/>
                    </a:cxn>
                    <a:cxn ang="0">
                      <a:pos x="connsiteX491" y="connsiteY491"/>
                    </a:cxn>
                    <a:cxn ang="0">
                      <a:pos x="connsiteX492" y="connsiteY492"/>
                    </a:cxn>
                    <a:cxn ang="0">
                      <a:pos x="connsiteX493" y="connsiteY493"/>
                    </a:cxn>
                    <a:cxn ang="0">
                      <a:pos x="connsiteX494" y="connsiteY494"/>
                    </a:cxn>
                    <a:cxn ang="0">
                      <a:pos x="connsiteX495" y="connsiteY495"/>
                    </a:cxn>
                    <a:cxn ang="0">
                      <a:pos x="connsiteX496" y="connsiteY496"/>
                    </a:cxn>
                    <a:cxn ang="0">
                      <a:pos x="connsiteX497" y="connsiteY497"/>
                    </a:cxn>
                    <a:cxn ang="0">
                      <a:pos x="connsiteX498" y="connsiteY498"/>
                    </a:cxn>
                    <a:cxn ang="0">
                      <a:pos x="connsiteX499" y="connsiteY499"/>
                    </a:cxn>
                    <a:cxn ang="0">
                      <a:pos x="connsiteX500" y="connsiteY500"/>
                    </a:cxn>
                    <a:cxn ang="0">
                      <a:pos x="connsiteX501" y="connsiteY501"/>
                    </a:cxn>
                    <a:cxn ang="0">
                      <a:pos x="connsiteX502" y="connsiteY502"/>
                    </a:cxn>
                    <a:cxn ang="0">
                      <a:pos x="connsiteX503" y="connsiteY503"/>
                    </a:cxn>
                    <a:cxn ang="0">
                      <a:pos x="connsiteX504" y="connsiteY504"/>
                    </a:cxn>
                    <a:cxn ang="0">
                      <a:pos x="connsiteX505" y="connsiteY505"/>
                    </a:cxn>
                    <a:cxn ang="0">
                      <a:pos x="connsiteX506" y="connsiteY506"/>
                    </a:cxn>
                    <a:cxn ang="0">
                      <a:pos x="connsiteX507" y="connsiteY507"/>
                    </a:cxn>
                    <a:cxn ang="0">
                      <a:pos x="connsiteX508" y="connsiteY508"/>
                    </a:cxn>
                    <a:cxn ang="0">
                      <a:pos x="connsiteX509" y="connsiteY509"/>
                    </a:cxn>
                    <a:cxn ang="0">
                      <a:pos x="connsiteX510" y="connsiteY510"/>
                    </a:cxn>
                    <a:cxn ang="0">
                      <a:pos x="connsiteX511" y="connsiteY511"/>
                    </a:cxn>
                    <a:cxn ang="0">
                      <a:pos x="connsiteX512" y="connsiteY512"/>
                    </a:cxn>
                    <a:cxn ang="0">
                      <a:pos x="connsiteX513" y="connsiteY513"/>
                    </a:cxn>
                    <a:cxn ang="0">
                      <a:pos x="connsiteX514" y="connsiteY514"/>
                    </a:cxn>
                    <a:cxn ang="0">
                      <a:pos x="connsiteX515" y="connsiteY515"/>
                    </a:cxn>
                    <a:cxn ang="0">
                      <a:pos x="connsiteX516" y="connsiteY516"/>
                    </a:cxn>
                    <a:cxn ang="0">
                      <a:pos x="connsiteX517" y="connsiteY517"/>
                    </a:cxn>
                    <a:cxn ang="0">
                      <a:pos x="connsiteX518" y="connsiteY518"/>
                    </a:cxn>
                    <a:cxn ang="0">
                      <a:pos x="connsiteX519" y="connsiteY519"/>
                    </a:cxn>
                    <a:cxn ang="0">
                      <a:pos x="connsiteX520" y="connsiteY520"/>
                    </a:cxn>
                    <a:cxn ang="0">
                      <a:pos x="connsiteX521" y="connsiteY521"/>
                    </a:cxn>
                    <a:cxn ang="0">
                      <a:pos x="connsiteX522" y="connsiteY522"/>
                    </a:cxn>
                    <a:cxn ang="0">
                      <a:pos x="connsiteX523" y="connsiteY523"/>
                    </a:cxn>
                    <a:cxn ang="0">
                      <a:pos x="connsiteX524" y="connsiteY524"/>
                    </a:cxn>
                    <a:cxn ang="0">
                      <a:pos x="connsiteX525" y="connsiteY525"/>
                    </a:cxn>
                    <a:cxn ang="0">
                      <a:pos x="connsiteX526" y="connsiteY526"/>
                    </a:cxn>
                    <a:cxn ang="0">
                      <a:pos x="connsiteX527" y="connsiteY527"/>
                    </a:cxn>
                    <a:cxn ang="0">
                      <a:pos x="connsiteX528" y="connsiteY528"/>
                    </a:cxn>
                    <a:cxn ang="0">
                      <a:pos x="connsiteX529" y="connsiteY529"/>
                    </a:cxn>
                    <a:cxn ang="0">
                      <a:pos x="connsiteX530" y="connsiteY530"/>
                    </a:cxn>
                    <a:cxn ang="0">
                      <a:pos x="connsiteX531" y="connsiteY531"/>
                    </a:cxn>
                    <a:cxn ang="0">
                      <a:pos x="connsiteX532" y="connsiteY532"/>
                    </a:cxn>
                    <a:cxn ang="0">
                      <a:pos x="connsiteX533" y="connsiteY533"/>
                    </a:cxn>
                    <a:cxn ang="0">
                      <a:pos x="connsiteX534" y="connsiteY534"/>
                    </a:cxn>
                    <a:cxn ang="0">
                      <a:pos x="connsiteX535" y="connsiteY535"/>
                    </a:cxn>
                    <a:cxn ang="0">
                      <a:pos x="connsiteX536" y="connsiteY536"/>
                    </a:cxn>
                    <a:cxn ang="0">
                      <a:pos x="connsiteX537" y="connsiteY537"/>
                    </a:cxn>
                    <a:cxn ang="0">
                      <a:pos x="connsiteX538" y="connsiteY538"/>
                    </a:cxn>
                    <a:cxn ang="0">
                      <a:pos x="connsiteX539" y="connsiteY539"/>
                    </a:cxn>
                    <a:cxn ang="0">
                      <a:pos x="connsiteX540" y="connsiteY540"/>
                    </a:cxn>
                    <a:cxn ang="0">
                      <a:pos x="connsiteX541" y="connsiteY541"/>
                    </a:cxn>
                    <a:cxn ang="0">
                      <a:pos x="connsiteX542" y="connsiteY542"/>
                    </a:cxn>
                    <a:cxn ang="0">
                      <a:pos x="connsiteX543" y="connsiteY543"/>
                    </a:cxn>
                    <a:cxn ang="0">
                      <a:pos x="connsiteX544" y="connsiteY544"/>
                    </a:cxn>
                    <a:cxn ang="0">
                      <a:pos x="connsiteX545" y="connsiteY545"/>
                    </a:cxn>
                    <a:cxn ang="0">
                      <a:pos x="connsiteX546" y="connsiteY546"/>
                    </a:cxn>
                    <a:cxn ang="0">
                      <a:pos x="connsiteX547" y="connsiteY547"/>
                    </a:cxn>
                    <a:cxn ang="0">
                      <a:pos x="connsiteX548" y="connsiteY548"/>
                    </a:cxn>
                    <a:cxn ang="0">
                      <a:pos x="connsiteX549" y="connsiteY549"/>
                    </a:cxn>
                    <a:cxn ang="0">
                      <a:pos x="connsiteX550" y="connsiteY550"/>
                    </a:cxn>
                    <a:cxn ang="0">
                      <a:pos x="connsiteX551" y="connsiteY551"/>
                    </a:cxn>
                    <a:cxn ang="0">
                      <a:pos x="connsiteX552" y="connsiteY552"/>
                    </a:cxn>
                    <a:cxn ang="0">
                      <a:pos x="connsiteX553" y="connsiteY553"/>
                    </a:cxn>
                    <a:cxn ang="0">
                      <a:pos x="connsiteX554" y="connsiteY554"/>
                    </a:cxn>
                    <a:cxn ang="0">
                      <a:pos x="connsiteX555" y="connsiteY555"/>
                    </a:cxn>
                    <a:cxn ang="0">
                      <a:pos x="connsiteX556" y="connsiteY556"/>
                    </a:cxn>
                    <a:cxn ang="0">
                      <a:pos x="connsiteX557" y="connsiteY557"/>
                    </a:cxn>
                    <a:cxn ang="0">
                      <a:pos x="connsiteX558" y="connsiteY558"/>
                    </a:cxn>
                    <a:cxn ang="0">
                      <a:pos x="connsiteX559" y="connsiteY559"/>
                    </a:cxn>
                    <a:cxn ang="0">
                      <a:pos x="connsiteX560" y="connsiteY560"/>
                    </a:cxn>
                    <a:cxn ang="0">
                      <a:pos x="connsiteX561" y="connsiteY561"/>
                    </a:cxn>
                    <a:cxn ang="0">
                      <a:pos x="connsiteX562" y="connsiteY562"/>
                    </a:cxn>
                    <a:cxn ang="0">
                      <a:pos x="connsiteX563" y="connsiteY563"/>
                    </a:cxn>
                    <a:cxn ang="0">
                      <a:pos x="connsiteX564" y="connsiteY564"/>
                    </a:cxn>
                    <a:cxn ang="0">
                      <a:pos x="connsiteX565" y="connsiteY565"/>
                    </a:cxn>
                    <a:cxn ang="0">
                      <a:pos x="connsiteX566" y="connsiteY566"/>
                    </a:cxn>
                    <a:cxn ang="0">
                      <a:pos x="connsiteX567" y="connsiteY567"/>
                    </a:cxn>
                    <a:cxn ang="0">
                      <a:pos x="connsiteX568" y="connsiteY568"/>
                    </a:cxn>
                    <a:cxn ang="0">
                      <a:pos x="connsiteX569" y="connsiteY569"/>
                    </a:cxn>
                    <a:cxn ang="0">
                      <a:pos x="connsiteX570" y="connsiteY570"/>
                    </a:cxn>
                    <a:cxn ang="0">
                      <a:pos x="connsiteX571" y="connsiteY571"/>
                    </a:cxn>
                    <a:cxn ang="0">
                      <a:pos x="connsiteX572" y="connsiteY572"/>
                    </a:cxn>
                    <a:cxn ang="0">
                      <a:pos x="connsiteX573" y="connsiteY573"/>
                    </a:cxn>
                    <a:cxn ang="0">
                      <a:pos x="connsiteX574" y="connsiteY574"/>
                    </a:cxn>
                    <a:cxn ang="0">
                      <a:pos x="connsiteX575" y="connsiteY575"/>
                    </a:cxn>
                    <a:cxn ang="0">
                      <a:pos x="connsiteX576" y="connsiteY576"/>
                    </a:cxn>
                    <a:cxn ang="0">
                      <a:pos x="connsiteX577" y="connsiteY577"/>
                    </a:cxn>
                    <a:cxn ang="0">
                      <a:pos x="connsiteX578" y="connsiteY578"/>
                    </a:cxn>
                    <a:cxn ang="0">
                      <a:pos x="connsiteX579" y="connsiteY579"/>
                    </a:cxn>
                    <a:cxn ang="0">
                      <a:pos x="connsiteX580" y="connsiteY580"/>
                    </a:cxn>
                    <a:cxn ang="0">
                      <a:pos x="connsiteX581" y="connsiteY581"/>
                    </a:cxn>
                    <a:cxn ang="0">
                      <a:pos x="connsiteX582" y="connsiteY582"/>
                    </a:cxn>
                    <a:cxn ang="0">
                      <a:pos x="connsiteX583" y="connsiteY583"/>
                    </a:cxn>
                    <a:cxn ang="0">
                      <a:pos x="connsiteX584" y="connsiteY584"/>
                    </a:cxn>
                    <a:cxn ang="0">
                      <a:pos x="connsiteX585" y="connsiteY585"/>
                    </a:cxn>
                    <a:cxn ang="0">
                      <a:pos x="connsiteX586" y="connsiteY586"/>
                    </a:cxn>
                    <a:cxn ang="0">
                      <a:pos x="connsiteX587" y="connsiteY587"/>
                    </a:cxn>
                    <a:cxn ang="0">
                      <a:pos x="connsiteX588" y="connsiteY588"/>
                    </a:cxn>
                    <a:cxn ang="0">
                      <a:pos x="connsiteX589" y="connsiteY589"/>
                    </a:cxn>
                    <a:cxn ang="0">
                      <a:pos x="connsiteX590" y="connsiteY590"/>
                    </a:cxn>
                    <a:cxn ang="0">
                      <a:pos x="connsiteX591" y="connsiteY591"/>
                    </a:cxn>
                    <a:cxn ang="0">
                      <a:pos x="connsiteX592" y="connsiteY592"/>
                    </a:cxn>
                    <a:cxn ang="0">
                      <a:pos x="connsiteX593" y="connsiteY593"/>
                    </a:cxn>
                    <a:cxn ang="0">
                      <a:pos x="connsiteX594" y="connsiteY594"/>
                    </a:cxn>
                    <a:cxn ang="0">
                      <a:pos x="connsiteX595" y="connsiteY595"/>
                    </a:cxn>
                    <a:cxn ang="0">
                      <a:pos x="connsiteX596" y="connsiteY596"/>
                    </a:cxn>
                    <a:cxn ang="0">
                      <a:pos x="connsiteX597" y="connsiteY597"/>
                    </a:cxn>
                    <a:cxn ang="0">
                      <a:pos x="connsiteX598" y="connsiteY598"/>
                    </a:cxn>
                    <a:cxn ang="0">
                      <a:pos x="connsiteX599" y="connsiteY599"/>
                    </a:cxn>
                    <a:cxn ang="0">
                      <a:pos x="connsiteX600" y="connsiteY600"/>
                    </a:cxn>
                    <a:cxn ang="0">
                      <a:pos x="connsiteX601" y="connsiteY601"/>
                    </a:cxn>
                    <a:cxn ang="0">
                      <a:pos x="connsiteX602" y="connsiteY602"/>
                    </a:cxn>
                    <a:cxn ang="0">
                      <a:pos x="connsiteX603" y="connsiteY603"/>
                    </a:cxn>
                    <a:cxn ang="0">
                      <a:pos x="connsiteX604" y="connsiteY604"/>
                    </a:cxn>
                    <a:cxn ang="0">
                      <a:pos x="connsiteX605" y="connsiteY605"/>
                    </a:cxn>
                    <a:cxn ang="0">
                      <a:pos x="connsiteX606" y="connsiteY606"/>
                    </a:cxn>
                    <a:cxn ang="0">
                      <a:pos x="connsiteX607" y="connsiteY607"/>
                    </a:cxn>
                    <a:cxn ang="0">
                      <a:pos x="connsiteX608" y="connsiteY608"/>
                    </a:cxn>
                    <a:cxn ang="0">
                      <a:pos x="connsiteX609" y="connsiteY609"/>
                    </a:cxn>
                    <a:cxn ang="0">
                      <a:pos x="connsiteX610" y="connsiteY610"/>
                    </a:cxn>
                    <a:cxn ang="0">
                      <a:pos x="connsiteX611" y="connsiteY611"/>
                    </a:cxn>
                    <a:cxn ang="0">
                      <a:pos x="connsiteX612" y="connsiteY612"/>
                    </a:cxn>
                    <a:cxn ang="0">
                      <a:pos x="connsiteX613" y="connsiteY613"/>
                    </a:cxn>
                    <a:cxn ang="0">
                      <a:pos x="connsiteX614" y="connsiteY614"/>
                    </a:cxn>
                    <a:cxn ang="0">
                      <a:pos x="connsiteX615" y="connsiteY615"/>
                    </a:cxn>
                    <a:cxn ang="0">
                      <a:pos x="connsiteX616" y="connsiteY616"/>
                    </a:cxn>
                    <a:cxn ang="0">
                      <a:pos x="connsiteX617" y="connsiteY617"/>
                    </a:cxn>
                    <a:cxn ang="0">
                      <a:pos x="connsiteX618" y="connsiteY618"/>
                    </a:cxn>
                    <a:cxn ang="0">
                      <a:pos x="connsiteX619" y="connsiteY619"/>
                    </a:cxn>
                    <a:cxn ang="0">
                      <a:pos x="connsiteX620" y="connsiteY620"/>
                    </a:cxn>
                    <a:cxn ang="0">
                      <a:pos x="connsiteX621" y="connsiteY621"/>
                    </a:cxn>
                    <a:cxn ang="0">
                      <a:pos x="connsiteX622" y="connsiteY622"/>
                    </a:cxn>
                    <a:cxn ang="0">
                      <a:pos x="connsiteX623" y="connsiteY623"/>
                    </a:cxn>
                    <a:cxn ang="0">
                      <a:pos x="connsiteX624" y="connsiteY624"/>
                    </a:cxn>
                    <a:cxn ang="0">
                      <a:pos x="connsiteX625" y="connsiteY625"/>
                    </a:cxn>
                    <a:cxn ang="0">
                      <a:pos x="connsiteX626" y="connsiteY626"/>
                    </a:cxn>
                    <a:cxn ang="0">
                      <a:pos x="connsiteX627" y="connsiteY627"/>
                    </a:cxn>
                    <a:cxn ang="0">
                      <a:pos x="connsiteX628" y="connsiteY628"/>
                    </a:cxn>
                    <a:cxn ang="0">
                      <a:pos x="connsiteX629" y="connsiteY629"/>
                    </a:cxn>
                    <a:cxn ang="0">
                      <a:pos x="connsiteX630" y="connsiteY630"/>
                    </a:cxn>
                    <a:cxn ang="0">
                      <a:pos x="connsiteX631" y="connsiteY631"/>
                    </a:cxn>
                    <a:cxn ang="0">
                      <a:pos x="connsiteX632" y="connsiteY632"/>
                    </a:cxn>
                    <a:cxn ang="0">
                      <a:pos x="connsiteX633" y="connsiteY633"/>
                    </a:cxn>
                    <a:cxn ang="0">
                      <a:pos x="connsiteX634" y="connsiteY634"/>
                    </a:cxn>
                    <a:cxn ang="0">
                      <a:pos x="connsiteX635" y="connsiteY635"/>
                    </a:cxn>
                    <a:cxn ang="0">
                      <a:pos x="connsiteX636" y="connsiteY636"/>
                    </a:cxn>
                    <a:cxn ang="0">
                      <a:pos x="connsiteX637" y="connsiteY637"/>
                    </a:cxn>
                    <a:cxn ang="0">
                      <a:pos x="connsiteX638" y="connsiteY638"/>
                    </a:cxn>
                    <a:cxn ang="0">
                      <a:pos x="connsiteX639" y="connsiteY639"/>
                    </a:cxn>
                    <a:cxn ang="0">
                      <a:pos x="connsiteX640" y="connsiteY640"/>
                    </a:cxn>
                    <a:cxn ang="0">
                      <a:pos x="connsiteX641" y="connsiteY641"/>
                    </a:cxn>
                    <a:cxn ang="0">
                      <a:pos x="connsiteX642" y="connsiteY642"/>
                    </a:cxn>
                    <a:cxn ang="0">
                      <a:pos x="connsiteX643" y="connsiteY643"/>
                    </a:cxn>
                    <a:cxn ang="0">
                      <a:pos x="connsiteX644" y="connsiteY644"/>
                    </a:cxn>
                    <a:cxn ang="0">
                      <a:pos x="connsiteX645" y="connsiteY645"/>
                    </a:cxn>
                    <a:cxn ang="0">
                      <a:pos x="connsiteX646" y="connsiteY646"/>
                    </a:cxn>
                    <a:cxn ang="0">
                      <a:pos x="connsiteX647" y="connsiteY647"/>
                    </a:cxn>
                    <a:cxn ang="0">
                      <a:pos x="connsiteX648" y="connsiteY648"/>
                    </a:cxn>
                    <a:cxn ang="0">
                      <a:pos x="connsiteX649" y="connsiteY649"/>
                    </a:cxn>
                    <a:cxn ang="0">
                      <a:pos x="connsiteX650" y="connsiteY650"/>
                    </a:cxn>
                    <a:cxn ang="0">
                      <a:pos x="connsiteX651" y="connsiteY651"/>
                    </a:cxn>
                    <a:cxn ang="0">
                      <a:pos x="connsiteX652" y="connsiteY652"/>
                    </a:cxn>
                    <a:cxn ang="0">
                      <a:pos x="connsiteX653" y="connsiteY653"/>
                    </a:cxn>
                    <a:cxn ang="0">
                      <a:pos x="connsiteX654" y="connsiteY654"/>
                    </a:cxn>
                    <a:cxn ang="0">
                      <a:pos x="connsiteX655" y="connsiteY655"/>
                    </a:cxn>
                    <a:cxn ang="0">
                      <a:pos x="connsiteX656" y="connsiteY656"/>
                    </a:cxn>
                    <a:cxn ang="0">
                      <a:pos x="connsiteX657" y="connsiteY657"/>
                    </a:cxn>
                    <a:cxn ang="0">
                      <a:pos x="connsiteX658" y="connsiteY658"/>
                    </a:cxn>
                    <a:cxn ang="0">
                      <a:pos x="connsiteX659" y="connsiteY659"/>
                    </a:cxn>
                    <a:cxn ang="0">
                      <a:pos x="connsiteX660" y="connsiteY660"/>
                    </a:cxn>
                    <a:cxn ang="0">
                      <a:pos x="connsiteX661" y="connsiteY661"/>
                    </a:cxn>
                    <a:cxn ang="0">
                      <a:pos x="connsiteX662" y="connsiteY662"/>
                    </a:cxn>
                    <a:cxn ang="0">
                      <a:pos x="connsiteX663" y="connsiteY663"/>
                    </a:cxn>
                    <a:cxn ang="0">
                      <a:pos x="connsiteX664" y="connsiteY664"/>
                    </a:cxn>
                    <a:cxn ang="0">
                      <a:pos x="connsiteX665" y="connsiteY665"/>
                    </a:cxn>
                    <a:cxn ang="0">
                      <a:pos x="connsiteX666" y="connsiteY666"/>
                    </a:cxn>
                    <a:cxn ang="0">
                      <a:pos x="connsiteX667" y="connsiteY667"/>
                    </a:cxn>
                    <a:cxn ang="0">
                      <a:pos x="connsiteX668" y="connsiteY668"/>
                    </a:cxn>
                    <a:cxn ang="0">
                      <a:pos x="connsiteX669" y="connsiteY669"/>
                    </a:cxn>
                    <a:cxn ang="0">
                      <a:pos x="connsiteX670" y="connsiteY670"/>
                    </a:cxn>
                    <a:cxn ang="0">
                      <a:pos x="connsiteX671" y="connsiteY671"/>
                    </a:cxn>
                    <a:cxn ang="0">
                      <a:pos x="connsiteX672" y="connsiteY672"/>
                    </a:cxn>
                    <a:cxn ang="0">
                      <a:pos x="connsiteX673" y="connsiteY673"/>
                    </a:cxn>
                    <a:cxn ang="0">
                      <a:pos x="connsiteX674" y="connsiteY674"/>
                    </a:cxn>
                    <a:cxn ang="0">
                      <a:pos x="connsiteX675" y="connsiteY675"/>
                    </a:cxn>
                    <a:cxn ang="0">
                      <a:pos x="connsiteX676" y="connsiteY676"/>
                    </a:cxn>
                    <a:cxn ang="0">
                      <a:pos x="connsiteX677" y="connsiteY677"/>
                    </a:cxn>
                    <a:cxn ang="0">
                      <a:pos x="connsiteX678" y="connsiteY678"/>
                    </a:cxn>
                    <a:cxn ang="0">
                      <a:pos x="connsiteX679" y="connsiteY679"/>
                    </a:cxn>
                    <a:cxn ang="0">
                      <a:pos x="connsiteX680" y="connsiteY680"/>
                    </a:cxn>
                    <a:cxn ang="0">
                      <a:pos x="connsiteX681" y="connsiteY681"/>
                    </a:cxn>
                    <a:cxn ang="0">
                      <a:pos x="connsiteX682" y="connsiteY682"/>
                    </a:cxn>
                    <a:cxn ang="0">
                      <a:pos x="connsiteX683" y="connsiteY683"/>
                    </a:cxn>
                    <a:cxn ang="0">
                      <a:pos x="connsiteX684" y="connsiteY684"/>
                    </a:cxn>
                    <a:cxn ang="0">
                      <a:pos x="connsiteX685" y="connsiteY685"/>
                    </a:cxn>
                    <a:cxn ang="0">
                      <a:pos x="connsiteX686" y="connsiteY686"/>
                    </a:cxn>
                    <a:cxn ang="0">
                      <a:pos x="connsiteX687" y="connsiteY687"/>
                    </a:cxn>
                    <a:cxn ang="0">
                      <a:pos x="connsiteX688" y="connsiteY688"/>
                    </a:cxn>
                    <a:cxn ang="0">
                      <a:pos x="connsiteX689" y="connsiteY689"/>
                    </a:cxn>
                    <a:cxn ang="0">
                      <a:pos x="connsiteX690" y="connsiteY690"/>
                    </a:cxn>
                    <a:cxn ang="0">
                      <a:pos x="connsiteX691" y="connsiteY691"/>
                    </a:cxn>
                    <a:cxn ang="0">
                      <a:pos x="connsiteX692" y="connsiteY692"/>
                    </a:cxn>
                    <a:cxn ang="0">
                      <a:pos x="connsiteX693" y="connsiteY693"/>
                    </a:cxn>
                    <a:cxn ang="0">
                      <a:pos x="connsiteX694" y="connsiteY694"/>
                    </a:cxn>
                    <a:cxn ang="0">
                      <a:pos x="connsiteX695" y="connsiteY695"/>
                    </a:cxn>
                    <a:cxn ang="0">
                      <a:pos x="connsiteX696" y="connsiteY696"/>
                    </a:cxn>
                    <a:cxn ang="0">
                      <a:pos x="connsiteX697" y="connsiteY697"/>
                    </a:cxn>
                    <a:cxn ang="0">
                      <a:pos x="connsiteX698" y="connsiteY698"/>
                    </a:cxn>
                    <a:cxn ang="0">
                      <a:pos x="connsiteX699" y="connsiteY699"/>
                    </a:cxn>
                    <a:cxn ang="0">
                      <a:pos x="connsiteX700" y="connsiteY700"/>
                    </a:cxn>
                    <a:cxn ang="0">
                      <a:pos x="connsiteX701" y="connsiteY701"/>
                    </a:cxn>
                    <a:cxn ang="0">
                      <a:pos x="connsiteX702" y="connsiteY702"/>
                    </a:cxn>
                    <a:cxn ang="0">
                      <a:pos x="connsiteX703" y="connsiteY703"/>
                    </a:cxn>
                    <a:cxn ang="0">
                      <a:pos x="connsiteX704" y="connsiteY704"/>
                    </a:cxn>
                    <a:cxn ang="0">
                      <a:pos x="connsiteX705" y="connsiteY705"/>
                    </a:cxn>
                    <a:cxn ang="0">
                      <a:pos x="connsiteX706" y="connsiteY706"/>
                    </a:cxn>
                    <a:cxn ang="0">
                      <a:pos x="connsiteX707" y="connsiteY707"/>
                    </a:cxn>
                    <a:cxn ang="0">
                      <a:pos x="connsiteX708" y="connsiteY708"/>
                    </a:cxn>
                    <a:cxn ang="0">
                      <a:pos x="connsiteX709" y="connsiteY709"/>
                    </a:cxn>
                    <a:cxn ang="0">
                      <a:pos x="connsiteX710" y="connsiteY710"/>
                    </a:cxn>
                    <a:cxn ang="0">
                      <a:pos x="connsiteX711" y="connsiteY711"/>
                    </a:cxn>
                    <a:cxn ang="0">
                      <a:pos x="connsiteX712" y="connsiteY712"/>
                    </a:cxn>
                    <a:cxn ang="0">
                      <a:pos x="connsiteX713" y="connsiteY713"/>
                    </a:cxn>
                    <a:cxn ang="0">
                      <a:pos x="connsiteX714" y="connsiteY714"/>
                    </a:cxn>
                    <a:cxn ang="0">
                      <a:pos x="connsiteX715" y="connsiteY715"/>
                    </a:cxn>
                    <a:cxn ang="0">
                      <a:pos x="connsiteX716" y="connsiteY716"/>
                    </a:cxn>
                    <a:cxn ang="0">
                      <a:pos x="connsiteX717" y="connsiteY717"/>
                    </a:cxn>
                    <a:cxn ang="0">
                      <a:pos x="connsiteX718" y="connsiteY718"/>
                    </a:cxn>
                    <a:cxn ang="0">
                      <a:pos x="connsiteX719" y="connsiteY719"/>
                    </a:cxn>
                    <a:cxn ang="0">
                      <a:pos x="connsiteX720" y="connsiteY720"/>
                    </a:cxn>
                    <a:cxn ang="0">
                      <a:pos x="connsiteX721" y="connsiteY721"/>
                    </a:cxn>
                    <a:cxn ang="0">
                      <a:pos x="connsiteX722" y="connsiteY722"/>
                    </a:cxn>
                    <a:cxn ang="0">
                      <a:pos x="connsiteX723" y="connsiteY723"/>
                    </a:cxn>
                    <a:cxn ang="0">
                      <a:pos x="connsiteX724" y="connsiteY724"/>
                    </a:cxn>
                    <a:cxn ang="0">
                      <a:pos x="connsiteX725" y="connsiteY725"/>
                    </a:cxn>
                    <a:cxn ang="0">
                      <a:pos x="connsiteX726" y="connsiteY726"/>
                    </a:cxn>
                    <a:cxn ang="0">
                      <a:pos x="connsiteX727" y="connsiteY727"/>
                    </a:cxn>
                    <a:cxn ang="0">
                      <a:pos x="connsiteX728" y="connsiteY728"/>
                    </a:cxn>
                    <a:cxn ang="0">
                      <a:pos x="connsiteX729" y="connsiteY729"/>
                    </a:cxn>
                    <a:cxn ang="0">
                      <a:pos x="connsiteX730" y="connsiteY730"/>
                    </a:cxn>
                    <a:cxn ang="0">
                      <a:pos x="connsiteX731" y="connsiteY731"/>
                    </a:cxn>
                    <a:cxn ang="0">
                      <a:pos x="connsiteX732" y="connsiteY732"/>
                    </a:cxn>
                    <a:cxn ang="0">
                      <a:pos x="connsiteX733" y="connsiteY733"/>
                    </a:cxn>
                    <a:cxn ang="0">
                      <a:pos x="connsiteX734" y="connsiteY734"/>
                    </a:cxn>
                    <a:cxn ang="0">
                      <a:pos x="connsiteX735" y="connsiteY735"/>
                    </a:cxn>
                    <a:cxn ang="0">
                      <a:pos x="connsiteX736" y="connsiteY736"/>
                    </a:cxn>
                    <a:cxn ang="0">
                      <a:pos x="connsiteX737" y="connsiteY737"/>
                    </a:cxn>
                    <a:cxn ang="0">
                      <a:pos x="connsiteX738" y="connsiteY738"/>
                    </a:cxn>
                    <a:cxn ang="0">
                      <a:pos x="connsiteX739" y="connsiteY739"/>
                    </a:cxn>
                    <a:cxn ang="0">
                      <a:pos x="connsiteX740" y="connsiteY740"/>
                    </a:cxn>
                    <a:cxn ang="0">
                      <a:pos x="connsiteX741" y="connsiteY741"/>
                    </a:cxn>
                    <a:cxn ang="0">
                      <a:pos x="connsiteX742" y="connsiteY742"/>
                    </a:cxn>
                    <a:cxn ang="0">
                      <a:pos x="connsiteX743" y="connsiteY743"/>
                    </a:cxn>
                    <a:cxn ang="0">
                      <a:pos x="connsiteX744" y="connsiteY744"/>
                    </a:cxn>
                    <a:cxn ang="0">
                      <a:pos x="connsiteX745" y="connsiteY745"/>
                    </a:cxn>
                    <a:cxn ang="0">
                      <a:pos x="connsiteX746" y="connsiteY746"/>
                    </a:cxn>
                    <a:cxn ang="0">
                      <a:pos x="connsiteX747" y="connsiteY747"/>
                    </a:cxn>
                    <a:cxn ang="0">
                      <a:pos x="connsiteX748" y="connsiteY748"/>
                    </a:cxn>
                    <a:cxn ang="0">
                      <a:pos x="connsiteX749" y="connsiteY749"/>
                    </a:cxn>
                    <a:cxn ang="0">
                      <a:pos x="connsiteX750" y="connsiteY750"/>
                    </a:cxn>
                    <a:cxn ang="0">
                      <a:pos x="connsiteX751" y="connsiteY751"/>
                    </a:cxn>
                    <a:cxn ang="0">
                      <a:pos x="connsiteX752" y="connsiteY752"/>
                    </a:cxn>
                    <a:cxn ang="0">
                      <a:pos x="connsiteX753" y="connsiteY753"/>
                    </a:cxn>
                    <a:cxn ang="0">
                      <a:pos x="connsiteX754" y="connsiteY754"/>
                    </a:cxn>
                    <a:cxn ang="0">
                      <a:pos x="connsiteX755" y="connsiteY755"/>
                    </a:cxn>
                    <a:cxn ang="0">
                      <a:pos x="connsiteX756" y="connsiteY756"/>
                    </a:cxn>
                    <a:cxn ang="0">
                      <a:pos x="connsiteX757" y="connsiteY757"/>
                    </a:cxn>
                    <a:cxn ang="0">
                      <a:pos x="connsiteX758" y="connsiteY758"/>
                    </a:cxn>
                    <a:cxn ang="0">
                      <a:pos x="connsiteX759" y="connsiteY759"/>
                    </a:cxn>
                    <a:cxn ang="0">
                      <a:pos x="connsiteX760" y="connsiteY760"/>
                    </a:cxn>
                    <a:cxn ang="0">
                      <a:pos x="connsiteX761" y="connsiteY761"/>
                    </a:cxn>
                    <a:cxn ang="0">
                      <a:pos x="connsiteX762" y="connsiteY762"/>
                    </a:cxn>
                    <a:cxn ang="0">
                      <a:pos x="connsiteX763" y="connsiteY763"/>
                    </a:cxn>
                    <a:cxn ang="0">
                      <a:pos x="connsiteX764" y="connsiteY764"/>
                    </a:cxn>
                    <a:cxn ang="0">
                      <a:pos x="connsiteX765" y="connsiteY765"/>
                    </a:cxn>
                    <a:cxn ang="0">
                      <a:pos x="connsiteX766" y="connsiteY766"/>
                    </a:cxn>
                    <a:cxn ang="0">
                      <a:pos x="connsiteX767" y="connsiteY767"/>
                    </a:cxn>
                    <a:cxn ang="0">
                      <a:pos x="connsiteX768" y="connsiteY768"/>
                    </a:cxn>
                    <a:cxn ang="0">
                      <a:pos x="connsiteX769" y="connsiteY769"/>
                    </a:cxn>
                    <a:cxn ang="0">
                      <a:pos x="connsiteX770" y="connsiteY770"/>
                    </a:cxn>
                    <a:cxn ang="0">
                      <a:pos x="connsiteX771" y="connsiteY771"/>
                    </a:cxn>
                    <a:cxn ang="0">
                      <a:pos x="connsiteX772" y="connsiteY772"/>
                    </a:cxn>
                    <a:cxn ang="0">
                      <a:pos x="connsiteX773" y="connsiteY773"/>
                    </a:cxn>
                    <a:cxn ang="0">
                      <a:pos x="connsiteX774" y="connsiteY774"/>
                    </a:cxn>
                    <a:cxn ang="0">
                      <a:pos x="connsiteX775" y="connsiteY775"/>
                    </a:cxn>
                    <a:cxn ang="0">
                      <a:pos x="connsiteX776" y="connsiteY776"/>
                    </a:cxn>
                    <a:cxn ang="0">
                      <a:pos x="connsiteX777" y="connsiteY777"/>
                    </a:cxn>
                    <a:cxn ang="0">
                      <a:pos x="connsiteX778" y="connsiteY778"/>
                    </a:cxn>
                    <a:cxn ang="0">
                      <a:pos x="connsiteX779" y="connsiteY779"/>
                    </a:cxn>
                    <a:cxn ang="0">
                      <a:pos x="connsiteX780" y="connsiteY780"/>
                    </a:cxn>
                    <a:cxn ang="0">
                      <a:pos x="connsiteX781" y="connsiteY781"/>
                    </a:cxn>
                    <a:cxn ang="0">
                      <a:pos x="connsiteX782" y="connsiteY782"/>
                    </a:cxn>
                    <a:cxn ang="0">
                      <a:pos x="connsiteX783" y="connsiteY783"/>
                    </a:cxn>
                    <a:cxn ang="0">
                      <a:pos x="connsiteX784" y="connsiteY784"/>
                    </a:cxn>
                    <a:cxn ang="0">
                      <a:pos x="connsiteX785" y="connsiteY785"/>
                    </a:cxn>
                    <a:cxn ang="0">
                      <a:pos x="connsiteX786" y="connsiteY786"/>
                    </a:cxn>
                    <a:cxn ang="0">
                      <a:pos x="connsiteX787" y="connsiteY787"/>
                    </a:cxn>
                    <a:cxn ang="0">
                      <a:pos x="connsiteX788" y="connsiteY788"/>
                    </a:cxn>
                    <a:cxn ang="0">
                      <a:pos x="connsiteX789" y="connsiteY789"/>
                    </a:cxn>
                    <a:cxn ang="0">
                      <a:pos x="connsiteX790" y="connsiteY790"/>
                    </a:cxn>
                    <a:cxn ang="0">
                      <a:pos x="connsiteX791" y="connsiteY791"/>
                    </a:cxn>
                    <a:cxn ang="0">
                      <a:pos x="connsiteX792" y="connsiteY792"/>
                    </a:cxn>
                    <a:cxn ang="0">
                      <a:pos x="connsiteX793" y="connsiteY793"/>
                    </a:cxn>
                    <a:cxn ang="0">
                      <a:pos x="connsiteX794" y="connsiteY794"/>
                    </a:cxn>
                    <a:cxn ang="0">
                      <a:pos x="connsiteX795" y="connsiteY795"/>
                    </a:cxn>
                    <a:cxn ang="0">
                      <a:pos x="connsiteX796" y="connsiteY796"/>
                    </a:cxn>
                    <a:cxn ang="0">
                      <a:pos x="connsiteX797" y="connsiteY797"/>
                    </a:cxn>
                    <a:cxn ang="0">
                      <a:pos x="connsiteX798" y="connsiteY798"/>
                    </a:cxn>
                    <a:cxn ang="0">
                      <a:pos x="connsiteX799" y="connsiteY799"/>
                    </a:cxn>
                    <a:cxn ang="0">
                      <a:pos x="connsiteX800" y="connsiteY800"/>
                    </a:cxn>
                    <a:cxn ang="0">
                      <a:pos x="connsiteX801" y="connsiteY801"/>
                    </a:cxn>
                    <a:cxn ang="0">
                      <a:pos x="connsiteX802" y="connsiteY802"/>
                    </a:cxn>
                    <a:cxn ang="0">
                      <a:pos x="connsiteX803" y="connsiteY803"/>
                    </a:cxn>
                    <a:cxn ang="0">
                      <a:pos x="connsiteX804" y="connsiteY804"/>
                    </a:cxn>
                    <a:cxn ang="0">
                      <a:pos x="connsiteX805" y="connsiteY805"/>
                    </a:cxn>
                    <a:cxn ang="0">
                      <a:pos x="connsiteX806" y="connsiteY806"/>
                    </a:cxn>
                    <a:cxn ang="0">
                      <a:pos x="connsiteX807" y="connsiteY807"/>
                    </a:cxn>
                    <a:cxn ang="0">
                      <a:pos x="connsiteX808" y="connsiteY808"/>
                    </a:cxn>
                    <a:cxn ang="0">
                      <a:pos x="connsiteX809" y="connsiteY809"/>
                    </a:cxn>
                    <a:cxn ang="0">
                      <a:pos x="connsiteX810" y="connsiteY810"/>
                    </a:cxn>
                    <a:cxn ang="0">
                      <a:pos x="connsiteX811" y="connsiteY811"/>
                    </a:cxn>
                    <a:cxn ang="0">
                      <a:pos x="connsiteX812" y="connsiteY812"/>
                    </a:cxn>
                    <a:cxn ang="0">
                      <a:pos x="connsiteX813" y="connsiteY813"/>
                    </a:cxn>
                    <a:cxn ang="0">
                      <a:pos x="connsiteX814" y="connsiteY814"/>
                    </a:cxn>
                    <a:cxn ang="0">
                      <a:pos x="connsiteX815" y="connsiteY815"/>
                    </a:cxn>
                    <a:cxn ang="0">
                      <a:pos x="connsiteX816" y="connsiteY816"/>
                    </a:cxn>
                    <a:cxn ang="0">
                      <a:pos x="connsiteX817" y="connsiteY817"/>
                    </a:cxn>
                    <a:cxn ang="0">
                      <a:pos x="connsiteX818" y="connsiteY818"/>
                    </a:cxn>
                    <a:cxn ang="0">
                      <a:pos x="connsiteX819" y="connsiteY819"/>
                    </a:cxn>
                    <a:cxn ang="0">
                      <a:pos x="connsiteX820" y="connsiteY820"/>
                    </a:cxn>
                    <a:cxn ang="0">
                      <a:pos x="connsiteX821" y="connsiteY821"/>
                    </a:cxn>
                    <a:cxn ang="0">
                      <a:pos x="connsiteX822" y="connsiteY822"/>
                    </a:cxn>
                    <a:cxn ang="0">
                      <a:pos x="connsiteX823" y="connsiteY823"/>
                    </a:cxn>
                    <a:cxn ang="0">
                      <a:pos x="connsiteX824" y="connsiteY824"/>
                    </a:cxn>
                    <a:cxn ang="0">
                      <a:pos x="connsiteX825" y="connsiteY825"/>
                    </a:cxn>
                    <a:cxn ang="0">
                      <a:pos x="connsiteX826" y="connsiteY826"/>
                    </a:cxn>
                    <a:cxn ang="0">
                      <a:pos x="connsiteX827" y="connsiteY827"/>
                    </a:cxn>
                    <a:cxn ang="0">
                      <a:pos x="connsiteX828" y="connsiteY828"/>
                    </a:cxn>
                    <a:cxn ang="0">
                      <a:pos x="connsiteX829" y="connsiteY829"/>
                    </a:cxn>
                    <a:cxn ang="0">
                      <a:pos x="connsiteX830" y="connsiteY830"/>
                    </a:cxn>
                    <a:cxn ang="0">
                      <a:pos x="connsiteX831" y="connsiteY831"/>
                    </a:cxn>
                    <a:cxn ang="0">
                      <a:pos x="connsiteX832" y="connsiteY832"/>
                    </a:cxn>
                    <a:cxn ang="0">
                      <a:pos x="connsiteX833" y="connsiteY833"/>
                    </a:cxn>
                    <a:cxn ang="0">
                      <a:pos x="connsiteX834" y="connsiteY834"/>
                    </a:cxn>
                    <a:cxn ang="0">
                      <a:pos x="connsiteX835" y="connsiteY835"/>
                    </a:cxn>
                    <a:cxn ang="0">
                      <a:pos x="connsiteX836" y="connsiteY836"/>
                    </a:cxn>
                    <a:cxn ang="0">
                      <a:pos x="connsiteX837" y="connsiteY837"/>
                    </a:cxn>
                    <a:cxn ang="0">
                      <a:pos x="connsiteX838" y="connsiteY838"/>
                    </a:cxn>
                    <a:cxn ang="0">
                      <a:pos x="connsiteX839" y="connsiteY839"/>
                    </a:cxn>
                    <a:cxn ang="0">
                      <a:pos x="connsiteX840" y="connsiteY840"/>
                    </a:cxn>
                    <a:cxn ang="0">
                      <a:pos x="connsiteX841" y="connsiteY841"/>
                    </a:cxn>
                    <a:cxn ang="0">
                      <a:pos x="connsiteX842" y="connsiteY842"/>
                    </a:cxn>
                    <a:cxn ang="0">
                      <a:pos x="connsiteX843" y="connsiteY843"/>
                    </a:cxn>
                    <a:cxn ang="0">
                      <a:pos x="connsiteX844" y="connsiteY844"/>
                    </a:cxn>
                    <a:cxn ang="0">
                      <a:pos x="connsiteX845" y="connsiteY845"/>
                    </a:cxn>
                    <a:cxn ang="0">
                      <a:pos x="connsiteX846" y="connsiteY846"/>
                    </a:cxn>
                    <a:cxn ang="0">
                      <a:pos x="connsiteX847" y="connsiteY847"/>
                    </a:cxn>
                    <a:cxn ang="0">
                      <a:pos x="connsiteX848" y="connsiteY848"/>
                    </a:cxn>
                    <a:cxn ang="0">
                      <a:pos x="connsiteX849" y="connsiteY849"/>
                    </a:cxn>
                    <a:cxn ang="0">
                      <a:pos x="connsiteX850" y="connsiteY850"/>
                    </a:cxn>
                    <a:cxn ang="0">
                      <a:pos x="connsiteX851" y="connsiteY851"/>
                    </a:cxn>
                    <a:cxn ang="0">
                      <a:pos x="connsiteX852" y="connsiteY852"/>
                    </a:cxn>
                    <a:cxn ang="0">
                      <a:pos x="connsiteX853" y="connsiteY853"/>
                    </a:cxn>
                    <a:cxn ang="0">
                      <a:pos x="connsiteX854" y="connsiteY854"/>
                    </a:cxn>
                    <a:cxn ang="0">
                      <a:pos x="connsiteX855" y="connsiteY855"/>
                    </a:cxn>
                    <a:cxn ang="0">
                      <a:pos x="connsiteX856" y="connsiteY856"/>
                    </a:cxn>
                    <a:cxn ang="0">
                      <a:pos x="connsiteX857" y="connsiteY857"/>
                    </a:cxn>
                    <a:cxn ang="0">
                      <a:pos x="connsiteX858" y="connsiteY858"/>
                    </a:cxn>
                    <a:cxn ang="0">
                      <a:pos x="connsiteX859" y="connsiteY859"/>
                    </a:cxn>
                    <a:cxn ang="0">
                      <a:pos x="connsiteX860" y="connsiteY860"/>
                    </a:cxn>
                    <a:cxn ang="0">
                      <a:pos x="connsiteX861" y="connsiteY861"/>
                    </a:cxn>
                    <a:cxn ang="0">
                      <a:pos x="connsiteX862" y="connsiteY862"/>
                    </a:cxn>
                    <a:cxn ang="0">
                      <a:pos x="connsiteX863" y="connsiteY863"/>
                    </a:cxn>
                    <a:cxn ang="0">
                      <a:pos x="connsiteX864" y="connsiteY864"/>
                    </a:cxn>
                    <a:cxn ang="0">
                      <a:pos x="connsiteX865" y="connsiteY865"/>
                    </a:cxn>
                    <a:cxn ang="0">
                      <a:pos x="connsiteX866" y="connsiteY866"/>
                    </a:cxn>
                    <a:cxn ang="0">
                      <a:pos x="connsiteX867" y="connsiteY867"/>
                    </a:cxn>
                    <a:cxn ang="0">
                      <a:pos x="connsiteX868" y="connsiteY868"/>
                    </a:cxn>
                    <a:cxn ang="0">
                      <a:pos x="connsiteX869" y="connsiteY869"/>
                    </a:cxn>
                    <a:cxn ang="0">
                      <a:pos x="connsiteX870" y="connsiteY870"/>
                    </a:cxn>
                    <a:cxn ang="0">
                      <a:pos x="connsiteX871" y="connsiteY871"/>
                    </a:cxn>
                    <a:cxn ang="0">
                      <a:pos x="connsiteX872" y="connsiteY872"/>
                    </a:cxn>
                    <a:cxn ang="0">
                      <a:pos x="connsiteX873" y="connsiteY873"/>
                    </a:cxn>
                    <a:cxn ang="0">
                      <a:pos x="connsiteX874" y="connsiteY874"/>
                    </a:cxn>
                    <a:cxn ang="0">
                      <a:pos x="connsiteX875" y="connsiteY875"/>
                    </a:cxn>
                    <a:cxn ang="0">
                      <a:pos x="connsiteX876" y="connsiteY876"/>
                    </a:cxn>
                    <a:cxn ang="0">
                      <a:pos x="connsiteX877" y="connsiteY877"/>
                    </a:cxn>
                    <a:cxn ang="0">
                      <a:pos x="connsiteX878" y="connsiteY878"/>
                    </a:cxn>
                    <a:cxn ang="0">
                      <a:pos x="connsiteX879" y="connsiteY879"/>
                    </a:cxn>
                    <a:cxn ang="0">
                      <a:pos x="connsiteX880" y="connsiteY880"/>
                    </a:cxn>
                    <a:cxn ang="0">
                      <a:pos x="connsiteX881" y="connsiteY881"/>
                    </a:cxn>
                    <a:cxn ang="0">
                      <a:pos x="connsiteX882" y="connsiteY882"/>
                    </a:cxn>
                    <a:cxn ang="0">
                      <a:pos x="connsiteX883" y="connsiteY883"/>
                    </a:cxn>
                    <a:cxn ang="0">
                      <a:pos x="connsiteX884" y="connsiteY884"/>
                    </a:cxn>
                    <a:cxn ang="0">
                      <a:pos x="connsiteX885" y="connsiteY885"/>
                    </a:cxn>
                    <a:cxn ang="0">
                      <a:pos x="connsiteX886" y="connsiteY886"/>
                    </a:cxn>
                    <a:cxn ang="0">
                      <a:pos x="connsiteX887" y="connsiteY887"/>
                    </a:cxn>
                    <a:cxn ang="0">
                      <a:pos x="connsiteX888" y="connsiteY888"/>
                    </a:cxn>
                    <a:cxn ang="0">
                      <a:pos x="connsiteX889" y="connsiteY889"/>
                    </a:cxn>
                    <a:cxn ang="0">
                      <a:pos x="connsiteX890" y="connsiteY890"/>
                    </a:cxn>
                    <a:cxn ang="0">
                      <a:pos x="connsiteX891" y="connsiteY891"/>
                    </a:cxn>
                    <a:cxn ang="0">
                      <a:pos x="connsiteX892" y="connsiteY892"/>
                    </a:cxn>
                    <a:cxn ang="0">
                      <a:pos x="connsiteX893" y="connsiteY893"/>
                    </a:cxn>
                    <a:cxn ang="0">
                      <a:pos x="connsiteX894" y="connsiteY894"/>
                    </a:cxn>
                    <a:cxn ang="0">
                      <a:pos x="connsiteX895" y="connsiteY895"/>
                    </a:cxn>
                    <a:cxn ang="0">
                      <a:pos x="connsiteX896" y="connsiteY896"/>
                    </a:cxn>
                    <a:cxn ang="0">
                      <a:pos x="connsiteX897" y="connsiteY897"/>
                    </a:cxn>
                    <a:cxn ang="0">
                      <a:pos x="connsiteX898" y="connsiteY898"/>
                    </a:cxn>
                    <a:cxn ang="0">
                      <a:pos x="connsiteX899" y="connsiteY899"/>
                    </a:cxn>
                    <a:cxn ang="0">
                      <a:pos x="connsiteX900" y="connsiteY900"/>
                    </a:cxn>
                    <a:cxn ang="0">
                      <a:pos x="connsiteX901" y="connsiteY901"/>
                    </a:cxn>
                    <a:cxn ang="0">
                      <a:pos x="connsiteX902" y="connsiteY902"/>
                    </a:cxn>
                    <a:cxn ang="0">
                      <a:pos x="connsiteX903" y="connsiteY903"/>
                    </a:cxn>
                    <a:cxn ang="0">
                      <a:pos x="connsiteX904" y="connsiteY904"/>
                    </a:cxn>
                    <a:cxn ang="0">
                      <a:pos x="connsiteX905" y="connsiteY905"/>
                    </a:cxn>
                    <a:cxn ang="0">
                      <a:pos x="connsiteX906" y="connsiteY906"/>
                    </a:cxn>
                    <a:cxn ang="0">
                      <a:pos x="connsiteX907" y="connsiteY907"/>
                    </a:cxn>
                    <a:cxn ang="0">
                      <a:pos x="connsiteX908" y="connsiteY908"/>
                    </a:cxn>
                    <a:cxn ang="0">
                      <a:pos x="connsiteX909" y="connsiteY909"/>
                    </a:cxn>
                    <a:cxn ang="0">
                      <a:pos x="connsiteX910" y="connsiteY910"/>
                    </a:cxn>
                    <a:cxn ang="0">
                      <a:pos x="connsiteX911" y="connsiteY911"/>
                    </a:cxn>
                    <a:cxn ang="0">
                      <a:pos x="connsiteX912" y="connsiteY912"/>
                    </a:cxn>
                    <a:cxn ang="0">
                      <a:pos x="connsiteX913" y="connsiteY913"/>
                    </a:cxn>
                    <a:cxn ang="0">
                      <a:pos x="connsiteX914" y="connsiteY914"/>
                    </a:cxn>
                    <a:cxn ang="0">
                      <a:pos x="connsiteX915" y="connsiteY915"/>
                    </a:cxn>
                    <a:cxn ang="0">
                      <a:pos x="connsiteX916" y="connsiteY916"/>
                    </a:cxn>
                    <a:cxn ang="0">
                      <a:pos x="connsiteX917" y="connsiteY917"/>
                    </a:cxn>
                    <a:cxn ang="0">
                      <a:pos x="connsiteX918" y="connsiteY918"/>
                    </a:cxn>
                    <a:cxn ang="0">
                      <a:pos x="connsiteX919" y="connsiteY919"/>
                    </a:cxn>
                    <a:cxn ang="0">
                      <a:pos x="connsiteX920" y="connsiteY920"/>
                    </a:cxn>
                    <a:cxn ang="0">
                      <a:pos x="connsiteX921" y="connsiteY921"/>
                    </a:cxn>
                    <a:cxn ang="0">
                      <a:pos x="connsiteX922" y="connsiteY922"/>
                    </a:cxn>
                    <a:cxn ang="0">
                      <a:pos x="connsiteX923" y="connsiteY923"/>
                    </a:cxn>
                    <a:cxn ang="0">
                      <a:pos x="connsiteX924" y="connsiteY924"/>
                    </a:cxn>
                    <a:cxn ang="0">
                      <a:pos x="connsiteX925" y="connsiteY925"/>
                    </a:cxn>
                    <a:cxn ang="0">
                      <a:pos x="connsiteX926" y="connsiteY926"/>
                    </a:cxn>
                    <a:cxn ang="0">
                      <a:pos x="connsiteX927" y="connsiteY927"/>
                    </a:cxn>
                    <a:cxn ang="0">
                      <a:pos x="connsiteX928" y="connsiteY928"/>
                    </a:cxn>
                    <a:cxn ang="0">
                      <a:pos x="connsiteX929" y="connsiteY929"/>
                    </a:cxn>
                    <a:cxn ang="0">
                      <a:pos x="connsiteX930" y="connsiteY930"/>
                    </a:cxn>
                    <a:cxn ang="0">
                      <a:pos x="connsiteX931" y="connsiteY931"/>
                    </a:cxn>
                    <a:cxn ang="0">
                      <a:pos x="connsiteX932" y="connsiteY932"/>
                    </a:cxn>
                    <a:cxn ang="0">
                      <a:pos x="connsiteX933" y="connsiteY933"/>
                    </a:cxn>
                    <a:cxn ang="0">
                      <a:pos x="connsiteX934" y="connsiteY934"/>
                    </a:cxn>
                    <a:cxn ang="0">
                      <a:pos x="connsiteX935" y="connsiteY935"/>
                    </a:cxn>
                    <a:cxn ang="0">
                      <a:pos x="connsiteX936" y="connsiteY936"/>
                    </a:cxn>
                    <a:cxn ang="0">
                      <a:pos x="connsiteX937" y="connsiteY937"/>
                    </a:cxn>
                    <a:cxn ang="0">
                      <a:pos x="connsiteX938" y="connsiteY938"/>
                    </a:cxn>
                    <a:cxn ang="0">
                      <a:pos x="connsiteX939" y="connsiteY939"/>
                    </a:cxn>
                    <a:cxn ang="0">
                      <a:pos x="connsiteX940" y="connsiteY940"/>
                    </a:cxn>
                    <a:cxn ang="0">
                      <a:pos x="connsiteX941" y="connsiteY941"/>
                    </a:cxn>
                    <a:cxn ang="0">
                      <a:pos x="connsiteX942" y="connsiteY942"/>
                    </a:cxn>
                    <a:cxn ang="0">
                      <a:pos x="connsiteX943" y="connsiteY943"/>
                    </a:cxn>
                    <a:cxn ang="0">
                      <a:pos x="connsiteX944" y="connsiteY944"/>
                    </a:cxn>
                    <a:cxn ang="0">
                      <a:pos x="connsiteX945" y="connsiteY945"/>
                    </a:cxn>
                    <a:cxn ang="0">
                      <a:pos x="connsiteX946" y="connsiteY946"/>
                    </a:cxn>
                    <a:cxn ang="0">
                      <a:pos x="connsiteX947" y="connsiteY947"/>
                    </a:cxn>
                    <a:cxn ang="0">
                      <a:pos x="connsiteX948" y="connsiteY948"/>
                    </a:cxn>
                    <a:cxn ang="0">
                      <a:pos x="connsiteX949" y="connsiteY949"/>
                    </a:cxn>
                    <a:cxn ang="0">
                      <a:pos x="connsiteX950" y="connsiteY950"/>
                    </a:cxn>
                    <a:cxn ang="0">
                      <a:pos x="connsiteX951" y="connsiteY951"/>
                    </a:cxn>
                    <a:cxn ang="0">
                      <a:pos x="connsiteX952" y="connsiteY952"/>
                    </a:cxn>
                    <a:cxn ang="0">
                      <a:pos x="connsiteX953" y="connsiteY953"/>
                    </a:cxn>
                    <a:cxn ang="0">
                      <a:pos x="connsiteX954" y="connsiteY954"/>
                    </a:cxn>
                    <a:cxn ang="0">
                      <a:pos x="connsiteX955" y="connsiteY955"/>
                    </a:cxn>
                    <a:cxn ang="0">
                      <a:pos x="connsiteX956" y="connsiteY956"/>
                    </a:cxn>
                    <a:cxn ang="0">
                      <a:pos x="connsiteX957" y="connsiteY957"/>
                    </a:cxn>
                    <a:cxn ang="0">
                      <a:pos x="connsiteX958" y="connsiteY958"/>
                    </a:cxn>
                    <a:cxn ang="0">
                      <a:pos x="connsiteX959" y="connsiteY959"/>
                    </a:cxn>
                    <a:cxn ang="0">
                      <a:pos x="connsiteX960" y="connsiteY960"/>
                    </a:cxn>
                    <a:cxn ang="0">
                      <a:pos x="connsiteX961" y="connsiteY961"/>
                    </a:cxn>
                    <a:cxn ang="0">
                      <a:pos x="connsiteX962" y="connsiteY962"/>
                    </a:cxn>
                    <a:cxn ang="0">
                      <a:pos x="connsiteX963" y="connsiteY963"/>
                    </a:cxn>
                    <a:cxn ang="0">
                      <a:pos x="connsiteX964" y="connsiteY964"/>
                    </a:cxn>
                    <a:cxn ang="0">
                      <a:pos x="connsiteX965" y="connsiteY965"/>
                    </a:cxn>
                    <a:cxn ang="0">
                      <a:pos x="connsiteX966" y="connsiteY966"/>
                    </a:cxn>
                    <a:cxn ang="0">
                      <a:pos x="connsiteX967" y="connsiteY967"/>
                    </a:cxn>
                    <a:cxn ang="0">
                      <a:pos x="connsiteX968" y="connsiteY968"/>
                    </a:cxn>
                    <a:cxn ang="0">
                      <a:pos x="connsiteX969" y="connsiteY969"/>
                    </a:cxn>
                    <a:cxn ang="0">
                      <a:pos x="connsiteX970" y="connsiteY970"/>
                    </a:cxn>
                    <a:cxn ang="0">
                      <a:pos x="connsiteX971" y="connsiteY971"/>
                    </a:cxn>
                    <a:cxn ang="0">
                      <a:pos x="connsiteX972" y="connsiteY972"/>
                    </a:cxn>
                    <a:cxn ang="0">
                      <a:pos x="connsiteX973" y="connsiteY973"/>
                    </a:cxn>
                    <a:cxn ang="0">
                      <a:pos x="connsiteX974" y="connsiteY974"/>
                    </a:cxn>
                    <a:cxn ang="0">
                      <a:pos x="connsiteX975" y="connsiteY975"/>
                    </a:cxn>
                    <a:cxn ang="0">
                      <a:pos x="connsiteX976" y="connsiteY976"/>
                    </a:cxn>
                    <a:cxn ang="0">
                      <a:pos x="connsiteX977" y="connsiteY977"/>
                    </a:cxn>
                    <a:cxn ang="0">
                      <a:pos x="connsiteX978" y="connsiteY978"/>
                    </a:cxn>
                    <a:cxn ang="0">
                      <a:pos x="connsiteX979" y="connsiteY979"/>
                    </a:cxn>
                    <a:cxn ang="0">
                      <a:pos x="connsiteX980" y="connsiteY980"/>
                    </a:cxn>
                    <a:cxn ang="0">
                      <a:pos x="connsiteX981" y="connsiteY981"/>
                    </a:cxn>
                    <a:cxn ang="0">
                      <a:pos x="connsiteX982" y="connsiteY982"/>
                    </a:cxn>
                    <a:cxn ang="0">
                      <a:pos x="connsiteX983" y="connsiteY983"/>
                    </a:cxn>
                    <a:cxn ang="0">
                      <a:pos x="connsiteX984" y="connsiteY984"/>
                    </a:cxn>
                    <a:cxn ang="0">
                      <a:pos x="connsiteX985" y="connsiteY985"/>
                    </a:cxn>
                    <a:cxn ang="0">
                      <a:pos x="connsiteX986" y="connsiteY986"/>
                    </a:cxn>
                    <a:cxn ang="0">
                      <a:pos x="connsiteX987" y="connsiteY987"/>
                    </a:cxn>
                    <a:cxn ang="0">
                      <a:pos x="connsiteX988" y="connsiteY988"/>
                    </a:cxn>
                    <a:cxn ang="0">
                      <a:pos x="connsiteX989" y="connsiteY989"/>
                    </a:cxn>
                    <a:cxn ang="0">
                      <a:pos x="connsiteX990" y="connsiteY990"/>
                    </a:cxn>
                    <a:cxn ang="0">
                      <a:pos x="connsiteX991" y="connsiteY991"/>
                    </a:cxn>
                    <a:cxn ang="0">
                      <a:pos x="connsiteX992" y="connsiteY992"/>
                    </a:cxn>
                    <a:cxn ang="0">
                      <a:pos x="connsiteX993" y="connsiteY993"/>
                    </a:cxn>
                    <a:cxn ang="0">
                      <a:pos x="connsiteX994" y="connsiteY994"/>
                    </a:cxn>
                    <a:cxn ang="0">
                      <a:pos x="connsiteX995" y="connsiteY995"/>
                    </a:cxn>
                    <a:cxn ang="0">
                      <a:pos x="connsiteX996" y="connsiteY996"/>
                    </a:cxn>
                    <a:cxn ang="0">
                      <a:pos x="connsiteX997" y="connsiteY997"/>
                    </a:cxn>
                    <a:cxn ang="0">
                      <a:pos x="connsiteX998" y="connsiteY998"/>
                    </a:cxn>
                    <a:cxn ang="0">
                      <a:pos x="connsiteX999" y="connsiteY999"/>
                    </a:cxn>
                    <a:cxn ang="0">
                      <a:pos x="connsiteX1000" y="connsiteY1000"/>
                    </a:cxn>
                    <a:cxn ang="0">
                      <a:pos x="connsiteX1001" y="connsiteY1001"/>
                    </a:cxn>
                    <a:cxn ang="0">
                      <a:pos x="connsiteX1002" y="connsiteY1002"/>
                    </a:cxn>
                    <a:cxn ang="0">
                      <a:pos x="connsiteX1003" y="connsiteY1003"/>
                    </a:cxn>
                    <a:cxn ang="0">
                      <a:pos x="connsiteX1004" y="connsiteY1004"/>
                    </a:cxn>
                    <a:cxn ang="0">
                      <a:pos x="connsiteX1005" y="connsiteY1005"/>
                    </a:cxn>
                    <a:cxn ang="0">
                      <a:pos x="connsiteX1006" y="connsiteY1006"/>
                    </a:cxn>
                    <a:cxn ang="0">
                      <a:pos x="connsiteX1007" y="connsiteY1007"/>
                    </a:cxn>
                    <a:cxn ang="0">
                      <a:pos x="connsiteX1008" y="connsiteY1008"/>
                    </a:cxn>
                    <a:cxn ang="0">
                      <a:pos x="connsiteX1009" y="connsiteY1009"/>
                    </a:cxn>
                    <a:cxn ang="0">
                      <a:pos x="connsiteX1010" y="connsiteY1010"/>
                    </a:cxn>
                    <a:cxn ang="0">
                      <a:pos x="connsiteX1011" y="connsiteY1011"/>
                    </a:cxn>
                    <a:cxn ang="0">
                      <a:pos x="connsiteX1012" y="connsiteY1012"/>
                    </a:cxn>
                    <a:cxn ang="0">
                      <a:pos x="connsiteX1013" y="connsiteY1013"/>
                    </a:cxn>
                    <a:cxn ang="0">
                      <a:pos x="connsiteX1014" y="connsiteY1014"/>
                    </a:cxn>
                    <a:cxn ang="0">
                      <a:pos x="connsiteX1015" y="connsiteY1015"/>
                    </a:cxn>
                    <a:cxn ang="0">
                      <a:pos x="connsiteX1016" y="connsiteY1016"/>
                    </a:cxn>
                    <a:cxn ang="0">
                      <a:pos x="connsiteX1017" y="connsiteY1017"/>
                    </a:cxn>
                    <a:cxn ang="0">
                      <a:pos x="connsiteX1018" y="connsiteY1018"/>
                    </a:cxn>
                    <a:cxn ang="0">
                      <a:pos x="connsiteX1019" y="connsiteY1019"/>
                    </a:cxn>
                    <a:cxn ang="0">
                      <a:pos x="connsiteX1020" y="connsiteY1020"/>
                    </a:cxn>
                    <a:cxn ang="0">
                      <a:pos x="connsiteX1021" y="connsiteY1021"/>
                    </a:cxn>
                    <a:cxn ang="0">
                      <a:pos x="connsiteX1022" y="connsiteY1022"/>
                    </a:cxn>
                    <a:cxn ang="0">
                      <a:pos x="connsiteX1023" y="connsiteY1023"/>
                    </a:cxn>
                    <a:cxn ang="0">
                      <a:pos x="connsiteX1024" y="connsiteY1024"/>
                    </a:cxn>
                    <a:cxn ang="0">
                      <a:pos x="connsiteX1025" y="connsiteY1025"/>
                    </a:cxn>
                    <a:cxn ang="0">
                      <a:pos x="connsiteX1026" y="connsiteY1026"/>
                    </a:cxn>
                    <a:cxn ang="0">
                      <a:pos x="connsiteX1027" y="connsiteY1027"/>
                    </a:cxn>
                    <a:cxn ang="0">
                      <a:pos x="connsiteX1028" y="connsiteY1028"/>
                    </a:cxn>
                    <a:cxn ang="0">
                      <a:pos x="connsiteX1029" y="connsiteY1029"/>
                    </a:cxn>
                    <a:cxn ang="0">
                      <a:pos x="connsiteX1030" y="connsiteY1030"/>
                    </a:cxn>
                    <a:cxn ang="0">
                      <a:pos x="connsiteX1031" y="connsiteY1031"/>
                    </a:cxn>
                    <a:cxn ang="0">
                      <a:pos x="connsiteX1032" y="connsiteY1032"/>
                    </a:cxn>
                    <a:cxn ang="0">
                      <a:pos x="connsiteX1033" y="connsiteY1033"/>
                    </a:cxn>
                    <a:cxn ang="0">
                      <a:pos x="connsiteX1034" y="connsiteY1034"/>
                    </a:cxn>
                    <a:cxn ang="0">
                      <a:pos x="connsiteX1035" y="connsiteY1035"/>
                    </a:cxn>
                    <a:cxn ang="0">
                      <a:pos x="connsiteX1036" y="connsiteY1036"/>
                    </a:cxn>
                    <a:cxn ang="0">
                      <a:pos x="connsiteX1037" y="connsiteY1037"/>
                    </a:cxn>
                    <a:cxn ang="0">
                      <a:pos x="connsiteX1038" y="connsiteY1038"/>
                    </a:cxn>
                    <a:cxn ang="0">
                      <a:pos x="connsiteX1039" y="connsiteY1039"/>
                    </a:cxn>
                    <a:cxn ang="0">
                      <a:pos x="connsiteX1040" y="connsiteY1040"/>
                    </a:cxn>
                    <a:cxn ang="0">
                      <a:pos x="connsiteX1041" y="connsiteY1041"/>
                    </a:cxn>
                    <a:cxn ang="0">
                      <a:pos x="connsiteX1042" y="connsiteY1042"/>
                    </a:cxn>
                    <a:cxn ang="0">
                      <a:pos x="connsiteX1043" y="connsiteY1043"/>
                    </a:cxn>
                    <a:cxn ang="0">
                      <a:pos x="connsiteX1044" y="connsiteY1044"/>
                    </a:cxn>
                    <a:cxn ang="0">
                      <a:pos x="connsiteX1045" y="connsiteY1045"/>
                    </a:cxn>
                    <a:cxn ang="0">
                      <a:pos x="connsiteX1046" y="connsiteY1046"/>
                    </a:cxn>
                    <a:cxn ang="0">
                      <a:pos x="connsiteX1047" y="connsiteY1047"/>
                    </a:cxn>
                    <a:cxn ang="0">
                      <a:pos x="connsiteX1048" y="connsiteY1048"/>
                    </a:cxn>
                    <a:cxn ang="0">
                      <a:pos x="connsiteX1049" y="connsiteY1049"/>
                    </a:cxn>
                    <a:cxn ang="0">
                      <a:pos x="connsiteX1050" y="connsiteY1050"/>
                    </a:cxn>
                    <a:cxn ang="0">
                      <a:pos x="connsiteX1051" y="connsiteY1051"/>
                    </a:cxn>
                    <a:cxn ang="0">
                      <a:pos x="connsiteX1052" y="connsiteY1052"/>
                    </a:cxn>
                    <a:cxn ang="0">
                      <a:pos x="connsiteX1053" y="connsiteY1053"/>
                    </a:cxn>
                    <a:cxn ang="0">
                      <a:pos x="connsiteX1054" y="connsiteY1054"/>
                    </a:cxn>
                    <a:cxn ang="0">
                      <a:pos x="connsiteX1055" y="connsiteY1055"/>
                    </a:cxn>
                    <a:cxn ang="0">
                      <a:pos x="connsiteX1056" y="connsiteY1056"/>
                    </a:cxn>
                    <a:cxn ang="0">
                      <a:pos x="connsiteX1057" y="connsiteY1057"/>
                    </a:cxn>
                    <a:cxn ang="0">
                      <a:pos x="connsiteX1058" y="connsiteY1058"/>
                    </a:cxn>
                    <a:cxn ang="0">
                      <a:pos x="connsiteX1059" y="connsiteY1059"/>
                    </a:cxn>
                    <a:cxn ang="0">
                      <a:pos x="connsiteX1060" y="connsiteY1060"/>
                    </a:cxn>
                    <a:cxn ang="0">
                      <a:pos x="connsiteX1061" y="connsiteY1061"/>
                    </a:cxn>
                    <a:cxn ang="0">
                      <a:pos x="connsiteX1062" y="connsiteY1062"/>
                    </a:cxn>
                    <a:cxn ang="0">
                      <a:pos x="connsiteX1063" y="connsiteY1063"/>
                    </a:cxn>
                    <a:cxn ang="0">
                      <a:pos x="connsiteX1064" y="connsiteY1064"/>
                    </a:cxn>
                    <a:cxn ang="0">
                      <a:pos x="connsiteX1065" y="connsiteY1065"/>
                    </a:cxn>
                    <a:cxn ang="0">
                      <a:pos x="connsiteX1066" y="connsiteY1066"/>
                    </a:cxn>
                    <a:cxn ang="0">
                      <a:pos x="connsiteX1067" y="connsiteY1067"/>
                    </a:cxn>
                    <a:cxn ang="0">
                      <a:pos x="connsiteX1068" y="connsiteY1068"/>
                    </a:cxn>
                    <a:cxn ang="0">
                      <a:pos x="connsiteX1069" y="connsiteY1069"/>
                    </a:cxn>
                    <a:cxn ang="0">
                      <a:pos x="connsiteX1070" y="connsiteY1070"/>
                    </a:cxn>
                    <a:cxn ang="0">
                      <a:pos x="connsiteX1071" y="connsiteY1071"/>
                    </a:cxn>
                    <a:cxn ang="0">
                      <a:pos x="connsiteX1072" y="connsiteY1072"/>
                    </a:cxn>
                    <a:cxn ang="0">
                      <a:pos x="connsiteX1073" y="connsiteY1073"/>
                    </a:cxn>
                    <a:cxn ang="0">
                      <a:pos x="connsiteX1074" y="connsiteY1074"/>
                    </a:cxn>
                    <a:cxn ang="0">
                      <a:pos x="connsiteX1075" y="connsiteY1075"/>
                    </a:cxn>
                    <a:cxn ang="0">
                      <a:pos x="connsiteX1076" y="connsiteY1076"/>
                    </a:cxn>
                    <a:cxn ang="0">
                      <a:pos x="connsiteX1077" y="connsiteY1077"/>
                    </a:cxn>
                    <a:cxn ang="0">
                      <a:pos x="connsiteX1078" y="connsiteY1078"/>
                    </a:cxn>
                    <a:cxn ang="0">
                      <a:pos x="connsiteX1079" y="connsiteY1079"/>
                    </a:cxn>
                    <a:cxn ang="0">
                      <a:pos x="connsiteX1080" y="connsiteY1080"/>
                    </a:cxn>
                    <a:cxn ang="0">
                      <a:pos x="connsiteX1081" y="connsiteY1081"/>
                    </a:cxn>
                    <a:cxn ang="0">
                      <a:pos x="connsiteX1082" y="connsiteY1082"/>
                    </a:cxn>
                    <a:cxn ang="0">
                      <a:pos x="connsiteX1083" y="connsiteY1083"/>
                    </a:cxn>
                    <a:cxn ang="0">
                      <a:pos x="connsiteX1084" y="connsiteY1084"/>
                    </a:cxn>
                    <a:cxn ang="0">
                      <a:pos x="connsiteX1085" y="connsiteY1085"/>
                    </a:cxn>
                    <a:cxn ang="0">
                      <a:pos x="connsiteX1086" y="connsiteY1086"/>
                    </a:cxn>
                    <a:cxn ang="0">
                      <a:pos x="connsiteX1087" y="connsiteY1087"/>
                    </a:cxn>
                    <a:cxn ang="0">
                      <a:pos x="connsiteX1088" y="connsiteY1088"/>
                    </a:cxn>
                    <a:cxn ang="0">
                      <a:pos x="connsiteX1089" y="connsiteY1089"/>
                    </a:cxn>
                    <a:cxn ang="0">
                      <a:pos x="connsiteX1090" y="connsiteY1090"/>
                    </a:cxn>
                    <a:cxn ang="0">
                      <a:pos x="connsiteX1091" y="connsiteY1091"/>
                    </a:cxn>
                    <a:cxn ang="0">
                      <a:pos x="connsiteX1092" y="connsiteY1092"/>
                    </a:cxn>
                    <a:cxn ang="0">
                      <a:pos x="connsiteX1093" y="connsiteY1093"/>
                    </a:cxn>
                    <a:cxn ang="0">
                      <a:pos x="connsiteX1094" y="connsiteY1094"/>
                    </a:cxn>
                    <a:cxn ang="0">
                      <a:pos x="connsiteX1095" y="connsiteY1095"/>
                    </a:cxn>
                    <a:cxn ang="0">
                      <a:pos x="connsiteX1096" y="connsiteY1096"/>
                    </a:cxn>
                    <a:cxn ang="0">
                      <a:pos x="connsiteX1097" y="connsiteY1097"/>
                    </a:cxn>
                    <a:cxn ang="0">
                      <a:pos x="connsiteX1098" y="connsiteY1098"/>
                    </a:cxn>
                    <a:cxn ang="0">
                      <a:pos x="connsiteX1099" y="connsiteY1099"/>
                    </a:cxn>
                    <a:cxn ang="0">
                      <a:pos x="connsiteX1100" y="connsiteY1100"/>
                    </a:cxn>
                    <a:cxn ang="0">
                      <a:pos x="connsiteX1101" y="connsiteY1101"/>
                    </a:cxn>
                    <a:cxn ang="0">
                      <a:pos x="connsiteX1102" y="connsiteY1102"/>
                    </a:cxn>
                    <a:cxn ang="0">
                      <a:pos x="connsiteX1103" y="connsiteY1103"/>
                    </a:cxn>
                    <a:cxn ang="0">
                      <a:pos x="connsiteX1104" y="connsiteY1104"/>
                    </a:cxn>
                    <a:cxn ang="0">
                      <a:pos x="connsiteX1105" y="connsiteY1105"/>
                    </a:cxn>
                    <a:cxn ang="0">
                      <a:pos x="connsiteX1106" y="connsiteY1106"/>
                    </a:cxn>
                    <a:cxn ang="0">
                      <a:pos x="connsiteX1107" y="connsiteY1107"/>
                    </a:cxn>
                    <a:cxn ang="0">
                      <a:pos x="connsiteX1108" y="connsiteY1108"/>
                    </a:cxn>
                    <a:cxn ang="0">
                      <a:pos x="connsiteX1109" y="connsiteY1109"/>
                    </a:cxn>
                    <a:cxn ang="0">
                      <a:pos x="connsiteX1110" y="connsiteY1110"/>
                    </a:cxn>
                    <a:cxn ang="0">
                      <a:pos x="connsiteX1111" y="connsiteY1111"/>
                    </a:cxn>
                    <a:cxn ang="0">
                      <a:pos x="connsiteX1112" y="connsiteY1112"/>
                    </a:cxn>
                    <a:cxn ang="0">
                      <a:pos x="connsiteX1113" y="connsiteY1113"/>
                    </a:cxn>
                    <a:cxn ang="0">
                      <a:pos x="connsiteX1114" y="connsiteY1114"/>
                    </a:cxn>
                    <a:cxn ang="0">
                      <a:pos x="connsiteX1115" y="connsiteY1115"/>
                    </a:cxn>
                    <a:cxn ang="0">
                      <a:pos x="connsiteX1116" y="connsiteY1116"/>
                    </a:cxn>
                    <a:cxn ang="0">
                      <a:pos x="connsiteX1117" y="connsiteY1117"/>
                    </a:cxn>
                    <a:cxn ang="0">
                      <a:pos x="connsiteX1118" y="connsiteY1118"/>
                    </a:cxn>
                    <a:cxn ang="0">
                      <a:pos x="connsiteX1119" y="connsiteY1119"/>
                    </a:cxn>
                    <a:cxn ang="0">
                      <a:pos x="connsiteX1120" y="connsiteY1120"/>
                    </a:cxn>
                    <a:cxn ang="0">
                      <a:pos x="connsiteX1121" y="connsiteY1121"/>
                    </a:cxn>
                    <a:cxn ang="0">
                      <a:pos x="connsiteX1122" y="connsiteY1122"/>
                    </a:cxn>
                    <a:cxn ang="0">
                      <a:pos x="connsiteX1123" y="connsiteY1123"/>
                    </a:cxn>
                    <a:cxn ang="0">
                      <a:pos x="connsiteX1124" y="connsiteY1124"/>
                    </a:cxn>
                    <a:cxn ang="0">
                      <a:pos x="connsiteX1125" y="connsiteY1125"/>
                    </a:cxn>
                    <a:cxn ang="0">
                      <a:pos x="connsiteX1126" y="connsiteY1126"/>
                    </a:cxn>
                    <a:cxn ang="0">
                      <a:pos x="connsiteX1127" y="connsiteY1127"/>
                    </a:cxn>
                    <a:cxn ang="0">
                      <a:pos x="connsiteX1128" y="connsiteY1128"/>
                    </a:cxn>
                    <a:cxn ang="0">
                      <a:pos x="connsiteX1129" y="connsiteY1129"/>
                    </a:cxn>
                    <a:cxn ang="0">
                      <a:pos x="connsiteX1130" y="connsiteY1130"/>
                    </a:cxn>
                    <a:cxn ang="0">
                      <a:pos x="connsiteX1131" y="connsiteY1131"/>
                    </a:cxn>
                    <a:cxn ang="0">
                      <a:pos x="connsiteX1132" y="connsiteY1132"/>
                    </a:cxn>
                    <a:cxn ang="0">
                      <a:pos x="connsiteX1133" y="connsiteY1133"/>
                    </a:cxn>
                    <a:cxn ang="0">
                      <a:pos x="connsiteX1134" y="connsiteY1134"/>
                    </a:cxn>
                    <a:cxn ang="0">
                      <a:pos x="connsiteX1135" y="connsiteY1135"/>
                    </a:cxn>
                    <a:cxn ang="0">
                      <a:pos x="connsiteX1136" y="connsiteY1136"/>
                    </a:cxn>
                    <a:cxn ang="0">
                      <a:pos x="connsiteX1137" y="connsiteY1137"/>
                    </a:cxn>
                    <a:cxn ang="0">
                      <a:pos x="connsiteX1138" y="connsiteY1138"/>
                    </a:cxn>
                    <a:cxn ang="0">
                      <a:pos x="connsiteX1139" y="connsiteY1139"/>
                    </a:cxn>
                    <a:cxn ang="0">
                      <a:pos x="connsiteX1140" y="connsiteY1140"/>
                    </a:cxn>
                    <a:cxn ang="0">
                      <a:pos x="connsiteX1141" y="connsiteY1141"/>
                    </a:cxn>
                    <a:cxn ang="0">
                      <a:pos x="connsiteX1142" y="connsiteY1142"/>
                    </a:cxn>
                    <a:cxn ang="0">
                      <a:pos x="connsiteX1143" y="connsiteY1143"/>
                    </a:cxn>
                    <a:cxn ang="0">
                      <a:pos x="connsiteX1144" y="connsiteY1144"/>
                    </a:cxn>
                    <a:cxn ang="0">
                      <a:pos x="connsiteX1145" y="connsiteY1145"/>
                    </a:cxn>
                    <a:cxn ang="0">
                      <a:pos x="connsiteX1146" y="connsiteY1146"/>
                    </a:cxn>
                    <a:cxn ang="0">
                      <a:pos x="connsiteX1147" y="connsiteY1147"/>
                    </a:cxn>
                    <a:cxn ang="0">
                      <a:pos x="connsiteX1148" y="connsiteY1148"/>
                    </a:cxn>
                    <a:cxn ang="0">
                      <a:pos x="connsiteX1149" y="connsiteY1149"/>
                    </a:cxn>
                    <a:cxn ang="0">
                      <a:pos x="connsiteX1150" y="connsiteY1150"/>
                    </a:cxn>
                    <a:cxn ang="0">
                      <a:pos x="connsiteX1151" y="connsiteY1151"/>
                    </a:cxn>
                    <a:cxn ang="0">
                      <a:pos x="connsiteX1152" y="connsiteY1152"/>
                    </a:cxn>
                    <a:cxn ang="0">
                      <a:pos x="connsiteX1153" y="connsiteY1153"/>
                    </a:cxn>
                    <a:cxn ang="0">
                      <a:pos x="connsiteX1154" y="connsiteY1154"/>
                    </a:cxn>
                    <a:cxn ang="0">
                      <a:pos x="connsiteX1155" y="connsiteY1155"/>
                    </a:cxn>
                    <a:cxn ang="0">
                      <a:pos x="connsiteX1156" y="connsiteY1156"/>
                    </a:cxn>
                    <a:cxn ang="0">
                      <a:pos x="connsiteX1157" y="connsiteY1157"/>
                    </a:cxn>
                    <a:cxn ang="0">
                      <a:pos x="connsiteX1158" y="connsiteY1158"/>
                    </a:cxn>
                    <a:cxn ang="0">
                      <a:pos x="connsiteX1159" y="connsiteY1159"/>
                    </a:cxn>
                    <a:cxn ang="0">
                      <a:pos x="connsiteX1160" y="connsiteY1160"/>
                    </a:cxn>
                    <a:cxn ang="0">
                      <a:pos x="connsiteX1161" y="connsiteY1161"/>
                    </a:cxn>
                    <a:cxn ang="0">
                      <a:pos x="connsiteX1162" y="connsiteY1162"/>
                    </a:cxn>
                    <a:cxn ang="0">
                      <a:pos x="connsiteX1163" y="connsiteY1163"/>
                    </a:cxn>
                    <a:cxn ang="0">
                      <a:pos x="connsiteX1164" y="connsiteY1164"/>
                    </a:cxn>
                    <a:cxn ang="0">
                      <a:pos x="connsiteX1165" y="connsiteY1165"/>
                    </a:cxn>
                    <a:cxn ang="0">
                      <a:pos x="connsiteX1166" y="connsiteY1166"/>
                    </a:cxn>
                    <a:cxn ang="0">
                      <a:pos x="connsiteX1167" y="connsiteY1167"/>
                    </a:cxn>
                    <a:cxn ang="0">
                      <a:pos x="connsiteX1168" y="connsiteY1168"/>
                    </a:cxn>
                    <a:cxn ang="0">
                      <a:pos x="connsiteX1169" y="connsiteY1169"/>
                    </a:cxn>
                    <a:cxn ang="0">
                      <a:pos x="connsiteX1170" y="connsiteY1170"/>
                    </a:cxn>
                    <a:cxn ang="0">
                      <a:pos x="connsiteX1171" y="connsiteY1171"/>
                    </a:cxn>
                    <a:cxn ang="0">
                      <a:pos x="connsiteX1172" y="connsiteY1172"/>
                    </a:cxn>
                    <a:cxn ang="0">
                      <a:pos x="connsiteX1173" y="connsiteY1173"/>
                    </a:cxn>
                    <a:cxn ang="0">
                      <a:pos x="connsiteX1174" y="connsiteY1174"/>
                    </a:cxn>
                    <a:cxn ang="0">
                      <a:pos x="connsiteX1175" y="connsiteY1175"/>
                    </a:cxn>
                    <a:cxn ang="0">
                      <a:pos x="connsiteX1176" y="connsiteY1176"/>
                    </a:cxn>
                    <a:cxn ang="0">
                      <a:pos x="connsiteX1177" y="connsiteY1177"/>
                    </a:cxn>
                    <a:cxn ang="0">
                      <a:pos x="connsiteX1178" y="connsiteY1178"/>
                    </a:cxn>
                    <a:cxn ang="0">
                      <a:pos x="connsiteX1179" y="connsiteY1179"/>
                    </a:cxn>
                    <a:cxn ang="0">
                      <a:pos x="connsiteX1180" y="connsiteY1180"/>
                    </a:cxn>
                    <a:cxn ang="0">
                      <a:pos x="connsiteX1181" y="connsiteY1181"/>
                    </a:cxn>
                    <a:cxn ang="0">
                      <a:pos x="connsiteX1182" y="connsiteY1182"/>
                    </a:cxn>
                    <a:cxn ang="0">
                      <a:pos x="connsiteX1183" y="connsiteY1183"/>
                    </a:cxn>
                    <a:cxn ang="0">
                      <a:pos x="connsiteX1184" y="connsiteY1184"/>
                    </a:cxn>
                    <a:cxn ang="0">
                      <a:pos x="connsiteX1185" y="connsiteY1185"/>
                    </a:cxn>
                    <a:cxn ang="0">
                      <a:pos x="connsiteX1186" y="connsiteY1186"/>
                    </a:cxn>
                    <a:cxn ang="0">
                      <a:pos x="connsiteX1187" y="connsiteY1187"/>
                    </a:cxn>
                    <a:cxn ang="0">
                      <a:pos x="connsiteX1188" y="connsiteY1188"/>
                    </a:cxn>
                    <a:cxn ang="0">
                      <a:pos x="connsiteX1189" y="connsiteY1189"/>
                    </a:cxn>
                    <a:cxn ang="0">
                      <a:pos x="connsiteX1190" y="connsiteY1190"/>
                    </a:cxn>
                    <a:cxn ang="0">
                      <a:pos x="connsiteX1191" y="connsiteY1191"/>
                    </a:cxn>
                    <a:cxn ang="0">
                      <a:pos x="connsiteX1192" y="connsiteY1192"/>
                    </a:cxn>
                    <a:cxn ang="0">
                      <a:pos x="connsiteX1193" y="connsiteY1193"/>
                    </a:cxn>
                    <a:cxn ang="0">
                      <a:pos x="connsiteX1194" y="connsiteY1194"/>
                    </a:cxn>
                    <a:cxn ang="0">
                      <a:pos x="connsiteX1195" y="connsiteY1195"/>
                    </a:cxn>
                    <a:cxn ang="0">
                      <a:pos x="connsiteX1196" y="connsiteY1196"/>
                    </a:cxn>
                    <a:cxn ang="0">
                      <a:pos x="connsiteX1197" y="connsiteY1197"/>
                    </a:cxn>
                    <a:cxn ang="0">
                      <a:pos x="connsiteX1198" y="connsiteY1198"/>
                    </a:cxn>
                    <a:cxn ang="0">
                      <a:pos x="connsiteX1199" y="connsiteY1199"/>
                    </a:cxn>
                    <a:cxn ang="0">
                      <a:pos x="connsiteX1200" y="connsiteY1200"/>
                    </a:cxn>
                    <a:cxn ang="0">
                      <a:pos x="connsiteX1201" y="connsiteY1201"/>
                    </a:cxn>
                    <a:cxn ang="0">
                      <a:pos x="connsiteX1202" y="connsiteY1202"/>
                    </a:cxn>
                    <a:cxn ang="0">
                      <a:pos x="connsiteX1203" y="connsiteY1203"/>
                    </a:cxn>
                    <a:cxn ang="0">
                      <a:pos x="connsiteX1204" y="connsiteY1204"/>
                    </a:cxn>
                    <a:cxn ang="0">
                      <a:pos x="connsiteX1205" y="connsiteY1205"/>
                    </a:cxn>
                    <a:cxn ang="0">
                      <a:pos x="connsiteX1206" y="connsiteY1206"/>
                    </a:cxn>
                    <a:cxn ang="0">
                      <a:pos x="connsiteX1207" y="connsiteY1207"/>
                    </a:cxn>
                    <a:cxn ang="0">
                      <a:pos x="connsiteX1208" y="connsiteY1208"/>
                    </a:cxn>
                    <a:cxn ang="0">
                      <a:pos x="connsiteX1209" y="connsiteY1209"/>
                    </a:cxn>
                    <a:cxn ang="0">
                      <a:pos x="connsiteX1210" y="connsiteY1210"/>
                    </a:cxn>
                    <a:cxn ang="0">
                      <a:pos x="connsiteX1211" y="connsiteY1211"/>
                    </a:cxn>
                    <a:cxn ang="0">
                      <a:pos x="connsiteX1212" y="connsiteY1212"/>
                    </a:cxn>
                    <a:cxn ang="0">
                      <a:pos x="connsiteX1213" y="connsiteY1213"/>
                    </a:cxn>
                    <a:cxn ang="0">
                      <a:pos x="connsiteX1214" y="connsiteY1214"/>
                    </a:cxn>
                    <a:cxn ang="0">
                      <a:pos x="connsiteX1215" y="connsiteY1215"/>
                    </a:cxn>
                    <a:cxn ang="0">
                      <a:pos x="connsiteX1216" y="connsiteY1216"/>
                    </a:cxn>
                    <a:cxn ang="0">
                      <a:pos x="connsiteX1217" y="connsiteY1217"/>
                    </a:cxn>
                    <a:cxn ang="0">
                      <a:pos x="connsiteX1218" y="connsiteY1218"/>
                    </a:cxn>
                    <a:cxn ang="0">
                      <a:pos x="connsiteX1219" y="connsiteY1219"/>
                    </a:cxn>
                    <a:cxn ang="0">
                      <a:pos x="connsiteX1220" y="connsiteY1220"/>
                    </a:cxn>
                    <a:cxn ang="0">
                      <a:pos x="connsiteX1221" y="connsiteY1221"/>
                    </a:cxn>
                    <a:cxn ang="0">
                      <a:pos x="connsiteX1222" y="connsiteY1222"/>
                    </a:cxn>
                    <a:cxn ang="0">
                      <a:pos x="connsiteX1223" y="connsiteY1223"/>
                    </a:cxn>
                    <a:cxn ang="0">
                      <a:pos x="connsiteX1224" y="connsiteY1224"/>
                    </a:cxn>
                    <a:cxn ang="0">
                      <a:pos x="connsiteX1225" y="connsiteY1225"/>
                    </a:cxn>
                    <a:cxn ang="0">
                      <a:pos x="connsiteX1226" y="connsiteY1226"/>
                    </a:cxn>
                    <a:cxn ang="0">
                      <a:pos x="connsiteX1227" y="connsiteY1227"/>
                    </a:cxn>
                    <a:cxn ang="0">
                      <a:pos x="connsiteX1228" y="connsiteY1228"/>
                    </a:cxn>
                    <a:cxn ang="0">
                      <a:pos x="connsiteX1229" y="connsiteY1229"/>
                    </a:cxn>
                    <a:cxn ang="0">
                      <a:pos x="connsiteX1230" y="connsiteY1230"/>
                    </a:cxn>
                    <a:cxn ang="0">
                      <a:pos x="connsiteX1231" y="connsiteY1231"/>
                    </a:cxn>
                    <a:cxn ang="0">
                      <a:pos x="connsiteX1232" y="connsiteY1232"/>
                    </a:cxn>
                    <a:cxn ang="0">
                      <a:pos x="connsiteX1233" y="connsiteY1233"/>
                    </a:cxn>
                    <a:cxn ang="0">
                      <a:pos x="connsiteX1234" y="connsiteY1234"/>
                    </a:cxn>
                    <a:cxn ang="0">
                      <a:pos x="connsiteX1235" y="connsiteY1235"/>
                    </a:cxn>
                    <a:cxn ang="0">
                      <a:pos x="connsiteX1236" y="connsiteY1236"/>
                    </a:cxn>
                    <a:cxn ang="0">
                      <a:pos x="connsiteX1237" y="connsiteY1237"/>
                    </a:cxn>
                    <a:cxn ang="0">
                      <a:pos x="connsiteX1238" y="connsiteY1238"/>
                    </a:cxn>
                    <a:cxn ang="0">
                      <a:pos x="connsiteX1239" y="connsiteY1239"/>
                    </a:cxn>
                    <a:cxn ang="0">
                      <a:pos x="connsiteX1240" y="connsiteY1240"/>
                    </a:cxn>
                    <a:cxn ang="0">
                      <a:pos x="connsiteX1241" y="connsiteY1241"/>
                    </a:cxn>
                    <a:cxn ang="0">
                      <a:pos x="connsiteX1242" y="connsiteY1242"/>
                    </a:cxn>
                    <a:cxn ang="0">
                      <a:pos x="connsiteX1243" y="connsiteY1243"/>
                    </a:cxn>
                    <a:cxn ang="0">
                      <a:pos x="connsiteX1244" y="connsiteY1244"/>
                    </a:cxn>
                    <a:cxn ang="0">
                      <a:pos x="connsiteX1245" y="connsiteY1245"/>
                    </a:cxn>
                    <a:cxn ang="0">
                      <a:pos x="connsiteX1246" y="connsiteY1246"/>
                    </a:cxn>
                    <a:cxn ang="0">
                      <a:pos x="connsiteX1247" y="connsiteY1247"/>
                    </a:cxn>
                    <a:cxn ang="0">
                      <a:pos x="connsiteX1248" y="connsiteY1248"/>
                    </a:cxn>
                    <a:cxn ang="0">
                      <a:pos x="connsiteX1249" y="connsiteY1249"/>
                    </a:cxn>
                    <a:cxn ang="0">
                      <a:pos x="connsiteX1250" y="connsiteY1250"/>
                    </a:cxn>
                    <a:cxn ang="0">
                      <a:pos x="connsiteX1251" y="connsiteY1251"/>
                    </a:cxn>
                    <a:cxn ang="0">
                      <a:pos x="connsiteX1252" y="connsiteY1252"/>
                    </a:cxn>
                    <a:cxn ang="0">
                      <a:pos x="connsiteX1253" y="connsiteY1253"/>
                    </a:cxn>
                    <a:cxn ang="0">
                      <a:pos x="connsiteX1254" y="connsiteY1254"/>
                    </a:cxn>
                    <a:cxn ang="0">
                      <a:pos x="connsiteX1255" y="connsiteY1255"/>
                    </a:cxn>
                    <a:cxn ang="0">
                      <a:pos x="connsiteX1256" y="connsiteY1256"/>
                    </a:cxn>
                    <a:cxn ang="0">
                      <a:pos x="connsiteX1257" y="connsiteY1257"/>
                    </a:cxn>
                    <a:cxn ang="0">
                      <a:pos x="connsiteX1258" y="connsiteY1258"/>
                    </a:cxn>
                    <a:cxn ang="0">
                      <a:pos x="connsiteX1259" y="connsiteY1259"/>
                    </a:cxn>
                    <a:cxn ang="0">
                      <a:pos x="connsiteX1260" y="connsiteY1260"/>
                    </a:cxn>
                    <a:cxn ang="0">
                      <a:pos x="connsiteX1261" y="connsiteY1261"/>
                    </a:cxn>
                    <a:cxn ang="0">
                      <a:pos x="connsiteX1262" y="connsiteY1262"/>
                    </a:cxn>
                    <a:cxn ang="0">
                      <a:pos x="connsiteX1263" y="connsiteY1263"/>
                    </a:cxn>
                    <a:cxn ang="0">
                      <a:pos x="connsiteX1264" y="connsiteY1264"/>
                    </a:cxn>
                    <a:cxn ang="0">
                      <a:pos x="connsiteX1265" y="connsiteY1265"/>
                    </a:cxn>
                    <a:cxn ang="0">
                      <a:pos x="connsiteX1266" y="connsiteY1266"/>
                    </a:cxn>
                    <a:cxn ang="0">
                      <a:pos x="connsiteX1267" y="connsiteY1267"/>
                    </a:cxn>
                    <a:cxn ang="0">
                      <a:pos x="connsiteX1268" y="connsiteY1268"/>
                    </a:cxn>
                    <a:cxn ang="0">
                      <a:pos x="connsiteX1269" y="connsiteY1269"/>
                    </a:cxn>
                    <a:cxn ang="0">
                      <a:pos x="connsiteX1270" y="connsiteY1270"/>
                    </a:cxn>
                    <a:cxn ang="0">
                      <a:pos x="connsiteX1271" y="connsiteY1271"/>
                    </a:cxn>
                    <a:cxn ang="0">
                      <a:pos x="connsiteX1272" y="connsiteY1272"/>
                    </a:cxn>
                    <a:cxn ang="0">
                      <a:pos x="connsiteX1273" y="connsiteY1273"/>
                    </a:cxn>
                    <a:cxn ang="0">
                      <a:pos x="connsiteX1274" y="connsiteY1274"/>
                    </a:cxn>
                    <a:cxn ang="0">
                      <a:pos x="connsiteX1275" y="connsiteY1275"/>
                    </a:cxn>
                    <a:cxn ang="0">
                      <a:pos x="connsiteX1276" y="connsiteY1276"/>
                    </a:cxn>
                    <a:cxn ang="0">
                      <a:pos x="connsiteX1277" y="connsiteY1277"/>
                    </a:cxn>
                    <a:cxn ang="0">
                      <a:pos x="connsiteX1278" y="connsiteY1278"/>
                    </a:cxn>
                    <a:cxn ang="0">
                      <a:pos x="connsiteX1279" y="connsiteY1279"/>
                    </a:cxn>
                    <a:cxn ang="0">
                      <a:pos x="connsiteX1280" y="connsiteY1280"/>
                    </a:cxn>
                    <a:cxn ang="0">
                      <a:pos x="connsiteX1281" y="connsiteY1281"/>
                    </a:cxn>
                    <a:cxn ang="0">
                      <a:pos x="connsiteX1282" y="connsiteY1282"/>
                    </a:cxn>
                    <a:cxn ang="0">
                      <a:pos x="connsiteX1283" y="connsiteY1283"/>
                    </a:cxn>
                    <a:cxn ang="0">
                      <a:pos x="connsiteX1284" y="connsiteY1284"/>
                    </a:cxn>
                    <a:cxn ang="0">
                      <a:pos x="connsiteX1285" y="connsiteY1285"/>
                    </a:cxn>
                    <a:cxn ang="0">
                      <a:pos x="connsiteX1286" y="connsiteY1286"/>
                    </a:cxn>
                    <a:cxn ang="0">
                      <a:pos x="connsiteX1287" y="connsiteY1287"/>
                    </a:cxn>
                    <a:cxn ang="0">
                      <a:pos x="connsiteX1288" y="connsiteY1288"/>
                    </a:cxn>
                    <a:cxn ang="0">
                      <a:pos x="connsiteX1289" y="connsiteY1289"/>
                    </a:cxn>
                    <a:cxn ang="0">
                      <a:pos x="connsiteX1290" y="connsiteY1290"/>
                    </a:cxn>
                    <a:cxn ang="0">
                      <a:pos x="connsiteX1291" y="connsiteY1291"/>
                    </a:cxn>
                    <a:cxn ang="0">
                      <a:pos x="connsiteX1292" y="connsiteY1292"/>
                    </a:cxn>
                    <a:cxn ang="0">
                      <a:pos x="connsiteX1293" y="connsiteY1293"/>
                    </a:cxn>
                    <a:cxn ang="0">
                      <a:pos x="connsiteX1294" y="connsiteY1294"/>
                    </a:cxn>
                    <a:cxn ang="0">
                      <a:pos x="connsiteX1295" y="connsiteY1295"/>
                    </a:cxn>
                    <a:cxn ang="0">
                      <a:pos x="connsiteX1296" y="connsiteY1296"/>
                    </a:cxn>
                    <a:cxn ang="0">
                      <a:pos x="connsiteX1297" y="connsiteY1297"/>
                    </a:cxn>
                    <a:cxn ang="0">
                      <a:pos x="connsiteX1298" y="connsiteY1298"/>
                    </a:cxn>
                    <a:cxn ang="0">
                      <a:pos x="connsiteX1299" y="connsiteY1299"/>
                    </a:cxn>
                    <a:cxn ang="0">
                      <a:pos x="connsiteX1300" y="connsiteY1300"/>
                    </a:cxn>
                    <a:cxn ang="0">
                      <a:pos x="connsiteX1301" y="connsiteY1301"/>
                    </a:cxn>
                    <a:cxn ang="0">
                      <a:pos x="connsiteX1302" y="connsiteY1302"/>
                    </a:cxn>
                    <a:cxn ang="0">
                      <a:pos x="connsiteX1303" y="connsiteY1303"/>
                    </a:cxn>
                    <a:cxn ang="0">
                      <a:pos x="connsiteX1304" y="connsiteY1304"/>
                    </a:cxn>
                    <a:cxn ang="0">
                      <a:pos x="connsiteX1305" y="connsiteY1305"/>
                    </a:cxn>
                    <a:cxn ang="0">
                      <a:pos x="connsiteX1306" y="connsiteY1306"/>
                    </a:cxn>
                    <a:cxn ang="0">
                      <a:pos x="connsiteX1307" y="connsiteY1307"/>
                    </a:cxn>
                    <a:cxn ang="0">
                      <a:pos x="connsiteX1308" y="connsiteY1308"/>
                    </a:cxn>
                    <a:cxn ang="0">
                      <a:pos x="connsiteX1309" y="connsiteY1309"/>
                    </a:cxn>
                    <a:cxn ang="0">
                      <a:pos x="connsiteX1310" y="connsiteY1310"/>
                    </a:cxn>
                    <a:cxn ang="0">
                      <a:pos x="connsiteX1311" y="connsiteY1311"/>
                    </a:cxn>
                    <a:cxn ang="0">
                      <a:pos x="connsiteX1312" y="connsiteY1312"/>
                    </a:cxn>
                    <a:cxn ang="0">
                      <a:pos x="connsiteX1313" y="connsiteY1313"/>
                    </a:cxn>
                    <a:cxn ang="0">
                      <a:pos x="connsiteX1314" y="connsiteY1314"/>
                    </a:cxn>
                    <a:cxn ang="0">
                      <a:pos x="connsiteX1315" y="connsiteY1315"/>
                    </a:cxn>
                    <a:cxn ang="0">
                      <a:pos x="connsiteX1316" y="connsiteY1316"/>
                    </a:cxn>
                    <a:cxn ang="0">
                      <a:pos x="connsiteX1317" y="connsiteY1317"/>
                    </a:cxn>
                    <a:cxn ang="0">
                      <a:pos x="connsiteX1318" y="connsiteY1318"/>
                    </a:cxn>
                    <a:cxn ang="0">
                      <a:pos x="connsiteX1319" y="connsiteY1319"/>
                    </a:cxn>
                    <a:cxn ang="0">
                      <a:pos x="connsiteX1320" y="connsiteY1320"/>
                    </a:cxn>
                    <a:cxn ang="0">
                      <a:pos x="connsiteX1321" y="connsiteY1321"/>
                    </a:cxn>
                    <a:cxn ang="0">
                      <a:pos x="connsiteX1322" y="connsiteY1322"/>
                    </a:cxn>
                    <a:cxn ang="0">
                      <a:pos x="connsiteX1323" y="connsiteY1323"/>
                    </a:cxn>
                    <a:cxn ang="0">
                      <a:pos x="connsiteX1324" y="connsiteY1324"/>
                    </a:cxn>
                    <a:cxn ang="0">
                      <a:pos x="connsiteX1325" y="connsiteY1325"/>
                    </a:cxn>
                    <a:cxn ang="0">
                      <a:pos x="connsiteX1326" y="connsiteY1326"/>
                    </a:cxn>
                    <a:cxn ang="0">
                      <a:pos x="connsiteX1327" y="connsiteY1327"/>
                    </a:cxn>
                    <a:cxn ang="0">
                      <a:pos x="connsiteX1328" y="connsiteY1328"/>
                    </a:cxn>
                    <a:cxn ang="0">
                      <a:pos x="connsiteX1329" y="connsiteY1329"/>
                    </a:cxn>
                    <a:cxn ang="0">
                      <a:pos x="connsiteX1330" y="connsiteY1330"/>
                    </a:cxn>
                    <a:cxn ang="0">
                      <a:pos x="connsiteX1331" y="connsiteY1331"/>
                    </a:cxn>
                    <a:cxn ang="0">
                      <a:pos x="connsiteX1332" y="connsiteY1332"/>
                    </a:cxn>
                    <a:cxn ang="0">
                      <a:pos x="connsiteX1333" y="connsiteY1333"/>
                    </a:cxn>
                    <a:cxn ang="0">
                      <a:pos x="connsiteX1334" y="connsiteY1334"/>
                    </a:cxn>
                    <a:cxn ang="0">
                      <a:pos x="connsiteX1335" y="connsiteY1335"/>
                    </a:cxn>
                    <a:cxn ang="0">
                      <a:pos x="connsiteX1336" y="connsiteY1336"/>
                    </a:cxn>
                    <a:cxn ang="0">
                      <a:pos x="connsiteX1337" y="connsiteY1337"/>
                    </a:cxn>
                    <a:cxn ang="0">
                      <a:pos x="connsiteX1338" y="connsiteY1338"/>
                    </a:cxn>
                    <a:cxn ang="0">
                      <a:pos x="connsiteX1339" y="connsiteY1339"/>
                    </a:cxn>
                    <a:cxn ang="0">
                      <a:pos x="connsiteX1340" y="connsiteY1340"/>
                    </a:cxn>
                    <a:cxn ang="0">
                      <a:pos x="connsiteX1341" y="connsiteY1341"/>
                    </a:cxn>
                    <a:cxn ang="0">
                      <a:pos x="connsiteX1342" y="connsiteY1342"/>
                    </a:cxn>
                    <a:cxn ang="0">
                      <a:pos x="connsiteX1343" y="connsiteY1343"/>
                    </a:cxn>
                    <a:cxn ang="0">
                      <a:pos x="connsiteX1344" y="connsiteY1344"/>
                    </a:cxn>
                    <a:cxn ang="0">
                      <a:pos x="connsiteX1345" y="connsiteY1345"/>
                    </a:cxn>
                    <a:cxn ang="0">
                      <a:pos x="connsiteX1346" y="connsiteY1346"/>
                    </a:cxn>
                    <a:cxn ang="0">
                      <a:pos x="connsiteX1347" y="connsiteY1347"/>
                    </a:cxn>
                    <a:cxn ang="0">
                      <a:pos x="connsiteX1348" y="connsiteY1348"/>
                    </a:cxn>
                    <a:cxn ang="0">
                      <a:pos x="connsiteX1349" y="connsiteY1349"/>
                    </a:cxn>
                    <a:cxn ang="0">
                      <a:pos x="connsiteX1350" y="connsiteY1350"/>
                    </a:cxn>
                    <a:cxn ang="0">
                      <a:pos x="connsiteX1351" y="connsiteY1351"/>
                    </a:cxn>
                    <a:cxn ang="0">
                      <a:pos x="connsiteX1352" y="connsiteY1352"/>
                    </a:cxn>
                    <a:cxn ang="0">
                      <a:pos x="connsiteX1353" y="connsiteY1353"/>
                    </a:cxn>
                    <a:cxn ang="0">
                      <a:pos x="connsiteX1354" y="connsiteY1354"/>
                    </a:cxn>
                    <a:cxn ang="0">
                      <a:pos x="connsiteX1355" y="connsiteY1355"/>
                    </a:cxn>
                    <a:cxn ang="0">
                      <a:pos x="connsiteX1356" y="connsiteY1356"/>
                    </a:cxn>
                    <a:cxn ang="0">
                      <a:pos x="connsiteX1357" y="connsiteY1357"/>
                    </a:cxn>
                    <a:cxn ang="0">
                      <a:pos x="connsiteX1358" y="connsiteY1358"/>
                    </a:cxn>
                    <a:cxn ang="0">
                      <a:pos x="connsiteX1359" y="connsiteY1359"/>
                    </a:cxn>
                    <a:cxn ang="0">
                      <a:pos x="connsiteX1360" y="connsiteY1360"/>
                    </a:cxn>
                    <a:cxn ang="0">
                      <a:pos x="connsiteX1361" y="connsiteY1361"/>
                    </a:cxn>
                    <a:cxn ang="0">
                      <a:pos x="connsiteX1362" y="connsiteY1362"/>
                    </a:cxn>
                    <a:cxn ang="0">
                      <a:pos x="connsiteX1363" y="connsiteY1363"/>
                    </a:cxn>
                    <a:cxn ang="0">
                      <a:pos x="connsiteX1364" y="connsiteY1364"/>
                    </a:cxn>
                    <a:cxn ang="0">
                      <a:pos x="connsiteX1365" y="connsiteY1365"/>
                    </a:cxn>
                    <a:cxn ang="0">
                      <a:pos x="connsiteX1366" y="connsiteY1366"/>
                    </a:cxn>
                    <a:cxn ang="0">
                      <a:pos x="connsiteX1367" y="connsiteY1367"/>
                    </a:cxn>
                    <a:cxn ang="0">
                      <a:pos x="connsiteX1368" y="connsiteY1368"/>
                    </a:cxn>
                    <a:cxn ang="0">
                      <a:pos x="connsiteX1369" y="connsiteY1369"/>
                    </a:cxn>
                    <a:cxn ang="0">
                      <a:pos x="connsiteX1370" y="connsiteY1370"/>
                    </a:cxn>
                    <a:cxn ang="0">
                      <a:pos x="connsiteX1371" y="connsiteY1371"/>
                    </a:cxn>
                    <a:cxn ang="0">
                      <a:pos x="connsiteX1372" y="connsiteY1372"/>
                    </a:cxn>
                    <a:cxn ang="0">
                      <a:pos x="connsiteX1373" y="connsiteY1373"/>
                    </a:cxn>
                    <a:cxn ang="0">
                      <a:pos x="connsiteX1374" y="connsiteY1374"/>
                    </a:cxn>
                    <a:cxn ang="0">
                      <a:pos x="connsiteX1375" y="connsiteY1375"/>
                    </a:cxn>
                    <a:cxn ang="0">
                      <a:pos x="connsiteX1376" y="connsiteY1376"/>
                    </a:cxn>
                    <a:cxn ang="0">
                      <a:pos x="connsiteX1377" y="connsiteY1377"/>
                    </a:cxn>
                    <a:cxn ang="0">
                      <a:pos x="connsiteX1378" y="connsiteY1378"/>
                    </a:cxn>
                    <a:cxn ang="0">
                      <a:pos x="connsiteX1379" y="connsiteY1379"/>
                    </a:cxn>
                    <a:cxn ang="0">
                      <a:pos x="connsiteX1380" y="connsiteY1380"/>
                    </a:cxn>
                    <a:cxn ang="0">
                      <a:pos x="connsiteX1381" y="connsiteY1381"/>
                    </a:cxn>
                    <a:cxn ang="0">
                      <a:pos x="connsiteX1382" y="connsiteY1382"/>
                    </a:cxn>
                    <a:cxn ang="0">
                      <a:pos x="connsiteX1383" y="connsiteY1383"/>
                    </a:cxn>
                    <a:cxn ang="0">
                      <a:pos x="connsiteX1384" y="connsiteY1384"/>
                    </a:cxn>
                    <a:cxn ang="0">
                      <a:pos x="connsiteX1385" y="connsiteY1385"/>
                    </a:cxn>
                    <a:cxn ang="0">
                      <a:pos x="connsiteX1386" y="connsiteY1386"/>
                    </a:cxn>
                    <a:cxn ang="0">
                      <a:pos x="connsiteX1387" y="connsiteY1387"/>
                    </a:cxn>
                    <a:cxn ang="0">
                      <a:pos x="connsiteX1388" y="connsiteY1388"/>
                    </a:cxn>
                    <a:cxn ang="0">
                      <a:pos x="connsiteX1389" y="connsiteY1389"/>
                    </a:cxn>
                    <a:cxn ang="0">
                      <a:pos x="connsiteX1390" y="connsiteY1390"/>
                    </a:cxn>
                    <a:cxn ang="0">
                      <a:pos x="connsiteX1391" y="connsiteY1391"/>
                    </a:cxn>
                    <a:cxn ang="0">
                      <a:pos x="connsiteX1392" y="connsiteY1392"/>
                    </a:cxn>
                    <a:cxn ang="0">
                      <a:pos x="connsiteX1393" y="connsiteY1393"/>
                    </a:cxn>
                    <a:cxn ang="0">
                      <a:pos x="connsiteX1394" y="connsiteY1394"/>
                    </a:cxn>
                    <a:cxn ang="0">
                      <a:pos x="connsiteX1395" y="connsiteY1395"/>
                    </a:cxn>
                    <a:cxn ang="0">
                      <a:pos x="connsiteX1396" y="connsiteY1396"/>
                    </a:cxn>
                    <a:cxn ang="0">
                      <a:pos x="connsiteX1397" y="connsiteY1397"/>
                    </a:cxn>
                    <a:cxn ang="0">
                      <a:pos x="connsiteX1398" y="connsiteY1398"/>
                    </a:cxn>
                    <a:cxn ang="0">
                      <a:pos x="connsiteX1399" y="connsiteY1399"/>
                    </a:cxn>
                    <a:cxn ang="0">
                      <a:pos x="connsiteX1400" y="connsiteY1400"/>
                    </a:cxn>
                    <a:cxn ang="0">
                      <a:pos x="connsiteX1401" y="connsiteY1401"/>
                    </a:cxn>
                    <a:cxn ang="0">
                      <a:pos x="connsiteX1402" y="connsiteY1402"/>
                    </a:cxn>
                    <a:cxn ang="0">
                      <a:pos x="connsiteX1403" y="connsiteY1403"/>
                    </a:cxn>
                    <a:cxn ang="0">
                      <a:pos x="connsiteX1404" y="connsiteY1404"/>
                    </a:cxn>
                    <a:cxn ang="0">
                      <a:pos x="connsiteX1405" y="connsiteY1405"/>
                    </a:cxn>
                    <a:cxn ang="0">
                      <a:pos x="connsiteX1406" y="connsiteY1406"/>
                    </a:cxn>
                    <a:cxn ang="0">
                      <a:pos x="connsiteX1407" y="connsiteY1407"/>
                    </a:cxn>
                    <a:cxn ang="0">
                      <a:pos x="connsiteX1408" y="connsiteY1408"/>
                    </a:cxn>
                    <a:cxn ang="0">
                      <a:pos x="connsiteX1409" y="connsiteY1409"/>
                    </a:cxn>
                    <a:cxn ang="0">
                      <a:pos x="connsiteX1410" y="connsiteY1410"/>
                    </a:cxn>
                    <a:cxn ang="0">
                      <a:pos x="connsiteX1411" y="connsiteY1411"/>
                    </a:cxn>
                    <a:cxn ang="0">
                      <a:pos x="connsiteX1412" y="connsiteY1412"/>
                    </a:cxn>
                    <a:cxn ang="0">
                      <a:pos x="connsiteX1413" y="connsiteY1413"/>
                    </a:cxn>
                    <a:cxn ang="0">
                      <a:pos x="connsiteX1414" y="connsiteY1414"/>
                    </a:cxn>
                    <a:cxn ang="0">
                      <a:pos x="connsiteX1415" y="connsiteY1415"/>
                    </a:cxn>
                    <a:cxn ang="0">
                      <a:pos x="connsiteX1416" y="connsiteY1416"/>
                    </a:cxn>
                    <a:cxn ang="0">
                      <a:pos x="connsiteX1417" y="connsiteY1417"/>
                    </a:cxn>
                    <a:cxn ang="0">
                      <a:pos x="connsiteX1418" y="connsiteY1418"/>
                    </a:cxn>
                    <a:cxn ang="0">
                      <a:pos x="connsiteX1419" y="connsiteY1419"/>
                    </a:cxn>
                    <a:cxn ang="0">
                      <a:pos x="connsiteX1420" y="connsiteY1420"/>
                    </a:cxn>
                    <a:cxn ang="0">
                      <a:pos x="connsiteX1421" y="connsiteY1421"/>
                    </a:cxn>
                    <a:cxn ang="0">
                      <a:pos x="connsiteX1422" y="connsiteY1422"/>
                    </a:cxn>
                    <a:cxn ang="0">
                      <a:pos x="connsiteX1423" y="connsiteY1423"/>
                    </a:cxn>
                    <a:cxn ang="0">
                      <a:pos x="connsiteX1424" y="connsiteY1424"/>
                    </a:cxn>
                    <a:cxn ang="0">
                      <a:pos x="connsiteX1425" y="connsiteY1425"/>
                    </a:cxn>
                    <a:cxn ang="0">
                      <a:pos x="connsiteX1426" y="connsiteY1426"/>
                    </a:cxn>
                    <a:cxn ang="0">
                      <a:pos x="connsiteX1427" y="connsiteY1427"/>
                    </a:cxn>
                    <a:cxn ang="0">
                      <a:pos x="connsiteX1428" y="connsiteY1428"/>
                    </a:cxn>
                    <a:cxn ang="0">
                      <a:pos x="connsiteX1429" y="connsiteY1429"/>
                    </a:cxn>
                    <a:cxn ang="0">
                      <a:pos x="connsiteX1430" y="connsiteY1430"/>
                    </a:cxn>
                    <a:cxn ang="0">
                      <a:pos x="connsiteX1431" y="connsiteY1431"/>
                    </a:cxn>
                    <a:cxn ang="0">
                      <a:pos x="connsiteX1432" y="connsiteY1432"/>
                    </a:cxn>
                    <a:cxn ang="0">
                      <a:pos x="connsiteX1433" y="connsiteY1433"/>
                    </a:cxn>
                    <a:cxn ang="0">
                      <a:pos x="connsiteX1434" y="connsiteY1434"/>
                    </a:cxn>
                    <a:cxn ang="0">
                      <a:pos x="connsiteX1435" y="connsiteY1435"/>
                    </a:cxn>
                    <a:cxn ang="0">
                      <a:pos x="connsiteX1436" y="connsiteY1436"/>
                    </a:cxn>
                    <a:cxn ang="0">
                      <a:pos x="connsiteX1437" y="connsiteY1437"/>
                    </a:cxn>
                    <a:cxn ang="0">
                      <a:pos x="connsiteX1438" y="connsiteY1438"/>
                    </a:cxn>
                    <a:cxn ang="0">
                      <a:pos x="connsiteX1439" y="connsiteY1439"/>
                    </a:cxn>
                    <a:cxn ang="0">
                      <a:pos x="connsiteX1440" y="connsiteY1440"/>
                    </a:cxn>
                    <a:cxn ang="0">
                      <a:pos x="connsiteX1441" y="connsiteY1441"/>
                    </a:cxn>
                    <a:cxn ang="0">
                      <a:pos x="connsiteX1442" y="connsiteY1442"/>
                    </a:cxn>
                    <a:cxn ang="0">
                      <a:pos x="connsiteX1443" y="connsiteY1443"/>
                    </a:cxn>
                    <a:cxn ang="0">
                      <a:pos x="connsiteX1444" y="connsiteY1444"/>
                    </a:cxn>
                    <a:cxn ang="0">
                      <a:pos x="connsiteX1445" y="connsiteY1445"/>
                    </a:cxn>
                    <a:cxn ang="0">
                      <a:pos x="connsiteX1446" y="connsiteY1446"/>
                    </a:cxn>
                    <a:cxn ang="0">
                      <a:pos x="connsiteX1447" y="connsiteY1447"/>
                    </a:cxn>
                    <a:cxn ang="0">
                      <a:pos x="connsiteX1448" y="connsiteY1448"/>
                    </a:cxn>
                    <a:cxn ang="0">
                      <a:pos x="connsiteX1449" y="connsiteY1449"/>
                    </a:cxn>
                    <a:cxn ang="0">
                      <a:pos x="connsiteX1450" y="connsiteY1450"/>
                    </a:cxn>
                    <a:cxn ang="0">
                      <a:pos x="connsiteX1451" y="connsiteY1451"/>
                    </a:cxn>
                    <a:cxn ang="0">
                      <a:pos x="connsiteX1452" y="connsiteY1452"/>
                    </a:cxn>
                    <a:cxn ang="0">
                      <a:pos x="connsiteX1453" y="connsiteY1453"/>
                    </a:cxn>
                    <a:cxn ang="0">
                      <a:pos x="connsiteX1454" y="connsiteY1454"/>
                    </a:cxn>
                    <a:cxn ang="0">
                      <a:pos x="connsiteX1455" y="connsiteY1455"/>
                    </a:cxn>
                    <a:cxn ang="0">
                      <a:pos x="connsiteX1456" y="connsiteY1456"/>
                    </a:cxn>
                    <a:cxn ang="0">
                      <a:pos x="connsiteX1457" y="connsiteY1457"/>
                    </a:cxn>
                    <a:cxn ang="0">
                      <a:pos x="connsiteX1458" y="connsiteY1458"/>
                    </a:cxn>
                    <a:cxn ang="0">
                      <a:pos x="connsiteX1459" y="connsiteY1459"/>
                    </a:cxn>
                    <a:cxn ang="0">
                      <a:pos x="connsiteX1460" y="connsiteY1460"/>
                    </a:cxn>
                    <a:cxn ang="0">
                      <a:pos x="connsiteX1461" y="connsiteY1461"/>
                    </a:cxn>
                    <a:cxn ang="0">
                      <a:pos x="connsiteX1462" y="connsiteY1462"/>
                    </a:cxn>
                    <a:cxn ang="0">
                      <a:pos x="connsiteX1463" y="connsiteY1463"/>
                    </a:cxn>
                    <a:cxn ang="0">
                      <a:pos x="connsiteX1464" y="connsiteY1464"/>
                    </a:cxn>
                    <a:cxn ang="0">
                      <a:pos x="connsiteX1465" y="connsiteY1465"/>
                    </a:cxn>
                    <a:cxn ang="0">
                      <a:pos x="connsiteX1466" y="connsiteY1466"/>
                    </a:cxn>
                    <a:cxn ang="0">
                      <a:pos x="connsiteX1467" y="connsiteY1467"/>
                    </a:cxn>
                    <a:cxn ang="0">
                      <a:pos x="connsiteX1468" y="connsiteY1468"/>
                    </a:cxn>
                    <a:cxn ang="0">
                      <a:pos x="connsiteX1469" y="connsiteY1469"/>
                    </a:cxn>
                    <a:cxn ang="0">
                      <a:pos x="connsiteX1470" y="connsiteY1470"/>
                    </a:cxn>
                    <a:cxn ang="0">
                      <a:pos x="connsiteX1471" y="connsiteY1471"/>
                    </a:cxn>
                    <a:cxn ang="0">
                      <a:pos x="connsiteX1472" y="connsiteY1472"/>
                    </a:cxn>
                    <a:cxn ang="0">
                      <a:pos x="connsiteX1473" y="connsiteY1473"/>
                    </a:cxn>
                    <a:cxn ang="0">
                      <a:pos x="connsiteX1474" y="connsiteY1474"/>
                    </a:cxn>
                    <a:cxn ang="0">
                      <a:pos x="connsiteX1475" y="connsiteY1475"/>
                    </a:cxn>
                    <a:cxn ang="0">
                      <a:pos x="connsiteX1476" y="connsiteY1476"/>
                    </a:cxn>
                    <a:cxn ang="0">
                      <a:pos x="connsiteX1477" y="connsiteY1477"/>
                    </a:cxn>
                    <a:cxn ang="0">
                      <a:pos x="connsiteX1478" y="connsiteY1478"/>
                    </a:cxn>
                    <a:cxn ang="0">
                      <a:pos x="connsiteX1479" y="connsiteY1479"/>
                    </a:cxn>
                    <a:cxn ang="0">
                      <a:pos x="connsiteX1480" y="connsiteY1480"/>
                    </a:cxn>
                    <a:cxn ang="0">
                      <a:pos x="connsiteX1481" y="connsiteY1481"/>
                    </a:cxn>
                    <a:cxn ang="0">
                      <a:pos x="connsiteX1482" y="connsiteY1482"/>
                    </a:cxn>
                    <a:cxn ang="0">
                      <a:pos x="connsiteX1483" y="connsiteY1483"/>
                    </a:cxn>
                    <a:cxn ang="0">
                      <a:pos x="connsiteX1484" y="connsiteY1484"/>
                    </a:cxn>
                    <a:cxn ang="0">
                      <a:pos x="connsiteX1485" y="connsiteY1485"/>
                    </a:cxn>
                    <a:cxn ang="0">
                      <a:pos x="connsiteX1486" y="connsiteY1486"/>
                    </a:cxn>
                    <a:cxn ang="0">
                      <a:pos x="connsiteX1487" y="connsiteY1487"/>
                    </a:cxn>
                    <a:cxn ang="0">
                      <a:pos x="connsiteX1488" y="connsiteY1488"/>
                    </a:cxn>
                    <a:cxn ang="0">
                      <a:pos x="connsiteX1489" y="connsiteY1489"/>
                    </a:cxn>
                    <a:cxn ang="0">
                      <a:pos x="connsiteX1490" y="connsiteY1490"/>
                    </a:cxn>
                    <a:cxn ang="0">
                      <a:pos x="connsiteX1491" y="connsiteY1491"/>
                    </a:cxn>
                    <a:cxn ang="0">
                      <a:pos x="connsiteX1492" y="connsiteY1492"/>
                    </a:cxn>
                    <a:cxn ang="0">
                      <a:pos x="connsiteX1493" y="connsiteY1493"/>
                    </a:cxn>
                    <a:cxn ang="0">
                      <a:pos x="connsiteX1494" y="connsiteY1494"/>
                    </a:cxn>
                    <a:cxn ang="0">
                      <a:pos x="connsiteX1495" y="connsiteY1495"/>
                    </a:cxn>
                    <a:cxn ang="0">
                      <a:pos x="connsiteX1496" y="connsiteY1496"/>
                    </a:cxn>
                    <a:cxn ang="0">
                      <a:pos x="connsiteX1497" y="connsiteY1497"/>
                    </a:cxn>
                    <a:cxn ang="0">
                      <a:pos x="connsiteX1498" y="connsiteY1498"/>
                    </a:cxn>
                    <a:cxn ang="0">
                      <a:pos x="connsiteX1499" y="connsiteY1499"/>
                    </a:cxn>
                    <a:cxn ang="0">
                      <a:pos x="connsiteX1500" y="connsiteY1500"/>
                    </a:cxn>
                    <a:cxn ang="0">
                      <a:pos x="connsiteX1501" y="connsiteY1501"/>
                    </a:cxn>
                    <a:cxn ang="0">
                      <a:pos x="connsiteX1502" y="connsiteY1502"/>
                    </a:cxn>
                    <a:cxn ang="0">
                      <a:pos x="connsiteX1503" y="connsiteY1503"/>
                    </a:cxn>
                    <a:cxn ang="0">
                      <a:pos x="connsiteX1504" y="connsiteY1504"/>
                    </a:cxn>
                    <a:cxn ang="0">
                      <a:pos x="connsiteX1505" y="connsiteY1505"/>
                    </a:cxn>
                    <a:cxn ang="0">
                      <a:pos x="connsiteX1506" y="connsiteY1506"/>
                    </a:cxn>
                    <a:cxn ang="0">
                      <a:pos x="connsiteX1507" y="connsiteY1507"/>
                    </a:cxn>
                    <a:cxn ang="0">
                      <a:pos x="connsiteX1508" y="connsiteY1508"/>
                    </a:cxn>
                    <a:cxn ang="0">
                      <a:pos x="connsiteX1509" y="connsiteY1509"/>
                    </a:cxn>
                    <a:cxn ang="0">
                      <a:pos x="connsiteX1510" y="connsiteY1510"/>
                    </a:cxn>
                    <a:cxn ang="0">
                      <a:pos x="connsiteX1511" y="connsiteY1511"/>
                    </a:cxn>
                    <a:cxn ang="0">
                      <a:pos x="connsiteX1512" y="connsiteY1512"/>
                    </a:cxn>
                    <a:cxn ang="0">
                      <a:pos x="connsiteX1513" y="connsiteY1513"/>
                    </a:cxn>
                    <a:cxn ang="0">
                      <a:pos x="connsiteX1514" y="connsiteY1514"/>
                    </a:cxn>
                    <a:cxn ang="0">
                      <a:pos x="connsiteX1515" y="connsiteY1515"/>
                    </a:cxn>
                    <a:cxn ang="0">
                      <a:pos x="connsiteX1516" y="connsiteY1516"/>
                    </a:cxn>
                    <a:cxn ang="0">
                      <a:pos x="connsiteX1517" y="connsiteY1517"/>
                    </a:cxn>
                    <a:cxn ang="0">
                      <a:pos x="connsiteX1518" y="connsiteY1518"/>
                    </a:cxn>
                    <a:cxn ang="0">
                      <a:pos x="connsiteX1519" y="connsiteY1519"/>
                    </a:cxn>
                    <a:cxn ang="0">
                      <a:pos x="connsiteX1520" y="connsiteY1520"/>
                    </a:cxn>
                    <a:cxn ang="0">
                      <a:pos x="connsiteX1521" y="connsiteY1521"/>
                    </a:cxn>
                    <a:cxn ang="0">
                      <a:pos x="connsiteX1522" y="connsiteY1522"/>
                    </a:cxn>
                    <a:cxn ang="0">
                      <a:pos x="connsiteX1523" y="connsiteY1523"/>
                    </a:cxn>
                    <a:cxn ang="0">
                      <a:pos x="connsiteX1524" y="connsiteY1524"/>
                    </a:cxn>
                    <a:cxn ang="0">
                      <a:pos x="connsiteX1525" y="connsiteY1525"/>
                    </a:cxn>
                    <a:cxn ang="0">
                      <a:pos x="connsiteX1526" y="connsiteY1526"/>
                    </a:cxn>
                    <a:cxn ang="0">
                      <a:pos x="connsiteX1527" y="connsiteY1527"/>
                    </a:cxn>
                    <a:cxn ang="0">
                      <a:pos x="connsiteX1528" y="connsiteY1528"/>
                    </a:cxn>
                    <a:cxn ang="0">
                      <a:pos x="connsiteX1529" y="connsiteY1529"/>
                    </a:cxn>
                    <a:cxn ang="0">
                      <a:pos x="connsiteX1530" y="connsiteY1530"/>
                    </a:cxn>
                    <a:cxn ang="0">
                      <a:pos x="connsiteX1531" y="connsiteY1531"/>
                    </a:cxn>
                    <a:cxn ang="0">
                      <a:pos x="connsiteX1532" y="connsiteY1532"/>
                    </a:cxn>
                    <a:cxn ang="0">
                      <a:pos x="connsiteX1533" y="connsiteY1533"/>
                    </a:cxn>
                    <a:cxn ang="0">
                      <a:pos x="connsiteX1534" y="connsiteY1534"/>
                    </a:cxn>
                    <a:cxn ang="0">
                      <a:pos x="connsiteX1535" y="connsiteY1535"/>
                    </a:cxn>
                    <a:cxn ang="0">
                      <a:pos x="connsiteX1536" y="connsiteY1536"/>
                    </a:cxn>
                    <a:cxn ang="0">
                      <a:pos x="connsiteX1537" y="connsiteY1537"/>
                    </a:cxn>
                    <a:cxn ang="0">
                      <a:pos x="connsiteX1538" y="connsiteY1538"/>
                    </a:cxn>
                    <a:cxn ang="0">
                      <a:pos x="connsiteX1539" y="connsiteY1539"/>
                    </a:cxn>
                    <a:cxn ang="0">
                      <a:pos x="connsiteX1540" y="connsiteY1540"/>
                    </a:cxn>
                    <a:cxn ang="0">
                      <a:pos x="connsiteX1541" y="connsiteY1541"/>
                    </a:cxn>
                    <a:cxn ang="0">
                      <a:pos x="connsiteX1542" y="connsiteY1542"/>
                    </a:cxn>
                    <a:cxn ang="0">
                      <a:pos x="connsiteX1543" y="connsiteY1543"/>
                    </a:cxn>
                    <a:cxn ang="0">
                      <a:pos x="connsiteX1544" y="connsiteY1544"/>
                    </a:cxn>
                    <a:cxn ang="0">
                      <a:pos x="connsiteX1545" y="connsiteY1545"/>
                    </a:cxn>
                    <a:cxn ang="0">
                      <a:pos x="connsiteX1546" y="connsiteY1546"/>
                    </a:cxn>
                    <a:cxn ang="0">
                      <a:pos x="connsiteX1547" y="connsiteY1547"/>
                    </a:cxn>
                    <a:cxn ang="0">
                      <a:pos x="connsiteX1548" y="connsiteY1548"/>
                    </a:cxn>
                    <a:cxn ang="0">
                      <a:pos x="connsiteX1549" y="connsiteY1549"/>
                    </a:cxn>
                    <a:cxn ang="0">
                      <a:pos x="connsiteX1550" y="connsiteY1550"/>
                    </a:cxn>
                    <a:cxn ang="0">
                      <a:pos x="connsiteX1551" y="connsiteY1551"/>
                    </a:cxn>
                    <a:cxn ang="0">
                      <a:pos x="connsiteX1552" y="connsiteY1552"/>
                    </a:cxn>
                    <a:cxn ang="0">
                      <a:pos x="connsiteX1553" y="connsiteY1553"/>
                    </a:cxn>
                    <a:cxn ang="0">
                      <a:pos x="connsiteX1554" y="connsiteY1554"/>
                    </a:cxn>
                    <a:cxn ang="0">
                      <a:pos x="connsiteX1555" y="connsiteY1555"/>
                    </a:cxn>
                    <a:cxn ang="0">
                      <a:pos x="connsiteX1556" y="connsiteY1556"/>
                    </a:cxn>
                    <a:cxn ang="0">
                      <a:pos x="connsiteX1557" y="connsiteY1557"/>
                    </a:cxn>
                    <a:cxn ang="0">
                      <a:pos x="connsiteX1558" y="connsiteY1558"/>
                    </a:cxn>
                    <a:cxn ang="0">
                      <a:pos x="connsiteX1559" y="connsiteY1559"/>
                    </a:cxn>
                    <a:cxn ang="0">
                      <a:pos x="connsiteX1560" y="connsiteY1560"/>
                    </a:cxn>
                    <a:cxn ang="0">
                      <a:pos x="connsiteX1561" y="connsiteY1561"/>
                    </a:cxn>
                    <a:cxn ang="0">
                      <a:pos x="connsiteX1562" y="connsiteY1562"/>
                    </a:cxn>
                    <a:cxn ang="0">
                      <a:pos x="connsiteX1563" y="connsiteY1563"/>
                    </a:cxn>
                    <a:cxn ang="0">
                      <a:pos x="connsiteX1564" y="connsiteY1564"/>
                    </a:cxn>
                    <a:cxn ang="0">
                      <a:pos x="connsiteX1565" y="connsiteY1565"/>
                    </a:cxn>
                    <a:cxn ang="0">
                      <a:pos x="connsiteX1566" y="connsiteY1566"/>
                    </a:cxn>
                    <a:cxn ang="0">
                      <a:pos x="connsiteX1567" y="connsiteY1567"/>
                    </a:cxn>
                    <a:cxn ang="0">
                      <a:pos x="connsiteX1568" y="connsiteY1568"/>
                    </a:cxn>
                    <a:cxn ang="0">
                      <a:pos x="connsiteX1569" y="connsiteY1569"/>
                    </a:cxn>
                    <a:cxn ang="0">
                      <a:pos x="connsiteX1570" y="connsiteY1570"/>
                    </a:cxn>
                    <a:cxn ang="0">
                      <a:pos x="connsiteX1571" y="connsiteY1571"/>
                    </a:cxn>
                    <a:cxn ang="0">
                      <a:pos x="connsiteX1572" y="connsiteY1572"/>
                    </a:cxn>
                    <a:cxn ang="0">
                      <a:pos x="connsiteX1573" y="connsiteY1573"/>
                    </a:cxn>
                    <a:cxn ang="0">
                      <a:pos x="connsiteX1574" y="connsiteY1574"/>
                    </a:cxn>
                    <a:cxn ang="0">
                      <a:pos x="connsiteX1575" y="connsiteY1575"/>
                    </a:cxn>
                    <a:cxn ang="0">
                      <a:pos x="connsiteX1576" y="connsiteY1576"/>
                    </a:cxn>
                    <a:cxn ang="0">
                      <a:pos x="connsiteX1577" y="connsiteY1577"/>
                    </a:cxn>
                    <a:cxn ang="0">
                      <a:pos x="connsiteX1578" y="connsiteY1578"/>
                    </a:cxn>
                    <a:cxn ang="0">
                      <a:pos x="connsiteX1579" y="connsiteY1579"/>
                    </a:cxn>
                    <a:cxn ang="0">
                      <a:pos x="connsiteX1580" y="connsiteY1580"/>
                    </a:cxn>
                    <a:cxn ang="0">
                      <a:pos x="connsiteX1581" y="connsiteY1581"/>
                    </a:cxn>
                    <a:cxn ang="0">
                      <a:pos x="connsiteX1582" y="connsiteY1582"/>
                    </a:cxn>
                    <a:cxn ang="0">
                      <a:pos x="connsiteX1583" y="connsiteY1583"/>
                    </a:cxn>
                    <a:cxn ang="0">
                      <a:pos x="connsiteX1584" y="connsiteY1584"/>
                    </a:cxn>
                    <a:cxn ang="0">
                      <a:pos x="connsiteX1585" y="connsiteY1585"/>
                    </a:cxn>
                    <a:cxn ang="0">
                      <a:pos x="connsiteX1586" y="connsiteY1586"/>
                    </a:cxn>
                    <a:cxn ang="0">
                      <a:pos x="connsiteX1587" y="connsiteY1587"/>
                    </a:cxn>
                    <a:cxn ang="0">
                      <a:pos x="connsiteX1588" y="connsiteY1588"/>
                    </a:cxn>
                    <a:cxn ang="0">
                      <a:pos x="connsiteX1589" y="connsiteY1589"/>
                    </a:cxn>
                    <a:cxn ang="0">
                      <a:pos x="connsiteX1590" y="connsiteY1590"/>
                    </a:cxn>
                    <a:cxn ang="0">
                      <a:pos x="connsiteX1591" y="connsiteY1591"/>
                    </a:cxn>
                    <a:cxn ang="0">
                      <a:pos x="connsiteX1592" y="connsiteY1592"/>
                    </a:cxn>
                    <a:cxn ang="0">
                      <a:pos x="connsiteX1593" y="connsiteY1593"/>
                    </a:cxn>
                    <a:cxn ang="0">
                      <a:pos x="connsiteX1594" y="connsiteY1594"/>
                    </a:cxn>
                    <a:cxn ang="0">
                      <a:pos x="connsiteX1595" y="connsiteY1595"/>
                    </a:cxn>
                    <a:cxn ang="0">
                      <a:pos x="connsiteX1596" y="connsiteY1596"/>
                    </a:cxn>
                    <a:cxn ang="0">
                      <a:pos x="connsiteX1597" y="connsiteY1597"/>
                    </a:cxn>
                    <a:cxn ang="0">
                      <a:pos x="connsiteX1598" y="connsiteY1598"/>
                    </a:cxn>
                    <a:cxn ang="0">
                      <a:pos x="connsiteX1599" y="connsiteY1599"/>
                    </a:cxn>
                    <a:cxn ang="0">
                      <a:pos x="connsiteX1600" y="connsiteY1600"/>
                    </a:cxn>
                    <a:cxn ang="0">
                      <a:pos x="connsiteX1601" y="connsiteY1601"/>
                    </a:cxn>
                    <a:cxn ang="0">
                      <a:pos x="connsiteX1602" y="connsiteY1602"/>
                    </a:cxn>
                    <a:cxn ang="0">
                      <a:pos x="connsiteX1603" y="connsiteY1603"/>
                    </a:cxn>
                    <a:cxn ang="0">
                      <a:pos x="connsiteX1604" y="connsiteY1604"/>
                    </a:cxn>
                    <a:cxn ang="0">
                      <a:pos x="connsiteX1605" y="connsiteY1605"/>
                    </a:cxn>
                    <a:cxn ang="0">
                      <a:pos x="connsiteX1606" y="connsiteY1606"/>
                    </a:cxn>
                    <a:cxn ang="0">
                      <a:pos x="connsiteX1607" y="connsiteY1607"/>
                    </a:cxn>
                    <a:cxn ang="0">
                      <a:pos x="connsiteX1608" y="connsiteY1608"/>
                    </a:cxn>
                    <a:cxn ang="0">
                      <a:pos x="connsiteX1609" y="connsiteY1609"/>
                    </a:cxn>
                    <a:cxn ang="0">
                      <a:pos x="connsiteX1610" y="connsiteY1610"/>
                    </a:cxn>
                    <a:cxn ang="0">
                      <a:pos x="connsiteX1611" y="connsiteY1611"/>
                    </a:cxn>
                    <a:cxn ang="0">
                      <a:pos x="connsiteX1612" y="connsiteY1612"/>
                    </a:cxn>
                    <a:cxn ang="0">
                      <a:pos x="connsiteX1613" y="connsiteY1613"/>
                    </a:cxn>
                    <a:cxn ang="0">
                      <a:pos x="connsiteX1614" y="connsiteY1614"/>
                    </a:cxn>
                    <a:cxn ang="0">
                      <a:pos x="connsiteX1615" y="connsiteY1615"/>
                    </a:cxn>
                    <a:cxn ang="0">
                      <a:pos x="connsiteX1616" y="connsiteY1616"/>
                    </a:cxn>
                    <a:cxn ang="0">
                      <a:pos x="connsiteX1617" y="connsiteY1617"/>
                    </a:cxn>
                    <a:cxn ang="0">
                      <a:pos x="connsiteX1618" y="connsiteY1618"/>
                    </a:cxn>
                    <a:cxn ang="0">
                      <a:pos x="connsiteX1619" y="connsiteY1619"/>
                    </a:cxn>
                    <a:cxn ang="0">
                      <a:pos x="connsiteX1620" y="connsiteY1620"/>
                    </a:cxn>
                    <a:cxn ang="0">
                      <a:pos x="connsiteX1621" y="connsiteY1621"/>
                    </a:cxn>
                    <a:cxn ang="0">
                      <a:pos x="connsiteX1622" y="connsiteY1622"/>
                    </a:cxn>
                    <a:cxn ang="0">
                      <a:pos x="connsiteX1623" y="connsiteY1623"/>
                    </a:cxn>
                    <a:cxn ang="0">
                      <a:pos x="connsiteX1624" y="connsiteY1624"/>
                    </a:cxn>
                    <a:cxn ang="0">
                      <a:pos x="connsiteX1625" y="connsiteY1625"/>
                    </a:cxn>
                    <a:cxn ang="0">
                      <a:pos x="connsiteX1626" y="connsiteY1626"/>
                    </a:cxn>
                    <a:cxn ang="0">
                      <a:pos x="connsiteX1627" y="connsiteY1627"/>
                    </a:cxn>
                    <a:cxn ang="0">
                      <a:pos x="connsiteX1628" y="connsiteY1628"/>
                    </a:cxn>
                    <a:cxn ang="0">
                      <a:pos x="connsiteX1629" y="connsiteY1629"/>
                    </a:cxn>
                    <a:cxn ang="0">
                      <a:pos x="connsiteX1630" y="connsiteY1630"/>
                    </a:cxn>
                    <a:cxn ang="0">
                      <a:pos x="connsiteX1631" y="connsiteY1631"/>
                    </a:cxn>
                    <a:cxn ang="0">
                      <a:pos x="connsiteX1632" y="connsiteY1632"/>
                    </a:cxn>
                    <a:cxn ang="0">
                      <a:pos x="connsiteX1633" y="connsiteY1633"/>
                    </a:cxn>
                    <a:cxn ang="0">
                      <a:pos x="connsiteX1634" y="connsiteY1634"/>
                    </a:cxn>
                    <a:cxn ang="0">
                      <a:pos x="connsiteX1635" y="connsiteY1635"/>
                    </a:cxn>
                    <a:cxn ang="0">
                      <a:pos x="connsiteX1636" y="connsiteY1636"/>
                    </a:cxn>
                    <a:cxn ang="0">
                      <a:pos x="connsiteX1637" y="connsiteY1637"/>
                    </a:cxn>
                    <a:cxn ang="0">
                      <a:pos x="connsiteX1638" y="connsiteY1638"/>
                    </a:cxn>
                    <a:cxn ang="0">
                      <a:pos x="connsiteX1639" y="connsiteY1639"/>
                    </a:cxn>
                    <a:cxn ang="0">
                      <a:pos x="connsiteX1640" y="connsiteY1640"/>
                    </a:cxn>
                    <a:cxn ang="0">
                      <a:pos x="connsiteX1641" y="connsiteY1641"/>
                    </a:cxn>
                    <a:cxn ang="0">
                      <a:pos x="connsiteX1642" y="connsiteY1642"/>
                    </a:cxn>
                    <a:cxn ang="0">
                      <a:pos x="connsiteX1643" y="connsiteY1643"/>
                    </a:cxn>
                    <a:cxn ang="0">
                      <a:pos x="connsiteX1644" y="connsiteY1644"/>
                    </a:cxn>
                    <a:cxn ang="0">
                      <a:pos x="connsiteX1645" y="connsiteY1645"/>
                    </a:cxn>
                    <a:cxn ang="0">
                      <a:pos x="connsiteX1646" y="connsiteY1646"/>
                    </a:cxn>
                    <a:cxn ang="0">
                      <a:pos x="connsiteX1647" y="connsiteY1647"/>
                    </a:cxn>
                    <a:cxn ang="0">
                      <a:pos x="connsiteX1648" y="connsiteY1648"/>
                    </a:cxn>
                    <a:cxn ang="0">
                      <a:pos x="connsiteX1649" y="connsiteY1649"/>
                    </a:cxn>
                    <a:cxn ang="0">
                      <a:pos x="connsiteX1650" y="connsiteY1650"/>
                    </a:cxn>
                    <a:cxn ang="0">
                      <a:pos x="connsiteX1651" y="connsiteY1651"/>
                    </a:cxn>
                    <a:cxn ang="0">
                      <a:pos x="connsiteX1652" y="connsiteY1652"/>
                    </a:cxn>
                    <a:cxn ang="0">
                      <a:pos x="connsiteX1653" y="connsiteY1653"/>
                    </a:cxn>
                    <a:cxn ang="0">
                      <a:pos x="connsiteX1654" y="connsiteY1654"/>
                    </a:cxn>
                    <a:cxn ang="0">
                      <a:pos x="connsiteX1655" y="connsiteY1655"/>
                    </a:cxn>
                    <a:cxn ang="0">
                      <a:pos x="connsiteX1656" y="connsiteY1656"/>
                    </a:cxn>
                    <a:cxn ang="0">
                      <a:pos x="connsiteX1657" y="connsiteY1657"/>
                    </a:cxn>
                    <a:cxn ang="0">
                      <a:pos x="connsiteX1658" y="connsiteY1658"/>
                    </a:cxn>
                    <a:cxn ang="0">
                      <a:pos x="connsiteX1659" y="connsiteY1659"/>
                    </a:cxn>
                    <a:cxn ang="0">
                      <a:pos x="connsiteX1660" y="connsiteY1660"/>
                    </a:cxn>
                    <a:cxn ang="0">
                      <a:pos x="connsiteX1661" y="connsiteY1661"/>
                    </a:cxn>
                    <a:cxn ang="0">
                      <a:pos x="connsiteX1662" y="connsiteY1662"/>
                    </a:cxn>
                    <a:cxn ang="0">
                      <a:pos x="connsiteX1663" y="connsiteY1663"/>
                    </a:cxn>
                    <a:cxn ang="0">
                      <a:pos x="connsiteX1664" y="connsiteY1664"/>
                    </a:cxn>
                    <a:cxn ang="0">
                      <a:pos x="connsiteX1665" y="connsiteY1665"/>
                    </a:cxn>
                    <a:cxn ang="0">
                      <a:pos x="connsiteX1666" y="connsiteY1666"/>
                    </a:cxn>
                    <a:cxn ang="0">
                      <a:pos x="connsiteX1667" y="connsiteY1667"/>
                    </a:cxn>
                    <a:cxn ang="0">
                      <a:pos x="connsiteX1668" y="connsiteY1668"/>
                    </a:cxn>
                    <a:cxn ang="0">
                      <a:pos x="connsiteX1669" y="connsiteY1669"/>
                    </a:cxn>
                    <a:cxn ang="0">
                      <a:pos x="connsiteX1670" y="connsiteY1670"/>
                    </a:cxn>
                    <a:cxn ang="0">
                      <a:pos x="connsiteX1671" y="connsiteY1671"/>
                    </a:cxn>
                    <a:cxn ang="0">
                      <a:pos x="connsiteX1672" y="connsiteY1672"/>
                    </a:cxn>
                    <a:cxn ang="0">
                      <a:pos x="connsiteX1673" y="connsiteY1673"/>
                    </a:cxn>
                    <a:cxn ang="0">
                      <a:pos x="connsiteX1674" y="connsiteY1674"/>
                    </a:cxn>
                    <a:cxn ang="0">
                      <a:pos x="connsiteX1675" y="connsiteY1675"/>
                    </a:cxn>
                    <a:cxn ang="0">
                      <a:pos x="connsiteX1676" y="connsiteY1676"/>
                    </a:cxn>
                    <a:cxn ang="0">
                      <a:pos x="connsiteX1677" y="connsiteY1677"/>
                    </a:cxn>
                    <a:cxn ang="0">
                      <a:pos x="connsiteX1678" y="connsiteY1678"/>
                    </a:cxn>
                    <a:cxn ang="0">
                      <a:pos x="connsiteX1679" y="connsiteY1679"/>
                    </a:cxn>
                    <a:cxn ang="0">
                      <a:pos x="connsiteX1680" y="connsiteY1680"/>
                    </a:cxn>
                    <a:cxn ang="0">
                      <a:pos x="connsiteX1681" y="connsiteY1681"/>
                    </a:cxn>
                    <a:cxn ang="0">
                      <a:pos x="connsiteX1682" y="connsiteY1682"/>
                    </a:cxn>
                    <a:cxn ang="0">
                      <a:pos x="connsiteX1683" y="connsiteY1683"/>
                    </a:cxn>
                    <a:cxn ang="0">
                      <a:pos x="connsiteX1684" y="connsiteY1684"/>
                    </a:cxn>
                    <a:cxn ang="0">
                      <a:pos x="connsiteX1685" y="connsiteY1685"/>
                    </a:cxn>
                    <a:cxn ang="0">
                      <a:pos x="connsiteX1686" y="connsiteY1686"/>
                    </a:cxn>
                    <a:cxn ang="0">
                      <a:pos x="connsiteX1687" y="connsiteY1687"/>
                    </a:cxn>
                    <a:cxn ang="0">
                      <a:pos x="connsiteX1688" y="connsiteY1688"/>
                    </a:cxn>
                    <a:cxn ang="0">
                      <a:pos x="connsiteX1689" y="connsiteY1689"/>
                    </a:cxn>
                    <a:cxn ang="0">
                      <a:pos x="connsiteX1690" y="connsiteY1690"/>
                    </a:cxn>
                    <a:cxn ang="0">
                      <a:pos x="connsiteX1691" y="connsiteY1691"/>
                    </a:cxn>
                    <a:cxn ang="0">
                      <a:pos x="connsiteX1692" y="connsiteY1692"/>
                    </a:cxn>
                    <a:cxn ang="0">
                      <a:pos x="connsiteX1693" y="connsiteY1693"/>
                    </a:cxn>
                    <a:cxn ang="0">
                      <a:pos x="connsiteX1694" y="connsiteY1694"/>
                    </a:cxn>
                    <a:cxn ang="0">
                      <a:pos x="connsiteX1695" y="connsiteY1695"/>
                    </a:cxn>
                    <a:cxn ang="0">
                      <a:pos x="connsiteX1696" y="connsiteY1696"/>
                    </a:cxn>
                    <a:cxn ang="0">
                      <a:pos x="connsiteX1697" y="connsiteY1697"/>
                    </a:cxn>
                    <a:cxn ang="0">
                      <a:pos x="connsiteX1698" y="connsiteY1698"/>
                    </a:cxn>
                    <a:cxn ang="0">
                      <a:pos x="connsiteX1699" y="connsiteY1699"/>
                    </a:cxn>
                    <a:cxn ang="0">
                      <a:pos x="connsiteX1700" y="connsiteY1700"/>
                    </a:cxn>
                    <a:cxn ang="0">
                      <a:pos x="connsiteX1701" y="connsiteY1701"/>
                    </a:cxn>
                    <a:cxn ang="0">
                      <a:pos x="connsiteX1702" y="connsiteY1702"/>
                    </a:cxn>
                    <a:cxn ang="0">
                      <a:pos x="connsiteX1703" y="connsiteY1703"/>
                    </a:cxn>
                    <a:cxn ang="0">
                      <a:pos x="connsiteX1704" y="connsiteY1704"/>
                    </a:cxn>
                    <a:cxn ang="0">
                      <a:pos x="connsiteX1705" y="connsiteY1705"/>
                    </a:cxn>
                    <a:cxn ang="0">
                      <a:pos x="connsiteX1706" y="connsiteY1706"/>
                    </a:cxn>
                    <a:cxn ang="0">
                      <a:pos x="connsiteX1707" y="connsiteY1707"/>
                    </a:cxn>
                    <a:cxn ang="0">
                      <a:pos x="connsiteX1708" y="connsiteY1708"/>
                    </a:cxn>
                    <a:cxn ang="0">
                      <a:pos x="connsiteX1709" y="connsiteY1709"/>
                    </a:cxn>
                    <a:cxn ang="0">
                      <a:pos x="connsiteX1710" y="connsiteY1710"/>
                    </a:cxn>
                    <a:cxn ang="0">
                      <a:pos x="connsiteX1711" y="connsiteY1711"/>
                    </a:cxn>
                    <a:cxn ang="0">
                      <a:pos x="connsiteX1712" y="connsiteY1712"/>
                    </a:cxn>
                    <a:cxn ang="0">
                      <a:pos x="connsiteX1713" y="connsiteY1713"/>
                    </a:cxn>
                    <a:cxn ang="0">
                      <a:pos x="connsiteX1714" y="connsiteY1714"/>
                    </a:cxn>
                    <a:cxn ang="0">
                      <a:pos x="connsiteX1715" y="connsiteY1715"/>
                    </a:cxn>
                    <a:cxn ang="0">
                      <a:pos x="connsiteX1716" y="connsiteY1716"/>
                    </a:cxn>
                    <a:cxn ang="0">
                      <a:pos x="connsiteX1717" y="connsiteY1717"/>
                    </a:cxn>
                    <a:cxn ang="0">
                      <a:pos x="connsiteX1718" y="connsiteY1718"/>
                    </a:cxn>
                    <a:cxn ang="0">
                      <a:pos x="connsiteX1719" y="connsiteY1719"/>
                    </a:cxn>
                    <a:cxn ang="0">
                      <a:pos x="connsiteX1720" y="connsiteY1720"/>
                    </a:cxn>
                    <a:cxn ang="0">
                      <a:pos x="connsiteX1721" y="connsiteY1721"/>
                    </a:cxn>
                    <a:cxn ang="0">
                      <a:pos x="connsiteX1722" y="connsiteY1722"/>
                    </a:cxn>
                    <a:cxn ang="0">
                      <a:pos x="connsiteX1723" y="connsiteY1723"/>
                    </a:cxn>
                    <a:cxn ang="0">
                      <a:pos x="connsiteX1724" y="connsiteY1724"/>
                    </a:cxn>
                    <a:cxn ang="0">
                      <a:pos x="connsiteX1725" y="connsiteY1725"/>
                    </a:cxn>
                    <a:cxn ang="0">
                      <a:pos x="connsiteX1726" y="connsiteY1726"/>
                    </a:cxn>
                    <a:cxn ang="0">
                      <a:pos x="connsiteX1727" y="connsiteY1727"/>
                    </a:cxn>
                    <a:cxn ang="0">
                      <a:pos x="connsiteX1728" y="connsiteY1728"/>
                    </a:cxn>
                    <a:cxn ang="0">
                      <a:pos x="connsiteX1729" y="connsiteY1729"/>
                    </a:cxn>
                    <a:cxn ang="0">
                      <a:pos x="connsiteX1730" y="connsiteY1730"/>
                    </a:cxn>
                    <a:cxn ang="0">
                      <a:pos x="connsiteX1731" y="connsiteY1731"/>
                    </a:cxn>
                    <a:cxn ang="0">
                      <a:pos x="connsiteX1732" y="connsiteY1732"/>
                    </a:cxn>
                    <a:cxn ang="0">
                      <a:pos x="connsiteX1733" y="connsiteY1733"/>
                    </a:cxn>
                    <a:cxn ang="0">
                      <a:pos x="connsiteX1734" y="connsiteY1734"/>
                    </a:cxn>
                    <a:cxn ang="0">
                      <a:pos x="connsiteX1735" y="connsiteY1735"/>
                    </a:cxn>
                    <a:cxn ang="0">
                      <a:pos x="connsiteX1736" y="connsiteY1736"/>
                    </a:cxn>
                    <a:cxn ang="0">
                      <a:pos x="connsiteX1737" y="connsiteY1737"/>
                    </a:cxn>
                    <a:cxn ang="0">
                      <a:pos x="connsiteX1738" y="connsiteY1738"/>
                    </a:cxn>
                    <a:cxn ang="0">
                      <a:pos x="connsiteX1739" y="connsiteY1739"/>
                    </a:cxn>
                    <a:cxn ang="0">
                      <a:pos x="connsiteX1740" y="connsiteY1740"/>
                    </a:cxn>
                    <a:cxn ang="0">
                      <a:pos x="connsiteX1741" y="connsiteY1741"/>
                    </a:cxn>
                    <a:cxn ang="0">
                      <a:pos x="connsiteX1742" y="connsiteY1742"/>
                    </a:cxn>
                    <a:cxn ang="0">
                      <a:pos x="connsiteX1743" y="connsiteY1743"/>
                    </a:cxn>
                    <a:cxn ang="0">
                      <a:pos x="connsiteX1744" y="connsiteY1744"/>
                    </a:cxn>
                    <a:cxn ang="0">
                      <a:pos x="connsiteX1745" y="connsiteY1745"/>
                    </a:cxn>
                    <a:cxn ang="0">
                      <a:pos x="connsiteX1746" y="connsiteY1746"/>
                    </a:cxn>
                    <a:cxn ang="0">
                      <a:pos x="connsiteX1747" y="connsiteY1747"/>
                    </a:cxn>
                    <a:cxn ang="0">
                      <a:pos x="connsiteX1748" y="connsiteY1748"/>
                    </a:cxn>
                    <a:cxn ang="0">
                      <a:pos x="connsiteX1749" y="connsiteY1749"/>
                    </a:cxn>
                    <a:cxn ang="0">
                      <a:pos x="connsiteX1750" y="connsiteY1750"/>
                    </a:cxn>
                    <a:cxn ang="0">
                      <a:pos x="connsiteX1751" y="connsiteY1751"/>
                    </a:cxn>
                    <a:cxn ang="0">
                      <a:pos x="connsiteX1752" y="connsiteY1752"/>
                    </a:cxn>
                    <a:cxn ang="0">
                      <a:pos x="connsiteX1753" y="connsiteY1753"/>
                    </a:cxn>
                    <a:cxn ang="0">
                      <a:pos x="connsiteX1754" y="connsiteY1754"/>
                    </a:cxn>
                    <a:cxn ang="0">
                      <a:pos x="connsiteX1755" y="connsiteY1755"/>
                    </a:cxn>
                    <a:cxn ang="0">
                      <a:pos x="connsiteX1756" y="connsiteY1756"/>
                    </a:cxn>
                    <a:cxn ang="0">
                      <a:pos x="connsiteX1757" y="connsiteY1757"/>
                    </a:cxn>
                    <a:cxn ang="0">
                      <a:pos x="connsiteX1758" y="connsiteY1758"/>
                    </a:cxn>
                    <a:cxn ang="0">
                      <a:pos x="connsiteX1759" y="connsiteY1759"/>
                    </a:cxn>
                    <a:cxn ang="0">
                      <a:pos x="connsiteX1760" y="connsiteY1760"/>
                    </a:cxn>
                    <a:cxn ang="0">
                      <a:pos x="connsiteX1761" y="connsiteY1761"/>
                    </a:cxn>
                    <a:cxn ang="0">
                      <a:pos x="connsiteX1762" y="connsiteY1762"/>
                    </a:cxn>
                    <a:cxn ang="0">
                      <a:pos x="connsiteX1763" y="connsiteY1763"/>
                    </a:cxn>
                    <a:cxn ang="0">
                      <a:pos x="connsiteX1764" y="connsiteY1764"/>
                    </a:cxn>
                    <a:cxn ang="0">
                      <a:pos x="connsiteX1765" y="connsiteY1765"/>
                    </a:cxn>
                    <a:cxn ang="0">
                      <a:pos x="connsiteX1766" y="connsiteY1766"/>
                    </a:cxn>
                    <a:cxn ang="0">
                      <a:pos x="connsiteX1767" y="connsiteY1767"/>
                    </a:cxn>
                    <a:cxn ang="0">
                      <a:pos x="connsiteX1768" y="connsiteY1768"/>
                    </a:cxn>
                    <a:cxn ang="0">
                      <a:pos x="connsiteX1769" y="connsiteY1769"/>
                    </a:cxn>
                    <a:cxn ang="0">
                      <a:pos x="connsiteX1770" y="connsiteY1770"/>
                    </a:cxn>
                    <a:cxn ang="0">
                      <a:pos x="connsiteX1771" y="connsiteY1771"/>
                    </a:cxn>
                    <a:cxn ang="0">
                      <a:pos x="connsiteX1772" y="connsiteY1772"/>
                    </a:cxn>
                    <a:cxn ang="0">
                      <a:pos x="connsiteX1773" y="connsiteY1773"/>
                    </a:cxn>
                    <a:cxn ang="0">
                      <a:pos x="connsiteX1774" y="connsiteY1774"/>
                    </a:cxn>
                    <a:cxn ang="0">
                      <a:pos x="connsiteX1775" y="connsiteY1775"/>
                    </a:cxn>
                    <a:cxn ang="0">
                      <a:pos x="connsiteX1776" y="connsiteY1776"/>
                    </a:cxn>
                    <a:cxn ang="0">
                      <a:pos x="connsiteX1777" y="connsiteY1777"/>
                    </a:cxn>
                    <a:cxn ang="0">
                      <a:pos x="connsiteX1778" y="connsiteY1778"/>
                    </a:cxn>
                    <a:cxn ang="0">
                      <a:pos x="connsiteX1779" y="connsiteY1779"/>
                    </a:cxn>
                    <a:cxn ang="0">
                      <a:pos x="connsiteX1780" y="connsiteY1780"/>
                    </a:cxn>
                    <a:cxn ang="0">
                      <a:pos x="connsiteX1781" y="connsiteY1781"/>
                    </a:cxn>
                    <a:cxn ang="0">
                      <a:pos x="connsiteX1782" y="connsiteY1782"/>
                    </a:cxn>
                    <a:cxn ang="0">
                      <a:pos x="connsiteX1783" y="connsiteY1783"/>
                    </a:cxn>
                    <a:cxn ang="0">
                      <a:pos x="connsiteX1784" y="connsiteY1784"/>
                    </a:cxn>
                    <a:cxn ang="0">
                      <a:pos x="connsiteX1785" y="connsiteY1785"/>
                    </a:cxn>
                    <a:cxn ang="0">
                      <a:pos x="connsiteX1786" y="connsiteY1786"/>
                    </a:cxn>
                    <a:cxn ang="0">
                      <a:pos x="connsiteX1787" y="connsiteY1787"/>
                    </a:cxn>
                    <a:cxn ang="0">
                      <a:pos x="connsiteX1788" y="connsiteY1788"/>
                    </a:cxn>
                    <a:cxn ang="0">
                      <a:pos x="connsiteX1789" y="connsiteY1789"/>
                    </a:cxn>
                    <a:cxn ang="0">
                      <a:pos x="connsiteX1790" y="connsiteY1790"/>
                    </a:cxn>
                    <a:cxn ang="0">
                      <a:pos x="connsiteX1791" y="connsiteY1791"/>
                    </a:cxn>
                    <a:cxn ang="0">
                      <a:pos x="connsiteX1792" y="connsiteY1792"/>
                    </a:cxn>
                    <a:cxn ang="0">
                      <a:pos x="connsiteX1793" y="connsiteY1793"/>
                    </a:cxn>
                    <a:cxn ang="0">
                      <a:pos x="connsiteX1794" y="connsiteY1794"/>
                    </a:cxn>
                    <a:cxn ang="0">
                      <a:pos x="connsiteX1795" y="connsiteY1795"/>
                    </a:cxn>
                    <a:cxn ang="0">
                      <a:pos x="connsiteX1796" y="connsiteY1796"/>
                    </a:cxn>
                    <a:cxn ang="0">
                      <a:pos x="connsiteX1797" y="connsiteY1797"/>
                    </a:cxn>
                    <a:cxn ang="0">
                      <a:pos x="connsiteX1798" y="connsiteY1798"/>
                    </a:cxn>
                    <a:cxn ang="0">
                      <a:pos x="connsiteX1799" y="connsiteY1799"/>
                    </a:cxn>
                    <a:cxn ang="0">
                      <a:pos x="connsiteX1800" y="connsiteY1800"/>
                    </a:cxn>
                    <a:cxn ang="0">
                      <a:pos x="connsiteX1801" y="connsiteY1801"/>
                    </a:cxn>
                    <a:cxn ang="0">
                      <a:pos x="connsiteX1802" y="connsiteY1802"/>
                    </a:cxn>
                    <a:cxn ang="0">
                      <a:pos x="connsiteX1803" y="connsiteY1803"/>
                    </a:cxn>
                    <a:cxn ang="0">
                      <a:pos x="connsiteX1804" y="connsiteY1804"/>
                    </a:cxn>
                    <a:cxn ang="0">
                      <a:pos x="connsiteX1805" y="connsiteY1805"/>
                    </a:cxn>
                    <a:cxn ang="0">
                      <a:pos x="connsiteX1806" y="connsiteY1806"/>
                    </a:cxn>
                    <a:cxn ang="0">
                      <a:pos x="connsiteX1807" y="connsiteY1807"/>
                    </a:cxn>
                    <a:cxn ang="0">
                      <a:pos x="connsiteX1808" y="connsiteY1808"/>
                    </a:cxn>
                    <a:cxn ang="0">
                      <a:pos x="connsiteX1809" y="connsiteY1809"/>
                    </a:cxn>
                    <a:cxn ang="0">
                      <a:pos x="connsiteX1810" y="connsiteY1810"/>
                    </a:cxn>
                    <a:cxn ang="0">
                      <a:pos x="connsiteX1811" y="connsiteY1811"/>
                    </a:cxn>
                    <a:cxn ang="0">
                      <a:pos x="connsiteX1812" y="connsiteY1812"/>
                    </a:cxn>
                    <a:cxn ang="0">
                      <a:pos x="connsiteX1813" y="connsiteY1813"/>
                    </a:cxn>
                    <a:cxn ang="0">
                      <a:pos x="connsiteX1814" y="connsiteY1814"/>
                    </a:cxn>
                    <a:cxn ang="0">
                      <a:pos x="connsiteX1815" y="connsiteY1815"/>
                    </a:cxn>
                    <a:cxn ang="0">
                      <a:pos x="connsiteX1816" y="connsiteY1816"/>
                    </a:cxn>
                    <a:cxn ang="0">
                      <a:pos x="connsiteX1817" y="connsiteY1817"/>
                    </a:cxn>
                    <a:cxn ang="0">
                      <a:pos x="connsiteX1818" y="connsiteY1818"/>
                    </a:cxn>
                    <a:cxn ang="0">
                      <a:pos x="connsiteX1819" y="connsiteY1819"/>
                    </a:cxn>
                    <a:cxn ang="0">
                      <a:pos x="connsiteX1820" y="connsiteY1820"/>
                    </a:cxn>
                    <a:cxn ang="0">
                      <a:pos x="connsiteX1821" y="connsiteY1821"/>
                    </a:cxn>
                    <a:cxn ang="0">
                      <a:pos x="connsiteX1822" y="connsiteY1822"/>
                    </a:cxn>
                    <a:cxn ang="0">
                      <a:pos x="connsiteX1823" y="connsiteY1823"/>
                    </a:cxn>
                    <a:cxn ang="0">
                      <a:pos x="connsiteX1824" y="connsiteY1824"/>
                    </a:cxn>
                    <a:cxn ang="0">
                      <a:pos x="connsiteX1825" y="connsiteY1825"/>
                    </a:cxn>
                    <a:cxn ang="0">
                      <a:pos x="connsiteX1826" y="connsiteY1826"/>
                    </a:cxn>
                    <a:cxn ang="0">
                      <a:pos x="connsiteX1827" y="connsiteY1827"/>
                    </a:cxn>
                    <a:cxn ang="0">
                      <a:pos x="connsiteX1828" y="connsiteY1828"/>
                    </a:cxn>
                    <a:cxn ang="0">
                      <a:pos x="connsiteX1829" y="connsiteY1829"/>
                    </a:cxn>
                    <a:cxn ang="0">
                      <a:pos x="connsiteX1830" y="connsiteY1830"/>
                    </a:cxn>
                    <a:cxn ang="0">
                      <a:pos x="connsiteX1831" y="connsiteY1831"/>
                    </a:cxn>
                    <a:cxn ang="0">
                      <a:pos x="connsiteX1832" y="connsiteY1832"/>
                    </a:cxn>
                    <a:cxn ang="0">
                      <a:pos x="connsiteX1833" y="connsiteY1833"/>
                    </a:cxn>
                    <a:cxn ang="0">
                      <a:pos x="connsiteX1834" y="connsiteY1834"/>
                    </a:cxn>
                    <a:cxn ang="0">
                      <a:pos x="connsiteX1835" y="connsiteY1835"/>
                    </a:cxn>
                    <a:cxn ang="0">
                      <a:pos x="connsiteX1836" y="connsiteY1836"/>
                    </a:cxn>
                    <a:cxn ang="0">
                      <a:pos x="connsiteX1837" y="connsiteY1837"/>
                    </a:cxn>
                    <a:cxn ang="0">
                      <a:pos x="connsiteX1838" y="connsiteY1838"/>
                    </a:cxn>
                    <a:cxn ang="0">
                      <a:pos x="connsiteX1839" y="connsiteY1839"/>
                    </a:cxn>
                    <a:cxn ang="0">
                      <a:pos x="connsiteX1840" y="connsiteY1840"/>
                    </a:cxn>
                    <a:cxn ang="0">
                      <a:pos x="connsiteX1841" y="connsiteY1841"/>
                    </a:cxn>
                    <a:cxn ang="0">
                      <a:pos x="connsiteX1842" y="connsiteY1842"/>
                    </a:cxn>
                    <a:cxn ang="0">
                      <a:pos x="connsiteX1843" y="connsiteY1843"/>
                    </a:cxn>
                    <a:cxn ang="0">
                      <a:pos x="connsiteX1844" y="connsiteY1844"/>
                    </a:cxn>
                    <a:cxn ang="0">
                      <a:pos x="connsiteX1845" y="connsiteY1845"/>
                    </a:cxn>
                    <a:cxn ang="0">
                      <a:pos x="connsiteX1846" y="connsiteY1846"/>
                    </a:cxn>
                    <a:cxn ang="0">
                      <a:pos x="connsiteX1847" y="connsiteY1847"/>
                    </a:cxn>
                    <a:cxn ang="0">
                      <a:pos x="connsiteX1848" y="connsiteY1848"/>
                    </a:cxn>
                    <a:cxn ang="0">
                      <a:pos x="connsiteX1849" y="connsiteY1849"/>
                    </a:cxn>
                    <a:cxn ang="0">
                      <a:pos x="connsiteX1850" y="connsiteY1850"/>
                    </a:cxn>
                    <a:cxn ang="0">
                      <a:pos x="connsiteX1851" y="connsiteY1851"/>
                    </a:cxn>
                    <a:cxn ang="0">
                      <a:pos x="connsiteX1852" y="connsiteY1852"/>
                    </a:cxn>
                    <a:cxn ang="0">
                      <a:pos x="connsiteX1853" y="connsiteY1853"/>
                    </a:cxn>
                    <a:cxn ang="0">
                      <a:pos x="connsiteX1854" y="connsiteY1854"/>
                    </a:cxn>
                    <a:cxn ang="0">
                      <a:pos x="connsiteX1855" y="connsiteY1855"/>
                    </a:cxn>
                    <a:cxn ang="0">
                      <a:pos x="connsiteX1856" y="connsiteY1856"/>
                    </a:cxn>
                    <a:cxn ang="0">
                      <a:pos x="connsiteX1857" y="connsiteY1857"/>
                    </a:cxn>
                    <a:cxn ang="0">
                      <a:pos x="connsiteX1858" y="connsiteY1858"/>
                    </a:cxn>
                    <a:cxn ang="0">
                      <a:pos x="connsiteX1859" y="connsiteY1859"/>
                    </a:cxn>
                    <a:cxn ang="0">
                      <a:pos x="connsiteX1860" y="connsiteY1860"/>
                    </a:cxn>
                    <a:cxn ang="0">
                      <a:pos x="connsiteX1861" y="connsiteY1861"/>
                    </a:cxn>
                    <a:cxn ang="0">
                      <a:pos x="connsiteX1862" y="connsiteY1862"/>
                    </a:cxn>
                    <a:cxn ang="0">
                      <a:pos x="connsiteX1863" y="connsiteY1863"/>
                    </a:cxn>
                    <a:cxn ang="0">
                      <a:pos x="connsiteX1864" y="connsiteY1864"/>
                    </a:cxn>
                    <a:cxn ang="0">
                      <a:pos x="connsiteX1865" y="connsiteY1865"/>
                    </a:cxn>
                    <a:cxn ang="0">
                      <a:pos x="connsiteX1866" y="connsiteY1866"/>
                    </a:cxn>
                    <a:cxn ang="0">
                      <a:pos x="connsiteX1867" y="connsiteY1867"/>
                    </a:cxn>
                    <a:cxn ang="0">
                      <a:pos x="connsiteX1868" y="connsiteY1868"/>
                    </a:cxn>
                    <a:cxn ang="0">
                      <a:pos x="connsiteX1869" y="connsiteY1869"/>
                    </a:cxn>
                    <a:cxn ang="0">
                      <a:pos x="connsiteX1870" y="connsiteY1870"/>
                    </a:cxn>
                    <a:cxn ang="0">
                      <a:pos x="connsiteX1871" y="connsiteY1871"/>
                    </a:cxn>
                    <a:cxn ang="0">
                      <a:pos x="connsiteX1872" y="connsiteY1872"/>
                    </a:cxn>
                    <a:cxn ang="0">
                      <a:pos x="connsiteX1873" y="connsiteY1873"/>
                    </a:cxn>
                    <a:cxn ang="0">
                      <a:pos x="connsiteX1874" y="connsiteY1874"/>
                    </a:cxn>
                    <a:cxn ang="0">
                      <a:pos x="connsiteX1875" y="connsiteY1875"/>
                    </a:cxn>
                    <a:cxn ang="0">
                      <a:pos x="connsiteX1876" y="connsiteY1876"/>
                    </a:cxn>
                    <a:cxn ang="0">
                      <a:pos x="connsiteX1877" y="connsiteY1877"/>
                    </a:cxn>
                    <a:cxn ang="0">
                      <a:pos x="connsiteX1878" y="connsiteY1878"/>
                    </a:cxn>
                    <a:cxn ang="0">
                      <a:pos x="connsiteX1879" y="connsiteY1879"/>
                    </a:cxn>
                    <a:cxn ang="0">
                      <a:pos x="connsiteX1880" y="connsiteY1880"/>
                    </a:cxn>
                    <a:cxn ang="0">
                      <a:pos x="connsiteX1881" y="connsiteY1881"/>
                    </a:cxn>
                    <a:cxn ang="0">
                      <a:pos x="connsiteX1882" y="connsiteY1882"/>
                    </a:cxn>
                    <a:cxn ang="0">
                      <a:pos x="connsiteX1883" y="connsiteY1883"/>
                    </a:cxn>
                    <a:cxn ang="0">
                      <a:pos x="connsiteX1884" y="connsiteY1884"/>
                    </a:cxn>
                    <a:cxn ang="0">
                      <a:pos x="connsiteX1885" y="connsiteY1885"/>
                    </a:cxn>
                    <a:cxn ang="0">
                      <a:pos x="connsiteX1886" y="connsiteY1886"/>
                    </a:cxn>
                    <a:cxn ang="0">
                      <a:pos x="connsiteX1887" y="connsiteY1887"/>
                    </a:cxn>
                    <a:cxn ang="0">
                      <a:pos x="connsiteX1888" y="connsiteY1888"/>
                    </a:cxn>
                    <a:cxn ang="0">
                      <a:pos x="connsiteX1889" y="connsiteY1889"/>
                    </a:cxn>
                    <a:cxn ang="0">
                      <a:pos x="connsiteX1890" y="connsiteY1890"/>
                    </a:cxn>
                    <a:cxn ang="0">
                      <a:pos x="connsiteX1891" y="connsiteY1891"/>
                    </a:cxn>
                    <a:cxn ang="0">
                      <a:pos x="connsiteX1892" y="connsiteY1892"/>
                    </a:cxn>
                    <a:cxn ang="0">
                      <a:pos x="connsiteX1893" y="connsiteY1893"/>
                    </a:cxn>
                    <a:cxn ang="0">
                      <a:pos x="connsiteX1894" y="connsiteY1894"/>
                    </a:cxn>
                    <a:cxn ang="0">
                      <a:pos x="connsiteX1895" y="connsiteY1895"/>
                    </a:cxn>
                    <a:cxn ang="0">
                      <a:pos x="connsiteX1896" y="connsiteY1896"/>
                    </a:cxn>
                    <a:cxn ang="0">
                      <a:pos x="connsiteX1897" y="connsiteY1897"/>
                    </a:cxn>
                    <a:cxn ang="0">
                      <a:pos x="connsiteX1898" y="connsiteY1898"/>
                    </a:cxn>
                    <a:cxn ang="0">
                      <a:pos x="connsiteX1899" y="connsiteY1899"/>
                    </a:cxn>
                    <a:cxn ang="0">
                      <a:pos x="connsiteX1900" y="connsiteY1900"/>
                    </a:cxn>
                    <a:cxn ang="0">
                      <a:pos x="connsiteX1901" y="connsiteY1901"/>
                    </a:cxn>
                    <a:cxn ang="0">
                      <a:pos x="connsiteX1902" y="connsiteY1902"/>
                    </a:cxn>
                    <a:cxn ang="0">
                      <a:pos x="connsiteX1903" y="connsiteY1903"/>
                    </a:cxn>
                    <a:cxn ang="0">
                      <a:pos x="connsiteX1904" y="connsiteY1904"/>
                    </a:cxn>
                    <a:cxn ang="0">
                      <a:pos x="connsiteX1905" y="connsiteY1905"/>
                    </a:cxn>
                    <a:cxn ang="0">
                      <a:pos x="connsiteX1906" y="connsiteY1906"/>
                    </a:cxn>
                    <a:cxn ang="0">
                      <a:pos x="connsiteX1907" y="connsiteY1907"/>
                    </a:cxn>
                    <a:cxn ang="0">
                      <a:pos x="connsiteX1908" y="connsiteY1908"/>
                    </a:cxn>
                    <a:cxn ang="0">
                      <a:pos x="connsiteX1909" y="connsiteY1909"/>
                    </a:cxn>
                    <a:cxn ang="0">
                      <a:pos x="connsiteX1910" y="connsiteY1910"/>
                    </a:cxn>
                    <a:cxn ang="0">
                      <a:pos x="connsiteX1911" y="connsiteY1911"/>
                    </a:cxn>
                    <a:cxn ang="0">
                      <a:pos x="connsiteX1912" y="connsiteY1912"/>
                    </a:cxn>
                    <a:cxn ang="0">
                      <a:pos x="connsiteX1913" y="connsiteY1913"/>
                    </a:cxn>
                    <a:cxn ang="0">
                      <a:pos x="connsiteX1914" y="connsiteY1914"/>
                    </a:cxn>
                    <a:cxn ang="0">
                      <a:pos x="connsiteX1915" y="connsiteY1915"/>
                    </a:cxn>
                    <a:cxn ang="0">
                      <a:pos x="connsiteX1916" y="connsiteY1916"/>
                    </a:cxn>
                    <a:cxn ang="0">
                      <a:pos x="connsiteX1917" y="connsiteY1917"/>
                    </a:cxn>
                    <a:cxn ang="0">
                      <a:pos x="connsiteX1918" y="connsiteY1918"/>
                    </a:cxn>
                    <a:cxn ang="0">
                      <a:pos x="connsiteX1919" y="connsiteY1919"/>
                    </a:cxn>
                    <a:cxn ang="0">
                      <a:pos x="connsiteX1920" y="connsiteY1920"/>
                    </a:cxn>
                    <a:cxn ang="0">
                      <a:pos x="connsiteX1921" y="connsiteY1921"/>
                    </a:cxn>
                    <a:cxn ang="0">
                      <a:pos x="connsiteX1922" y="connsiteY1922"/>
                    </a:cxn>
                    <a:cxn ang="0">
                      <a:pos x="connsiteX1923" y="connsiteY1923"/>
                    </a:cxn>
                    <a:cxn ang="0">
                      <a:pos x="connsiteX1924" y="connsiteY1924"/>
                    </a:cxn>
                    <a:cxn ang="0">
                      <a:pos x="connsiteX1925" y="connsiteY1925"/>
                    </a:cxn>
                    <a:cxn ang="0">
                      <a:pos x="connsiteX1926" y="connsiteY1926"/>
                    </a:cxn>
                    <a:cxn ang="0">
                      <a:pos x="connsiteX1927" y="connsiteY1927"/>
                    </a:cxn>
                    <a:cxn ang="0">
                      <a:pos x="connsiteX1928" y="connsiteY1928"/>
                    </a:cxn>
                    <a:cxn ang="0">
                      <a:pos x="connsiteX1929" y="connsiteY1929"/>
                    </a:cxn>
                    <a:cxn ang="0">
                      <a:pos x="connsiteX1930" y="connsiteY1930"/>
                    </a:cxn>
                    <a:cxn ang="0">
                      <a:pos x="connsiteX1931" y="connsiteY1931"/>
                    </a:cxn>
                    <a:cxn ang="0">
                      <a:pos x="connsiteX1932" y="connsiteY1932"/>
                    </a:cxn>
                    <a:cxn ang="0">
                      <a:pos x="connsiteX1933" y="connsiteY1933"/>
                    </a:cxn>
                    <a:cxn ang="0">
                      <a:pos x="connsiteX1934" y="connsiteY1934"/>
                    </a:cxn>
                    <a:cxn ang="0">
                      <a:pos x="connsiteX1935" y="connsiteY1935"/>
                    </a:cxn>
                    <a:cxn ang="0">
                      <a:pos x="connsiteX1936" y="connsiteY1936"/>
                    </a:cxn>
                    <a:cxn ang="0">
                      <a:pos x="connsiteX1937" y="connsiteY1937"/>
                    </a:cxn>
                    <a:cxn ang="0">
                      <a:pos x="connsiteX1938" y="connsiteY1938"/>
                    </a:cxn>
                    <a:cxn ang="0">
                      <a:pos x="connsiteX1939" y="connsiteY1939"/>
                    </a:cxn>
                    <a:cxn ang="0">
                      <a:pos x="connsiteX1940" y="connsiteY1940"/>
                    </a:cxn>
                    <a:cxn ang="0">
                      <a:pos x="connsiteX1941" y="connsiteY1941"/>
                    </a:cxn>
                    <a:cxn ang="0">
                      <a:pos x="connsiteX1942" y="connsiteY1942"/>
                    </a:cxn>
                    <a:cxn ang="0">
                      <a:pos x="connsiteX1943" y="connsiteY1943"/>
                    </a:cxn>
                    <a:cxn ang="0">
                      <a:pos x="connsiteX1944" y="connsiteY1944"/>
                    </a:cxn>
                    <a:cxn ang="0">
                      <a:pos x="connsiteX1945" y="connsiteY1945"/>
                    </a:cxn>
                    <a:cxn ang="0">
                      <a:pos x="connsiteX1946" y="connsiteY1946"/>
                    </a:cxn>
                    <a:cxn ang="0">
                      <a:pos x="connsiteX1947" y="connsiteY1947"/>
                    </a:cxn>
                    <a:cxn ang="0">
                      <a:pos x="connsiteX1948" y="connsiteY1948"/>
                    </a:cxn>
                    <a:cxn ang="0">
                      <a:pos x="connsiteX1949" y="connsiteY1949"/>
                    </a:cxn>
                    <a:cxn ang="0">
                      <a:pos x="connsiteX1950" y="connsiteY1950"/>
                    </a:cxn>
                    <a:cxn ang="0">
                      <a:pos x="connsiteX1951" y="connsiteY1951"/>
                    </a:cxn>
                    <a:cxn ang="0">
                      <a:pos x="connsiteX1952" y="connsiteY1952"/>
                    </a:cxn>
                    <a:cxn ang="0">
                      <a:pos x="connsiteX1953" y="connsiteY1953"/>
                    </a:cxn>
                    <a:cxn ang="0">
                      <a:pos x="connsiteX1954" y="connsiteY1954"/>
                    </a:cxn>
                    <a:cxn ang="0">
                      <a:pos x="connsiteX1955" y="connsiteY1955"/>
                    </a:cxn>
                    <a:cxn ang="0">
                      <a:pos x="connsiteX1956" y="connsiteY1956"/>
                    </a:cxn>
                    <a:cxn ang="0">
                      <a:pos x="connsiteX1957" y="connsiteY1957"/>
                    </a:cxn>
                    <a:cxn ang="0">
                      <a:pos x="connsiteX1958" y="connsiteY1958"/>
                    </a:cxn>
                    <a:cxn ang="0">
                      <a:pos x="connsiteX1959" y="connsiteY1959"/>
                    </a:cxn>
                    <a:cxn ang="0">
                      <a:pos x="connsiteX1960" y="connsiteY1960"/>
                    </a:cxn>
                    <a:cxn ang="0">
                      <a:pos x="connsiteX1961" y="connsiteY1961"/>
                    </a:cxn>
                    <a:cxn ang="0">
                      <a:pos x="connsiteX1962" y="connsiteY1962"/>
                    </a:cxn>
                    <a:cxn ang="0">
                      <a:pos x="connsiteX1963" y="connsiteY1963"/>
                    </a:cxn>
                    <a:cxn ang="0">
                      <a:pos x="connsiteX1964" y="connsiteY1964"/>
                    </a:cxn>
                    <a:cxn ang="0">
                      <a:pos x="connsiteX1965" y="connsiteY1965"/>
                    </a:cxn>
                    <a:cxn ang="0">
                      <a:pos x="connsiteX1966" y="connsiteY1966"/>
                    </a:cxn>
                    <a:cxn ang="0">
                      <a:pos x="connsiteX1967" y="connsiteY1967"/>
                    </a:cxn>
                    <a:cxn ang="0">
                      <a:pos x="connsiteX1968" y="connsiteY1968"/>
                    </a:cxn>
                    <a:cxn ang="0">
                      <a:pos x="connsiteX1969" y="connsiteY1969"/>
                    </a:cxn>
                    <a:cxn ang="0">
                      <a:pos x="connsiteX1970" y="connsiteY1970"/>
                    </a:cxn>
                    <a:cxn ang="0">
                      <a:pos x="connsiteX1971" y="connsiteY1971"/>
                    </a:cxn>
                    <a:cxn ang="0">
                      <a:pos x="connsiteX1972" y="connsiteY1972"/>
                    </a:cxn>
                    <a:cxn ang="0">
                      <a:pos x="connsiteX1973" y="connsiteY1973"/>
                    </a:cxn>
                    <a:cxn ang="0">
                      <a:pos x="connsiteX1974" y="connsiteY1974"/>
                    </a:cxn>
                    <a:cxn ang="0">
                      <a:pos x="connsiteX1975" y="connsiteY1975"/>
                    </a:cxn>
                    <a:cxn ang="0">
                      <a:pos x="connsiteX1976" y="connsiteY1976"/>
                    </a:cxn>
                    <a:cxn ang="0">
                      <a:pos x="connsiteX1977" y="connsiteY1977"/>
                    </a:cxn>
                    <a:cxn ang="0">
                      <a:pos x="connsiteX1978" y="connsiteY1978"/>
                    </a:cxn>
                    <a:cxn ang="0">
                      <a:pos x="connsiteX1979" y="connsiteY1979"/>
                    </a:cxn>
                    <a:cxn ang="0">
                      <a:pos x="connsiteX1980" y="connsiteY1980"/>
                    </a:cxn>
                    <a:cxn ang="0">
                      <a:pos x="connsiteX1981" y="connsiteY1981"/>
                    </a:cxn>
                    <a:cxn ang="0">
                      <a:pos x="connsiteX1982" y="connsiteY1982"/>
                    </a:cxn>
                    <a:cxn ang="0">
                      <a:pos x="connsiteX1983" y="connsiteY1983"/>
                    </a:cxn>
                    <a:cxn ang="0">
                      <a:pos x="connsiteX1984" y="connsiteY1984"/>
                    </a:cxn>
                    <a:cxn ang="0">
                      <a:pos x="connsiteX1985" y="connsiteY1985"/>
                    </a:cxn>
                    <a:cxn ang="0">
                      <a:pos x="connsiteX1986" y="connsiteY1986"/>
                    </a:cxn>
                    <a:cxn ang="0">
                      <a:pos x="connsiteX1987" y="connsiteY1987"/>
                    </a:cxn>
                    <a:cxn ang="0">
                      <a:pos x="connsiteX1988" y="connsiteY1988"/>
                    </a:cxn>
                    <a:cxn ang="0">
                      <a:pos x="connsiteX1989" y="connsiteY1989"/>
                    </a:cxn>
                    <a:cxn ang="0">
                      <a:pos x="connsiteX1990" y="connsiteY1990"/>
                    </a:cxn>
                    <a:cxn ang="0">
                      <a:pos x="connsiteX1991" y="connsiteY1991"/>
                    </a:cxn>
                    <a:cxn ang="0">
                      <a:pos x="connsiteX1992" y="connsiteY1992"/>
                    </a:cxn>
                    <a:cxn ang="0">
                      <a:pos x="connsiteX1993" y="connsiteY1993"/>
                    </a:cxn>
                    <a:cxn ang="0">
                      <a:pos x="connsiteX1994" y="connsiteY1994"/>
                    </a:cxn>
                    <a:cxn ang="0">
                      <a:pos x="connsiteX1995" y="connsiteY1995"/>
                    </a:cxn>
                    <a:cxn ang="0">
                      <a:pos x="connsiteX1996" y="connsiteY1996"/>
                    </a:cxn>
                    <a:cxn ang="0">
                      <a:pos x="connsiteX1997" y="connsiteY1997"/>
                    </a:cxn>
                    <a:cxn ang="0">
                      <a:pos x="connsiteX1998" y="connsiteY1998"/>
                    </a:cxn>
                    <a:cxn ang="0">
                      <a:pos x="connsiteX1999" y="connsiteY1999"/>
                    </a:cxn>
                    <a:cxn ang="0">
                      <a:pos x="connsiteX2000" y="connsiteY2000"/>
                    </a:cxn>
                    <a:cxn ang="0">
                      <a:pos x="connsiteX2001" y="connsiteY2001"/>
                    </a:cxn>
                    <a:cxn ang="0">
                      <a:pos x="connsiteX2002" y="connsiteY2002"/>
                    </a:cxn>
                    <a:cxn ang="0">
                      <a:pos x="connsiteX2003" y="connsiteY2003"/>
                    </a:cxn>
                    <a:cxn ang="0">
                      <a:pos x="connsiteX2004" y="connsiteY2004"/>
                    </a:cxn>
                    <a:cxn ang="0">
                      <a:pos x="connsiteX2005" y="connsiteY2005"/>
                    </a:cxn>
                    <a:cxn ang="0">
                      <a:pos x="connsiteX2006" y="connsiteY2006"/>
                    </a:cxn>
                    <a:cxn ang="0">
                      <a:pos x="connsiteX2007" y="connsiteY2007"/>
                    </a:cxn>
                    <a:cxn ang="0">
                      <a:pos x="connsiteX2008" y="connsiteY2008"/>
                    </a:cxn>
                    <a:cxn ang="0">
                      <a:pos x="connsiteX2009" y="connsiteY2009"/>
                    </a:cxn>
                    <a:cxn ang="0">
                      <a:pos x="connsiteX2010" y="connsiteY2010"/>
                    </a:cxn>
                    <a:cxn ang="0">
                      <a:pos x="connsiteX2011" y="connsiteY2011"/>
                    </a:cxn>
                    <a:cxn ang="0">
                      <a:pos x="connsiteX2012" y="connsiteY2012"/>
                    </a:cxn>
                    <a:cxn ang="0">
                      <a:pos x="connsiteX2013" y="connsiteY2013"/>
                    </a:cxn>
                    <a:cxn ang="0">
                      <a:pos x="connsiteX2014" y="connsiteY2014"/>
                    </a:cxn>
                    <a:cxn ang="0">
                      <a:pos x="connsiteX2015" y="connsiteY2015"/>
                    </a:cxn>
                    <a:cxn ang="0">
                      <a:pos x="connsiteX2016" y="connsiteY2016"/>
                    </a:cxn>
                    <a:cxn ang="0">
                      <a:pos x="connsiteX2017" y="connsiteY2017"/>
                    </a:cxn>
                    <a:cxn ang="0">
                      <a:pos x="connsiteX2018" y="connsiteY2018"/>
                    </a:cxn>
                    <a:cxn ang="0">
                      <a:pos x="connsiteX2019" y="connsiteY2019"/>
                    </a:cxn>
                    <a:cxn ang="0">
                      <a:pos x="connsiteX2020" y="connsiteY2020"/>
                    </a:cxn>
                    <a:cxn ang="0">
                      <a:pos x="connsiteX2021" y="connsiteY2021"/>
                    </a:cxn>
                    <a:cxn ang="0">
                      <a:pos x="connsiteX2022" y="connsiteY2022"/>
                    </a:cxn>
                    <a:cxn ang="0">
                      <a:pos x="connsiteX2023" y="connsiteY2023"/>
                    </a:cxn>
                    <a:cxn ang="0">
                      <a:pos x="connsiteX2024" y="connsiteY2024"/>
                    </a:cxn>
                    <a:cxn ang="0">
                      <a:pos x="connsiteX2025" y="connsiteY2025"/>
                    </a:cxn>
                    <a:cxn ang="0">
                      <a:pos x="connsiteX2026" y="connsiteY2026"/>
                    </a:cxn>
                    <a:cxn ang="0">
                      <a:pos x="connsiteX2027" y="connsiteY2027"/>
                    </a:cxn>
                    <a:cxn ang="0">
                      <a:pos x="connsiteX2028" y="connsiteY2028"/>
                    </a:cxn>
                    <a:cxn ang="0">
                      <a:pos x="connsiteX2029" y="connsiteY2029"/>
                    </a:cxn>
                    <a:cxn ang="0">
                      <a:pos x="connsiteX2030" y="connsiteY2030"/>
                    </a:cxn>
                    <a:cxn ang="0">
                      <a:pos x="connsiteX2031" y="connsiteY2031"/>
                    </a:cxn>
                    <a:cxn ang="0">
                      <a:pos x="connsiteX2032" y="connsiteY2032"/>
                    </a:cxn>
                    <a:cxn ang="0">
                      <a:pos x="connsiteX2033" y="connsiteY2033"/>
                    </a:cxn>
                    <a:cxn ang="0">
                      <a:pos x="connsiteX2034" y="connsiteY2034"/>
                    </a:cxn>
                    <a:cxn ang="0">
                      <a:pos x="connsiteX2035" y="connsiteY2035"/>
                    </a:cxn>
                    <a:cxn ang="0">
                      <a:pos x="connsiteX2036" y="connsiteY2036"/>
                    </a:cxn>
                    <a:cxn ang="0">
                      <a:pos x="connsiteX2037" y="connsiteY2037"/>
                    </a:cxn>
                    <a:cxn ang="0">
                      <a:pos x="connsiteX2038" y="connsiteY2038"/>
                    </a:cxn>
                    <a:cxn ang="0">
                      <a:pos x="connsiteX2039" y="connsiteY2039"/>
                    </a:cxn>
                    <a:cxn ang="0">
                      <a:pos x="connsiteX2040" y="connsiteY2040"/>
                    </a:cxn>
                    <a:cxn ang="0">
                      <a:pos x="connsiteX2041" y="connsiteY2041"/>
                    </a:cxn>
                    <a:cxn ang="0">
                      <a:pos x="connsiteX2042" y="connsiteY2042"/>
                    </a:cxn>
                    <a:cxn ang="0">
                      <a:pos x="connsiteX2043" y="connsiteY2043"/>
                    </a:cxn>
                    <a:cxn ang="0">
                      <a:pos x="connsiteX2044" y="connsiteY2044"/>
                    </a:cxn>
                    <a:cxn ang="0">
                      <a:pos x="connsiteX2045" y="connsiteY2045"/>
                    </a:cxn>
                    <a:cxn ang="0">
                      <a:pos x="connsiteX2046" y="connsiteY2046"/>
                    </a:cxn>
                    <a:cxn ang="0">
                      <a:pos x="connsiteX2047" y="connsiteY2047"/>
                    </a:cxn>
                    <a:cxn ang="0">
                      <a:pos x="connsiteX2048" y="connsiteY2048"/>
                    </a:cxn>
                    <a:cxn ang="0">
                      <a:pos x="connsiteX2049" y="connsiteY2049"/>
                    </a:cxn>
                    <a:cxn ang="0">
                      <a:pos x="connsiteX2050" y="connsiteY2050"/>
                    </a:cxn>
                    <a:cxn ang="0">
                      <a:pos x="connsiteX2051" y="connsiteY2051"/>
                    </a:cxn>
                    <a:cxn ang="0">
                      <a:pos x="connsiteX2052" y="connsiteY2052"/>
                    </a:cxn>
                    <a:cxn ang="0">
                      <a:pos x="connsiteX2053" y="connsiteY2053"/>
                    </a:cxn>
                    <a:cxn ang="0">
                      <a:pos x="connsiteX2054" y="connsiteY2054"/>
                    </a:cxn>
                    <a:cxn ang="0">
                      <a:pos x="connsiteX2055" y="connsiteY2055"/>
                    </a:cxn>
                    <a:cxn ang="0">
                      <a:pos x="connsiteX2056" y="connsiteY2056"/>
                    </a:cxn>
                    <a:cxn ang="0">
                      <a:pos x="connsiteX2057" y="connsiteY2057"/>
                    </a:cxn>
                    <a:cxn ang="0">
                      <a:pos x="connsiteX2058" y="connsiteY2058"/>
                    </a:cxn>
                    <a:cxn ang="0">
                      <a:pos x="connsiteX2059" y="connsiteY2059"/>
                    </a:cxn>
                    <a:cxn ang="0">
                      <a:pos x="connsiteX2060" y="connsiteY2060"/>
                    </a:cxn>
                    <a:cxn ang="0">
                      <a:pos x="connsiteX2061" y="connsiteY2061"/>
                    </a:cxn>
                    <a:cxn ang="0">
                      <a:pos x="connsiteX2062" y="connsiteY2062"/>
                    </a:cxn>
                    <a:cxn ang="0">
                      <a:pos x="connsiteX2063" y="connsiteY2063"/>
                    </a:cxn>
                    <a:cxn ang="0">
                      <a:pos x="connsiteX2064" y="connsiteY2064"/>
                    </a:cxn>
                    <a:cxn ang="0">
                      <a:pos x="connsiteX2065" y="connsiteY2065"/>
                    </a:cxn>
                    <a:cxn ang="0">
                      <a:pos x="connsiteX2066" y="connsiteY2066"/>
                    </a:cxn>
                    <a:cxn ang="0">
                      <a:pos x="connsiteX2067" y="connsiteY2067"/>
                    </a:cxn>
                    <a:cxn ang="0">
                      <a:pos x="connsiteX2068" y="connsiteY2068"/>
                    </a:cxn>
                    <a:cxn ang="0">
                      <a:pos x="connsiteX2069" y="connsiteY2069"/>
                    </a:cxn>
                    <a:cxn ang="0">
                      <a:pos x="connsiteX2070" y="connsiteY2070"/>
                    </a:cxn>
                    <a:cxn ang="0">
                      <a:pos x="connsiteX2071" y="connsiteY2071"/>
                    </a:cxn>
                    <a:cxn ang="0">
                      <a:pos x="connsiteX2072" y="connsiteY2072"/>
                    </a:cxn>
                    <a:cxn ang="0">
                      <a:pos x="connsiteX2073" y="connsiteY2073"/>
                    </a:cxn>
                    <a:cxn ang="0">
                      <a:pos x="connsiteX2074" y="connsiteY2074"/>
                    </a:cxn>
                    <a:cxn ang="0">
                      <a:pos x="connsiteX2075" y="connsiteY2075"/>
                    </a:cxn>
                    <a:cxn ang="0">
                      <a:pos x="connsiteX2076" y="connsiteY2076"/>
                    </a:cxn>
                    <a:cxn ang="0">
                      <a:pos x="connsiteX2077" y="connsiteY2077"/>
                    </a:cxn>
                    <a:cxn ang="0">
                      <a:pos x="connsiteX2078" y="connsiteY2078"/>
                    </a:cxn>
                    <a:cxn ang="0">
                      <a:pos x="connsiteX2079" y="connsiteY2079"/>
                    </a:cxn>
                    <a:cxn ang="0">
                      <a:pos x="connsiteX2080" y="connsiteY2080"/>
                    </a:cxn>
                    <a:cxn ang="0">
                      <a:pos x="connsiteX2081" y="connsiteY2081"/>
                    </a:cxn>
                    <a:cxn ang="0">
                      <a:pos x="connsiteX2082" y="connsiteY2082"/>
                    </a:cxn>
                    <a:cxn ang="0">
                      <a:pos x="connsiteX2083" y="connsiteY2083"/>
                    </a:cxn>
                    <a:cxn ang="0">
                      <a:pos x="connsiteX2084" y="connsiteY2084"/>
                    </a:cxn>
                    <a:cxn ang="0">
                      <a:pos x="connsiteX2085" y="connsiteY2085"/>
                    </a:cxn>
                    <a:cxn ang="0">
                      <a:pos x="connsiteX2086" y="connsiteY2086"/>
                    </a:cxn>
                    <a:cxn ang="0">
                      <a:pos x="connsiteX2087" y="connsiteY2087"/>
                    </a:cxn>
                    <a:cxn ang="0">
                      <a:pos x="connsiteX2088" y="connsiteY2088"/>
                    </a:cxn>
                    <a:cxn ang="0">
                      <a:pos x="connsiteX2089" y="connsiteY2089"/>
                    </a:cxn>
                    <a:cxn ang="0">
                      <a:pos x="connsiteX2090" y="connsiteY2090"/>
                    </a:cxn>
                    <a:cxn ang="0">
                      <a:pos x="connsiteX2091" y="connsiteY2091"/>
                    </a:cxn>
                    <a:cxn ang="0">
                      <a:pos x="connsiteX2092" y="connsiteY2092"/>
                    </a:cxn>
                    <a:cxn ang="0">
                      <a:pos x="connsiteX2093" y="connsiteY2093"/>
                    </a:cxn>
                    <a:cxn ang="0">
                      <a:pos x="connsiteX2094" y="connsiteY2094"/>
                    </a:cxn>
                    <a:cxn ang="0">
                      <a:pos x="connsiteX2095" y="connsiteY2095"/>
                    </a:cxn>
                    <a:cxn ang="0">
                      <a:pos x="connsiteX2096" y="connsiteY2096"/>
                    </a:cxn>
                    <a:cxn ang="0">
                      <a:pos x="connsiteX2097" y="connsiteY2097"/>
                    </a:cxn>
                    <a:cxn ang="0">
                      <a:pos x="connsiteX2098" y="connsiteY2098"/>
                    </a:cxn>
                    <a:cxn ang="0">
                      <a:pos x="connsiteX2099" y="connsiteY2099"/>
                    </a:cxn>
                    <a:cxn ang="0">
                      <a:pos x="connsiteX2100" y="connsiteY2100"/>
                    </a:cxn>
                    <a:cxn ang="0">
                      <a:pos x="connsiteX2101" y="connsiteY2101"/>
                    </a:cxn>
                    <a:cxn ang="0">
                      <a:pos x="connsiteX2102" y="connsiteY2102"/>
                    </a:cxn>
                    <a:cxn ang="0">
                      <a:pos x="connsiteX2103" y="connsiteY2103"/>
                    </a:cxn>
                    <a:cxn ang="0">
                      <a:pos x="connsiteX2104" y="connsiteY2104"/>
                    </a:cxn>
                    <a:cxn ang="0">
                      <a:pos x="connsiteX2105" y="connsiteY2105"/>
                    </a:cxn>
                    <a:cxn ang="0">
                      <a:pos x="connsiteX2106" y="connsiteY2106"/>
                    </a:cxn>
                    <a:cxn ang="0">
                      <a:pos x="connsiteX2107" y="connsiteY2107"/>
                    </a:cxn>
                    <a:cxn ang="0">
                      <a:pos x="connsiteX2108" y="connsiteY2108"/>
                    </a:cxn>
                    <a:cxn ang="0">
                      <a:pos x="connsiteX2109" y="connsiteY2109"/>
                    </a:cxn>
                    <a:cxn ang="0">
                      <a:pos x="connsiteX2110" y="connsiteY2110"/>
                    </a:cxn>
                    <a:cxn ang="0">
                      <a:pos x="connsiteX2111" y="connsiteY2111"/>
                    </a:cxn>
                    <a:cxn ang="0">
                      <a:pos x="connsiteX2112" y="connsiteY2112"/>
                    </a:cxn>
                    <a:cxn ang="0">
                      <a:pos x="connsiteX2113" y="connsiteY2113"/>
                    </a:cxn>
                    <a:cxn ang="0">
                      <a:pos x="connsiteX2114" y="connsiteY2114"/>
                    </a:cxn>
                    <a:cxn ang="0">
                      <a:pos x="connsiteX2115" y="connsiteY2115"/>
                    </a:cxn>
                    <a:cxn ang="0">
                      <a:pos x="connsiteX2116" y="connsiteY2116"/>
                    </a:cxn>
                    <a:cxn ang="0">
                      <a:pos x="connsiteX2117" y="connsiteY2117"/>
                    </a:cxn>
                    <a:cxn ang="0">
                      <a:pos x="connsiteX2118" y="connsiteY2118"/>
                    </a:cxn>
                    <a:cxn ang="0">
                      <a:pos x="connsiteX2119" y="connsiteY2119"/>
                    </a:cxn>
                    <a:cxn ang="0">
                      <a:pos x="connsiteX2120" y="connsiteY2120"/>
                    </a:cxn>
                    <a:cxn ang="0">
                      <a:pos x="connsiteX2121" y="connsiteY2121"/>
                    </a:cxn>
                    <a:cxn ang="0">
                      <a:pos x="connsiteX2122" y="connsiteY2122"/>
                    </a:cxn>
                    <a:cxn ang="0">
                      <a:pos x="connsiteX2123" y="connsiteY2123"/>
                    </a:cxn>
                    <a:cxn ang="0">
                      <a:pos x="connsiteX2124" y="connsiteY2124"/>
                    </a:cxn>
                    <a:cxn ang="0">
                      <a:pos x="connsiteX2125" y="connsiteY2125"/>
                    </a:cxn>
                    <a:cxn ang="0">
                      <a:pos x="connsiteX2126" y="connsiteY2126"/>
                    </a:cxn>
                    <a:cxn ang="0">
                      <a:pos x="connsiteX2127" y="connsiteY2127"/>
                    </a:cxn>
                    <a:cxn ang="0">
                      <a:pos x="connsiteX2128" y="connsiteY2128"/>
                    </a:cxn>
                    <a:cxn ang="0">
                      <a:pos x="connsiteX2129" y="connsiteY2129"/>
                    </a:cxn>
                    <a:cxn ang="0">
                      <a:pos x="connsiteX2130" y="connsiteY2130"/>
                    </a:cxn>
                    <a:cxn ang="0">
                      <a:pos x="connsiteX2131" y="connsiteY2131"/>
                    </a:cxn>
                    <a:cxn ang="0">
                      <a:pos x="connsiteX2132" y="connsiteY2132"/>
                    </a:cxn>
                    <a:cxn ang="0">
                      <a:pos x="connsiteX2133" y="connsiteY2133"/>
                    </a:cxn>
                    <a:cxn ang="0">
                      <a:pos x="connsiteX2134" y="connsiteY2134"/>
                    </a:cxn>
                    <a:cxn ang="0">
                      <a:pos x="connsiteX2135" y="connsiteY2135"/>
                    </a:cxn>
                    <a:cxn ang="0">
                      <a:pos x="connsiteX2136" y="connsiteY2136"/>
                    </a:cxn>
                    <a:cxn ang="0">
                      <a:pos x="connsiteX2137" y="connsiteY2137"/>
                    </a:cxn>
                    <a:cxn ang="0">
                      <a:pos x="connsiteX2138" y="connsiteY2138"/>
                    </a:cxn>
                    <a:cxn ang="0">
                      <a:pos x="connsiteX2139" y="connsiteY2139"/>
                    </a:cxn>
                    <a:cxn ang="0">
                      <a:pos x="connsiteX2140" y="connsiteY2140"/>
                    </a:cxn>
                    <a:cxn ang="0">
                      <a:pos x="connsiteX2141" y="connsiteY2141"/>
                    </a:cxn>
                    <a:cxn ang="0">
                      <a:pos x="connsiteX2142" y="connsiteY2142"/>
                    </a:cxn>
                    <a:cxn ang="0">
                      <a:pos x="connsiteX2143" y="connsiteY2143"/>
                    </a:cxn>
                    <a:cxn ang="0">
                      <a:pos x="connsiteX2144" y="connsiteY2144"/>
                    </a:cxn>
                    <a:cxn ang="0">
                      <a:pos x="connsiteX2145" y="connsiteY2145"/>
                    </a:cxn>
                    <a:cxn ang="0">
                      <a:pos x="connsiteX2146" y="connsiteY2146"/>
                    </a:cxn>
                    <a:cxn ang="0">
                      <a:pos x="connsiteX2147" y="connsiteY2147"/>
                    </a:cxn>
                    <a:cxn ang="0">
                      <a:pos x="connsiteX2148" y="connsiteY2148"/>
                    </a:cxn>
                    <a:cxn ang="0">
                      <a:pos x="connsiteX2149" y="connsiteY2149"/>
                    </a:cxn>
                    <a:cxn ang="0">
                      <a:pos x="connsiteX2150" y="connsiteY2150"/>
                    </a:cxn>
                    <a:cxn ang="0">
                      <a:pos x="connsiteX2151" y="connsiteY2151"/>
                    </a:cxn>
                    <a:cxn ang="0">
                      <a:pos x="connsiteX2152" y="connsiteY2152"/>
                    </a:cxn>
                    <a:cxn ang="0">
                      <a:pos x="connsiteX2153" y="connsiteY2153"/>
                    </a:cxn>
                    <a:cxn ang="0">
                      <a:pos x="connsiteX2154" y="connsiteY2154"/>
                    </a:cxn>
                    <a:cxn ang="0">
                      <a:pos x="connsiteX2155" y="connsiteY2155"/>
                    </a:cxn>
                    <a:cxn ang="0">
                      <a:pos x="connsiteX2156" y="connsiteY2156"/>
                    </a:cxn>
                    <a:cxn ang="0">
                      <a:pos x="connsiteX2157" y="connsiteY2157"/>
                    </a:cxn>
                    <a:cxn ang="0">
                      <a:pos x="connsiteX2158" y="connsiteY2158"/>
                    </a:cxn>
                    <a:cxn ang="0">
                      <a:pos x="connsiteX2159" y="connsiteY2159"/>
                    </a:cxn>
                    <a:cxn ang="0">
                      <a:pos x="connsiteX2160" y="connsiteY2160"/>
                    </a:cxn>
                    <a:cxn ang="0">
                      <a:pos x="connsiteX2161" y="connsiteY2161"/>
                    </a:cxn>
                    <a:cxn ang="0">
                      <a:pos x="connsiteX2162" y="connsiteY2162"/>
                    </a:cxn>
                    <a:cxn ang="0">
                      <a:pos x="connsiteX2163" y="connsiteY2163"/>
                    </a:cxn>
                    <a:cxn ang="0">
                      <a:pos x="connsiteX2164" y="connsiteY2164"/>
                    </a:cxn>
                    <a:cxn ang="0">
                      <a:pos x="connsiteX2165" y="connsiteY2165"/>
                    </a:cxn>
                    <a:cxn ang="0">
                      <a:pos x="connsiteX2166" y="connsiteY2166"/>
                    </a:cxn>
                    <a:cxn ang="0">
                      <a:pos x="connsiteX2167" y="connsiteY2167"/>
                    </a:cxn>
                    <a:cxn ang="0">
                      <a:pos x="connsiteX2168" y="connsiteY2168"/>
                    </a:cxn>
                    <a:cxn ang="0">
                      <a:pos x="connsiteX2169" y="connsiteY2169"/>
                    </a:cxn>
                    <a:cxn ang="0">
                      <a:pos x="connsiteX2170" y="connsiteY2170"/>
                    </a:cxn>
                    <a:cxn ang="0">
                      <a:pos x="connsiteX2171" y="connsiteY2171"/>
                    </a:cxn>
                    <a:cxn ang="0">
                      <a:pos x="connsiteX2172" y="connsiteY2172"/>
                    </a:cxn>
                    <a:cxn ang="0">
                      <a:pos x="connsiteX2173" y="connsiteY2173"/>
                    </a:cxn>
                    <a:cxn ang="0">
                      <a:pos x="connsiteX2174" y="connsiteY2174"/>
                    </a:cxn>
                    <a:cxn ang="0">
                      <a:pos x="connsiteX2175" y="connsiteY2175"/>
                    </a:cxn>
                    <a:cxn ang="0">
                      <a:pos x="connsiteX2176" y="connsiteY2176"/>
                    </a:cxn>
                    <a:cxn ang="0">
                      <a:pos x="connsiteX2177" y="connsiteY2177"/>
                    </a:cxn>
                    <a:cxn ang="0">
                      <a:pos x="connsiteX2178" y="connsiteY2178"/>
                    </a:cxn>
                    <a:cxn ang="0">
                      <a:pos x="connsiteX2179" y="connsiteY2179"/>
                    </a:cxn>
                    <a:cxn ang="0">
                      <a:pos x="connsiteX2180" y="connsiteY2180"/>
                    </a:cxn>
                    <a:cxn ang="0">
                      <a:pos x="connsiteX2181" y="connsiteY2181"/>
                    </a:cxn>
                    <a:cxn ang="0">
                      <a:pos x="connsiteX2182" y="connsiteY2182"/>
                    </a:cxn>
                    <a:cxn ang="0">
                      <a:pos x="connsiteX2183" y="connsiteY2183"/>
                    </a:cxn>
                    <a:cxn ang="0">
                      <a:pos x="connsiteX2184" y="connsiteY2184"/>
                    </a:cxn>
                    <a:cxn ang="0">
                      <a:pos x="connsiteX2185" y="connsiteY2185"/>
                    </a:cxn>
                    <a:cxn ang="0">
                      <a:pos x="connsiteX2186" y="connsiteY2186"/>
                    </a:cxn>
                    <a:cxn ang="0">
                      <a:pos x="connsiteX2187" y="connsiteY2187"/>
                    </a:cxn>
                    <a:cxn ang="0">
                      <a:pos x="connsiteX2188" y="connsiteY2188"/>
                    </a:cxn>
                    <a:cxn ang="0">
                      <a:pos x="connsiteX2189" y="connsiteY2189"/>
                    </a:cxn>
                    <a:cxn ang="0">
                      <a:pos x="connsiteX2190" y="connsiteY2190"/>
                    </a:cxn>
                    <a:cxn ang="0">
                      <a:pos x="connsiteX2191" y="connsiteY2191"/>
                    </a:cxn>
                    <a:cxn ang="0">
                      <a:pos x="connsiteX2192" y="connsiteY2192"/>
                    </a:cxn>
                    <a:cxn ang="0">
                      <a:pos x="connsiteX2193" y="connsiteY2193"/>
                    </a:cxn>
                    <a:cxn ang="0">
                      <a:pos x="connsiteX2194" y="connsiteY2194"/>
                    </a:cxn>
                    <a:cxn ang="0">
                      <a:pos x="connsiteX2195" y="connsiteY2195"/>
                    </a:cxn>
                    <a:cxn ang="0">
                      <a:pos x="connsiteX2196" y="connsiteY2196"/>
                    </a:cxn>
                    <a:cxn ang="0">
                      <a:pos x="connsiteX2197" y="connsiteY2197"/>
                    </a:cxn>
                    <a:cxn ang="0">
                      <a:pos x="connsiteX2198" y="connsiteY2198"/>
                    </a:cxn>
                    <a:cxn ang="0">
                      <a:pos x="connsiteX2199" y="connsiteY2199"/>
                    </a:cxn>
                    <a:cxn ang="0">
                      <a:pos x="connsiteX2200" y="connsiteY2200"/>
                    </a:cxn>
                    <a:cxn ang="0">
                      <a:pos x="connsiteX2201" y="connsiteY2201"/>
                    </a:cxn>
                    <a:cxn ang="0">
                      <a:pos x="connsiteX2202" y="connsiteY2202"/>
                    </a:cxn>
                    <a:cxn ang="0">
                      <a:pos x="connsiteX2203" y="connsiteY2203"/>
                    </a:cxn>
                    <a:cxn ang="0">
                      <a:pos x="connsiteX2204" y="connsiteY2204"/>
                    </a:cxn>
                    <a:cxn ang="0">
                      <a:pos x="connsiteX2205" y="connsiteY2205"/>
                    </a:cxn>
                    <a:cxn ang="0">
                      <a:pos x="connsiteX2206" y="connsiteY2206"/>
                    </a:cxn>
                    <a:cxn ang="0">
                      <a:pos x="connsiteX2207" y="connsiteY2207"/>
                    </a:cxn>
                    <a:cxn ang="0">
                      <a:pos x="connsiteX2208" y="connsiteY2208"/>
                    </a:cxn>
                    <a:cxn ang="0">
                      <a:pos x="connsiteX2209" y="connsiteY2209"/>
                    </a:cxn>
                    <a:cxn ang="0">
                      <a:pos x="connsiteX2210" y="connsiteY2210"/>
                    </a:cxn>
                    <a:cxn ang="0">
                      <a:pos x="connsiteX2211" y="connsiteY2211"/>
                    </a:cxn>
                    <a:cxn ang="0">
                      <a:pos x="connsiteX2212" y="connsiteY2212"/>
                    </a:cxn>
                    <a:cxn ang="0">
                      <a:pos x="connsiteX2213" y="connsiteY2213"/>
                    </a:cxn>
                    <a:cxn ang="0">
                      <a:pos x="connsiteX2214" y="connsiteY2214"/>
                    </a:cxn>
                    <a:cxn ang="0">
                      <a:pos x="connsiteX2215" y="connsiteY2215"/>
                    </a:cxn>
                    <a:cxn ang="0">
                      <a:pos x="connsiteX2216" y="connsiteY2216"/>
                    </a:cxn>
                    <a:cxn ang="0">
                      <a:pos x="connsiteX2217" y="connsiteY2217"/>
                    </a:cxn>
                    <a:cxn ang="0">
                      <a:pos x="connsiteX2218" y="connsiteY2218"/>
                    </a:cxn>
                    <a:cxn ang="0">
                      <a:pos x="connsiteX2219" y="connsiteY2219"/>
                    </a:cxn>
                    <a:cxn ang="0">
                      <a:pos x="connsiteX2220" y="connsiteY2220"/>
                    </a:cxn>
                    <a:cxn ang="0">
                      <a:pos x="connsiteX2221" y="connsiteY2221"/>
                    </a:cxn>
                    <a:cxn ang="0">
                      <a:pos x="connsiteX2222" y="connsiteY2222"/>
                    </a:cxn>
                    <a:cxn ang="0">
                      <a:pos x="connsiteX2223" y="connsiteY2223"/>
                    </a:cxn>
                    <a:cxn ang="0">
                      <a:pos x="connsiteX2224" y="connsiteY2224"/>
                    </a:cxn>
                    <a:cxn ang="0">
                      <a:pos x="connsiteX2225" y="connsiteY2225"/>
                    </a:cxn>
                    <a:cxn ang="0">
                      <a:pos x="connsiteX2226" y="connsiteY2226"/>
                    </a:cxn>
                    <a:cxn ang="0">
                      <a:pos x="connsiteX2227" y="connsiteY2227"/>
                    </a:cxn>
                    <a:cxn ang="0">
                      <a:pos x="connsiteX2228" y="connsiteY2228"/>
                    </a:cxn>
                    <a:cxn ang="0">
                      <a:pos x="connsiteX2229" y="connsiteY2229"/>
                    </a:cxn>
                    <a:cxn ang="0">
                      <a:pos x="connsiteX2230" y="connsiteY2230"/>
                    </a:cxn>
                    <a:cxn ang="0">
                      <a:pos x="connsiteX2231" y="connsiteY2231"/>
                    </a:cxn>
                    <a:cxn ang="0">
                      <a:pos x="connsiteX2232" y="connsiteY2232"/>
                    </a:cxn>
                    <a:cxn ang="0">
                      <a:pos x="connsiteX2233" y="connsiteY2233"/>
                    </a:cxn>
                    <a:cxn ang="0">
                      <a:pos x="connsiteX2234" y="connsiteY2234"/>
                    </a:cxn>
                    <a:cxn ang="0">
                      <a:pos x="connsiteX2235" y="connsiteY2235"/>
                    </a:cxn>
                    <a:cxn ang="0">
                      <a:pos x="connsiteX2236" y="connsiteY2236"/>
                    </a:cxn>
                    <a:cxn ang="0">
                      <a:pos x="connsiteX2237" y="connsiteY2237"/>
                    </a:cxn>
                    <a:cxn ang="0">
                      <a:pos x="connsiteX2238" y="connsiteY2238"/>
                    </a:cxn>
                    <a:cxn ang="0">
                      <a:pos x="connsiteX2239" y="connsiteY2239"/>
                    </a:cxn>
                    <a:cxn ang="0">
                      <a:pos x="connsiteX2240" y="connsiteY2240"/>
                    </a:cxn>
                    <a:cxn ang="0">
                      <a:pos x="connsiteX2241" y="connsiteY2241"/>
                    </a:cxn>
                    <a:cxn ang="0">
                      <a:pos x="connsiteX2242" y="connsiteY2242"/>
                    </a:cxn>
                    <a:cxn ang="0">
                      <a:pos x="connsiteX2243" y="connsiteY2243"/>
                    </a:cxn>
                    <a:cxn ang="0">
                      <a:pos x="connsiteX2244" y="connsiteY2244"/>
                    </a:cxn>
                    <a:cxn ang="0">
                      <a:pos x="connsiteX2245" y="connsiteY2245"/>
                    </a:cxn>
                    <a:cxn ang="0">
                      <a:pos x="connsiteX2246" y="connsiteY2246"/>
                    </a:cxn>
                    <a:cxn ang="0">
                      <a:pos x="connsiteX2247" y="connsiteY2247"/>
                    </a:cxn>
                    <a:cxn ang="0">
                      <a:pos x="connsiteX2248" y="connsiteY2248"/>
                    </a:cxn>
                    <a:cxn ang="0">
                      <a:pos x="connsiteX2249" y="connsiteY2249"/>
                    </a:cxn>
                    <a:cxn ang="0">
                      <a:pos x="connsiteX2250" y="connsiteY2250"/>
                    </a:cxn>
                    <a:cxn ang="0">
                      <a:pos x="connsiteX2251" y="connsiteY2251"/>
                    </a:cxn>
                    <a:cxn ang="0">
                      <a:pos x="connsiteX2252" y="connsiteY2252"/>
                    </a:cxn>
                    <a:cxn ang="0">
                      <a:pos x="connsiteX2253" y="connsiteY2253"/>
                    </a:cxn>
                    <a:cxn ang="0">
                      <a:pos x="connsiteX2254" y="connsiteY2254"/>
                    </a:cxn>
                    <a:cxn ang="0">
                      <a:pos x="connsiteX2255" y="connsiteY2255"/>
                    </a:cxn>
                    <a:cxn ang="0">
                      <a:pos x="connsiteX2256" y="connsiteY2256"/>
                    </a:cxn>
                    <a:cxn ang="0">
                      <a:pos x="connsiteX2257" y="connsiteY2257"/>
                    </a:cxn>
                    <a:cxn ang="0">
                      <a:pos x="connsiteX2258" y="connsiteY2258"/>
                    </a:cxn>
                    <a:cxn ang="0">
                      <a:pos x="connsiteX2259" y="connsiteY2259"/>
                    </a:cxn>
                    <a:cxn ang="0">
                      <a:pos x="connsiteX2260" y="connsiteY2260"/>
                    </a:cxn>
                    <a:cxn ang="0">
                      <a:pos x="connsiteX2261" y="connsiteY2261"/>
                    </a:cxn>
                    <a:cxn ang="0">
                      <a:pos x="connsiteX2262" y="connsiteY2262"/>
                    </a:cxn>
                    <a:cxn ang="0">
                      <a:pos x="connsiteX2263" y="connsiteY2263"/>
                    </a:cxn>
                    <a:cxn ang="0">
                      <a:pos x="connsiteX2264" y="connsiteY2264"/>
                    </a:cxn>
                    <a:cxn ang="0">
                      <a:pos x="connsiteX2265" y="connsiteY2265"/>
                    </a:cxn>
                    <a:cxn ang="0">
                      <a:pos x="connsiteX2266" y="connsiteY2266"/>
                    </a:cxn>
                    <a:cxn ang="0">
                      <a:pos x="connsiteX2267" y="connsiteY2267"/>
                    </a:cxn>
                    <a:cxn ang="0">
                      <a:pos x="connsiteX2268" y="connsiteY2268"/>
                    </a:cxn>
                    <a:cxn ang="0">
                      <a:pos x="connsiteX2269" y="connsiteY2269"/>
                    </a:cxn>
                    <a:cxn ang="0">
                      <a:pos x="connsiteX2270" y="connsiteY2270"/>
                    </a:cxn>
                    <a:cxn ang="0">
                      <a:pos x="connsiteX2271" y="connsiteY2271"/>
                    </a:cxn>
                    <a:cxn ang="0">
                      <a:pos x="connsiteX2272" y="connsiteY2272"/>
                    </a:cxn>
                    <a:cxn ang="0">
                      <a:pos x="connsiteX2273" y="connsiteY2273"/>
                    </a:cxn>
                    <a:cxn ang="0">
                      <a:pos x="connsiteX2274" y="connsiteY2274"/>
                    </a:cxn>
                    <a:cxn ang="0">
                      <a:pos x="connsiteX2275" y="connsiteY2275"/>
                    </a:cxn>
                    <a:cxn ang="0">
                      <a:pos x="connsiteX2276" y="connsiteY2276"/>
                    </a:cxn>
                    <a:cxn ang="0">
                      <a:pos x="connsiteX2277" y="connsiteY2277"/>
                    </a:cxn>
                    <a:cxn ang="0">
                      <a:pos x="connsiteX2278" y="connsiteY2278"/>
                    </a:cxn>
                    <a:cxn ang="0">
                      <a:pos x="connsiteX2279" y="connsiteY2279"/>
                    </a:cxn>
                    <a:cxn ang="0">
                      <a:pos x="connsiteX2280" y="connsiteY2280"/>
                    </a:cxn>
                    <a:cxn ang="0">
                      <a:pos x="connsiteX2281" y="connsiteY2281"/>
                    </a:cxn>
                    <a:cxn ang="0">
                      <a:pos x="connsiteX2282" y="connsiteY2282"/>
                    </a:cxn>
                    <a:cxn ang="0">
                      <a:pos x="connsiteX2283" y="connsiteY2283"/>
                    </a:cxn>
                    <a:cxn ang="0">
                      <a:pos x="connsiteX2284" y="connsiteY2284"/>
                    </a:cxn>
                    <a:cxn ang="0">
                      <a:pos x="connsiteX2285" y="connsiteY2285"/>
                    </a:cxn>
                    <a:cxn ang="0">
                      <a:pos x="connsiteX2286" y="connsiteY2286"/>
                    </a:cxn>
                    <a:cxn ang="0">
                      <a:pos x="connsiteX2287" y="connsiteY2287"/>
                    </a:cxn>
                    <a:cxn ang="0">
                      <a:pos x="connsiteX2288" y="connsiteY2288"/>
                    </a:cxn>
                    <a:cxn ang="0">
                      <a:pos x="connsiteX2289" y="connsiteY2289"/>
                    </a:cxn>
                    <a:cxn ang="0">
                      <a:pos x="connsiteX2290" y="connsiteY2290"/>
                    </a:cxn>
                    <a:cxn ang="0">
                      <a:pos x="connsiteX2291" y="connsiteY2291"/>
                    </a:cxn>
                    <a:cxn ang="0">
                      <a:pos x="connsiteX2292" y="connsiteY2292"/>
                    </a:cxn>
                    <a:cxn ang="0">
                      <a:pos x="connsiteX2293" y="connsiteY2293"/>
                    </a:cxn>
                    <a:cxn ang="0">
                      <a:pos x="connsiteX2294" y="connsiteY2294"/>
                    </a:cxn>
                    <a:cxn ang="0">
                      <a:pos x="connsiteX2295" y="connsiteY2295"/>
                    </a:cxn>
                    <a:cxn ang="0">
                      <a:pos x="connsiteX2296" y="connsiteY2296"/>
                    </a:cxn>
                    <a:cxn ang="0">
                      <a:pos x="connsiteX2297" y="connsiteY2297"/>
                    </a:cxn>
                    <a:cxn ang="0">
                      <a:pos x="connsiteX2298" y="connsiteY2298"/>
                    </a:cxn>
                    <a:cxn ang="0">
                      <a:pos x="connsiteX2299" y="connsiteY2299"/>
                    </a:cxn>
                    <a:cxn ang="0">
                      <a:pos x="connsiteX2300" y="connsiteY2300"/>
                    </a:cxn>
                    <a:cxn ang="0">
                      <a:pos x="connsiteX2301" y="connsiteY2301"/>
                    </a:cxn>
                    <a:cxn ang="0">
                      <a:pos x="connsiteX2302" y="connsiteY2302"/>
                    </a:cxn>
                    <a:cxn ang="0">
                      <a:pos x="connsiteX2303" y="connsiteY2303"/>
                    </a:cxn>
                    <a:cxn ang="0">
                      <a:pos x="connsiteX2304" y="connsiteY2304"/>
                    </a:cxn>
                    <a:cxn ang="0">
                      <a:pos x="connsiteX2305" y="connsiteY2305"/>
                    </a:cxn>
                    <a:cxn ang="0">
                      <a:pos x="connsiteX2306" y="connsiteY2306"/>
                    </a:cxn>
                    <a:cxn ang="0">
                      <a:pos x="connsiteX2307" y="connsiteY2307"/>
                    </a:cxn>
                    <a:cxn ang="0">
                      <a:pos x="connsiteX2308" y="connsiteY2308"/>
                    </a:cxn>
                    <a:cxn ang="0">
                      <a:pos x="connsiteX2309" y="connsiteY2309"/>
                    </a:cxn>
                    <a:cxn ang="0">
                      <a:pos x="connsiteX2310" y="connsiteY2310"/>
                    </a:cxn>
                    <a:cxn ang="0">
                      <a:pos x="connsiteX2311" y="connsiteY2311"/>
                    </a:cxn>
                    <a:cxn ang="0">
                      <a:pos x="connsiteX2312" y="connsiteY2312"/>
                    </a:cxn>
                    <a:cxn ang="0">
                      <a:pos x="connsiteX2313" y="connsiteY2313"/>
                    </a:cxn>
                    <a:cxn ang="0">
                      <a:pos x="connsiteX2314" y="connsiteY2314"/>
                    </a:cxn>
                    <a:cxn ang="0">
                      <a:pos x="connsiteX2315" y="connsiteY2315"/>
                    </a:cxn>
                    <a:cxn ang="0">
                      <a:pos x="connsiteX2316" y="connsiteY2316"/>
                    </a:cxn>
                    <a:cxn ang="0">
                      <a:pos x="connsiteX2317" y="connsiteY2317"/>
                    </a:cxn>
                    <a:cxn ang="0">
                      <a:pos x="connsiteX2318" y="connsiteY2318"/>
                    </a:cxn>
                    <a:cxn ang="0">
                      <a:pos x="connsiteX2319" y="connsiteY2319"/>
                    </a:cxn>
                    <a:cxn ang="0">
                      <a:pos x="connsiteX2320" y="connsiteY2320"/>
                    </a:cxn>
                    <a:cxn ang="0">
                      <a:pos x="connsiteX2321" y="connsiteY2321"/>
                    </a:cxn>
                    <a:cxn ang="0">
                      <a:pos x="connsiteX2322" y="connsiteY2322"/>
                    </a:cxn>
                    <a:cxn ang="0">
                      <a:pos x="connsiteX2323" y="connsiteY2323"/>
                    </a:cxn>
                    <a:cxn ang="0">
                      <a:pos x="connsiteX2324" y="connsiteY2324"/>
                    </a:cxn>
                    <a:cxn ang="0">
                      <a:pos x="connsiteX2325" y="connsiteY2325"/>
                    </a:cxn>
                    <a:cxn ang="0">
                      <a:pos x="connsiteX2326" y="connsiteY2326"/>
                    </a:cxn>
                    <a:cxn ang="0">
                      <a:pos x="connsiteX2327" y="connsiteY2327"/>
                    </a:cxn>
                    <a:cxn ang="0">
                      <a:pos x="connsiteX2328" y="connsiteY2328"/>
                    </a:cxn>
                    <a:cxn ang="0">
                      <a:pos x="connsiteX2329" y="connsiteY2329"/>
                    </a:cxn>
                    <a:cxn ang="0">
                      <a:pos x="connsiteX2330" y="connsiteY2330"/>
                    </a:cxn>
                    <a:cxn ang="0">
                      <a:pos x="connsiteX2331" y="connsiteY2331"/>
                    </a:cxn>
                    <a:cxn ang="0">
                      <a:pos x="connsiteX2332" y="connsiteY2332"/>
                    </a:cxn>
                    <a:cxn ang="0">
                      <a:pos x="connsiteX2333" y="connsiteY2333"/>
                    </a:cxn>
                    <a:cxn ang="0">
                      <a:pos x="connsiteX2334" y="connsiteY2334"/>
                    </a:cxn>
                    <a:cxn ang="0">
                      <a:pos x="connsiteX2335" y="connsiteY2335"/>
                    </a:cxn>
                    <a:cxn ang="0">
                      <a:pos x="connsiteX2336" y="connsiteY2336"/>
                    </a:cxn>
                    <a:cxn ang="0">
                      <a:pos x="connsiteX2337" y="connsiteY2337"/>
                    </a:cxn>
                    <a:cxn ang="0">
                      <a:pos x="connsiteX2338" y="connsiteY2338"/>
                    </a:cxn>
                    <a:cxn ang="0">
                      <a:pos x="connsiteX2339" y="connsiteY2339"/>
                    </a:cxn>
                    <a:cxn ang="0">
                      <a:pos x="connsiteX2340" y="connsiteY2340"/>
                    </a:cxn>
                    <a:cxn ang="0">
                      <a:pos x="connsiteX2341" y="connsiteY2341"/>
                    </a:cxn>
                    <a:cxn ang="0">
                      <a:pos x="connsiteX2342" y="connsiteY2342"/>
                    </a:cxn>
                    <a:cxn ang="0">
                      <a:pos x="connsiteX2343" y="connsiteY2343"/>
                    </a:cxn>
                    <a:cxn ang="0">
                      <a:pos x="connsiteX2344" y="connsiteY2344"/>
                    </a:cxn>
                    <a:cxn ang="0">
                      <a:pos x="connsiteX2345" y="connsiteY2345"/>
                    </a:cxn>
                    <a:cxn ang="0">
                      <a:pos x="connsiteX2346" y="connsiteY2346"/>
                    </a:cxn>
                    <a:cxn ang="0">
                      <a:pos x="connsiteX2347" y="connsiteY2347"/>
                    </a:cxn>
                    <a:cxn ang="0">
                      <a:pos x="connsiteX2348" y="connsiteY2348"/>
                    </a:cxn>
                    <a:cxn ang="0">
                      <a:pos x="connsiteX2349" y="connsiteY2349"/>
                    </a:cxn>
                    <a:cxn ang="0">
                      <a:pos x="connsiteX2350" y="connsiteY2350"/>
                    </a:cxn>
                    <a:cxn ang="0">
                      <a:pos x="connsiteX2351" y="connsiteY2351"/>
                    </a:cxn>
                    <a:cxn ang="0">
                      <a:pos x="connsiteX2352" y="connsiteY2352"/>
                    </a:cxn>
                    <a:cxn ang="0">
                      <a:pos x="connsiteX2353" y="connsiteY2353"/>
                    </a:cxn>
                    <a:cxn ang="0">
                      <a:pos x="connsiteX2354" y="connsiteY2354"/>
                    </a:cxn>
                    <a:cxn ang="0">
                      <a:pos x="connsiteX2355" y="connsiteY2355"/>
                    </a:cxn>
                    <a:cxn ang="0">
                      <a:pos x="connsiteX2356" y="connsiteY2356"/>
                    </a:cxn>
                    <a:cxn ang="0">
                      <a:pos x="connsiteX2357" y="connsiteY2357"/>
                    </a:cxn>
                    <a:cxn ang="0">
                      <a:pos x="connsiteX2358" y="connsiteY2358"/>
                    </a:cxn>
                    <a:cxn ang="0">
                      <a:pos x="connsiteX2359" y="connsiteY2359"/>
                    </a:cxn>
                    <a:cxn ang="0">
                      <a:pos x="connsiteX2360" y="connsiteY2360"/>
                    </a:cxn>
                    <a:cxn ang="0">
                      <a:pos x="connsiteX2361" y="connsiteY2361"/>
                    </a:cxn>
                    <a:cxn ang="0">
                      <a:pos x="connsiteX2362" y="connsiteY2362"/>
                    </a:cxn>
                    <a:cxn ang="0">
                      <a:pos x="connsiteX2363" y="connsiteY2363"/>
                    </a:cxn>
                    <a:cxn ang="0">
                      <a:pos x="connsiteX2364" y="connsiteY2364"/>
                    </a:cxn>
                    <a:cxn ang="0">
                      <a:pos x="connsiteX2365" y="connsiteY2365"/>
                    </a:cxn>
                    <a:cxn ang="0">
                      <a:pos x="connsiteX2366" y="connsiteY2366"/>
                    </a:cxn>
                    <a:cxn ang="0">
                      <a:pos x="connsiteX2367" y="connsiteY2367"/>
                    </a:cxn>
                    <a:cxn ang="0">
                      <a:pos x="connsiteX2368" y="connsiteY2368"/>
                    </a:cxn>
                    <a:cxn ang="0">
                      <a:pos x="connsiteX2369" y="connsiteY2369"/>
                    </a:cxn>
                    <a:cxn ang="0">
                      <a:pos x="connsiteX2370" y="connsiteY2370"/>
                    </a:cxn>
                    <a:cxn ang="0">
                      <a:pos x="connsiteX2371" y="connsiteY2371"/>
                    </a:cxn>
                    <a:cxn ang="0">
                      <a:pos x="connsiteX2372" y="connsiteY2372"/>
                    </a:cxn>
                    <a:cxn ang="0">
                      <a:pos x="connsiteX2373" y="connsiteY2373"/>
                    </a:cxn>
                    <a:cxn ang="0">
                      <a:pos x="connsiteX2374" y="connsiteY2374"/>
                    </a:cxn>
                    <a:cxn ang="0">
                      <a:pos x="connsiteX2375" y="connsiteY2375"/>
                    </a:cxn>
                    <a:cxn ang="0">
                      <a:pos x="connsiteX2376" y="connsiteY2376"/>
                    </a:cxn>
                    <a:cxn ang="0">
                      <a:pos x="connsiteX2377" y="connsiteY2377"/>
                    </a:cxn>
                    <a:cxn ang="0">
                      <a:pos x="connsiteX2378" y="connsiteY2378"/>
                    </a:cxn>
                    <a:cxn ang="0">
                      <a:pos x="connsiteX2379" y="connsiteY2379"/>
                    </a:cxn>
                    <a:cxn ang="0">
                      <a:pos x="connsiteX2380" y="connsiteY2380"/>
                    </a:cxn>
                    <a:cxn ang="0">
                      <a:pos x="connsiteX2381" y="connsiteY2381"/>
                    </a:cxn>
                    <a:cxn ang="0">
                      <a:pos x="connsiteX2382" y="connsiteY2382"/>
                    </a:cxn>
                    <a:cxn ang="0">
                      <a:pos x="connsiteX2383" y="connsiteY2383"/>
                    </a:cxn>
                    <a:cxn ang="0">
                      <a:pos x="connsiteX2384" y="connsiteY2384"/>
                    </a:cxn>
                    <a:cxn ang="0">
                      <a:pos x="connsiteX2385" y="connsiteY2385"/>
                    </a:cxn>
                    <a:cxn ang="0">
                      <a:pos x="connsiteX2386" y="connsiteY2386"/>
                    </a:cxn>
                    <a:cxn ang="0">
                      <a:pos x="connsiteX2387" y="connsiteY2387"/>
                    </a:cxn>
                    <a:cxn ang="0">
                      <a:pos x="connsiteX2388" y="connsiteY2388"/>
                    </a:cxn>
                    <a:cxn ang="0">
                      <a:pos x="connsiteX2389" y="connsiteY2389"/>
                    </a:cxn>
                    <a:cxn ang="0">
                      <a:pos x="connsiteX2390" y="connsiteY2390"/>
                    </a:cxn>
                    <a:cxn ang="0">
                      <a:pos x="connsiteX2391" y="connsiteY2391"/>
                    </a:cxn>
                    <a:cxn ang="0">
                      <a:pos x="connsiteX2392" y="connsiteY2392"/>
                    </a:cxn>
                    <a:cxn ang="0">
                      <a:pos x="connsiteX2393" y="connsiteY2393"/>
                    </a:cxn>
                    <a:cxn ang="0">
                      <a:pos x="connsiteX2394" y="connsiteY2394"/>
                    </a:cxn>
                    <a:cxn ang="0">
                      <a:pos x="connsiteX2395" y="connsiteY2395"/>
                    </a:cxn>
                    <a:cxn ang="0">
                      <a:pos x="connsiteX2396" y="connsiteY2396"/>
                    </a:cxn>
                    <a:cxn ang="0">
                      <a:pos x="connsiteX2397" y="connsiteY2397"/>
                    </a:cxn>
                    <a:cxn ang="0">
                      <a:pos x="connsiteX2398" y="connsiteY2398"/>
                    </a:cxn>
                    <a:cxn ang="0">
                      <a:pos x="connsiteX2399" y="connsiteY2399"/>
                    </a:cxn>
                    <a:cxn ang="0">
                      <a:pos x="connsiteX2400" y="connsiteY2400"/>
                    </a:cxn>
                    <a:cxn ang="0">
                      <a:pos x="connsiteX2401" y="connsiteY2401"/>
                    </a:cxn>
                    <a:cxn ang="0">
                      <a:pos x="connsiteX2402" y="connsiteY2402"/>
                    </a:cxn>
                    <a:cxn ang="0">
                      <a:pos x="connsiteX2403" y="connsiteY2403"/>
                    </a:cxn>
                    <a:cxn ang="0">
                      <a:pos x="connsiteX2404" y="connsiteY2404"/>
                    </a:cxn>
                    <a:cxn ang="0">
                      <a:pos x="connsiteX2405" y="connsiteY2405"/>
                    </a:cxn>
                    <a:cxn ang="0">
                      <a:pos x="connsiteX2406" y="connsiteY2406"/>
                    </a:cxn>
                    <a:cxn ang="0">
                      <a:pos x="connsiteX2407" y="connsiteY2407"/>
                    </a:cxn>
                    <a:cxn ang="0">
                      <a:pos x="connsiteX2408" y="connsiteY2408"/>
                    </a:cxn>
                    <a:cxn ang="0">
                      <a:pos x="connsiteX2409" y="connsiteY2409"/>
                    </a:cxn>
                    <a:cxn ang="0">
                      <a:pos x="connsiteX2410" y="connsiteY2410"/>
                    </a:cxn>
                    <a:cxn ang="0">
                      <a:pos x="connsiteX2411" y="connsiteY2411"/>
                    </a:cxn>
                    <a:cxn ang="0">
                      <a:pos x="connsiteX2412" y="connsiteY2412"/>
                    </a:cxn>
                    <a:cxn ang="0">
                      <a:pos x="connsiteX2413" y="connsiteY2413"/>
                    </a:cxn>
                    <a:cxn ang="0">
                      <a:pos x="connsiteX2414" y="connsiteY2414"/>
                    </a:cxn>
                    <a:cxn ang="0">
                      <a:pos x="connsiteX2415" y="connsiteY2415"/>
                    </a:cxn>
                    <a:cxn ang="0">
                      <a:pos x="connsiteX2416" y="connsiteY2416"/>
                    </a:cxn>
                    <a:cxn ang="0">
                      <a:pos x="connsiteX2417" y="connsiteY2417"/>
                    </a:cxn>
                    <a:cxn ang="0">
                      <a:pos x="connsiteX2418" y="connsiteY2418"/>
                    </a:cxn>
                    <a:cxn ang="0">
                      <a:pos x="connsiteX2419" y="connsiteY2419"/>
                    </a:cxn>
                    <a:cxn ang="0">
                      <a:pos x="connsiteX2420" y="connsiteY2420"/>
                    </a:cxn>
                    <a:cxn ang="0">
                      <a:pos x="connsiteX2421" y="connsiteY2421"/>
                    </a:cxn>
                    <a:cxn ang="0">
                      <a:pos x="connsiteX2422" y="connsiteY2422"/>
                    </a:cxn>
                    <a:cxn ang="0">
                      <a:pos x="connsiteX2423" y="connsiteY2423"/>
                    </a:cxn>
                    <a:cxn ang="0">
                      <a:pos x="connsiteX2424" y="connsiteY2424"/>
                    </a:cxn>
                    <a:cxn ang="0">
                      <a:pos x="connsiteX2425" y="connsiteY2425"/>
                    </a:cxn>
                    <a:cxn ang="0">
                      <a:pos x="connsiteX2426" y="connsiteY2426"/>
                    </a:cxn>
                    <a:cxn ang="0">
                      <a:pos x="connsiteX2427" y="connsiteY2427"/>
                    </a:cxn>
                    <a:cxn ang="0">
                      <a:pos x="connsiteX2428" y="connsiteY2428"/>
                    </a:cxn>
                    <a:cxn ang="0">
                      <a:pos x="connsiteX2429" y="connsiteY2429"/>
                    </a:cxn>
                    <a:cxn ang="0">
                      <a:pos x="connsiteX2430" y="connsiteY2430"/>
                    </a:cxn>
                    <a:cxn ang="0">
                      <a:pos x="connsiteX2431" y="connsiteY2431"/>
                    </a:cxn>
                    <a:cxn ang="0">
                      <a:pos x="connsiteX2432" y="connsiteY2432"/>
                    </a:cxn>
                    <a:cxn ang="0">
                      <a:pos x="connsiteX2433" y="connsiteY2433"/>
                    </a:cxn>
                    <a:cxn ang="0">
                      <a:pos x="connsiteX2434" y="connsiteY2434"/>
                    </a:cxn>
                    <a:cxn ang="0">
                      <a:pos x="connsiteX2435" y="connsiteY2435"/>
                    </a:cxn>
                    <a:cxn ang="0">
                      <a:pos x="connsiteX2436" y="connsiteY2436"/>
                    </a:cxn>
                    <a:cxn ang="0">
                      <a:pos x="connsiteX2437" y="connsiteY2437"/>
                    </a:cxn>
                    <a:cxn ang="0">
                      <a:pos x="connsiteX2438" y="connsiteY2438"/>
                    </a:cxn>
                    <a:cxn ang="0">
                      <a:pos x="connsiteX2439" y="connsiteY2439"/>
                    </a:cxn>
                    <a:cxn ang="0">
                      <a:pos x="connsiteX2440" y="connsiteY2440"/>
                    </a:cxn>
                    <a:cxn ang="0">
                      <a:pos x="connsiteX2441" y="connsiteY2441"/>
                    </a:cxn>
                    <a:cxn ang="0">
                      <a:pos x="connsiteX2442" y="connsiteY2442"/>
                    </a:cxn>
                    <a:cxn ang="0">
                      <a:pos x="connsiteX2443" y="connsiteY2443"/>
                    </a:cxn>
                    <a:cxn ang="0">
                      <a:pos x="connsiteX2444" y="connsiteY2444"/>
                    </a:cxn>
                    <a:cxn ang="0">
                      <a:pos x="connsiteX2445" y="connsiteY2445"/>
                    </a:cxn>
                    <a:cxn ang="0">
                      <a:pos x="connsiteX2446" y="connsiteY2446"/>
                    </a:cxn>
                    <a:cxn ang="0">
                      <a:pos x="connsiteX2447" y="connsiteY2447"/>
                    </a:cxn>
                    <a:cxn ang="0">
                      <a:pos x="connsiteX2448" y="connsiteY2448"/>
                    </a:cxn>
                    <a:cxn ang="0">
                      <a:pos x="connsiteX2449" y="connsiteY2449"/>
                    </a:cxn>
                    <a:cxn ang="0">
                      <a:pos x="connsiteX2450" y="connsiteY2450"/>
                    </a:cxn>
                    <a:cxn ang="0">
                      <a:pos x="connsiteX2451" y="connsiteY2451"/>
                    </a:cxn>
                    <a:cxn ang="0">
                      <a:pos x="connsiteX2452" y="connsiteY2452"/>
                    </a:cxn>
                    <a:cxn ang="0">
                      <a:pos x="connsiteX2453" y="connsiteY2453"/>
                    </a:cxn>
                    <a:cxn ang="0">
                      <a:pos x="connsiteX2454" y="connsiteY2454"/>
                    </a:cxn>
                    <a:cxn ang="0">
                      <a:pos x="connsiteX2455" y="connsiteY2455"/>
                    </a:cxn>
                    <a:cxn ang="0">
                      <a:pos x="connsiteX2456" y="connsiteY2456"/>
                    </a:cxn>
                    <a:cxn ang="0">
                      <a:pos x="connsiteX2457" y="connsiteY2457"/>
                    </a:cxn>
                    <a:cxn ang="0">
                      <a:pos x="connsiteX2458" y="connsiteY2458"/>
                    </a:cxn>
                    <a:cxn ang="0">
                      <a:pos x="connsiteX2459" y="connsiteY2459"/>
                    </a:cxn>
                    <a:cxn ang="0">
                      <a:pos x="connsiteX2460" y="connsiteY2460"/>
                    </a:cxn>
                    <a:cxn ang="0">
                      <a:pos x="connsiteX2461" y="connsiteY2461"/>
                    </a:cxn>
                    <a:cxn ang="0">
                      <a:pos x="connsiteX2462" y="connsiteY2462"/>
                    </a:cxn>
                    <a:cxn ang="0">
                      <a:pos x="connsiteX2463" y="connsiteY2463"/>
                    </a:cxn>
                    <a:cxn ang="0">
                      <a:pos x="connsiteX2464" y="connsiteY2464"/>
                    </a:cxn>
                    <a:cxn ang="0">
                      <a:pos x="connsiteX2465" y="connsiteY2465"/>
                    </a:cxn>
                    <a:cxn ang="0">
                      <a:pos x="connsiteX2466" y="connsiteY2466"/>
                    </a:cxn>
                    <a:cxn ang="0">
                      <a:pos x="connsiteX2467" y="connsiteY2467"/>
                    </a:cxn>
                    <a:cxn ang="0">
                      <a:pos x="connsiteX2468" y="connsiteY2468"/>
                    </a:cxn>
                    <a:cxn ang="0">
                      <a:pos x="connsiteX2469" y="connsiteY2469"/>
                    </a:cxn>
                    <a:cxn ang="0">
                      <a:pos x="connsiteX2470" y="connsiteY2470"/>
                    </a:cxn>
                    <a:cxn ang="0">
                      <a:pos x="connsiteX2471" y="connsiteY2471"/>
                    </a:cxn>
                    <a:cxn ang="0">
                      <a:pos x="connsiteX2472" y="connsiteY2472"/>
                    </a:cxn>
                    <a:cxn ang="0">
                      <a:pos x="connsiteX2473" y="connsiteY2473"/>
                    </a:cxn>
                    <a:cxn ang="0">
                      <a:pos x="connsiteX2474" y="connsiteY2474"/>
                    </a:cxn>
                    <a:cxn ang="0">
                      <a:pos x="connsiteX2475" y="connsiteY2475"/>
                    </a:cxn>
                    <a:cxn ang="0">
                      <a:pos x="connsiteX2476" y="connsiteY2476"/>
                    </a:cxn>
                    <a:cxn ang="0">
                      <a:pos x="connsiteX2477" y="connsiteY2477"/>
                    </a:cxn>
                    <a:cxn ang="0">
                      <a:pos x="connsiteX2478" y="connsiteY2478"/>
                    </a:cxn>
                    <a:cxn ang="0">
                      <a:pos x="connsiteX2479" y="connsiteY2479"/>
                    </a:cxn>
                    <a:cxn ang="0">
                      <a:pos x="connsiteX2480" y="connsiteY2480"/>
                    </a:cxn>
                    <a:cxn ang="0">
                      <a:pos x="connsiteX2481" y="connsiteY2481"/>
                    </a:cxn>
                    <a:cxn ang="0">
                      <a:pos x="connsiteX2482" y="connsiteY2482"/>
                    </a:cxn>
                    <a:cxn ang="0">
                      <a:pos x="connsiteX2483" y="connsiteY2483"/>
                    </a:cxn>
                    <a:cxn ang="0">
                      <a:pos x="connsiteX2484" y="connsiteY2484"/>
                    </a:cxn>
                    <a:cxn ang="0">
                      <a:pos x="connsiteX2485" y="connsiteY2485"/>
                    </a:cxn>
                    <a:cxn ang="0">
                      <a:pos x="connsiteX2486" y="connsiteY2486"/>
                    </a:cxn>
                    <a:cxn ang="0">
                      <a:pos x="connsiteX2487" y="connsiteY2487"/>
                    </a:cxn>
                    <a:cxn ang="0">
                      <a:pos x="connsiteX2488" y="connsiteY2488"/>
                    </a:cxn>
                    <a:cxn ang="0">
                      <a:pos x="connsiteX2489" y="connsiteY2489"/>
                    </a:cxn>
                    <a:cxn ang="0">
                      <a:pos x="connsiteX2490" y="connsiteY2490"/>
                    </a:cxn>
                    <a:cxn ang="0">
                      <a:pos x="connsiteX2491" y="connsiteY2491"/>
                    </a:cxn>
                    <a:cxn ang="0">
                      <a:pos x="connsiteX2492" y="connsiteY2492"/>
                    </a:cxn>
                    <a:cxn ang="0">
                      <a:pos x="connsiteX2493" y="connsiteY2493"/>
                    </a:cxn>
                    <a:cxn ang="0">
                      <a:pos x="connsiteX2494" y="connsiteY2494"/>
                    </a:cxn>
                    <a:cxn ang="0">
                      <a:pos x="connsiteX2495" y="connsiteY2495"/>
                    </a:cxn>
                    <a:cxn ang="0">
                      <a:pos x="connsiteX2496" y="connsiteY2496"/>
                    </a:cxn>
                    <a:cxn ang="0">
                      <a:pos x="connsiteX2497" y="connsiteY2497"/>
                    </a:cxn>
                    <a:cxn ang="0">
                      <a:pos x="connsiteX2498" y="connsiteY2498"/>
                    </a:cxn>
                    <a:cxn ang="0">
                      <a:pos x="connsiteX2499" y="connsiteY2499"/>
                    </a:cxn>
                    <a:cxn ang="0">
                      <a:pos x="connsiteX2500" y="connsiteY2500"/>
                    </a:cxn>
                    <a:cxn ang="0">
                      <a:pos x="connsiteX2501" y="connsiteY2501"/>
                    </a:cxn>
                    <a:cxn ang="0">
                      <a:pos x="connsiteX2502" y="connsiteY2502"/>
                    </a:cxn>
                    <a:cxn ang="0">
                      <a:pos x="connsiteX2503" y="connsiteY2503"/>
                    </a:cxn>
                    <a:cxn ang="0">
                      <a:pos x="connsiteX2504" y="connsiteY2504"/>
                    </a:cxn>
                    <a:cxn ang="0">
                      <a:pos x="connsiteX2505" y="connsiteY2505"/>
                    </a:cxn>
                    <a:cxn ang="0">
                      <a:pos x="connsiteX2506" y="connsiteY2506"/>
                    </a:cxn>
                    <a:cxn ang="0">
                      <a:pos x="connsiteX2507" y="connsiteY2507"/>
                    </a:cxn>
                    <a:cxn ang="0">
                      <a:pos x="connsiteX2508" y="connsiteY2508"/>
                    </a:cxn>
                    <a:cxn ang="0">
                      <a:pos x="connsiteX2509" y="connsiteY2509"/>
                    </a:cxn>
                    <a:cxn ang="0">
                      <a:pos x="connsiteX2510" y="connsiteY2510"/>
                    </a:cxn>
                    <a:cxn ang="0">
                      <a:pos x="connsiteX2511" y="connsiteY2511"/>
                    </a:cxn>
                    <a:cxn ang="0">
                      <a:pos x="connsiteX2512" y="connsiteY2512"/>
                    </a:cxn>
                    <a:cxn ang="0">
                      <a:pos x="connsiteX2513" y="connsiteY2513"/>
                    </a:cxn>
                    <a:cxn ang="0">
                      <a:pos x="connsiteX2514" y="connsiteY2514"/>
                    </a:cxn>
                    <a:cxn ang="0">
                      <a:pos x="connsiteX2515" y="connsiteY2515"/>
                    </a:cxn>
                    <a:cxn ang="0">
                      <a:pos x="connsiteX2516" y="connsiteY2516"/>
                    </a:cxn>
                    <a:cxn ang="0">
                      <a:pos x="connsiteX2517" y="connsiteY2517"/>
                    </a:cxn>
                    <a:cxn ang="0">
                      <a:pos x="connsiteX2518" y="connsiteY2518"/>
                    </a:cxn>
                    <a:cxn ang="0">
                      <a:pos x="connsiteX2519" y="connsiteY2519"/>
                    </a:cxn>
                    <a:cxn ang="0">
                      <a:pos x="connsiteX2520" y="connsiteY2520"/>
                    </a:cxn>
                    <a:cxn ang="0">
                      <a:pos x="connsiteX2521" y="connsiteY2521"/>
                    </a:cxn>
                    <a:cxn ang="0">
                      <a:pos x="connsiteX2522" y="connsiteY2522"/>
                    </a:cxn>
                    <a:cxn ang="0">
                      <a:pos x="connsiteX2523" y="connsiteY2523"/>
                    </a:cxn>
                    <a:cxn ang="0">
                      <a:pos x="connsiteX2524" y="connsiteY2524"/>
                    </a:cxn>
                    <a:cxn ang="0">
                      <a:pos x="connsiteX2525" y="connsiteY2525"/>
                    </a:cxn>
                    <a:cxn ang="0">
                      <a:pos x="connsiteX2526" y="connsiteY2526"/>
                    </a:cxn>
                    <a:cxn ang="0">
                      <a:pos x="connsiteX2527" y="connsiteY2527"/>
                    </a:cxn>
                    <a:cxn ang="0">
                      <a:pos x="connsiteX2528" y="connsiteY2528"/>
                    </a:cxn>
                    <a:cxn ang="0">
                      <a:pos x="connsiteX2529" y="connsiteY2529"/>
                    </a:cxn>
                    <a:cxn ang="0">
                      <a:pos x="connsiteX2530" y="connsiteY2530"/>
                    </a:cxn>
                    <a:cxn ang="0">
                      <a:pos x="connsiteX2531" y="connsiteY2531"/>
                    </a:cxn>
                    <a:cxn ang="0">
                      <a:pos x="connsiteX2532" y="connsiteY2532"/>
                    </a:cxn>
                    <a:cxn ang="0">
                      <a:pos x="connsiteX2533" y="connsiteY2533"/>
                    </a:cxn>
                    <a:cxn ang="0">
                      <a:pos x="connsiteX2534" y="connsiteY2534"/>
                    </a:cxn>
                    <a:cxn ang="0">
                      <a:pos x="connsiteX2535" y="connsiteY2535"/>
                    </a:cxn>
                    <a:cxn ang="0">
                      <a:pos x="connsiteX2536" y="connsiteY2536"/>
                    </a:cxn>
                    <a:cxn ang="0">
                      <a:pos x="connsiteX2537" y="connsiteY2537"/>
                    </a:cxn>
                    <a:cxn ang="0">
                      <a:pos x="connsiteX2538" y="connsiteY2538"/>
                    </a:cxn>
                    <a:cxn ang="0">
                      <a:pos x="connsiteX2539" y="connsiteY2539"/>
                    </a:cxn>
                    <a:cxn ang="0">
                      <a:pos x="connsiteX2540" y="connsiteY2540"/>
                    </a:cxn>
                    <a:cxn ang="0">
                      <a:pos x="connsiteX2541" y="connsiteY2541"/>
                    </a:cxn>
                    <a:cxn ang="0">
                      <a:pos x="connsiteX2542" y="connsiteY2542"/>
                    </a:cxn>
                    <a:cxn ang="0">
                      <a:pos x="connsiteX2543" y="connsiteY2543"/>
                    </a:cxn>
                    <a:cxn ang="0">
                      <a:pos x="connsiteX2544" y="connsiteY2544"/>
                    </a:cxn>
                    <a:cxn ang="0">
                      <a:pos x="connsiteX2545" y="connsiteY2545"/>
                    </a:cxn>
                    <a:cxn ang="0">
                      <a:pos x="connsiteX2546" y="connsiteY2546"/>
                    </a:cxn>
                    <a:cxn ang="0">
                      <a:pos x="connsiteX2547" y="connsiteY2547"/>
                    </a:cxn>
                    <a:cxn ang="0">
                      <a:pos x="connsiteX2548" y="connsiteY2548"/>
                    </a:cxn>
                    <a:cxn ang="0">
                      <a:pos x="connsiteX2549" y="connsiteY2549"/>
                    </a:cxn>
                    <a:cxn ang="0">
                      <a:pos x="connsiteX2550" y="connsiteY2550"/>
                    </a:cxn>
                    <a:cxn ang="0">
                      <a:pos x="connsiteX2551" y="connsiteY2551"/>
                    </a:cxn>
                    <a:cxn ang="0">
                      <a:pos x="connsiteX2552" y="connsiteY2552"/>
                    </a:cxn>
                    <a:cxn ang="0">
                      <a:pos x="connsiteX2553" y="connsiteY2553"/>
                    </a:cxn>
                    <a:cxn ang="0">
                      <a:pos x="connsiteX2554" y="connsiteY2554"/>
                    </a:cxn>
                    <a:cxn ang="0">
                      <a:pos x="connsiteX2555" y="connsiteY2555"/>
                    </a:cxn>
                    <a:cxn ang="0">
                      <a:pos x="connsiteX2556" y="connsiteY2556"/>
                    </a:cxn>
                    <a:cxn ang="0">
                      <a:pos x="connsiteX2557" y="connsiteY2557"/>
                    </a:cxn>
                    <a:cxn ang="0">
                      <a:pos x="connsiteX2558" y="connsiteY2558"/>
                    </a:cxn>
                    <a:cxn ang="0">
                      <a:pos x="connsiteX2559" y="connsiteY2559"/>
                    </a:cxn>
                    <a:cxn ang="0">
                      <a:pos x="connsiteX2560" y="connsiteY2560"/>
                    </a:cxn>
                    <a:cxn ang="0">
                      <a:pos x="connsiteX2561" y="connsiteY2561"/>
                    </a:cxn>
                    <a:cxn ang="0">
                      <a:pos x="connsiteX2562" y="connsiteY2562"/>
                    </a:cxn>
                    <a:cxn ang="0">
                      <a:pos x="connsiteX2563" y="connsiteY2563"/>
                    </a:cxn>
                    <a:cxn ang="0">
                      <a:pos x="connsiteX2564" y="connsiteY2564"/>
                    </a:cxn>
                    <a:cxn ang="0">
                      <a:pos x="connsiteX2565" y="connsiteY2565"/>
                    </a:cxn>
                    <a:cxn ang="0">
                      <a:pos x="connsiteX2566" y="connsiteY2566"/>
                    </a:cxn>
                    <a:cxn ang="0">
                      <a:pos x="connsiteX2567" y="connsiteY2567"/>
                    </a:cxn>
                    <a:cxn ang="0">
                      <a:pos x="connsiteX2568" y="connsiteY2568"/>
                    </a:cxn>
                    <a:cxn ang="0">
                      <a:pos x="connsiteX2569" y="connsiteY2569"/>
                    </a:cxn>
                    <a:cxn ang="0">
                      <a:pos x="connsiteX2570" y="connsiteY2570"/>
                    </a:cxn>
                    <a:cxn ang="0">
                      <a:pos x="connsiteX2571" y="connsiteY2571"/>
                    </a:cxn>
                    <a:cxn ang="0">
                      <a:pos x="connsiteX2572" y="connsiteY2572"/>
                    </a:cxn>
                    <a:cxn ang="0">
                      <a:pos x="connsiteX2573" y="connsiteY2573"/>
                    </a:cxn>
                    <a:cxn ang="0">
                      <a:pos x="connsiteX2574" y="connsiteY2574"/>
                    </a:cxn>
                    <a:cxn ang="0">
                      <a:pos x="connsiteX2575" y="connsiteY2575"/>
                    </a:cxn>
                    <a:cxn ang="0">
                      <a:pos x="connsiteX2576" y="connsiteY2576"/>
                    </a:cxn>
                    <a:cxn ang="0">
                      <a:pos x="connsiteX2577" y="connsiteY2577"/>
                    </a:cxn>
                    <a:cxn ang="0">
                      <a:pos x="connsiteX2578" y="connsiteY2578"/>
                    </a:cxn>
                    <a:cxn ang="0">
                      <a:pos x="connsiteX2579" y="connsiteY2579"/>
                    </a:cxn>
                    <a:cxn ang="0">
                      <a:pos x="connsiteX2580" y="connsiteY2580"/>
                    </a:cxn>
                    <a:cxn ang="0">
                      <a:pos x="connsiteX2581" y="connsiteY2581"/>
                    </a:cxn>
                    <a:cxn ang="0">
                      <a:pos x="connsiteX2582" y="connsiteY2582"/>
                    </a:cxn>
                    <a:cxn ang="0">
                      <a:pos x="connsiteX2583" y="connsiteY2583"/>
                    </a:cxn>
                    <a:cxn ang="0">
                      <a:pos x="connsiteX2584" y="connsiteY2584"/>
                    </a:cxn>
                    <a:cxn ang="0">
                      <a:pos x="connsiteX2585" y="connsiteY2585"/>
                    </a:cxn>
                    <a:cxn ang="0">
                      <a:pos x="connsiteX2586" y="connsiteY2586"/>
                    </a:cxn>
                    <a:cxn ang="0">
                      <a:pos x="connsiteX2587" y="connsiteY2587"/>
                    </a:cxn>
                    <a:cxn ang="0">
                      <a:pos x="connsiteX2588" y="connsiteY2588"/>
                    </a:cxn>
                    <a:cxn ang="0">
                      <a:pos x="connsiteX2589" y="connsiteY2589"/>
                    </a:cxn>
                    <a:cxn ang="0">
                      <a:pos x="connsiteX2590" y="connsiteY2590"/>
                    </a:cxn>
                    <a:cxn ang="0">
                      <a:pos x="connsiteX2591" y="connsiteY2591"/>
                    </a:cxn>
                    <a:cxn ang="0">
                      <a:pos x="connsiteX2592" y="connsiteY2592"/>
                    </a:cxn>
                    <a:cxn ang="0">
                      <a:pos x="connsiteX2593" y="connsiteY2593"/>
                    </a:cxn>
                    <a:cxn ang="0">
                      <a:pos x="connsiteX2594" y="connsiteY2594"/>
                    </a:cxn>
                    <a:cxn ang="0">
                      <a:pos x="connsiteX2595" y="connsiteY2595"/>
                    </a:cxn>
                    <a:cxn ang="0">
                      <a:pos x="connsiteX2596" y="connsiteY2596"/>
                    </a:cxn>
                    <a:cxn ang="0">
                      <a:pos x="connsiteX2597" y="connsiteY2597"/>
                    </a:cxn>
                    <a:cxn ang="0">
                      <a:pos x="connsiteX2598" y="connsiteY2598"/>
                    </a:cxn>
                    <a:cxn ang="0">
                      <a:pos x="connsiteX2599" y="connsiteY2599"/>
                    </a:cxn>
                    <a:cxn ang="0">
                      <a:pos x="connsiteX2600" y="connsiteY2600"/>
                    </a:cxn>
                    <a:cxn ang="0">
                      <a:pos x="connsiteX2601" y="connsiteY2601"/>
                    </a:cxn>
                    <a:cxn ang="0">
                      <a:pos x="connsiteX2602" y="connsiteY2602"/>
                    </a:cxn>
                    <a:cxn ang="0">
                      <a:pos x="connsiteX2603" y="connsiteY2603"/>
                    </a:cxn>
                    <a:cxn ang="0">
                      <a:pos x="connsiteX2604" y="connsiteY2604"/>
                    </a:cxn>
                    <a:cxn ang="0">
                      <a:pos x="connsiteX2605" y="connsiteY2605"/>
                    </a:cxn>
                    <a:cxn ang="0">
                      <a:pos x="connsiteX2606" y="connsiteY2606"/>
                    </a:cxn>
                    <a:cxn ang="0">
                      <a:pos x="connsiteX2607" y="connsiteY2607"/>
                    </a:cxn>
                    <a:cxn ang="0">
                      <a:pos x="connsiteX2608" y="connsiteY2608"/>
                    </a:cxn>
                    <a:cxn ang="0">
                      <a:pos x="connsiteX2609" y="connsiteY2609"/>
                    </a:cxn>
                    <a:cxn ang="0">
                      <a:pos x="connsiteX2610" y="connsiteY2610"/>
                    </a:cxn>
                    <a:cxn ang="0">
                      <a:pos x="connsiteX2611" y="connsiteY2611"/>
                    </a:cxn>
                    <a:cxn ang="0">
                      <a:pos x="connsiteX2612" y="connsiteY2612"/>
                    </a:cxn>
                    <a:cxn ang="0">
                      <a:pos x="connsiteX2613" y="connsiteY2613"/>
                    </a:cxn>
                    <a:cxn ang="0">
                      <a:pos x="connsiteX2614" y="connsiteY2614"/>
                    </a:cxn>
                    <a:cxn ang="0">
                      <a:pos x="connsiteX2615" y="connsiteY2615"/>
                    </a:cxn>
                    <a:cxn ang="0">
                      <a:pos x="connsiteX2616" y="connsiteY2616"/>
                    </a:cxn>
                    <a:cxn ang="0">
                      <a:pos x="connsiteX2617" y="connsiteY2617"/>
                    </a:cxn>
                    <a:cxn ang="0">
                      <a:pos x="connsiteX2618" y="connsiteY2618"/>
                    </a:cxn>
                    <a:cxn ang="0">
                      <a:pos x="connsiteX2619" y="connsiteY2619"/>
                    </a:cxn>
                    <a:cxn ang="0">
                      <a:pos x="connsiteX2620" y="connsiteY2620"/>
                    </a:cxn>
                    <a:cxn ang="0">
                      <a:pos x="connsiteX2621" y="connsiteY2621"/>
                    </a:cxn>
                    <a:cxn ang="0">
                      <a:pos x="connsiteX2622" y="connsiteY2622"/>
                    </a:cxn>
                    <a:cxn ang="0">
                      <a:pos x="connsiteX2623" y="connsiteY2623"/>
                    </a:cxn>
                    <a:cxn ang="0">
                      <a:pos x="connsiteX2624" y="connsiteY2624"/>
                    </a:cxn>
                    <a:cxn ang="0">
                      <a:pos x="connsiteX2625" y="connsiteY2625"/>
                    </a:cxn>
                    <a:cxn ang="0">
                      <a:pos x="connsiteX2626" y="connsiteY2626"/>
                    </a:cxn>
                    <a:cxn ang="0">
                      <a:pos x="connsiteX2627" y="connsiteY2627"/>
                    </a:cxn>
                    <a:cxn ang="0">
                      <a:pos x="connsiteX2628" y="connsiteY2628"/>
                    </a:cxn>
                    <a:cxn ang="0">
                      <a:pos x="connsiteX2629" y="connsiteY2629"/>
                    </a:cxn>
                    <a:cxn ang="0">
                      <a:pos x="connsiteX2630" y="connsiteY2630"/>
                    </a:cxn>
                    <a:cxn ang="0">
                      <a:pos x="connsiteX2631" y="connsiteY2631"/>
                    </a:cxn>
                    <a:cxn ang="0">
                      <a:pos x="connsiteX2632" y="connsiteY2632"/>
                    </a:cxn>
                    <a:cxn ang="0">
                      <a:pos x="connsiteX2633" y="connsiteY2633"/>
                    </a:cxn>
                    <a:cxn ang="0">
                      <a:pos x="connsiteX2634" y="connsiteY2634"/>
                    </a:cxn>
                    <a:cxn ang="0">
                      <a:pos x="connsiteX2635" y="connsiteY2635"/>
                    </a:cxn>
                    <a:cxn ang="0">
                      <a:pos x="connsiteX2636" y="connsiteY2636"/>
                    </a:cxn>
                    <a:cxn ang="0">
                      <a:pos x="connsiteX2637" y="connsiteY2637"/>
                    </a:cxn>
                    <a:cxn ang="0">
                      <a:pos x="connsiteX2638" y="connsiteY2638"/>
                    </a:cxn>
                    <a:cxn ang="0">
                      <a:pos x="connsiteX2639" y="connsiteY2639"/>
                    </a:cxn>
                    <a:cxn ang="0">
                      <a:pos x="connsiteX2640" y="connsiteY2640"/>
                    </a:cxn>
                    <a:cxn ang="0">
                      <a:pos x="connsiteX2641" y="connsiteY2641"/>
                    </a:cxn>
                    <a:cxn ang="0">
                      <a:pos x="connsiteX2642" y="connsiteY2642"/>
                    </a:cxn>
                    <a:cxn ang="0">
                      <a:pos x="connsiteX2643" y="connsiteY2643"/>
                    </a:cxn>
                    <a:cxn ang="0">
                      <a:pos x="connsiteX2644" y="connsiteY2644"/>
                    </a:cxn>
                    <a:cxn ang="0">
                      <a:pos x="connsiteX2645" y="connsiteY2645"/>
                    </a:cxn>
                    <a:cxn ang="0">
                      <a:pos x="connsiteX2646" y="connsiteY2646"/>
                    </a:cxn>
                    <a:cxn ang="0">
                      <a:pos x="connsiteX2647" y="connsiteY2647"/>
                    </a:cxn>
                    <a:cxn ang="0">
                      <a:pos x="connsiteX2648" y="connsiteY2648"/>
                    </a:cxn>
                    <a:cxn ang="0">
                      <a:pos x="connsiteX2649" y="connsiteY2649"/>
                    </a:cxn>
                    <a:cxn ang="0">
                      <a:pos x="connsiteX2650" y="connsiteY2650"/>
                    </a:cxn>
                    <a:cxn ang="0">
                      <a:pos x="connsiteX2651" y="connsiteY2651"/>
                    </a:cxn>
                    <a:cxn ang="0">
                      <a:pos x="connsiteX2652" y="connsiteY2652"/>
                    </a:cxn>
                    <a:cxn ang="0">
                      <a:pos x="connsiteX2653" y="connsiteY2653"/>
                    </a:cxn>
                    <a:cxn ang="0">
                      <a:pos x="connsiteX2654" y="connsiteY2654"/>
                    </a:cxn>
                    <a:cxn ang="0">
                      <a:pos x="connsiteX2655" y="connsiteY2655"/>
                    </a:cxn>
                    <a:cxn ang="0">
                      <a:pos x="connsiteX2656" y="connsiteY2656"/>
                    </a:cxn>
                    <a:cxn ang="0">
                      <a:pos x="connsiteX2657" y="connsiteY2657"/>
                    </a:cxn>
                    <a:cxn ang="0">
                      <a:pos x="connsiteX2658" y="connsiteY2658"/>
                    </a:cxn>
                    <a:cxn ang="0">
                      <a:pos x="connsiteX2659" y="connsiteY2659"/>
                    </a:cxn>
                    <a:cxn ang="0">
                      <a:pos x="connsiteX2660" y="connsiteY2660"/>
                    </a:cxn>
                    <a:cxn ang="0">
                      <a:pos x="connsiteX2661" y="connsiteY2661"/>
                    </a:cxn>
                    <a:cxn ang="0">
                      <a:pos x="connsiteX2662" y="connsiteY2662"/>
                    </a:cxn>
                    <a:cxn ang="0">
                      <a:pos x="connsiteX2663" y="connsiteY2663"/>
                    </a:cxn>
                    <a:cxn ang="0">
                      <a:pos x="connsiteX2664" y="connsiteY2664"/>
                    </a:cxn>
                    <a:cxn ang="0">
                      <a:pos x="connsiteX2665" y="connsiteY2665"/>
                    </a:cxn>
                    <a:cxn ang="0">
                      <a:pos x="connsiteX2666" y="connsiteY2666"/>
                    </a:cxn>
                    <a:cxn ang="0">
                      <a:pos x="connsiteX2667" y="connsiteY2667"/>
                    </a:cxn>
                    <a:cxn ang="0">
                      <a:pos x="connsiteX2668" y="connsiteY2668"/>
                    </a:cxn>
                    <a:cxn ang="0">
                      <a:pos x="connsiteX2669" y="connsiteY2669"/>
                    </a:cxn>
                    <a:cxn ang="0">
                      <a:pos x="connsiteX2670" y="connsiteY2670"/>
                    </a:cxn>
                    <a:cxn ang="0">
                      <a:pos x="connsiteX2671" y="connsiteY2671"/>
                    </a:cxn>
                    <a:cxn ang="0">
                      <a:pos x="connsiteX2672" y="connsiteY2672"/>
                    </a:cxn>
                    <a:cxn ang="0">
                      <a:pos x="connsiteX2673" y="connsiteY2673"/>
                    </a:cxn>
                    <a:cxn ang="0">
                      <a:pos x="connsiteX2674" y="connsiteY2674"/>
                    </a:cxn>
                    <a:cxn ang="0">
                      <a:pos x="connsiteX2675" y="connsiteY2675"/>
                    </a:cxn>
                    <a:cxn ang="0">
                      <a:pos x="connsiteX2676" y="connsiteY2676"/>
                    </a:cxn>
                    <a:cxn ang="0">
                      <a:pos x="connsiteX2677" y="connsiteY2677"/>
                    </a:cxn>
                    <a:cxn ang="0">
                      <a:pos x="connsiteX2678" y="connsiteY2678"/>
                    </a:cxn>
                    <a:cxn ang="0">
                      <a:pos x="connsiteX2679" y="connsiteY2679"/>
                    </a:cxn>
                    <a:cxn ang="0">
                      <a:pos x="connsiteX2680" y="connsiteY2680"/>
                    </a:cxn>
                    <a:cxn ang="0">
                      <a:pos x="connsiteX2681" y="connsiteY2681"/>
                    </a:cxn>
                    <a:cxn ang="0">
                      <a:pos x="connsiteX2682" y="connsiteY2682"/>
                    </a:cxn>
                    <a:cxn ang="0">
                      <a:pos x="connsiteX2683" y="connsiteY2683"/>
                    </a:cxn>
                    <a:cxn ang="0">
                      <a:pos x="connsiteX2684" y="connsiteY2684"/>
                    </a:cxn>
                    <a:cxn ang="0">
                      <a:pos x="connsiteX2685" y="connsiteY2685"/>
                    </a:cxn>
                    <a:cxn ang="0">
                      <a:pos x="connsiteX2686" y="connsiteY2686"/>
                    </a:cxn>
                    <a:cxn ang="0">
                      <a:pos x="connsiteX2687" y="connsiteY2687"/>
                    </a:cxn>
                    <a:cxn ang="0">
                      <a:pos x="connsiteX2688" y="connsiteY2688"/>
                    </a:cxn>
                    <a:cxn ang="0">
                      <a:pos x="connsiteX2689" y="connsiteY2689"/>
                    </a:cxn>
                    <a:cxn ang="0">
                      <a:pos x="connsiteX2690" y="connsiteY2690"/>
                    </a:cxn>
                    <a:cxn ang="0">
                      <a:pos x="connsiteX2691" y="connsiteY2691"/>
                    </a:cxn>
                    <a:cxn ang="0">
                      <a:pos x="connsiteX2692" y="connsiteY2692"/>
                    </a:cxn>
                    <a:cxn ang="0">
                      <a:pos x="connsiteX2693" y="connsiteY2693"/>
                    </a:cxn>
                    <a:cxn ang="0">
                      <a:pos x="connsiteX2694" y="connsiteY2694"/>
                    </a:cxn>
                    <a:cxn ang="0">
                      <a:pos x="connsiteX2695" y="connsiteY2695"/>
                    </a:cxn>
                    <a:cxn ang="0">
                      <a:pos x="connsiteX2696" y="connsiteY2696"/>
                    </a:cxn>
                    <a:cxn ang="0">
                      <a:pos x="connsiteX2697" y="connsiteY2697"/>
                    </a:cxn>
                    <a:cxn ang="0">
                      <a:pos x="connsiteX2698" y="connsiteY2698"/>
                    </a:cxn>
                    <a:cxn ang="0">
                      <a:pos x="connsiteX2699" y="connsiteY2699"/>
                    </a:cxn>
                    <a:cxn ang="0">
                      <a:pos x="connsiteX2700" y="connsiteY2700"/>
                    </a:cxn>
                    <a:cxn ang="0">
                      <a:pos x="connsiteX2701" y="connsiteY2701"/>
                    </a:cxn>
                    <a:cxn ang="0">
                      <a:pos x="connsiteX2702" y="connsiteY2702"/>
                    </a:cxn>
                    <a:cxn ang="0">
                      <a:pos x="connsiteX2703" y="connsiteY2703"/>
                    </a:cxn>
                    <a:cxn ang="0">
                      <a:pos x="connsiteX2704" y="connsiteY2704"/>
                    </a:cxn>
                    <a:cxn ang="0">
                      <a:pos x="connsiteX2705" y="connsiteY2705"/>
                    </a:cxn>
                    <a:cxn ang="0">
                      <a:pos x="connsiteX2706" y="connsiteY2706"/>
                    </a:cxn>
                    <a:cxn ang="0">
                      <a:pos x="connsiteX2707" y="connsiteY2707"/>
                    </a:cxn>
                    <a:cxn ang="0">
                      <a:pos x="connsiteX2708" y="connsiteY2708"/>
                    </a:cxn>
                    <a:cxn ang="0">
                      <a:pos x="connsiteX2709" y="connsiteY2709"/>
                    </a:cxn>
                    <a:cxn ang="0">
                      <a:pos x="connsiteX2710" y="connsiteY2710"/>
                    </a:cxn>
                    <a:cxn ang="0">
                      <a:pos x="connsiteX2711" y="connsiteY2711"/>
                    </a:cxn>
                    <a:cxn ang="0">
                      <a:pos x="connsiteX2712" y="connsiteY2712"/>
                    </a:cxn>
                    <a:cxn ang="0">
                      <a:pos x="connsiteX2713" y="connsiteY2713"/>
                    </a:cxn>
                    <a:cxn ang="0">
                      <a:pos x="connsiteX2714" y="connsiteY2714"/>
                    </a:cxn>
                    <a:cxn ang="0">
                      <a:pos x="connsiteX2715" y="connsiteY2715"/>
                    </a:cxn>
                    <a:cxn ang="0">
                      <a:pos x="connsiteX2716" y="connsiteY2716"/>
                    </a:cxn>
                    <a:cxn ang="0">
                      <a:pos x="connsiteX2717" y="connsiteY2717"/>
                    </a:cxn>
                    <a:cxn ang="0">
                      <a:pos x="connsiteX2718" y="connsiteY2718"/>
                    </a:cxn>
                    <a:cxn ang="0">
                      <a:pos x="connsiteX2719" y="connsiteY2719"/>
                    </a:cxn>
                    <a:cxn ang="0">
                      <a:pos x="connsiteX2720" y="connsiteY2720"/>
                    </a:cxn>
                    <a:cxn ang="0">
                      <a:pos x="connsiteX2721" y="connsiteY2721"/>
                    </a:cxn>
                    <a:cxn ang="0">
                      <a:pos x="connsiteX2722" y="connsiteY2722"/>
                    </a:cxn>
                    <a:cxn ang="0">
                      <a:pos x="connsiteX2723" y="connsiteY2723"/>
                    </a:cxn>
                    <a:cxn ang="0">
                      <a:pos x="connsiteX2724" y="connsiteY2724"/>
                    </a:cxn>
                    <a:cxn ang="0">
                      <a:pos x="connsiteX2725" y="connsiteY2725"/>
                    </a:cxn>
                    <a:cxn ang="0">
                      <a:pos x="connsiteX2726" y="connsiteY2726"/>
                    </a:cxn>
                    <a:cxn ang="0">
                      <a:pos x="connsiteX2727" y="connsiteY2727"/>
                    </a:cxn>
                    <a:cxn ang="0">
                      <a:pos x="connsiteX2728" y="connsiteY2728"/>
                    </a:cxn>
                    <a:cxn ang="0">
                      <a:pos x="connsiteX2729" y="connsiteY2729"/>
                    </a:cxn>
                    <a:cxn ang="0">
                      <a:pos x="connsiteX2730" y="connsiteY2730"/>
                    </a:cxn>
                    <a:cxn ang="0">
                      <a:pos x="connsiteX2731" y="connsiteY2731"/>
                    </a:cxn>
                    <a:cxn ang="0">
                      <a:pos x="connsiteX2732" y="connsiteY2732"/>
                    </a:cxn>
                    <a:cxn ang="0">
                      <a:pos x="connsiteX2733" y="connsiteY2733"/>
                    </a:cxn>
                    <a:cxn ang="0">
                      <a:pos x="connsiteX2734" y="connsiteY2734"/>
                    </a:cxn>
                    <a:cxn ang="0">
                      <a:pos x="connsiteX2735" y="connsiteY2735"/>
                    </a:cxn>
                    <a:cxn ang="0">
                      <a:pos x="connsiteX2736" y="connsiteY2736"/>
                    </a:cxn>
                    <a:cxn ang="0">
                      <a:pos x="connsiteX2737" y="connsiteY2737"/>
                    </a:cxn>
                    <a:cxn ang="0">
                      <a:pos x="connsiteX2738" y="connsiteY2738"/>
                    </a:cxn>
                    <a:cxn ang="0">
                      <a:pos x="connsiteX2739" y="connsiteY2739"/>
                    </a:cxn>
                    <a:cxn ang="0">
                      <a:pos x="connsiteX2740" y="connsiteY2740"/>
                    </a:cxn>
                    <a:cxn ang="0">
                      <a:pos x="connsiteX2741" y="connsiteY2741"/>
                    </a:cxn>
                    <a:cxn ang="0">
                      <a:pos x="connsiteX2742" y="connsiteY2742"/>
                    </a:cxn>
                    <a:cxn ang="0">
                      <a:pos x="connsiteX2743" y="connsiteY2743"/>
                    </a:cxn>
                    <a:cxn ang="0">
                      <a:pos x="connsiteX2744" y="connsiteY2744"/>
                    </a:cxn>
                    <a:cxn ang="0">
                      <a:pos x="connsiteX2745" y="connsiteY2745"/>
                    </a:cxn>
                    <a:cxn ang="0">
                      <a:pos x="connsiteX2746" y="connsiteY2746"/>
                    </a:cxn>
                    <a:cxn ang="0">
                      <a:pos x="connsiteX2747" y="connsiteY2747"/>
                    </a:cxn>
                    <a:cxn ang="0">
                      <a:pos x="connsiteX2748" y="connsiteY2748"/>
                    </a:cxn>
                    <a:cxn ang="0">
                      <a:pos x="connsiteX2749" y="connsiteY2749"/>
                    </a:cxn>
                    <a:cxn ang="0">
                      <a:pos x="connsiteX2750" y="connsiteY2750"/>
                    </a:cxn>
                    <a:cxn ang="0">
                      <a:pos x="connsiteX2751" y="connsiteY2751"/>
                    </a:cxn>
                    <a:cxn ang="0">
                      <a:pos x="connsiteX2752" y="connsiteY2752"/>
                    </a:cxn>
                    <a:cxn ang="0">
                      <a:pos x="connsiteX2753" y="connsiteY2753"/>
                    </a:cxn>
                    <a:cxn ang="0">
                      <a:pos x="connsiteX2754" y="connsiteY2754"/>
                    </a:cxn>
                    <a:cxn ang="0">
                      <a:pos x="connsiteX2755" y="connsiteY2755"/>
                    </a:cxn>
                  </a:cxnLst>
                  <a:rect l="l" t="t" r="r" b="b"/>
                  <a:pathLst>
                    <a:path w="630013" h="820735">
                      <a:moveTo>
                        <a:pt x="2763" y="564726"/>
                      </a:moveTo>
                      <a:cubicBezTo>
                        <a:pt x="3429" y="565297"/>
                        <a:pt x="4286" y="565107"/>
                        <a:pt x="4476" y="566726"/>
                      </a:cubicBezTo>
                      <a:cubicBezTo>
                        <a:pt x="2857" y="566726"/>
                        <a:pt x="4381" y="568441"/>
                        <a:pt x="4286" y="570155"/>
                      </a:cubicBezTo>
                      <a:cubicBezTo>
                        <a:pt x="3620" y="571584"/>
                        <a:pt x="3238" y="571584"/>
                        <a:pt x="2763" y="570346"/>
                      </a:cubicBezTo>
                      <a:cubicBezTo>
                        <a:pt x="2286" y="579299"/>
                        <a:pt x="6667" y="570822"/>
                        <a:pt x="8287" y="570727"/>
                      </a:cubicBezTo>
                      <a:cubicBezTo>
                        <a:pt x="10096" y="570632"/>
                        <a:pt x="8763" y="579204"/>
                        <a:pt x="10859" y="578251"/>
                      </a:cubicBezTo>
                      <a:cubicBezTo>
                        <a:pt x="11049" y="575965"/>
                        <a:pt x="10477" y="576061"/>
                        <a:pt x="10287" y="574918"/>
                      </a:cubicBezTo>
                      <a:cubicBezTo>
                        <a:pt x="12002" y="573203"/>
                        <a:pt x="14288" y="570727"/>
                        <a:pt x="15144" y="575394"/>
                      </a:cubicBezTo>
                      <a:cubicBezTo>
                        <a:pt x="13811" y="576251"/>
                        <a:pt x="14574" y="580157"/>
                        <a:pt x="15716" y="579871"/>
                      </a:cubicBezTo>
                      <a:cubicBezTo>
                        <a:pt x="16573" y="577108"/>
                        <a:pt x="17144" y="578537"/>
                        <a:pt x="18478" y="576061"/>
                      </a:cubicBezTo>
                      <a:cubicBezTo>
                        <a:pt x="17144" y="581585"/>
                        <a:pt x="20670" y="576823"/>
                        <a:pt x="18859" y="582824"/>
                      </a:cubicBezTo>
                      <a:cubicBezTo>
                        <a:pt x="20859" y="582538"/>
                        <a:pt x="19716" y="579490"/>
                        <a:pt x="20955" y="577966"/>
                      </a:cubicBezTo>
                      <a:cubicBezTo>
                        <a:pt x="21717" y="582538"/>
                        <a:pt x="21050" y="577108"/>
                        <a:pt x="22479" y="576632"/>
                      </a:cubicBezTo>
                      <a:cubicBezTo>
                        <a:pt x="22574" y="578918"/>
                        <a:pt x="23526" y="578728"/>
                        <a:pt x="22670" y="581109"/>
                      </a:cubicBezTo>
                      <a:cubicBezTo>
                        <a:pt x="24765" y="581680"/>
                        <a:pt x="26098" y="578061"/>
                        <a:pt x="27527" y="580347"/>
                      </a:cubicBezTo>
                      <a:cubicBezTo>
                        <a:pt x="28003" y="578728"/>
                        <a:pt x="28289" y="576823"/>
                        <a:pt x="28861" y="575680"/>
                      </a:cubicBezTo>
                      <a:cubicBezTo>
                        <a:pt x="30289" y="576918"/>
                        <a:pt x="31718" y="578156"/>
                        <a:pt x="34004" y="577204"/>
                      </a:cubicBezTo>
                      <a:cubicBezTo>
                        <a:pt x="33433" y="585871"/>
                        <a:pt x="39052" y="584633"/>
                        <a:pt x="40481" y="590920"/>
                      </a:cubicBezTo>
                      <a:cubicBezTo>
                        <a:pt x="40577" y="589586"/>
                        <a:pt x="40577" y="587681"/>
                        <a:pt x="41052" y="587395"/>
                      </a:cubicBezTo>
                      <a:cubicBezTo>
                        <a:pt x="42006" y="587586"/>
                        <a:pt x="41529" y="594063"/>
                        <a:pt x="42767" y="590539"/>
                      </a:cubicBezTo>
                      <a:cubicBezTo>
                        <a:pt x="43244" y="586633"/>
                        <a:pt x="41338" y="589300"/>
                        <a:pt x="41910" y="585014"/>
                      </a:cubicBezTo>
                      <a:cubicBezTo>
                        <a:pt x="44005" y="583586"/>
                        <a:pt x="47530" y="580157"/>
                        <a:pt x="49434" y="582728"/>
                      </a:cubicBezTo>
                      <a:cubicBezTo>
                        <a:pt x="48291" y="581490"/>
                        <a:pt x="47148" y="587014"/>
                        <a:pt x="47720" y="587491"/>
                      </a:cubicBezTo>
                      <a:cubicBezTo>
                        <a:pt x="48768" y="585586"/>
                        <a:pt x="49434" y="582728"/>
                        <a:pt x="50959" y="582442"/>
                      </a:cubicBezTo>
                      <a:cubicBezTo>
                        <a:pt x="50482" y="583966"/>
                        <a:pt x="50388" y="586729"/>
                        <a:pt x="49911" y="588253"/>
                      </a:cubicBezTo>
                      <a:cubicBezTo>
                        <a:pt x="51815" y="589491"/>
                        <a:pt x="54101" y="586253"/>
                        <a:pt x="55530" y="587395"/>
                      </a:cubicBezTo>
                      <a:cubicBezTo>
                        <a:pt x="55435" y="588729"/>
                        <a:pt x="55055" y="589205"/>
                        <a:pt x="54673" y="589777"/>
                      </a:cubicBezTo>
                      <a:cubicBezTo>
                        <a:pt x="52006" y="591205"/>
                        <a:pt x="48101" y="586157"/>
                        <a:pt x="46387" y="592158"/>
                      </a:cubicBezTo>
                      <a:cubicBezTo>
                        <a:pt x="49149" y="590062"/>
                        <a:pt x="52197" y="595587"/>
                        <a:pt x="55721" y="591872"/>
                      </a:cubicBezTo>
                      <a:cubicBezTo>
                        <a:pt x="55340" y="598159"/>
                        <a:pt x="60865" y="589205"/>
                        <a:pt x="61436" y="596635"/>
                      </a:cubicBezTo>
                      <a:cubicBezTo>
                        <a:pt x="65532" y="591110"/>
                        <a:pt x="72199" y="594634"/>
                        <a:pt x="74771" y="599207"/>
                      </a:cubicBezTo>
                      <a:cubicBezTo>
                        <a:pt x="74485" y="599492"/>
                        <a:pt x="74294" y="600254"/>
                        <a:pt x="74294" y="601492"/>
                      </a:cubicBezTo>
                      <a:cubicBezTo>
                        <a:pt x="75248" y="601207"/>
                        <a:pt x="76105" y="600540"/>
                        <a:pt x="76676" y="598921"/>
                      </a:cubicBezTo>
                      <a:cubicBezTo>
                        <a:pt x="76200" y="598825"/>
                        <a:pt x="75819" y="598730"/>
                        <a:pt x="76009" y="596730"/>
                      </a:cubicBezTo>
                      <a:cubicBezTo>
                        <a:pt x="78581" y="596349"/>
                        <a:pt x="79247" y="597873"/>
                        <a:pt x="80867" y="597111"/>
                      </a:cubicBezTo>
                      <a:cubicBezTo>
                        <a:pt x="80486" y="598825"/>
                        <a:pt x="80295" y="600064"/>
                        <a:pt x="79915" y="601778"/>
                      </a:cubicBezTo>
                      <a:cubicBezTo>
                        <a:pt x="82201" y="599873"/>
                        <a:pt x="82010" y="605207"/>
                        <a:pt x="84296" y="603397"/>
                      </a:cubicBezTo>
                      <a:cubicBezTo>
                        <a:pt x="84201" y="600254"/>
                        <a:pt x="83248" y="600349"/>
                        <a:pt x="84487" y="597682"/>
                      </a:cubicBezTo>
                      <a:cubicBezTo>
                        <a:pt x="84296" y="600921"/>
                        <a:pt x="85439" y="600349"/>
                        <a:pt x="85820" y="601969"/>
                      </a:cubicBezTo>
                      <a:cubicBezTo>
                        <a:pt x="86582" y="600159"/>
                        <a:pt x="85344" y="597301"/>
                        <a:pt x="86773" y="596158"/>
                      </a:cubicBezTo>
                      <a:cubicBezTo>
                        <a:pt x="89154" y="596635"/>
                        <a:pt x="89249" y="595301"/>
                        <a:pt x="91726" y="594253"/>
                      </a:cubicBezTo>
                      <a:cubicBezTo>
                        <a:pt x="91344" y="598730"/>
                        <a:pt x="93821" y="598159"/>
                        <a:pt x="92583" y="602064"/>
                      </a:cubicBezTo>
                      <a:cubicBezTo>
                        <a:pt x="94869" y="602445"/>
                        <a:pt x="95345" y="605112"/>
                        <a:pt x="96774" y="600254"/>
                      </a:cubicBezTo>
                      <a:cubicBezTo>
                        <a:pt x="96107" y="603778"/>
                        <a:pt x="97345" y="604636"/>
                        <a:pt x="96107" y="608255"/>
                      </a:cubicBezTo>
                      <a:cubicBezTo>
                        <a:pt x="96774" y="608446"/>
                        <a:pt x="96964" y="606826"/>
                        <a:pt x="97631" y="606922"/>
                      </a:cubicBezTo>
                      <a:cubicBezTo>
                        <a:pt x="97536" y="604445"/>
                        <a:pt x="96964" y="600826"/>
                        <a:pt x="98297" y="599968"/>
                      </a:cubicBezTo>
                      <a:cubicBezTo>
                        <a:pt x="102298" y="601778"/>
                        <a:pt x="107156" y="605588"/>
                        <a:pt x="110299" y="599207"/>
                      </a:cubicBezTo>
                      <a:cubicBezTo>
                        <a:pt x="110299" y="601207"/>
                        <a:pt x="110108" y="602731"/>
                        <a:pt x="109728" y="603874"/>
                      </a:cubicBezTo>
                      <a:lnTo>
                        <a:pt x="111633" y="603588"/>
                      </a:lnTo>
                      <a:cubicBezTo>
                        <a:pt x="111537" y="600635"/>
                        <a:pt x="111919" y="599492"/>
                        <a:pt x="112871" y="599968"/>
                      </a:cubicBezTo>
                      <a:cubicBezTo>
                        <a:pt x="111728" y="604826"/>
                        <a:pt x="113633" y="601969"/>
                        <a:pt x="113348" y="606731"/>
                      </a:cubicBezTo>
                      <a:cubicBezTo>
                        <a:pt x="111537" y="609970"/>
                        <a:pt x="110299" y="605303"/>
                        <a:pt x="108204" y="604159"/>
                      </a:cubicBezTo>
                      <a:cubicBezTo>
                        <a:pt x="107061" y="610922"/>
                        <a:pt x="102298" y="608636"/>
                        <a:pt x="101822" y="605207"/>
                      </a:cubicBezTo>
                      <a:cubicBezTo>
                        <a:pt x="103060" y="612351"/>
                        <a:pt x="108585" y="611779"/>
                        <a:pt x="110299" y="609589"/>
                      </a:cubicBezTo>
                      <a:cubicBezTo>
                        <a:pt x="112490" y="612256"/>
                        <a:pt x="114300" y="615875"/>
                        <a:pt x="117157" y="616447"/>
                      </a:cubicBezTo>
                      <a:cubicBezTo>
                        <a:pt x="116967" y="613399"/>
                        <a:pt x="118015" y="614065"/>
                        <a:pt x="118395" y="612827"/>
                      </a:cubicBezTo>
                      <a:cubicBezTo>
                        <a:pt x="118776" y="609303"/>
                        <a:pt x="117824" y="609589"/>
                        <a:pt x="118301" y="606064"/>
                      </a:cubicBezTo>
                      <a:cubicBezTo>
                        <a:pt x="116967" y="604636"/>
                        <a:pt x="117443" y="609303"/>
                        <a:pt x="116300" y="608636"/>
                      </a:cubicBezTo>
                      <a:cubicBezTo>
                        <a:pt x="117063" y="603112"/>
                        <a:pt x="114871" y="606064"/>
                        <a:pt x="115443" y="600826"/>
                      </a:cubicBezTo>
                      <a:cubicBezTo>
                        <a:pt x="117157" y="601492"/>
                        <a:pt x="119444" y="606160"/>
                        <a:pt x="120301" y="600064"/>
                      </a:cubicBezTo>
                      <a:lnTo>
                        <a:pt x="122205" y="599778"/>
                      </a:lnTo>
                      <a:cubicBezTo>
                        <a:pt x="121730" y="601302"/>
                        <a:pt x="121730" y="604064"/>
                        <a:pt x="121253" y="605588"/>
                      </a:cubicBezTo>
                      <a:cubicBezTo>
                        <a:pt x="123348" y="605874"/>
                        <a:pt x="121158" y="599587"/>
                        <a:pt x="123348" y="599587"/>
                      </a:cubicBezTo>
                      <a:cubicBezTo>
                        <a:pt x="124016" y="601492"/>
                        <a:pt x="124016" y="604255"/>
                        <a:pt x="124777" y="600445"/>
                      </a:cubicBezTo>
                      <a:cubicBezTo>
                        <a:pt x="125825" y="604159"/>
                        <a:pt x="123730" y="606731"/>
                        <a:pt x="124491" y="608446"/>
                      </a:cubicBezTo>
                      <a:cubicBezTo>
                        <a:pt x="124587" y="606541"/>
                        <a:pt x="127159" y="606160"/>
                        <a:pt x="127159" y="608065"/>
                      </a:cubicBezTo>
                      <a:cubicBezTo>
                        <a:pt x="127159" y="610636"/>
                        <a:pt x="126872" y="612351"/>
                        <a:pt x="126206" y="612732"/>
                      </a:cubicBezTo>
                      <a:cubicBezTo>
                        <a:pt x="127063" y="606826"/>
                        <a:pt x="123920" y="613589"/>
                        <a:pt x="122777" y="613303"/>
                      </a:cubicBezTo>
                      <a:cubicBezTo>
                        <a:pt x="122396" y="611684"/>
                        <a:pt x="122491" y="608732"/>
                        <a:pt x="121825" y="607779"/>
                      </a:cubicBezTo>
                      <a:cubicBezTo>
                        <a:pt x="121444" y="613303"/>
                        <a:pt x="119729" y="608541"/>
                        <a:pt x="119158" y="608160"/>
                      </a:cubicBezTo>
                      <a:cubicBezTo>
                        <a:pt x="119158" y="615494"/>
                        <a:pt x="121444" y="613684"/>
                        <a:pt x="122301" y="614446"/>
                      </a:cubicBezTo>
                      <a:cubicBezTo>
                        <a:pt x="122205" y="617971"/>
                        <a:pt x="120967" y="615399"/>
                        <a:pt x="120301" y="619304"/>
                      </a:cubicBezTo>
                      <a:cubicBezTo>
                        <a:pt x="121919" y="618161"/>
                        <a:pt x="123634" y="614732"/>
                        <a:pt x="124016" y="619876"/>
                      </a:cubicBezTo>
                      <a:cubicBezTo>
                        <a:pt x="124301" y="616923"/>
                        <a:pt x="126588" y="620638"/>
                        <a:pt x="126016" y="615018"/>
                      </a:cubicBezTo>
                      <a:cubicBezTo>
                        <a:pt x="124968" y="613589"/>
                        <a:pt x="124016" y="618447"/>
                        <a:pt x="123730" y="615399"/>
                      </a:cubicBezTo>
                      <a:cubicBezTo>
                        <a:pt x="125445" y="610160"/>
                        <a:pt x="126111" y="615780"/>
                        <a:pt x="127445" y="617113"/>
                      </a:cubicBezTo>
                      <a:cubicBezTo>
                        <a:pt x="128015" y="613399"/>
                        <a:pt x="126302" y="616447"/>
                        <a:pt x="126872" y="612637"/>
                      </a:cubicBezTo>
                      <a:cubicBezTo>
                        <a:pt x="127254" y="612637"/>
                        <a:pt x="127349" y="611684"/>
                        <a:pt x="127635" y="611399"/>
                      </a:cubicBezTo>
                      <a:cubicBezTo>
                        <a:pt x="129730" y="610732"/>
                        <a:pt x="129826" y="613303"/>
                        <a:pt x="131159" y="616542"/>
                      </a:cubicBezTo>
                      <a:cubicBezTo>
                        <a:pt x="132302" y="615780"/>
                        <a:pt x="130683" y="614828"/>
                        <a:pt x="130873" y="613208"/>
                      </a:cubicBezTo>
                      <a:cubicBezTo>
                        <a:pt x="131350" y="613208"/>
                        <a:pt x="131730" y="612541"/>
                        <a:pt x="132016" y="611875"/>
                      </a:cubicBezTo>
                      <a:cubicBezTo>
                        <a:pt x="132493" y="612827"/>
                        <a:pt x="133159" y="613399"/>
                        <a:pt x="132969" y="616256"/>
                      </a:cubicBezTo>
                      <a:cubicBezTo>
                        <a:pt x="132969" y="619209"/>
                        <a:pt x="131444" y="617399"/>
                        <a:pt x="131635" y="621019"/>
                      </a:cubicBezTo>
                      <a:cubicBezTo>
                        <a:pt x="133159" y="619876"/>
                        <a:pt x="133636" y="619495"/>
                        <a:pt x="134588" y="621686"/>
                      </a:cubicBezTo>
                      <a:cubicBezTo>
                        <a:pt x="135445" y="620542"/>
                        <a:pt x="135445" y="616732"/>
                        <a:pt x="136588" y="616828"/>
                      </a:cubicBezTo>
                      <a:cubicBezTo>
                        <a:pt x="137351" y="617018"/>
                        <a:pt x="137256" y="619780"/>
                        <a:pt x="138017" y="619971"/>
                      </a:cubicBezTo>
                      <a:cubicBezTo>
                        <a:pt x="138683" y="618257"/>
                        <a:pt x="140969" y="616637"/>
                        <a:pt x="142494" y="619304"/>
                      </a:cubicBezTo>
                      <a:cubicBezTo>
                        <a:pt x="142970" y="617018"/>
                        <a:pt x="143827" y="616161"/>
                        <a:pt x="144495" y="614446"/>
                      </a:cubicBezTo>
                      <a:cubicBezTo>
                        <a:pt x="142684" y="613589"/>
                        <a:pt x="141732" y="616256"/>
                        <a:pt x="141160" y="612732"/>
                      </a:cubicBezTo>
                      <a:cubicBezTo>
                        <a:pt x="141637" y="612065"/>
                        <a:pt x="142018" y="611399"/>
                        <a:pt x="142398" y="610255"/>
                      </a:cubicBezTo>
                      <a:cubicBezTo>
                        <a:pt x="141446" y="610255"/>
                        <a:pt x="141160" y="612256"/>
                        <a:pt x="140398" y="612827"/>
                      </a:cubicBezTo>
                      <a:cubicBezTo>
                        <a:pt x="141065" y="605779"/>
                        <a:pt x="138113" y="612256"/>
                        <a:pt x="137922" y="609779"/>
                      </a:cubicBezTo>
                      <a:cubicBezTo>
                        <a:pt x="138113" y="608255"/>
                        <a:pt x="138494" y="607493"/>
                        <a:pt x="138494" y="605207"/>
                      </a:cubicBezTo>
                      <a:cubicBezTo>
                        <a:pt x="136207" y="608446"/>
                        <a:pt x="132873" y="610351"/>
                        <a:pt x="131826" y="603969"/>
                      </a:cubicBezTo>
                      <a:cubicBezTo>
                        <a:pt x="132016" y="610636"/>
                        <a:pt x="127826" y="605969"/>
                        <a:pt x="129730" y="600921"/>
                      </a:cubicBezTo>
                      <a:cubicBezTo>
                        <a:pt x="127731" y="601207"/>
                        <a:pt x="128969" y="604255"/>
                        <a:pt x="127731" y="605779"/>
                      </a:cubicBezTo>
                      <a:cubicBezTo>
                        <a:pt x="127635" y="603683"/>
                        <a:pt x="127063" y="603016"/>
                        <a:pt x="127159" y="600159"/>
                      </a:cubicBezTo>
                      <a:cubicBezTo>
                        <a:pt x="130873" y="593777"/>
                        <a:pt x="132778" y="598254"/>
                        <a:pt x="135636" y="603397"/>
                      </a:cubicBezTo>
                      <a:cubicBezTo>
                        <a:pt x="138208" y="599873"/>
                        <a:pt x="138969" y="602159"/>
                        <a:pt x="140589" y="600349"/>
                      </a:cubicBezTo>
                      <a:lnTo>
                        <a:pt x="140494" y="603778"/>
                      </a:lnTo>
                      <a:cubicBezTo>
                        <a:pt x="140875" y="600635"/>
                        <a:pt x="144684" y="602159"/>
                        <a:pt x="143637" y="598730"/>
                      </a:cubicBezTo>
                      <a:cubicBezTo>
                        <a:pt x="142684" y="601683"/>
                        <a:pt x="140398" y="599873"/>
                        <a:pt x="140303" y="597016"/>
                      </a:cubicBezTo>
                      <a:cubicBezTo>
                        <a:pt x="142684" y="595873"/>
                        <a:pt x="143827" y="598349"/>
                        <a:pt x="146304" y="597206"/>
                      </a:cubicBezTo>
                      <a:cubicBezTo>
                        <a:pt x="145638" y="601016"/>
                        <a:pt x="146304" y="600445"/>
                        <a:pt x="146876" y="602826"/>
                      </a:cubicBezTo>
                      <a:cubicBezTo>
                        <a:pt x="146970" y="596158"/>
                        <a:pt x="149447" y="597968"/>
                        <a:pt x="148780" y="601397"/>
                      </a:cubicBezTo>
                      <a:cubicBezTo>
                        <a:pt x="152114" y="599968"/>
                        <a:pt x="155638" y="604731"/>
                        <a:pt x="159639" y="600730"/>
                      </a:cubicBezTo>
                      <a:cubicBezTo>
                        <a:pt x="160210" y="605112"/>
                        <a:pt x="162401" y="605112"/>
                        <a:pt x="163734" y="602350"/>
                      </a:cubicBezTo>
                      <a:cubicBezTo>
                        <a:pt x="163734" y="603969"/>
                        <a:pt x="163449" y="604921"/>
                        <a:pt x="163259" y="605779"/>
                      </a:cubicBezTo>
                      <a:cubicBezTo>
                        <a:pt x="164782" y="604350"/>
                        <a:pt x="165068" y="606731"/>
                        <a:pt x="165449" y="608827"/>
                      </a:cubicBezTo>
                      <a:cubicBezTo>
                        <a:pt x="166974" y="605588"/>
                        <a:pt x="164116" y="604921"/>
                        <a:pt x="165259" y="603207"/>
                      </a:cubicBezTo>
                      <a:cubicBezTo>
                        <a:pt x="166211" y="604255"/>
                        <a:pt x="167544" y="604255"/>
                        <a:pt x="167735" y="607303"/>
                      </a:cubicBezTo>
                      <a:cubicBezTo>
                        <a:pt x="170307" y="607303"/>
                        <a:pt x="176213" y="603588"/>
                        <a:pt x="178212" y="607874"/>
                      </a:cubicBezTo>
                      <a:cubicBezTo>
                        <a:pt x="180594" y="603969"/>
                        <a:pt x="193263" y="602445"/>
                        <a:pt x="188214" y="609589"/>
                      </a:cubicBezTo>
                      <a:cubicBezTo>
                        <a:pt x="190786" y="610351"/>
                        <a:pt x="194024" y="608255"/>
                        <a:pt x="195738" y="608350"/>
                      </a:cubicBezTo>
                      <a:cubicBezTo>
                        <a:pt x="193929" y="609017"/>
                        <a:pt x="196405" y="608922"/>
                        <a:pt x="195644" y="612922"/>
                      </a:cubicBezTo>
                      <a:cubicBezTo>
                        <a:pt x="196787" y="611779"/>
                        <a:pt x="196976" y="611208"/>
                        <a:pt x="197453" y="613780"/>
                      </a:cubicBezTo>
                      <a:cubicBezTo>
                        <a:pt x="197739" y="608446"/>
                        <a:pt x="199930" y="615304"/>
                        <a:pt x="200882" y="610922"/>
                      </a:cubicBezTo>
                      <a:cubicBezTo>
                        <a:pt x="200691" y="610922"/>
                        <a:pt x="200501" y="610065"/>
                        <a:pt x="200882" y="609779"/>
                      </a:cubicBezTo>
                      <a:cubicBezTo>
                        <a:pt x="200977" y="612827"/>
                        <a:pt x="201073" y="612541"/>
                        <a:pt x="201454" y="616542"/>
                      </a:cubicBezTo>
                      <a:cubicBezTo>
                        <a:pt x="200406" y="619590"/>
                        <a:pt x="200216" y="617399"/>
                        <a:pt x="198787" y="619209"/>
                      </a:cubicBezTo>
                      <a:cubicBezTo>
                        <a:pt x="199358" y="623114"/>
                        <a:pt x="198405" y="623019"/>
                        <a:pt x="197834" y="626162"/>
                      </a:cubicBezTo>
                      <a:cubicBezTo>
                        <a:pt x="202788" y="623686"/>
                        <a:pt x="201930" y="625305"/>
                        <a:pt x="206026" y="627115"/>
                      </a:cubicBezTo>
                      <a:cubicBezTo>
                        <a:pt x="206407" y="622924"/>
                        <a:pt x="204311" y="625972"/>
                        <a:pt x="204215" y="622828"/>
                      </a:cubicBezTo>
                      <a:lnTo>
                        <a:pt x="206121" y="622543"/>
                      </a:lnTo>
                      <a:cubicBezTo>
                        <a:pt x="206121" y="620447"/>
                        <a:pt x="205930" y="618733"/>
                        <a:pt x="205454" y="618066"/>
                      </a:cubicBezTo>
                      <a:cubicBezTo>
                        <a:pt x="205454" y="622257"/>
                        <a:pt x="204311" y="617494"/>
                        <a:pt x="203835" y="621781"/>
                      </a:cubicBezTo>
                      <a:cubicBezTo>
                        <a:pt x="203263" y="620924"/>
                        <a:pt x="202406" y="621114"/>
                        <a:pt x="202788" y="617399"/>
                      </a:cubicBezTo>
                      <a:cubicBezTo>
                        <a:pt x="203454" y="617018"/>
                        <a:pt x="204597" y="618257"/>
                        <a:pt x="204311" y="614923"/>
                      </a:cubicBezTo>
                      <a:cubicBezTo>
                        <a:pt x="203359" y="615970"/>
                        <a:pt x="202502" y="616923"/>
                        <a:pt x="202120" y="614161"/>
                      </a:cubicBezTo>
                      <a:cubicBezTo>
                        <a:pt x="204311" y="609874"/>
                        <a:pt x="208978" y="614923"/>
                        <a:pt x="211931" y="610255"/>
                      </a:cubicBezTo>
                      <a:cubicBezTo>
                        <a:pt x="212979" y="613970"/>
                        <a:pt x="219837" y="615113"/>
                        <a:pt x="219837" y="608922"/>
                      </a:cubicBezTo>
                      <a:cubicBezTo>
                        <a:pt x="220504" y="611494"/>
                        <a:pt x="220313" y="610732"/>
                        <a:pt x="220789" y="614446"/>
                      </a:cubicBezTo>
                      <a:cubicBezTo>
                        <a:pt x="219551" y="615780"/>
                        <a:pt x="216789" y="612637"/>
                        <a:pt x="216598" y="617399"/>
                      </a:cubicBezTo>
                      <a:cubicBezTo>
                        <a:pt x="218313" y="616351"/>
                        <a:pt x="220884" y="614637"/>
                        <a:pt x="219170" y="620352"/>
                      </a:cubicBezTo>
                      <a:cubicBezTo>
                        <a:pt x="220218" y="620352"/>
                        <a:pt x="220123" y="616828"/>
                        <a:pt x="221170" y="616637"/>
                      </a:cubicBezTo>
                      <a:lnTo>
                        <a:pt x="221075" y="621209"/>
                      </a:lnTo>
                      <a:cubicBezTo>
                        <a:pt x="220218" y="621209"/>
                        <a:pt x="217455" y="621209"/>
                        <a:pt x="218789" y="623876"/>
                      </a:cubicBezTo>
                      <a:cubicBezTo>
                        <a:pt x="219551" y="620542"/>
                        <a:pt x="221170" y="623686"/>
                        <a:pt x="221742" y="624543"/>
                      </a:cubicBezTo>
                      <a:cubicBezTo>
                        <a:pt x="222409" y="622162"/>
                        <a:pt x="226600" y="620733"/>
                        <a:pt x="226885" y="627019"/>
                      </a:cubicBezTo>
                      <a:cubicBezTo>
                        <a:pt x="226790" y="628353"/>
                        <a:pt x="226409" y="628829"/>
                        <a:pt x="226123" y="629401"/>
                      </a:cubicBezTo>
                      <a:cubicBezTo>
                        <a:pt x="224885" y="629305"/>
                        <a:pt x="223170" y="626257"/>
                        <a:pt x="222695" y="629972"/>
                      </a:cubicBezTo>
                      <a:cubicBezTo>
                        <a:pt x="222218" y="628543"/>
                        <a:pt x="222313" y="625876"/>
                        <a:pt x="222790" y="624257"/>
                      </a:cubicBezTo>
                      <a:cubicBezTo>
                        <a:pt x="220980" y="624067"/>
                        <a:pt x="222504" y="627686"/>
                        <a:pt x="221552" y="629020"/>
                      </a:cubicBezTo>
                      <a:cubicBezTo>
                        <a:pt x="221075" y="626734"/>
                        <a:pt x="220504" y="624448"/>
                        <a:pt x="219741" y="628162"/>
                      </a:cubicBezTo>
                      <a:cubicBezTo>
                        <a:pt x="220599" y="631591"/>
                        <a:pt x="227171" y="634163"/>
                        <a:pt x="229457" y="629877"/>
                      </a:cubicBezTo>
                      <a:cubicBezTo>
                        <a:pt x="230886" y="634354"/>
                        <a:pt x="235839" y="625972"/>
                        <a:pt x="236030" y="637783"/>
                      </a:cubicBezTo>
                      <a:cubicBezTo>
                        <a:pt x="237077" y="636544"/>
                        <a:pt x="238982" y="636830"/>
                        <a:pt x="239363" y="640640"/>
                      </a:cubicBezTo>
                      <a:cubicBezTo>
                        <a:pt x="240506" y="641307"/>
                        <a:pt x="240125" y="637402"/>
                        <a:pt x="241268" y="638068"/>
                      </a:cubicBezTo>
                      <a:cubicBezTo>
                        <a:pt x="243363" y="640259"/>
                        <a:pt x="242792" y="644736"/>
                        <a:pt x="243649" y="651308"/>
                      </a:cubicBezTo>
                      <a:cubicBezTo>
                        <a:pt x="243744" y="645022"/>
                        <a:pt x="246793" y="645688"/>
                        <a:pt x="247841" y="648260"/>
                      </a:cubicBezTo>
                      <a:cubicBezTo>
                        <a:pt x="247841" y="649784"/>
                        <a:pt x="247173" y="649403"/>
                        <a:pt x="247078" y="650641"/>
                      </a:cubicBezTo>
                      <a:cubicBezTo>
                        <a:pt x="248316" y="654261"/>
                        <a:pt x="249174" y="644450"/>
                        <a:pt x="250127" y="650165"/>
                      </a:cubicBezTo>
                      <a:cubicBezTo>
                        <a:pt x="250793" y="653689"/>
                        <a:pt x="247936" y="652165"/>
                        <a:pt x="249270" y="653689"/>
                      </a:cubicBezTo>
                      <a:cubicBezTo>
                        <a:pt x="250602" y="650832"/>
                        <a:pt x="250984" y="657118"/>
                        <a:pt x="251936" y="652070"/>
                      </a:cubicBezTo>
                      <a:cubicBezTo>
                        <a:pt x="252603" y="652642"/>
                        <a:pt x="252508" y="655404"/>
                        <a:pt x="252983" y="656452"/>
                      </a:cubicBezTo>
                      <a:cubicBezTo>
                        <a:pt x="253937" y="651784"/>
                        <a:pt x="260890" y="651689"/>
                        <a:pt x="259652" y="659881"/>
                      </a:cubicBezTo>
                      <a:cubicBezTo>
                        <a:pt x="266795" y="654928"/>
                        <a:pt x="276416" y="665405"/>
                        <a:pt x="282892" y="664834"/>
                      </a:cubicBezTo>
                      <a:cubicBezTo>
                        <a:pt x="282701" y="667024"/>
                        <a:pt x="282701" y="669787"/>
                        <a:pt x="281654" y="669596"/>
                      </a:cubicBezTo>
                      <a:cubicBezTo>
                        <a:pt x="281558" y="668072"/>
                        <a:pt x="281178" y="664453"/>
                        <a:pt x="280131" y="668739"/>
                      </a:cubicBezTo>
                      <a:cubicBezTo>
                        <a:pt x="280797" y="668453"/>
                        <a:pt x="280988" y="669691"/>
                        <a:pt x="280797" y="671978"/>
                      </a:cubicBezTo>
                      <a:cubicBezTo>
                        <a:pt x="279559" y="673501"/>
                        <a:pt x="278511" y="668929"/>
                        <a:pt x="277749" y="672549"/>
                      </a:cubicBezTo>
                      <a:cubicBezTo>
                        <a:pt x="278892" y="672835"/>
                        <a:pt x="281369" y="673978"/>
                        <a:pt x="282226" y="673978"/>
                      </a:cubicBezTo>
                      <a:cubicBezTo>
                        <a:pt x="282512" y="672835"/>
                        <a:pt x="282416" y="668739"/>
                        <a:pt x="283464" y="666929"/>
                      </a:cubicBezTo>
                      <a:cubicBezTo>
                        <a:pt x="282701" y="675311"/>
                        <a:pt x="284988" y="667596"/>
                        <a:pt x="285655" y="671120"/>
                      </a:cubicBezTo>
                      <a:cubicBezTo>
                        <a:pt x="284512" y="672930"/>
                        <a:pt x="285273" y="677883"/>
                        <a:pt x="285941" y="675597"/>
                      </a:cubicBezTo>
                      <a:cubicBezTo>
                        <a:pt x="284988" y="675597"/>
                        <a:pt x="285941" y="671882"/>
                        <a:pt x="286321" y="672073"/>
                      </a:cubicBezTo>
                      <a:cubicBezTo>
                        <a:pt x="287845" y="673120"/>
                        <a:pt x="287941" y="684074"/>
                        <a:pt x="289274" y="679502"/>
                      </a:cubicBezTo>
                      <a:cubicBezTo>
                        <a:pt x="289465" y="676740"/>
                        <a:pt x="287559" y="680455"/>
                        <a:pt x="288131" y="676264"/>
                      </a:cubicBezTo>
                      <a:cubicBezTo>
                        <a:pt x="288607" y="671596"/>
                        <a:pt x="290417" y="676549"/>
                        <a:pt x="291560" y="676740"/>
                      </a:cubicBezTo>
                      <a:cubicBezTo>
                        <a:pt x="292226" y="669882"/>
                        <a:pt x="294132" y="667596"/>
                        <a:pt x="296227" y="669120"/>
                      </a:cubicBezTo>
                      <a:cubicBezTo>
                        <a:pt x="294608" y="669596"/>
                        <a:pt x="295561" y="671215"/>
                        <a:pt x="295370" y="674930"/>
                      </a:cubicBezTo>
                      <a:cubicBezTo>
                        <a:pt x="297656" y="674835"/>
                        <a:pt x="299370" y="673406"/>
                        <a:pt x="301371" y="677216"/>
                      </a:cubicBezTo>
                      <a:cubicBezTo>
                        <a:pt x="300608" y="677597"/>
                        <a:pt x="297656" y="677121"/>
                        <a:pt x="298704" y="678836"/>
                      </a:cubicBezTo>
                      <a:cubicBezTo>
                        <a:pt x="300799" y="677216"/>
                        <a:pt x="300799" y="681788"/>
                        <a:pt x="299751" y="684360"/>
                      </a:cubicBezTo>
                      <a:cubicBezTo>
                        <a:pt x="301562" y="681883"/>
                        <a:pt x="301562" y="686455"/>
                        <a:pt x="303180" y="682645"/>
                      </a:cubicBezTo>
                      <a:cubicBezTo>
                        <a:pt x="303180" y="684074"/>
                        <a:pt x="303657" y="684169"/>
                        <a:pt x="303562" y="685979"/>
                      </a:cubicBezTo>
                      <a:cubicBezTo>
                        <a:pt x="303466" y="687979"/>
                        <a:pt x="302894" y="688646"/>
                        <a:pt x="302037" y="688551"/>
                      </a:cubicBezTo>
                      <a:cubicBezTo>
                        <a:pt x="303180" y="693313"/>
                        <a:pt x="303657" y="693790"/>
                        <a:pt x="304991" y="697124"/>
                      </a:cubicBezTo>
                      <a:cubicBezTo>
                        <a:pt x="305562" y="694171"/>
                        <a:pt x="303562" y="693790"/>
                        <a:pt x="304705" y="692647"/>
                      </a:cubicBezTo>
                      <a:cubicBezTo>
                        <a:pt x="306229" y="693694"/>
                        <a:pt x="306229" y="689980"/>
                        <a:pt x="307372" y="689884"/>
                      </a:cubicBezTo>
                      <a:cubicBezTo>
                        <a:pt x="307086" y="695314"/>
                        <a:pt x="309276" y="692932"/>
                        <a:pt x="309944" y="695123"/>
                      </a:cubicBezTo>
                      <a:cubicBezTo>
                        <a:pt x="308229" y="700267"/>
                        <a:pt x="306705" y="691123"/>
                        <a:pt x="305752" y="697028"/>
                      </a:cubicBezTo>
                      <a:cubicBezTo>
                        <a:pt x="306800" y="696838"/>
                        <a:pt x="308038" y="698362"/>
                        <a:pt x="307563" y="702362"/>
                      </a:cubicBezTo>
                      <a:cubicBezTo>
                        <a:pt x="306609" y="703219"/>
                        <a:pt x="304800" y="701410"/>
                        <a:pt x="304514" y="704077"/>
                      </a:cubicBezTo>
                      <a:cubicBezTo>
                        <a:pt x="306324" y="705886"/>
                        <a:pt x="307943" y="703600"/>
                        <a:pt x="308229" y="711411"/>
                      </a:cubicBezTo>
                      <a:cubicBezTo>
                        <a:pt x="308895" y="706363"/>
                        <a:pt x="311276" y="711125"/>
                        <a:pt x="312801" y="707220"/>
                      </a:cubicBezTo>
                      <a:cubicBezTo>
                        <a:pt x="313468" y="709411"/>
                        <a:pt x="312515" y="709506"/>
                        <a:pt x="313182" y="711697"/>
                      </a:cubicBezTo>
                      <a:cubicBezTo>
                        <a:pt x="314420" y="709601"/>
                        <a:pt x="314706" y="715602"/>
                        <a:pt x="315087" y="712459"/>
                      </a:cubicBezTo>
                      <a:cubicBezTo>
                        <a:pt x="314134" y="712459"/>
                        <a:pt x="315087" y="708744"/>
                        <a:pt x="315468" y="708934"/>
                      </a:cubicBezTo>
                      <a:cubicBezTo>
                        <a:pt x="315468" y="711792"/>
                        <a:pt x="316706" y="710935"/>
                        <a:pt x="317754" y="710839"/>
                      </a:cubicBezTo>
                      <a:cubicBezTo>
                        <a:pt x="317468" y="714364"/>
                        <a:pt x="318420" y="714078"/>
                        <a:pt x="318040" y="717602"/>
                      </a:cubicBezTo>
                      <a:cubicBezTo>
                        <a:pt x="321944" y="713602"/>
                        <a:pt x="324326" y="722174"/>
                        <a:pt x="327851" y="720364"/>
                      </a:cubicBezTo>
                      <a:cubicBezTo>
                        <a:pt x="328040" y="721984"/>
                        <a:pt x="327374" y="726365"/>
                        <a:pt x="328231" y="725984"/>
                      </a:cubicBezTo>
                      <a:cubicBezTo>
                        <a:pt x="328994" y="722555"/>
                        <a:pt x="330137" y="721412"/>
                        <a:pt x="331280" y="723127"/>
                      </a:cubicBezTo>
                      <a:cubicBezTo>
                        <a:pt x="331280" y="724651"/>
                        <a:pt x="330612" y="724270"/>
                        <a:pt x="330517" y="725508"/>
                      </a:cubicBezTo>
                      <a:cubicBezTo>
                        <a:pt x="332137" y="727889"/>
                        <a:pt x="337851" y="724555"/>
                        <a:pt x="335852" y="732461"/>
                      </a:cubicBezTo>
                      <a:cubicBezTo>
                        <a:pt x="337281" y="728842"/>
                        <a:pt x="340709" y="726079"/>
                        <a:pt x="340423" y="732747"/>
                      </a:cubicBezTo>
                      <a:cubicBezTo>
                        <a:pt x="341662" y="731794"/>
                        <a:pt x="340709" y="727508"/>
                        <a:pt x="341185" y="726937"/>
                      </a:cubicBezTo>
                      <a:cubicBezTo>
                        <a:pt x="344995" y="736557"/>
                        <a:pt x="349567" y="728175"/>
                        <a:pt x="353377" y="734938"/>
                      </a:cubicBezTo>
                      <a:cubicBezTo>
                        <a:pt x="353473" y="729794"/>
                        <a:pt x="356901" y="740557"/>
                        <a:pt x="357949" y="732937"/>
                      </a:cubicBezTo>
                      <a:cubicBezTo>
                        <a:pt x="358521" y="733509"/>
                        <a:pt x="358901" y="734557"/>
                        <a:pt x="359092" y="736176"/>
                      </a:cubicBezTo>
                      <a:cubicBezTo>
                        <a:pt x="353854" y="740938"/>
                        <a:pt x="351377" y="739986"/>
                        <a:pt x="346520" y="739700"/>
                      </a:cubicBezTo>
                      <a:cubicBezTo>
                        <a:pt x="346234" y="745891"/>
                        <a:pt x="348424" y="744367"/>
                        <a:pt x="348424" y="749606"/>
                      </a:cubicBezTo>
                      <a:cubicBezTo>
                        <a:pt x="339757" y="758274"/>
                        <a:pt x="332137" y="762846"/>
                        <a:pt x="324707" y="755131"/>
                      </a:cubicBezTo>
                      <a:cubicBezTo>
                        <a:pt x="315945" y="758655"/>
                        <a:pt x="306991" y="751797"/>
                        <a:pt x="298609" y="764275"/>
                      </a:cubicBezTo>
                      <a:cubicBezTo>
                        <a:pt x="293560" y="764751"/>
                        <a:pt x="286416" y="767608"/>
                        <a:pt x="280606" y="765227"/>
                      </a:cubicBezTo>
                      <a:cubicBezTo>
                        <a:pt x="282797" y="773895"/>
                        <a:pt x="289370" y="763322"/>
                        <a:pt x="292037" y="771133"/>
                      </a:cubicBezTo>
                      <a:cubicBezTo>
                        <a:pt x="291751" y="773800"/>
                        <a:pt x="291655" y="777038"/>
                        <a:pt x="291179" y="779229"/>
                      </a:cubicBezTo>
                      <a:cubicBezTo>
                        <a:pt x="293465" y="781610"/>
                        <a:pt x="295466" y="784563"/>
                        <a:pt x="296418" y="790849"/>
                      </a:cubicBezTo>
                      <a:cubicBezTo>
                        <a:pt x="300704" y="788849"/>
                        <a:pt x="305181" y="794659"/>
                        <a:pt x="307848" y="801327"/>
                      </a:cubicBezTo>
                      <a:cubicBezTo>
                        <a:pt x="308990" y="801994"/>
                        <a:pt x="308610" y="798088"/>
                        <a:pt x="309753" y="798755"/>
                      </a:cubicBezTo>
                      <a:cubicBezTo>
                        <a:pt x="309563" y="801517"/>
                        <a:pt x="310419" y="801136"/>
                        <a:pt x="310133" y="804375"/>
                      </a:cubicBezTo>
                      <a:cubicBezTo>
                        <a:pt x="311276" y="802470"/>
                        <a:pt x="312801" y="802756"/>
                        <a:pt x="313182" y="806089"/>
                      </a:cubicBezTo>
                      <a:cubicBezTo>
                        <a:pt x="315563" y="801613"/>
                        <a:pt x="315373" y="808471"/>
                        <a:pt x="317849" y="804184"/>
                      </a:cubicBezTo>
                      <a:lnTo>
                        <a:pt x="317849" y="807613"/>
                      </a:lnTo>
                      <a:cubicBezTo>
                        <a:pt x="322135" y="806566"/>
                        <a:pt x="324898" y="815424"/>
                        <a:pt x="328994" y="811328"/>
                      </a:cubicBezTo>
                      <a:cubicBezTo>
                        <a:pt x="328899" y="813519"/>
                        <a:pt x="329374" y="813709"/>
                        <a:pt x="329374" y="815805"/>
                      </a:cubicBezTo>
                      <a:cubicBezTo>
                        <a:pt x="331660" y="816376"/>
                        <a:pt x="332803" y="813709"/>
                        <a:pt x="333566" y="818472"/>
                      </a:cubicBezTo>
                      <a:cubicBezTo>
                        <a:pt x="340137" y="815138"/>
                        <a:pt x="345377" y="825997"/>
                        <a:pt x="352520" y="817234"/>
                      </a:cubicBezTo>
                      <a:cubicBezTo>
                        <a:pt x="352711" y="818853"/>
                        <a:pt x="353091" y="819901"/>
                        <a:pt x="353663" y="820472"/>
                      </a:cubicBezTo>
                      <a:cubicBezTo>
                        <a:pt x="356331" y="816472"/>
                        <a:pt x="361759" y="817424"/>
                        <a:pt x="364522" y="815043"/>
                      </a:cubicBezTo>
                      <a:cubicBezTo>
                        <a:pt x="365093" y="812947"/>
                        <a:pt x="365570" y="810376"/>
                        <a:pt x="366045" y="807899"/>
                      </a:cubicBezTo>
                      <a:cubicBezTo>
                        <a:pt x="367094" y="807709"/>
                        <a:pt x="365093" y="811138"/>
                        <a:pt x="366808" y="809995"/>
                      </a:cubicBezTo>
                      <a:cubicBezTo>
                        <a:pt x="368332" y="808661"/>
                        <a:pt x="365570" y="805994"/>
                        <a:pt x="366808" y="805423"/>
                      </a:cubicBezTo>
                      <a:cubicBezTo>
                        <a:pt x="367094" y="806947"/>
                        <a:pt x="367665" y="807423"/>
                        <a:pt x="368332" y="807423"/>
                      </a:cubicBezTo>
                      <a:cubicBezTo>
                        <a:pt x="368046" y="802565"/>
                        <a:pt x="370141" y="803994"/>
                        <a:pt x="371380" y="803422"/>
                      </a:cubicBezTo>
                      <a:cubicBezTo>
                        <a:pt x="373284" y="795040"/>
                        <a:pt x="377571" y="793326"/>
                        <a:pt x="379476" y="784849"/>
                      </a:cubicBezTo>
                      <a:cubicBezTo>
                        <a:pt x="384715" y="785706"/>
                        <a:pt x="387476" y="776276"/>
                        <a:pt x="390144" y="765703"/>
                      </a:cubicBezTo>
                      <a:cubicBezTo>
                        <a:pt x="390620" y="769132"/>
                        <a:pt x="391573" y="763799"/>
                        <a:pt x="392049" y="766465"/>
                      </a:cubicBezTo>
                      <a:cubicBezTo>
                        <a:pt x="391191" y="762084"/>
                        <a:pt x="390811" y="763322"/>
                        <a:pt x="390906" y="756369"/>
                      </a:cubicBezTo>
                      <a:cubicBezTo>
                        <a:pt x="391382" y="756178"/>
                        <a:pt x="391477" y="754845"/>
                        <a:pt x="392049" y="755036"/>
                      </a:cubicBezTo>
                      <a:cubicBezTo>
                        <a:pt x="392145" y="757131"/>
                        <a:pt x="391573" y="757607"/>
                        <a:pt x="391668" y="759703"/>
                      </a:cubicBezTo>
                      <a:cubicBezTo>
                        <a:pt x="393192" y="755131"/>
                        <a:pt x="393477" y="755036"/>
                        <a:pt x="394715" y="753416"/>
                      </a:cubicBezTo>
                      <a:cubicBezTo>
                        <a:pt x="392430" y="751225"/>
                        <a:pt x="396526" y="746082"/>
                        <a:pt x="397001" y="747225"/>
                      </a:cubicBezTo>
                      <a:cubicBezTo>
                        <a:pt x="396144" y="743796"/>
                        <a:pt x="394240" y="745891"/>
                        <a:pt x="393192" y="747987"/>
                      </a:cubicBezTo>
                      <a:cubicBezTo>
                        <a:pt x="393288" y="746272"/>
                        <a:pt x="393002" y="743796"/>
                        <a:pt x="393573" y="743320"/>
                      </a:cubicBezTo>
                      <a:cubicBezTo>
                        <a:pt x="395954" y="742653"/>
                        <a:pt x="397955" y="745701"/>
                        <a:pt x="400812" y="744177"/>
                      </a:cubicBezTo>
                      <a:cubicBezTo>
                        <a:pt x="401574" y="741415"/>
                        <a:pt x="400050" y="737986"/>
                        <a:pt x="402336" y="738176"/>
                      </a:cubicBezTo>
                      <a:cubicBezTo>
                        <a:pt x="402145" y="742748"/>
                        <a:pt x="403956" y="743415"/>
                        <a:pt x="402336" y="746177"/>
                      </a:cubicBezTo>
                      <a:cubicBezTo>
                        <a:pt x="404051" y="747225"/>
                        <a:pt x="403860" y="742748"/>
                        <a:pt x="405383" y="743320"/>
                      </a:cubicBezTo>
                      <a:lnTo>
                        <a:pt x="405383" y="746749"/>
                      </a:lnTo>
                      <a:cubicBezTo>
                        <a:pt x="406526" y="747415"/>
                        <a:pt x="406146" y="743510"/>
                        <a:pt x="407289" y="744082"/>
                      </a:cubicBezTo>
                      <a:cubicBezTo>
                        <a:pt x="408908" y="747225"/>
                        <a:pt x="410527" y="750463"/>
                        <a:pt x="411956" y="754559"/>
                      </a:cubicBezTo>
                      <a:cubicBezTo>
                        <a:pt x="409956" y="752845"/>
                        <a:pt x="407860" y="757988"/>
                        <a:pt x="406622" y="753321"/>
                      </a:cubicBezTo>
                      <a:cubicBezTo>
                        <a:pt x="407480" y="752273"/>
                        <a:pt x="408718" y="752273"/>
                        <a:pt x="408908" y="749416"/>
                      </a:cubicBezTo>
                      <a:cubicBezTo>
                        <a:pt x="407003" y="746558"/>
                        <a:pt x="406432" y="755607"/>
                        <a:pt x="404717" y="750273"/>
                      </a:cubicBezTo>
                      <a:cubicBezTo>
                        <a:pt x="401479" y="756655"/>
                        <a:pt x="398050" y="747320"/>
                        <a:pt x="396335" y="755321"/>
                      </a:cubicBezTo>
                      <a:cubicBezTo>
                        <a:pt x="399478" y="755893"/>
                        <a:pt x="402145" y="768847"/>
                        <a:pt x="403288" y="760846"/>
                      </a:cubicBezTo>
                      <a:cubicBezTo>
                        <a:pt x="403098" y="763417"/>
                        <a:pt x="401193" y="762370"/>
                        <a:pt x="401384" y="760084"/>
                      </a:cubicBezTo>
                      <a:cubicBezTo>
                        <a:pt x="401670" y="758369"/>
                        <a:pt x="401955" y="756369"/>
                        <a:pt x="402907" y="756369"/>
                      </a:cubicBezTo>
                      <a:cubicBezTo>
                        <a:pt x="404240" y="761036"/>
                        <a:pt x="404336" y="756940"/>
                        <a:pt x="406717" y="756750"/>
                      </a:cubicBezTo>
                      <a:cubicBezTo>
                        <a:pt x="405574" y="760179"/>
                        <a:pt x="408718" y="760465"/>
                        <a:pt x="406717" y="763608"/>
                      </a:cubicBezTo>
                      <a:cubicBezTo>
                        <a:pt x="407575" y="765608"/>
                        <a:pt x="410146" y="759798"/>
                        <a:pt x="410146" y="766370"/>
                      </a:cubicBezTo>
                      <a:cubicBezTo>
                        <a:pt x="409384" y="767228"/>
                        <a:pt x="407575" y="765418"/>
                        <a:pt x="407480" y="768085"/>
                      </a:cubicBezTo>
                      <a:cubicBezTo>
                        <a:pt x="408718" y="768180"/>
                        <a:pt x="405955" y="771895"/>
                        <a:pt x="407480" y="772657"/>
                      </a:cubicBezTo>
                      <a:cubicBezTo>
                        <a:pt x="409384" y="767894"/>
                        <a:pt x="409861" y="776848"/>
                        <a:pt x="411670" y="772942"/>
                      </a:cubicBezTo>
                      <a:cubicBezTo>
                        <a:pt x="411670" y="774371"/>
                        <a:pt x="411195" y="774657"/>
                        <a:pt x="411289" y="776467"/>
                      </a:cubicBezTo>
                      <a:cubicBezTo>
                        <a:pt x="412527" y="774943"/>
                        <a:pt x="412338" y="775705"/>
                        <a:pt x="413195" y="777229"/>
                      </a:cubicBezTo>
                      <a:cubicBezTo>
                        <a:pt x="413576" y="772847"/>
                        <a:pt x="411766" y="775705"/>
                        <a:pt x="412052" y="771704"/>
                      </a:cubicBezTo>
                      <a:cubicBezTo>
                        <a:pt x="416242" y="770561"/>
                        <a:pt x="417385" y="768656"/>
                        <a:pt x="419386" y="775990"/>
                      </a:cubicBezTo>
                      <a:cubicBezTo>
                        <a:pt x="418909" y="776276"/>
                        <a:pt x="418338" y="775990"/>
                        <a:pt x="418243" y="777324"/>
                      </a:cubicBezTo>
                      <a:cubicBezTo>
                        <a:pt x="418719" y="777705"/>
                        <a:pt x="419005" y="778657"/>
                        <a:pt x="419005" y="780562"/>
                      </a:cubicBezTo>
                      <a:cubicBezTo>
                        <a:pt x="420814" y="781039"/>
                        <a:pt x="421481" y="778467"/>
                        <a:pt x="422434" y="776467"/>
                      </a:cubicBezTo>
                      <a:cubicBezTo>
                        <a:pt x="427196" y="780562"/>
                        <a:pt x="433388" y="787897"/>
                        <a:pt x="440531" y="783229"/>
                      </a:cubicBezTo>
                      <a:cubicBezTo>
                        <a:pt x="440531" y="785515"/>
                        <a:pt x="439484" y="784849"/>
                        <a:pt x="439770" y="787897"/>
                      </a:cubicBezTo>
                      <a:cubicBezTo>
                        <a:pt x="441674" y="786754"/>
                        <a:pt x="443199" y="781420"/>
                        <a:pt x="441579" y="777229"/>
                      </a:cubicBezTo>
                      <a:cubicBezTo>
                        <a:pt x="442531" y="776562"/>
                        <a:pt x="442436" y="779134"/>
                        <a:pt x="443483" y="777991"/>
                      </a:cubicBezTo>
                      <a:lnTo>
                        <a:pt x="443388" y="771133"/>
                      </a:lnTo>
                      <a:cubicBezTo>
                        <a:pt x="445103" y="771323"/>
                        <a:pt x="445769" y="768751"/>
                        <a:pt x="446055" y="764941"/>
                      </a:cubicBezTo>
                      <a:cubicBezTo>
                        <a:pt x="445294" y="762846"/>
                        <a:pt x="445960" y="755702"/>
                        <a:pt x="444817" y="754940"/>
                      </a:cubicBezTo>
                      <a:cubicBezTo>
                        <a:pt x="443769" y="758560"/>
                        <a:pt x="443103" y="758560"/>
                        <a:pt x="441770" y="756655"/>
                      </a:cubicBezTo>
                      <a:cubicBezTo>
                        <a:pt x="441674" y="759798"/>
                        <a:pt x="442436" y="765037"/>
                        <a:pt x="440722" y="763703"/>
                      </a:cubicBezTo>
                      <a:cubicBezTo>
                        <a:pt x="441770" y="757417"/>
                        <a:pt x="441007" y="759607"/>
                        <a:pt x="439484" y="758274"/>
                      </a:cubicBezTo>
                      <a:cubicBezTo>
                        <a:pt x="439770" y="753130"/>
                        <a:pt x="441865" y="750178"/>
                        <a:pt x="443294" y="754083"/>
                      </a:cubicBezTo>
                      <a:lnTo>
                        <a:pt x="443294" y="749511"/>
                      </a:lnTo>
                      <a:cubicBezTo>
                        <a:pt x="441007" y="750178"/>
                        <a:pt x="439959" y="750940"/>
                        <a:pt x="438341" y="755036"/>
                      </a:cubicBezTo>
                      <a:cubicBezTo>
                        <a:pt x="438626" y="752083"/>
                        <a:pt x="439674" y="751130"/>
                        <a:pt x="440245" y="748939"/>
                      </a:cubicBezTo>
                      <a:cubicBezTo>
                        <a:pt x="436626" y="747511"/>
                        <a:pt x="426815" y="751987"/>
                        <a:pt x="427482" y="736557"/>
                      </a:cubicBezTo>
                      <a:cubicBezTo>
                        <a:pt x="425958" y="734557"/>
                        <a:pt x="424244" y="732557"/>
                        <a:pt x="422148" y="735319"/>
                      </a:cubicBezTo>
                      <a:cubicBezTo>
                        <a:pt x="421863" y="739033"/>
                        <a:pt x="423195" y="737509"/>
                        <a:pt x="423290" y="739700"/>
                      </a:cubicBezTo>
                      <a:cubicBezTo>
                        <a:pt x="421577" y="742272"/>
                        <a:pt x="420148" y="741319"/>
                        <a:pt x="419481" y="735890"/>
                      </a:cubicBezTo>
                      <a:cubicBezTo>
                        <a:pt x="419576" y="740176"/>
                        <a:pt x="417100" y="740748"/>
                        <a:pt x="416814" y="737509"/>
                      </a:cubicBezTo>
                      <a:cubicBezTo>
                        <a:pt x="416528" y="741700"/>
                        <a:pt x="414719" y="742177"/>
                        <a:pt x="414147" y="739129"/>
                      </a:cubicBezTo>
                      <a:cubicBezTo>
                        <a:pt x="414433" y="738843"/>
                        <a:pt x="414624" y="738081"/>
                        <a:pt x="414528" y="736747"/>
                      </a:cubicBezTo>
                      <a:cubicBezTo>
                        <a:pt x="415099" y="736462"/>
                        <a:pt x="415957" y="736843"/>
                        <a:pt x="416051" y="735319"/>
                      </a:cubicBezTo>
                      <a:cubicBezTo>
                        <a:pt x="414908" y="734557"/>
                        <a:pt x="414624" y="733795"/>
                        <a:pt x="414528" y="732175"/>
                      </a:cubicBezTo>
                      <a:cubicBezTo>
                        <a:pt x="413861" y="733890"/>
                        <a:pt x="413195" y="732366"/>
                        <a:pt x="412623" y="735986"/>
                      </a:cubicBezTo>
                      <a:cubicBezTo>
                        <a:pt x="413290" y="736557"/>
                        <a:pt x="414147" y="732366"/>
                        <a:pt x="414528" y="735604"/>
                      </a:cubicBezTo>
                      <a:cubicBezTo>
                        <a:pt x="413861" y="737986"/>
                        <a:pt x="413576" y="741129"/>
                        <a:pt x="412242" y="741796"/>
                      </a:cubicBezTo>
                      <a:cubicBezTo>
                        <a:pt x="410051" y="733795"/>
                        <a:pt x="411480" y="730842"/>
                        <a:pt x="415957" y="727413"/>
                      </a:cubicBezTo>
                      <a:cubicBezTo>
                        <a:pt x="416814" y="730461"/>
                        <a:pt x="417385" y="731985"/>
                        <a:pt x="419005" y="730270"/>
                      </a:cubicBezTo>
                      <a:cubicBezTo>
                        <a:pt x="419481" y="727318"/>
                        <a:pt x="417862" y="725794"/>
                        <a:pt x="419005" y="724555"/>
                      </a:cubicBezTo>
                      <a:cubicBezTo>
                        <a:pt x="420148" y="724079"/>
                        <a:pt x="420338" y="728556"/>
                        <a:pt x="421291" y="725222"/>
                      </a:cubicBezTo>
                      <a:cubicBezTo>
                        <a:pt x="421863" y="720745"/>
                        <a:pt x="419576" y="725317"/>
                        <a:pt x="420148" y="720841"/>
                      </a:cubicBezTo>
                      <a:cubicBezTo>
                        <a:pt x="421481" y="715411"/>
                        <a:pt x="422910" y="720174"/>
                        <a:pt x="424719" y="716554"/>
                      </a:cubicBezTo>
                      <a:cubicBezTo>
                        <a:pt x="424815" y="717888"/>
                        <a:pt x="424719" y="719793"/>
                        <a:pt x="425101" y="719888"/>
                      </a:cubicBezTo>
                      <a:cubicBezTo>
                        <a:pt x="427101" y="715411"/>
                        <a:pt x="429387" y="717793"/>
                        <a:pt x="433101" y="716078"/>
                      </a:cubicBezTo>
                      <a:cubicBezTo>
                        <a:pt x="432815" y="719793"/>
                        <a:pt x="434340" y="717412"/>
                        <a:pt x="434244" y="720364"/>
                      </a:cubicBezTo>
                      <a:cubicBezTo>
                        <a:pt x="436340" y="716936"/>
                        <a:pt x="438721" y="719126"/>
                        <a:pt x="439579" y="718174"/>
                      </a:cubicBezTo>
                      <a:cubicBezTo>
                        <a:pt x="436435" y="724555"/>
                        <a:pt x="431577" y="724651"/>
                        <a:pt x="428911" y="720269"/>
                      </a:cubicBezTo>
                      <a:cubicBezTo>
                        <a:pt x="429673" y="724365"/>
                        <a:pt x="431863" y="723793"/>
                        <a:pt x="432815" y="727508"/>
                      </a:cubicBezTo>
                      <a:cubicBezTo>
                        <a:pt x="433958" y="728175"/>
                        <a:pt x="433483" y="724270"/>
                        <a:pt x="434721" y="724841"/>
                      </a:cubicBezTo>
                      <a:cubicBezTo>
                        <a:pt x="435387" y="728556"/>
                        <a:pt x="436435" y="730175"/>
                        <a:pt x="434816" y="732842"/>
                      </a:cubicBezTo>
                      <a:cubicBezTo>
                        <a:pt x="436340" y="732461"/>
                        <a:pt x="436626" y="732937"/>
                        <a:pt x="437864" y="727699"/>
                      </a:cubicBezTo>
                      <a:cubicBezTo>
                        <a:pt x="437102" y="726746"/>
                        <a:pt x="436626" y="731318"/>
                        <a:pt x="436340" y="727984"/>
                      </a:cubicBezTo>
                      <a:cubicBezTo>
                        <a:pt x="436912" y="722936"/>
                        <a:pt x="439007" y="728080"/>
                        <a:pt x="440150" y="728365"/>
                      </a:cubicBezTo>
                      <a:cubicBezTo>
                        <a:pt x="440055" y="724841"/>
                        <a:pt x="438531" y="725984"/>
                        <a:pt x="438150" y="723032"/>
                      </a:cubicBezTo>
                      <a:cubicBezTo>
                        <a:pt x="439770" y="723698"/>
                        <a:pt x="439770" y="723222"/>
                        <a:pt x="441579" y="722365"/>
                      </a:cubicBezTo>
                      <a:cubicBezTo>
                        <a:pt x="441579" y="720364"/>
                        <a:pt x="441484" y="718840"/>
                        <a:pt x="441198" y="717888"/>
                      </a:cubicBezTo>
                      <a:cubicBezTo>
                        <a:pt x="443579" y="713983"/>
                        <a:pt x="447008" y="716459"/>
                        <a:pt x="447961" y="710839"/>
                      </a:cubicBezTo>
                      <a:cubicBezTo>
                        <a:pt x="447580" y="708268"/>
                        <a:pt x="446437" y="707982"/>
                        <a:pt x="445960" y="705505"/>
                      </a:cubicBezTo>
                      <a:cubicBezTo>
                        <a:pt x="447866" y="704648"/>
                        <a:pt x="450152" y="711697"/>
                        <a:pt x="452151" y="711125"/>
                      </a:cubicBezTo>
                      <a:cubicBezTo>
                        <a:pt x="451581" y="713030"/>
                        <a:pt x="450247" y="712554"/>
                        <a:pt x="449104" y="712840"/>
                      </a:cubicBezTo>
                      <a:cubicBezTo>
                        <a:pt x="450342" y="718936"/>
                        <a:pt x="451676" y="714268"/>
                        <a:pt x="452533" y="712173"/>
                      </a:cubicBezTo>
                      <a:cubicBezTo>
                        <a:pt x="453199" y="713983"/>
                        <a:pt x="453104" y="718840"/>
                        <a:pt x="453294" y="716554"/>
                      </a:cubicBezTo>
                      <a:cubicBezTo>
                        <a:pt x="454628" y="716174"/>
                        <a:pt x="452438" y="712935"/>
                        <a:pt x="453676" y="713030"/>
                      </a:cubicBezTo>
                      <a:lnTo>
                        <a:pt x="454437" y="712935"/>
                      </a:lnTo>
                      <a:cubicBezTo>
                        <a:pt x="454057" y="714268"/>
                        <a:pt x="454342" y="718174"/>
                        <a:pt x="454914" y="719698"/>
                      </a:cubicBezTo>
                      <a:cubicBezTo>
                        <a:pt x="455009" y="717316"/>
                        <a:pt x="455962" y="717221"/>
                        <a:pt x="455962" y="714935"/>
                      </a:cubicBezTo>
                      <a:cubicBezTo>
                        <a:pt x="455009" y="715316"/>
                        <a:pt x="454819" y="717316"/>
                        <a:pt x="454437" y="714078"/>
                      </a:cubicBezTo>
                      <a:cubicBezTo>
                        <a:pt x="456057" y="712078"/>
                        <a:pt x="456819" y="714459"/>
                        <a:pt x="458629" y="710935"/>
                      </a:cubicBezTo>
                      <a:cubicBezTo>
                        <a:pt x="458534" y="715030"/>
                        <a:pt x="460438" y="718269"/>
                        <a:pt x="461390" y="714935"/>
                      </a:cubicBezTo>
                      <a:cubicBezTo>
                        <a:pt x="460438" y="715316"/>
                        <a:pt x="459581" y="715507"/>
                        <a:pt x="459486" y="713030"/>
                      </a:cubicBezTo>
                      <a:cubicBezTo>
                        <a:pt x="461010" y="713792"/>
                        <a:pt x="463010" y="709315"/>
                        <a:pt x="464344" y="706267"/>
                      </a:cubicBezTo>
                      <a:cubicBezTo>
                        <a:pt x="464439" y="701981"/>
                        <a:pt x="463487" y="701219"/>
                        <a:pt x="462724" y="699790"/>
                      </a:cubicBezTo>
                      <a:cubicBezTo>
                        <a:pt x="462629" y="703410"/>
                        <a:pt x="464058" y="702553"/>
                        <a:pt x="463201" y="705410"/>
                      </a:cubicBezTo>
                      <a:cubicBezTo>
                        <a:pt x="461201" y="704362"/>
                        <a:pt x="460057" y="703029"/>
                        <a:pt x="458248" y="707601"/>
                      </a:cubicBezTo>
                      <a:cubicBezTo>
                        <a:pt x="457200" y="705410"/>
                        <a:pt x="457676" y="696266"/>
                        <a:pt x="456628" y="697695"/>
                      </a:cubicBezTo>
                      <a:cubicBezTo>
                        <a:pt x="457391" y="697219"/>
                        <a:pt x="456723" y="692647"/>
                        <a:pt x="457295" y="691789"/>
                      </a:cubicBezTo>
                      <a:cubicBezTo>
                        <a:pt x="456152" y="692551"/>
                        <a:pt x="455866" y="689218"/>
                        <a:pt x="456438" y="687408"/>
                      </a:cubicBezTo>
                      <a:cubicBezTo>
                        <a:pt x="455294" y="688932"/>
                        <a:pt x="455390" y="687313"/>
                        <a:pt x="454533" y="688932"/>
                      </a:cubicBezTo>
                      <a:cubicBezTo>
                        <a:pt x="453866" y="684169"/>
                        <a:pt x="453104" y="679502"/>
                        <a:pt x="451390" y="678169"/>
                      </a:cubicBezTo>
                      <a:cubicBezTo>
                        <a:pt x="451390" y="681026"/>
                        <a:pt x="453104" y="684360"/>
                        <a:pt x="452247" y="685979"/>
                      </a:cubicBezTo>
                      <a:cubicBezTo>
                        <a:pt x="451199" y="686170"/>
                        <a:pt x="451390" y="682550"/>
                        <a:pt x="450342" y="682931"/>
                      </a:cubicBezTo>
                      <a:cubicBezTo>
                        <a:pt x="449866" y="688932"/>
                        <a:pt x="454628" y="688361"/>
                        <a:pt x="453866" y="693694"/>
                      </a:cubicBezTo>
                      <a:cubicBezTo>
                        <a:pt x="452628" y="693885"/>
                        <a:pt x="452342" y="690742"/>
                        <a:pt x="450818" y="691980"/>
                      </a:cubicBezTo>
                      <a:cubicBezTo>
                        <a:pt x="451104" y="687217"/>
                        <a:pt x="448627" y="687408"/>
                        <a:pt x="447675" y="683407"/>
                      </a:cubicBezTo>
                      <a:cubicBezTo>
                        <a:pt x="448341" y="682550"/>
                        <a:pt x="449295" y="686455"/>
                        <a:pt x="449580" y="683026"/>
                      </a:cubicBezTo>
                      <a:cubicBezTo>
                        <a:pt x="448151" y="681312"/>
                        <a:pt x="450342" y="681026"/>
                        <a:pt x="450342" y="679407"/>
                      </a:cubicBezTo>
                      <a:cubicBezTo>
                        <a:pt x="450342" y="678645"/>
                        <a:pt x="449389" y="675787"/>
                        <a:pt x="449961" y="674930"/>
                      </a:cubicBezTo>
                      <a:cubicBezTo>
                        <a:pt x="452724" y="675311"/>
                        <a:pt x="456057" y="670263"/>
                        <a:pt x="457771" y="666453"/>
                      </a:cubicBezTo>
                      <a:cubicBezTo>
                        <a:pt x="456343" y="665500"/>
                        <a:pt x="452247" y="673597"/>
                        <a:pt x="451009" y="670072"/>
                      </a:cubicBezTo>
                      <a:cubicBezTo>
                        <a:pt x="450532" y="670168"/>
                        <a:pt x="450818" y="661309"/>
                        <a:pt x="450913" y="660928"/>
                      </a:cubicBezTo>
                      <a:cubicBezTo>
                        <a:pt x="449961" y="665500"/>
                        <a:pt x="449580" y="658357"/>
                        <a:pt x="448627" y="659119"/>
                      </a:cubicBezTo>
                      <a:cubicBezTo>
                        <a:pt x="448627" y="660928"/>
                        <a:pt x="448723" y="663024"/>
                        <a:pt x="447866" y="662738"/>
                      </a:cubicBezTo>
                      <a:lnTo>
                        <a:pt x="447866" y="658166"/>
                      </a:lnTo>
                      <a:cubicBezTo>
                        <a:pt x="449961" y="656071"/>
                        <a:pt x="451865" y="657690"/>
                        <a:pt x="452724" y="656071"/>
                      </a:cubicBezTo>
                      <a:cubicBezTo>
                        <a:pt x="452342" y="655880"/>
                        <a:pt x="452151" y="654928"/>
                        <a:pt x="451961" y="653975"/>
                      </a:cubicBezTo>
                      <a:cubicBezTo>
                        <a:pt x="453104" y="652546"/>
                        <a:pt x="453199" y="655785"/>
                        <a:pt x="454151" y="651213"/>
                      </a:cubicBezTo>
                      <a:cubicBezTo>
                        <a:pt x="455009" y="661786"/>
                        <a:pt x="459105" y="654070"/>
                        <a:pt x="461106" y="661214"/>
                      </a:cubicBezTo>
                      <a:cubicBezTo>
                        <a:pt x="459391" y="662262"/>
                        <a:pt x="460152" y="667215"/>
                        <a:pt x="460057" y="664834"/>
                      </a:cubicBezTo>
                      <a:cubicBezTo>
                        <a:pt x="460534" y="662548"/>
                        <a:pt x="462915" y="663976"/>
                        <a:pt x="462724" y="667691"/>
                      </a:cubicBezTo>
                      <a:cubicBezTo>
                        <a:pt x="461295" y="669501"/>
                        <a:pt x="461772" y="664548"/>
                        <a:pt x="460820" y="664643"/>
                      </a:cubicBezTo>
                      <a:cubicBezTo>
                        <a:pt x="460915" y="669311"/>
                        <a:pt x="462058" y="670358"/>
                        <a:pt x="463105" y="668739"/>
                      </a:cubicBezTo>
                      <a:cubicBezTo>
                        <a:pt x="462724" y="664548"/>
                        <a:pt x="463487" y="663119"/>
                        <a:pt x="464534" y="662738"/>
                      </a:cubicBezTo>
                      <a:cubicBezTo>
                        <a:pt x="464534" y="666358"/>
                        <a:pt x="465582" y="666358"/>
                        <a:pt x="465391" y="670549"/>
                      </a:cubicBezTo>
                      <a:cubicBezTo>
                        <a:pt x="468249" y="669120"/>
                        <a:pt x="467296" y="673597"/>
                        <a:pt x="468059" y="674549"/>
                      </a:cubicBezTo>
                      <a:cubicBezTo>
                        <a:pt x="469868" y="675216"/>
                        <a:pt x="467487" y="671692"/>
                        <a:pt x="468725" y="671025"/>
                      </a:cubicBezTo>
                      <a:cubicBezTo>
                        <a:pt x="471392" y="670644"/>
                        <a:pt x="472630" y="677597"/>
                        <a:pt x="474821" y="675502"/>
                      </a:cubicBezTo>
                      <a:cubicBezTo>
                        <a:pt x="474916" y="677502"/>
                        <a:pt x="474821" y="679026"/>
                        <a:pt x="474535" y="680169"/>
                      </a:cubicBezTo>
                      <a:cubicBezTo>
                        <a:pt x="475869" y="679312"/>
                        <a:pt x="477393" y="684169"/>
                        <a:pt x="476916" y="685408"/>
                      </a:cubicBezTo>
                      <a:cubicBezTo>
                        <a:pt x="475964" y="687122"/>
                        <a:pt x="475964" y="680264"/>
                        <a:pt x="475393" y="684550"/>
                      </a:cubicBezTo>
                      <a:cubicBezTo>
                        <a:pt x="475869" y="684932"/>
                        <a:pt x="476155" y="685884"/>
                        <a:pt x="476250" y="687789"/>
                      </a:cubicBezTo>
                      <a:cubicBezTo>
                        <a:pt x="477488" y="685693"/>
                        <a:pt x="478059" y="686360"/>
                        <a:pt x="478536" y="689599"/>
                      </a:cubicBezTo>
                      <a:cubicBezTo>
                        <a:pt x="479013" y="686455"/>
                        <a:pt x="482060" y="688741"/>
                        <a:pt x="483108" y="690932"/>
                      </a:cubicBezTo>
                      <a:cubicBezTo>
                        <a:pt x="483203" y="694837"/>
                        <a:pt x="481488" y="693885"/>
                        <a:pt x="481299" y="697028"/>
                      </a:cubicBezTo>
                      <a:cubicBezTo>
                        <a:pt x="482155" y="696647"/>
                        <a:pt x="482537" y="697695"/>
                        <a:pt x="482441" y="700171"/>
                      </a:cubicBezTo>
                      <a:cubicBezTo>
                        <a:pt x="481965" y="700457"/>
                        <a:pt x="481394" y="700171"/>
                        <a:pt x="481299" y="701505"/>
                      </a:cubicBezTo>
                      <a:cubicBezTo>
                        <a:pt x="482251" y="701410"/>
                        <a:pt x="483108" y="701314"/>
                        <a:pt x="483584" y="699886"/>
                      </a:cubicBezTo>
                      <a:cubicBezTo>
                        <a:pt x="482060" y="690551"/>
                        <a:pt x="485870" y="692266"/>
                        <a:pt x="486441" y="687884"/>
                      </a:cubicBezTo>
                      <a:cubicBezTo>
                        <a:pt x="487584" y="689980"/>
                        <a:pt x="488061" y="689599"/>
                        <a:pt x="489490" y="688361"/>
                      </a:cubicBezTo>
                      <a:cubicBezTo>
                        <a:pt x="488823" y="684932"/>
                        <a:pt x="489395" y="682741"/>
                        <a:pt x="490538" y="681312"/>
                      </a:cubicBezTo>
                      <a:cubicBezTo>
                        <a:pt x="490251" y="673216"/>
                        <a:pt x="490728" y="665500"/>
                        <a:pt x="492537" y="665977"/>
                      </a:cubicBezTo>
                      <a:cubicBezTo>
                        <a:pt x="492062" y="665882"/>
                        <a:pt x="492062" y="664262"/>
                        <a:pt x="492062" y="662643"/>
                      </a:cubicBezTo>
                      <a:cubicBezTo>
                        <a:pt x="491394" y="662738"/>
                        <a:pt x="489965" y="666167"/>
                        <a:pt x="489395" y="663214"/>
                      </a:cubicBezTo>
                      <a:cubicBezTo>
                        <a:pt x="490061" y="660928"/>
                        <a:pt x="490061" y="663786"/>
                        <a:pt x="491299" y="662833"/>
                      </a:cubicBezTo>
                      <a:cubicBezTo>
                        <a:pt x="490728" y="659214"/>
                        <a:pt x="492537" y="661690"/>
                        <a:pt x="491966" y="658071"/>
                      </a:cubicBezTo>
                      <a:cubicBezTo>
                        <a:pt x="490728" y="658071"/>
                        <a:pt x="489681" y="657690"/>
                        <a:pt x="489585" y="653975"/>
                      </a:cubicBezTo>
                      <a:cubicBezTo>
                        <a:pt x="487299" y="656071"/>
                        <a:pt x="486727" y="660071"/>
                        <a:pt x="484346" y="659690"/>
                      </a:cubicBezTo>
                      <a:cubicBezTo>
                        <a:pt x="484346" y="658547"/>
                        <a:pt x="484632" y="658261"/>
                        <a:pt x="484727" y="657309"/>
                      </a:cubicBezTo>
                      <a:cubicBezTo>
                        <a:pt x="482917" y="658833"/>
                        <a:pt x="480917" y="657785"/>
                        <a:pt x="479107" y="663024"/>
                      </a:cubicBezTo>
                      <a:cubicBezTo>
                        <a:pt x="479107" y="661881"/>
                        <a:pt x="478822" y="661690"/>
                        <a:pt x="478727" y="660833"/>
                      </a:cubicBezTo>
                      <a:cubicBezTo>
                        <a:pt x="479298" y="654832"/>
                        <a:pt x="479774" y="658833"/>
                        <a:pt x="480156" y="653689"/>
                      </a:cubicBezTo>
                      <a:cubicBezTo>
                        <a:pt x="481203" y="657976"/>
                        <a:pt x="481299" y="651213"/>
                        <a:pt x="482060" y="656737"/>
                      </a:cubicBezTo>
                      <a:cubicBezTo>
                        <a:pt x="482060" y="654547"/>
                        <a:pt x="483298" y="655690"/>
                        <a:pt x="483108" y="653118"/>
                      </a:cubicBezTo>
                      <a:cubicBezTo>
                        <a:pt x="482441" y="652070"/>
                        <a:pt x="481013" y="651594"/>
                        <a:pt x="481869" y="648832"/>
                      </a:cubicBezTo>
                      <a:cubicBezTo>
                        <a:pt x="480345" y="648927"/>
                        <a:pt x="479584" y="651784"/>
                        <a:pt x="478822" y="648355"/>
                      </a:cubicBezTo>
                      <a:cubicBezTo>
                        <a:pt x="480060" y="649117"/>
                        <a:pt x="480251" y="647022"/>
                        <a:pt x="480631" y="645688"/>
                      </a:cubicBezTo>
                      <a:cubicBezTo>
                        <a:pt x="481108" y="648546"/>
                        <a:pt x="482917" y="647974"/>
                        <a:pt x="481394" y="645498"/>
                      </a:cubicBezTo>
                      <a:cubicBezTo>
                        <a:pt x="482917" y="646260"/>
                        <a:pt x="483680" y="646069"/>
                        <a:pt x="484441" y="644831"/>
                      </a:cubicBezTo>
                      <a:cubicBezTo>
                        <a:pt x="483965" y="645307"/>
                        <a:pt x="483108" y="641783"/>
                        <a:pt x="483965" y="641497"/>
                      </a:cubicBezTo>
                      <a:cubicBezTo>
                        <a:pt x="485108" y="641497"/>
                        <a:pt x="485203" y="645403"/>
                        <a:pt x="485966" y="646832"/>
                      </a:cubicBezTo>
                      <a:cubicBezTo>
                        <a:pt x="486632" y="644641"/>
                        <a:pt x="485394" y="643403"/>
                        <a:pt x="486632" y="642069"/>
                      </a:cubicBezTo>
                      <a:cubicBezTo>
                        <a:pt x="485584" y="645593"/>
                        <a:pt x="487584" y="643974"/>
                        <a:pt x="488538" y="643974"/>
                      </a:cubicBezTo>
                      <a:cubicBezTo>
                        <a:pt x="488156" y="638926"/>
                        <a:pt x="489109" y="641212"/>
                        <a:pt x="489965" y="641402"/>
                      </a:cubicBezTo>
                      <a:cubicBezTo>
                        <a:pt x="490442" y="633401"/>
                        <a:pt x="491299" y="622352"/>
                        <a:pt x="493680" y="617780"/>
                      </a:cubicBezTo>
                      <a:cubicBezTo>
                        <a:pt x="494633" y="618733"/>
                        <a:pt x="494443" y="617971"/>
                        <a:pt x="495966" y="618447"/>
                      </a:cubicBezTo>
                      <a:cubicBezTo>
                        <a:pt x="496634" y="617590"/>
                        <a:pt x="495871" y="613018"/>
                        <a:pt x="496634" y="612541"/>
                      </a:cubicBezTo>
                      <a:cubicBezTo>
                        <a:pt x="496634" y="615399"/>
                        <a:pt x="496920" y="617209"/>
                        <a:pt x="497491" y="618066"/>
                      </a:cubicBezTo>
                      <a:cubicBezTo>
                        <a:pt x="497967" y="617304"/>
                        <a:pt x="497491" y="613684"/>
                        <a:pt x="498157" y="613303"/>
                      </a:cubicBezTo>
                      <a:cubicBezTo>
                        <a:pt x="499681" y="616447"/>
                        <a:pt x="498348" y="621590"/>
                        <a:pt x="500253" y="623209"/>
                      </a:cubicBezTo>
                      <a:cubicBezTo>
                        <a:pt x="500349" y="620447"/>
                        <a:pt x="499490" y="620924"/>
                        <a:pt x="499776" y="617590"/>
                      </a:cubicBezTo>
                      <a:cubicBezTo>
                        <a:pt x="502158" y="618257"/>
                        <a:pt x="503396" y="615970"/>
                        <a:pt x="505396" y="618637"/>
                      </a:cubicBezTo>
                      <a:cubicBezTo>
                        <a:pt x="505111" y="624543"/>
                        <a:pt x="506349" y="624924"/>
                        <a:pt x="507397" y="626257"/>
                      </a:cubicBezTo>
                      <a:cubicBezTo>
                        <a:pt x="506825" y="634354"/>
                        <a:pt x="506539" y="629210"/>
                        <a:pt x="507968" y="635306"/>
                      </a:cubicBezTo>
                      <a:cubicBezTo>
                        <a:pt x="507397" y="635592"/>
                        <a:pt x="506539" y="635211"/>
                        <a:pt x="506445" y="636735"/>
                      </a:cubicBezTo>
                      <a:cubicBezTo>
                        <a:pt x="507302" y="637497"/>
                        <a:pt x="507873" y="639307"/>
                        <a:pt x="507682" y="643307"/>
                      </a:cubicBezTo>
                      <a:cubicBezTo>
                        <a:pt x="507111" y="643593"/>
                        <a:pt x="506254" y="643212"/>
                        <a:pt x="506159" y="644736"/>
                      </a:cubicBezTo>
                      <a:cubicBezTo>
                        <a:pt x="508063" y="643974"/>
                        <a:pt x="506730" y="654070"/>
                        <a:pt x="508635" y="653404"/>
                      </a:cubicBezTo>
                      <a:cubicBezTo>
                        <a:pt x="507777" y="649403"/>
                        <a:pt x="508920" y="642450"/>
                        <a:pt x="510254" y="638164"/>
                      </a:cubicBezTo>
                      <a:cubicBezTo>
                        <a:pt x="509778" y="638068"/>
                        <a:pt x="509206" y="638640"/>
                        <a:pt x="509111" y="637211"/>
                      </a:cubicBezTo>
                      <a:cubicBezTo>
                        <a:pt x="511587" y="635782"/>
                        <a:pt x="511016" y="626543"/>
                        <a:pt x="514159" y="627019"/>
                      </a:cubicBezTo>
                      <a:cubicBezTo>
                        <a:pt x="514731" y="627591"/>
                        <a:pt x="514350" y="631401"/>
                        <a:pt x="515016" y="631401"/>
                      </a:cubicBezTo>
                      <a:cubicBezTo>
                        <a:pt x="515493" y="625019"/>
                        <a:pt x="516922" y="621400"/>
                        <a:pt x="518540" y="618066"/>
                      </a:cubicBezTo>
                      <a:cubicBezTo>
                        <a:pt x="519399" y="619399"/>
                        <a:pt x="519874" y="622543"/>
                        <a:pt x="520541" y="624543"/>
                      </a:cubicBezTo>
                      <a:cubicBezTo>
                        <a:pt x="520065" y="625210"/>
                        <a:pt x="519683" y="625972"/>
                        <a:pt x="519494" y="627019"/>
                      </a:cubicBezTo>
                      <a:cubicBezTo>
                        <a:pt x="521494" y="625400"/>
                        <a:pt x="522351" y="630544"/>
                        <a:pt x="521112" y="633496"/>
                      </a:cubicBezTo>
                      <a:cubicBezTo>
                        <a:pt x="522732" y="633592"/>
                        <a:pt x="523018" y="629782"/>
                        <a:pt x="524446" y="629305"/>
                      </a:cubicBezTo>
                      <a:cubicBezTo>
                        <a:pt x="524161" y="633020"/>
                        <a:pt x="525495" y="631401"/>
                        <a:pt x="525684" y="633592"/>
                      </a:cubicBezTo>
                      <a:cubicBezTo>
                        <a:pt x="525209" y="639211"/>
                        <a:pt x="523018" y="635782"/>
                        <a:pt x="522351" y="637783"/>
                      </a:cubicBezTo>
                      <a:cubicBezTo>
                        <a:pt x="523684" y="644736"/>
                        <a:pt x="517779" y="642164"/>
                        <a:pt x="516922" y="647022"/>
                      </a:cubicBezTo>
                      <a:cubicBezTo>
                        <a:pt x="517588" y="655880"/>
                        <a:pt x="519303" y="645784"/>
                        <a:pt x="521398" y="646069"/>
                      </a:cubicBezTo>
                      <a:cubicBezTo>
                        <a:pt x="522351" y="646546"/>
                        <a:pt x="523018" y="650165"/>
                        <a:pt x="522351" y="652737"/>
                      </a:cubicBezTo>
                      <a:cubicBezTo>
                        <a:pt x="524637" y="650356"/>
                        <a:pt x="526447" y="646641"/>
                        <a:pt x="528352" y="651403"/>
                      </a:cubicBezTo>
                      <a:cubicBezTo>
                        <a:pt x="529208" y="649689"/>
                        <a:pt x="527590" y="648070"/>
                        <a:pt x="528638" y="646736"/>
                      </a:cubicBezTo>
                      <a:cubicBezTo>
                        <a:pt x="529113" y="647212"/>
                        <a:pt x="529494" y="647784"/>
                        <a:pt x="529780" y="648736"/>
                      </a:cubicBezTo>
                      <a:cubicBezTo>
                        <a:pt x="529113" y="648832"/>
                        <a:pt x="528828" y="649784"/>
                        <a:pt x="528733" y="651213"/>
                      </a:cubicBezTo>
                      <a:cubicBezTo>
                        <a:pt x="529780" y="651308"/>
                        <a:pt x="530923" y="651880"/>
                        <a:pt x="531494" y="656357"/>
                      </a:cubicBezTo>
                      <a:cubicBezTo>
                        <a:pt x="531305" y="654166"/>
                        <a:pt x="533114" y="652261"/>
                        <a:pt x="533400" y="654832"/>
                      </a:cubicBezTo>
                      <a:cubicBezTo>
                        <a:pt x="532923" y="654928"/>
                        <a:pt x="533114" y="656928"/>
                        <a:pt x="532733" y="657309"/>
                      </a:cubicBezTo>
                      <a:cubicBezTo>
                        <a:pt x="530637" y="657404"/>
                        <a:pt x="528828" y="658357"/>
                        <a:pt x="528733" y="663881"/>
                      </a:cubicBezTo>
                      <a:cubicBezTo>
                        <a:pt x="530351" y="669215"/>
                        <a:pt x="531876" y="675025"/>
                        <a:pt x="534066" y="678740"/>
                      </a:cubicBezTo>
                      <a:cubicBezTo>
                        <a:pt x="532352" y="679597"/>
                        <a:pt x="531685" y="676645"/>
                        <a:pt x="531685" y="674644"/>
                      </a:cubicBezTo>
                      <a:cubicBezTo>
                        <a:pt x="531305" y="678359"/>
                        <a:pt x="529780" y="672549"/>
                        <a:pt x="529876" y="677311"/>
                      </a:cubicBezTo>
                      <a:cubicBezTo>
                        <a:pt x="530828" y="679597"/>
                        <a:pt x="532448" y="679978"/>
                        <a:pt x="532733" y="684741"/>
                      </a:cubicBezTo>
                      <a:cubicBezTo>
                        <a:pt x="533114" y="688361"/>
                        <a:pt x="531780" y="687313"/>
                        <a:pt x="531685" y="689503"/>
                      </a:cubicBezTo>
                      <a:cubicBezTo>
                        <a:pt x="533400" y="691694"/>
                        <a:pt x="535781" y="695599"/>
                        <a:pt x="535400" y="701314"/>
                      </a:cubicBezTo>
                      <a:cubicBezTo>
                        <a:pt x="536543" y="701886"/>
                        <a:pt x="536067" y="697981"/>
                        <a:pt x="537210" y="698647"/>
                      </a:cubicBezTo>
                      <a:cubicBezTo>
                        <a:pt x="537877" y="702553"/>
                        <a:pt x="536352" y="706172"/>
                        <a:pt x="537401" y="707791"/>
                      </a:cubicBezTo>
                      <a:cubicBezTo>
                        <a:pt x="537972" y="705410"/>
                        <a:pt x="538163" y="701886"/>
                        <a:pt x="539115" y="700553"/>
                      </a:cubicBezTo>
                      <a:cubicBezTo>
                        <a:pt x="539210" y="702172"/>
                        <a:pt x="539782" y="702362"/>
                        <a:pt x="539972" y="703791"/>
                      </a:cubicBezTo>
                      <a:cubicBezTo>
                        <a:pt x="539782" y="706077"/>
                        <a:pt x="537686" y="703600"/>
                        <a:pt x="538163" y="707601"/>
                      </a:cubicBezTo>
                      <a:cubicBezTo>
                        <a:pt x="539019" y="708649"/>
                        <a:pt x="539592" y="710839"/>
                        <a:pt x="540925" y="710458"/>
                      </a:cubicBezTo>
                      <a:cubicBezTo>
                        <a:pt x="540639" y="707220"/>
                        <a:pt x="539401" y="704934"/>
                        <a:pt x="541115" y="703505"/>
                      </a:cubicBezTo>
                      <a:cubicBezTo>
                        <a:pt x="541877" y="705410"/>
                        <a:pt x="542448" y="708077"/>
                        <a:pt x="543211" y="709982"/>
                      </a:cubicBezTo>
                      <a:cubicBezTo>
                        <a:pt x="542068" y="703696"/>
                        <a:pt x="542068" y="697409"/>
                        <a:pt x="543116" y="691694"/>
                      </a:cubicBezTo>
                      <a:cubicBezTo>
                        <a:pt x="541973" y="692361"/>
                        <a:pt x="542258" y="688170"/>
                        <a:pt x="541877" y="686265"/>
                      </a:cubicBezTo>
                      <a:cubicBezTo>
                        <a:pt x="542544" y="685598"/>
                        <a:pt x="544163" y="687313"/>
                        <a:pt x="543687" y="683598"/>
                      </a:cubicBezTo>
                      <a:cubicBezTo>
                        <a:pt x="542258" y="682931"/>
                        <a:pt x="542639" y="683693"/>
                        <a:pt x="541687" y="680550"/>
                      </a:cubicBezTo>
                      <a:cubicBezTo>
                        <a:pt x="542163" y="686932"/>
                        <a:pt x="539876" y="694647"/>
                        <a:pt x="538449" y="689313"/>
                      </a:cubicBezTo>
                      <a:cubicBezTo>
                        <a:pt x="538924" y="687789"/>
                        <a:pt x="539210" y="684741"/>
                        <a:pt x="538733" y="683503"/>
                      </a:cubicBezTo>
                      <a:cubicBezTo>
                        <a:pt x="537590" y="683407"/>
                        <a:pt x="537401" y="688361"/>
                        <a:pt x="536829" y="683884"/>
                      </a:cubicBezTo>
                      <a:cubicBezTo>
                        <a:pt x="538638" y="683217"/>
                        <a:pt x="536638" y="680264"/>
                        <a:pt x="536352" y="679407"/>
                      </a:cubicBezTo>
                      <a:lnTo>
                        <a:pt x="536257" y="673692"/>
                      </a:lnTo>
                      <a:cubicBezTo>
                        <a:pt x="537686" y="673787"/>
                        <a:pt x="539401" y="669120"/>
                        <a:pt x="540353" y="671596"/>
                      </a:cubicBezTo>
                      <a:cubicBezTo>
                        <a:pt x="540258" y="674168"/>
                        <a:pt x="538258" y="671882"/>
                        <a:pt x="538544" y="675407"/>
                      </a:cubicBezTo>
                      <a:cubicBezTo>
                        <a:pt x="539972" y="678264"/>
                        <a:pt x="540734" y="675311"/>
                        <a:pt x="542068" y="678074"/>
                      </a:cubicBezTo>
                      <a:cubicBezTo>
                        <a:pt x="542639" y="677311"/>
                        <a:pt x="542925" y="676073"/>
                        <a:pt x="543116" y="674359"/>
                      </a:cubicBezTo>
                      <a:cubicBezTo>
                        <a:pt x="542734" y="672644"/>
                        <a:pt x="541877" y="672930"/>
                        <a:pt x="541877" y="670072"/>
                      </a:cubicBezTo>
                      <a:cubicBezTo>
                        <a:pt x="542353" y="670072"/>
                        <a:pt x="542448" y="671406"/>
                        <a:pt x="543020" y="670930"/>
                      </a:cubicBezTo>
                      <a:lnTo>
                        <a:pt x="542925" y="668644"/>
                      </a:lnTo>
                      <a:cubicBezTo>
                        <a:pt x="542830" y="667786"/>
                        <a:pt x="542830" y="666453"/>
                        <a:pt x="542448" y="666453"/>
                      </a:cubicBezTo>
                      <a:cubicBezTo>
                        <a:pt x="540067" y="667786"/>
                        <a:pt x="537877" y="667405"/>
                        <a:pt x="537020" y="663024"/>
                      </a:cubicBezTo>
                      <a:cubicBezTo>
                        <a:pt x="538733" y="665882"/>
                        <a:pt x="538258" y="662833"/>
                        <a:pt x="540448" y="662262"/>
                      </a:cubicBezTo>
                      <a:lnTo>
                        <a:pt x="540544" y="665691"/>
                      </a:lnTo>
                      <a:cubicBezTo>
                        <a:pt x="541687" y="663881"/>
                        <a:pt x="541782" y="665119"/>
                        <a:pt x="543211" y="665119"/>
                      </a:cubicBezTo>
                      <a:cubicBezTo>
                        <a:pt x="541973" y="662071"/>
                        <a:pt x="541115" y="662643"/>
                        <a:pt x="541115" y="657499"/>
                      </a:cubicBezTo>
                      <a:cubicBezTo>
                        <a:pt x="539876" y="661119"/>
                        <a:pt x="537590" y="659881"/>
                        <a:pt x="535877" y="659786"/>
                      </a:cubicBezTo>
                      <a:cubicBezTo>
                        <a:pt x="537972" y="660643"/>
                        <a:pt x="536448" y="651213"/>
                        <a:pt x="536448" y="651594"/>
                      </a:cubicBezTo>
                      <a:cubicBezTo>
                        <a:pt x="534734" y="653404"/>
                        <a:pt x="535781" y="661690"/>
                        <a:pt x="533495" y="656833"/>
                      </a:cubicBezTo>
                      <a:cubicBezTo>
                        <a:pt x="534448" y="656166"/>
                        <a:pt x="534829" y="653785"/>
                        <a:pt x="534448" y="649784"/>
                      </a:cubicBezTo>
                      <a:cubicBezTo>
                        <a:pt x="533209" y="650832"/>
                        <a:pt x="533209" y="647689"/>
                        <a:pt x="532448" y="646736"/>
                      </a:cubicBezTo>
                      <a:cubicBezTo>
                        <a:pt x="533400" y="646355"/>
                        <a:pt x="533686" y="644355"/>
                        <a:pt x="534257" y="642926"/>
                      </a:cubicBezTo>
                      <a:cubicBezTo>
                        <a:pt x="532828" y="640926"/>
                        <a:pt x="535972" y="639688"/>
                        <a:pt x="534543" y="637116"/>
                      </a:cubicBezTo>
                      <a:cubicBezTo>
                        <a:pt x="533495" y="639402"/>
                        <a:pt x="533305" y="638926"/>
                        <a:pt x="532352" y="639878"/>
                      </a:cubicBezTo>
                      <a:cubicBezTo>
                        <a:pt x="532257" y="634544"/>
                        <a:pt x="529304" y="632830"/>
                        <a:pt x="530923" y="628734"/>
                      </a:cubicBezTo>
                      <a:cubicBezTo>
                        <a:pt x="532066" y="630258"/>
                        <a:pt x="532448" y="627972"/>
                        <a:pt x="533971" y="629210"/>
                      </a:cubicBezTo>
                      <a:cubicBezTo>
                        <a:pt x="534162" y="626067"/>
                        <a:pt x="533209" y="627115"/>
                        <a:pt x="533114" y="624829"/>
                      </a:cubicBezTo>
                      <a:cubicBezTo>
                        <a:pt x="534257" y="623209"/>
                        <a:pt x="535591" y="622162"/>
                        <a:pt x="536352" y="619590"/>
                      </a:cubicBezTo>
                      <a:cubicBezTo>
                        <a:pt x="535877" y="619018"/>
                        <a:pt x="535400" y="612351"/>
                        <a:pt x="535781" y="612827"/>
                      </a:cubicBezTo>
                      <a:cubicBezTo>
                        <a:pt x="536734" y="618733"/>
                        <a:pt x="539019" y="612256"/>
                        <a:pt x="540353" y="614161"/>
                      </a:cubicBezTo>
                      <a:cubicBezTo>
                        <a:pt x="539115" y="613875"/>
                        <a:pt x="539496" y="609398"/>
                        <a:pt x="540162" y="608446"/>
                      </a:cubicBezTo>
                      <a:cubicBezTo>
                        <a:pt x="539210" y="608636"/>
                        <a:pt x="537877" y="609970"/>
                        <a:pt x="538163" y="605398"/>
                      </a:cubicBezTo>
                      <a:cubicBezTo>
                        <a:pt x="539592" y="607112"/>
                        <a:pt x="541115" y="605112"/>
                        <a:pt x="542258" y="603302"/>
                      </a:cubicBezTo>
                      <a:cubicBezTo>
                        <a:pt x="542639" y="606064"/>
                        <a:pt x="543211" y="608065"/>
                        <a:pt x="543211" y="612256"/>
                      </a:cubicBezTo>
                      <a:cubicBezTo>
                        <a:pt x="543877" y="611970"/>
                        <a:pt x="544449" y="611208"/>
                        <a:pt x="544639" y="609589"/>
                      </a:cubicBezTo>
                      <a:cubicBezTo>
                        <a:pt x="543020" y="608446"/>
                        <a:pt x="544545" y="603969"/>
                        <a:pt x="543973" y="599397"/>
                      </a:cubicBezTo>
                      <a:cubicBezTo>
                        <a:pt x="545306" y="599302"/>
                        <a:pt x="545116" y="595301"/>
                        <a:pt x="546068" y="594349"/>
                      </a:cubicBezTo>
                      <a:cubicBezTo>
                        <a:pt x="546163" y="599873"/>
                        <a:pt x="547497" y="603588"/>
                        <a:pt x="546354" y="606922"/>
                      </a:cubicBezTo>
                      <a:cubicBezTo>
                        <a:pt x="547688" y="607017"/>
                        <a:pt x="548163" y="608255"/>
                        <a:pt x="549307" y="606255"/>
                      </a:cubicBezTo>
                      <a:cubicBezTo>
                        <a:pt x="549878" y="612637"/>
                        <a:pt x="550926" y="617018"/>
                        <a:pt x="552641" y="619304"/>
                      </a:cubicBezTo>
                      <a:cubicBezTo>
                        <a:pt x="553307" y="617113"/>
                        <a:pt x="552069" y="615875"/>
                        <a:pt x="553307" y="614542"/>
                      </a:cubicBezTo>
                      <a:cubicBezTo>
                        <a:pt x="553784" y="616732"/>
                        <a:pt x="555022" y="615970"/>
                        <a:pt x="554927" y="619971"/>
                      </a:cubicBezTo>
                      <a:cubicBezTo>
                        <a:pt x="553974" y="621495"/>
                        <a:pt x="553212" y="616828"/>
                        <a:pt x="553498" y="621400"/>
                      </a:cubicBezTo>
                      <a:cubicBezTo>
                        <a:pt x="555688" y="621876"/>
                        <a:pt x="556545" y="625305"/>
                        <a:pt x="557783" y="626162"/>
                      </a:cubicBezTo>
                      <a:cubicBezTo>
                        <a:pt x="556545" y="628258"/>
                        <a:pt x="554164" y="636259"/>
                        <a:pt x="552641" y="630734"/>
                      </a:cubicBezTo>
                      <a:cubicBezTo>
                        <a:pt x="552545" y="628448"/>
                        <a:pt x="553593" y="629020"/>
                        <a:pt x="553307" y="625972"/>
                      </a:cubicBezTo>
                      <a:cubicBezTo>
                        <a:pt x="552069" y="624924"/>
                        <a:pt x="551688" y="627019"/>
                        <a:pt x="550259" y="625495"/>
                      </a:cubicBezTo>
                      <a:cubicBezTo>
                        <a:pt x="549973" y="626924"/>
                        <a:pt x="549878" y="628639"/>
                        <a:pt x="550069" y="631306"/>
                      </a:cubicBezTo>
                      <a:cubicBezTo>
                        <a:pt x="550544" y="631401"/>
                        <a:pt x="551116" y="630829"/>
                        <a:pt x="551212" y="632163"/>
                      </a:cubicBezTo>
                      <a:cubicBezTo>
                        <a:pt x="551402" y="637211"/>
                        <a:pt x="549878" y="637878"/>
                        <a:pt x="548354" y="638545"/>
                      </a:cubicBezTo>
                      <a:cubicBezTo>
                        <a:pt x="550450" y="641783"/>
                        <a:pt x="550544" y="650641"/>
                        <a:pt x="550355" y="656452"/>
                      </a:cubicBezTo>
                      <a:cubicBezTo>
                        <a:pt x="551307" y="656928"/>
                        <a:pt x="552069" y="657690"/>
                        <a:pt x="553402" y="656928"/>
                      </a:cubicBezTo>
                      <a:cubicBezTo>
                        <a:pt x="552069" y="661500"/>
                        <a:pt x="554545" y="659119"/>
                        <a:pt x="555022" y="661119"/>
                      </a:cubicBezTo>
                      <a:cubicBezTo>
                        <a:pt x="553879" y="663595"/>
                        <a:pt x="554641" y="664167"/>
                        <a:pt x="555498" y="665596"/>
                      </a:cubicBezTo>
                      <a:cubicBezTo>
                        <a:pt x="555498" y="668549"/>
                        <a:pt x="554070" y="667501"/>
                        <a:pt x="554070" y="670453"/>
                      </a:cubicBezTo>
                      <a:cubicBezTo>
                        <a:pt x="554736" y="672168"/>
                        <a:pt x="555879" y="672263"/>
                        <a:pt x="556451" y="674549"/>
                      </a:cubicBezTo>
                      <a:cubicBezTo>
                        <a:pt x="556070" y="668929"/>
                        <a:pt x="555974" y="668549"/>
                        <a:pt x="556545" y="664262"/>
                      </a:cubicBezTo>
                      <a:cubicBezTo>
                        <a:pt x="555117" y="663786"/>
                        <a:pt x="555402" y="656642"/>
                        <a:pt x="554450" y="657880"/>
                      </a:cubicBezTo>
                      <a:cubicBezTo>
                        <a:pt x="554164" y="654737"/>
                        <a:pt x="555784" y="656547"/>
                        <a:pt x="555879" y="654166"/>
                      </a:cubicBezTo>
                      <a:cubicBezTo>
                        <a:pt x="555307" y="653689"/>
                        <a:pt x="554927" y="652737"/>
                        <a:pt x="554259" y="652261"/>
                      </a:cubicBezTo>
                      <a:cubicBezTo>
                        <a:pt x="554259" y="653975"/>
                        <a:pt x="554545" y="656452"/>
                        <a:pt x="553974" y="656928"/>
                      </a:cubicBezTo>
                      <a:cubicBezTo>
                        <a:pt x="553021" y="653499"/>
                        <a:pt x="552069" y="650451"/>
                        <a:pt x="551402" y="646069"/>
                      </a:cubicBezTo>
                      <a:cubicBezTo>
                        <a:pt x="553974" y="644164"/>
                        <a:pt x="553688" y="652261"/>
                        <a:pt x="556070" y="650832"/>
                      </a:cubicBezTo>
                      <a:cubicBezTo>
                        <a:pt x="555402" y="653023"/>
                        <a:pt x="556356" y="654070"/>
                        <a:pt x="556640" y="656452"/>
                      </a:cubicBezTo>
                      <a:cubicBezTo>
                        <a:pt x="557974" y="657023"/>
                        <a:pt x="557022" y="651689"/>
                        <a:pt x="558451" y="652642"/>
                      </a:cubicBezTo>
                      <a:cubicBezTo>
                        <a:pt x="559594" y="653404"/>
                        <a:pt x="558642" y="656833"/>
                        <a:pt x="559308" y="657023"/>
                      </a:cubicBezTo>
                      <a:cubicBezTo>
                        <a:pt x="560069" y="654451"/>
                        <a:pt x="558832" y="653404"/>
                        <a:pt x="559498" y="651213"/>
                      </a:cubicBezTo>
                      <a:cubicBezTo>
                        <a:pt x="558355" y="651975"/>
                        <a:pt x="557783" y="650546"/>
                        <a:pt x="557879" y="647022"/>
                      </a:cubicBezTo>
                      <a:cubicBezTo>
                        <a:pt x="559594" y="645307"/>
                        <a:pt x="561118" y="655785"/>
                        <a:pt x="562070" y="648451"/>
                      </a:cubicBezTo>
                      <a:lnTo>
                        <a:pt x="560165" y="648832"/>
                      </a:lnTo>
                      <a:cubicBezTo>
                        <a:pt x="560260" y="645212"/>
                        <a:pt x="559117" y="644355"/>
                        <a:pt x="560355" y="643021"/>
                      </a:cubicBezTo>
                      <a:cubicBezTo>
                        <a:pt x="561213" y="647593"/>
                        <a:pt x="561498" y="640259"/>
                        <a:pt x="562546" y="639116"/>
                      </a:cubicBezTo>
                      <a:cubicBezTo>
                        <a:pt x="561498" y="635687"/>
                        <a:pt x="561118" y="636925"/>
                        <a:pt x="560069" y="632734"/>
                      </a:cubicBezTo>
                      <a:cubicBezTo>
                        <a:pt x="561118" y="633306"/>
                        <a:pt x="559689" y="627400"/>
                        <a:pt x="560641" y="627972"/>
                      </a:cubicBezTo>
                      <a:cubicBezTo>
                        <a:pt x="561308" y="628353"/>
                        <a:pt x="561498" y="636449"/>
                        <a:pt x="562261" y="632258"/>
                      </a:cubicBezTo>
                      <a:cubicBezTo>
                        <a:pt x="561213" y="630067"/>
                        <a:pt x="561880" y="627496"/>
                        <a:pt x="561308" y="625591"/>
                      </a:cubicBezTo>
                      <a:cubicBezTo>
                        <a:pt x="560069" y="625305"/>
                        <a:pt x="559880" y="628639"/>
                        <a:pt x="559403" y="624829"/>
                      </a:cubicBezTo>
                      <a:cubicBezTo>
                        <a:pt x="560260" y="620828"/>
                        <a:pt x="562546" y="626162"/>
                        <a:pt x="562737" y="624067"/>
                      </a:cubicBezTo>
                      <a:cubicBezTo>
                        <a:pt x="562070" y="621971"/>
                        <a:pt x="561213" y="620161"/>
                        <a:pt x="561023" y="616447"/>
                      </a:cubicBezTo>
                      <a:cubicBezTo>
                        <a:pt x="562451" y="615875"/>
                        <a:pt x="562737" y="612541"/>
                        <a:pt x="564261" y="612256"/>
                      </a:cubicBezTo>
                      <a:cubicBezTo>
                        <a:pt x="563689" y="618637"/>
                        <a:pt x="566356" y="613208"/>
                        <a:pt x="566642" y="616351"/>
                      </a:cubicBezTo>
                      <a:cubicBezTo>
                        <a:pt x="566356" y="621019"/>
                        <a:pt x="565118" y="616542"/>
                        <a:pt x="563689" y="618161"/>
                      </a:cubicBezTo>
                      <a:cubicBezTo>
                        <a:pt x="564356" y="621495"/>
                        <a:pt x="564547" y="621209"/>
                        <a:pt x="563880" y="625019"/>
                      </a:cubicBezTo>
                      <a:cubicBezTo>
                        <a:pt x="565404" y="621686"/>
                        <a:pt x="566165" y="625876"/>
                        <a:pt x="565499" y="630353"/>
                      </a:cubicBezTo>
                      <a:cubicBezTo>
                        <a:pt x="567308" y="624353"/>
                        <a:pt x="569214" y="632734"/>
                        <a:pt x="572262" y="629972"/>
                      </a:cubicBezTo>
                      <a:cubicBezTo>
                        <a:pt x="571881" y="623590"/>
                        <a:pt x="573405" y="628067"/>
                        <a:pt x="573786" y="629686"/>
                      </a:cubicBezTo>
                      <a:cubicBezTo>
                        <a:pt x="573691" y="627686"/>
                        <a:pt x="572548" y="623305"/>
                        <a:pt x="573500" y="621686"/>
                      </a:cubicBezTo>
                      <a:cubicBezTo>
                        <a:pt x="573977" y="621590"/>
                        <a:pt x="574072" y="623019"/>
                        <a:pt x="574643" y="622543"/>
                      </a:cubicBezTo>
                      <a:cubicBezTo>
                        <a:pt x="574643" y="618257"/>
                        <a:pt x="575881" y="617399"/>
                        <a:pt x="575881" y="613113"/>
                      </a:cubicBezTo>
                      <a:cubicBezTo>
                        <a:pt x="575595" y="612922"/>
                        <a:pt x="575120" y="613208"/>
                        <a:pt x="575120" y="612161"/>
                      </a:cubicBezTo>
                      <a:cubicBezTo>
                        <a:pt x="576358" y="613208"/>
                        <a:pt x="577976" y="612827"/>
                        <a:pt x="578930" y="614732"/>
                      </a:cubicBezTo>
                      <a:cubicBezTo>
                        <a:pt x="578262" y="620447"/>
                        <a:pt x="579215" y="630829"/>
                        <a:pt x="581025" y="632639"/>
                      </a:cubicBezTo>
                      <a:cubicBezTo>
                        <a:pt x="580453" y="635878"/>
                        <a:pt x="577882" y="639211"/>
                        <a:pt x="579119" y="643403"/>
                      </a:cubicBezTo>
                      <a:cubicBezTo>
                        <a:pt x="579405" y="641307"/>
                        <a:pt x="579691" y="639307"/>
                        <a:pt x="580930" y="639592"/>
                      </a:cubicBezTo>
                      <a:cubicBezTo>
                        <a:pt x="581120" y="641593"/>
                        <a:pt x="580073" y="645498"/>
                        <a:pt x="581120" y="646450"/>
                      </a:cubicBezTo>
                      <a:cubicBezTo>
                        <a:pt x="582834" y="642831"/>
                        <a:pt x="581406" y="637592"/>
                        <a:pt x="582645" y="633496"/>
                      </a:cubicBezTo>
                      <a:cubicBezTo>
                        <a:pt x="581977" y="632639"/>
                        <a:pt x="581311" y="631687"/>
                        <a:pt x="581311" y="628067"/>
                      </a:cubicBezTo>
                      <a:cubicBezTo>
                        <a:pt x="582454" y="628639"/>
                        <a:pt x="582645" y="626543"/>
                        <a:pt x="583502" y="626353"/>
                      </a:cubicBezTo>
                      <a:cubicBezTo>
                        <a:pt x="584263" y="618923"/>
                        <a:pt x="583882" y="608541"/>
                        <a:pt x="585406" y="602921"/>
                      </a:cubicBezTo>
                      <a:cubicBezTo>
                        <a:pt x="584073" y="602540"/>
                        <a:pt x="584359" y="608636"/>
                        <a:pt x="583216" y="605683"/>
                      </a:cubicBezTo>
                      <a:cubicBezTo>
                        <a:pt x="583120" y="602636"/>
                        <a:pt x="584359" y="602921"/>
                        <a:pt x="584168" y="599683"/>
                      </a:cubicBezTo>
                      <a:cubicBezTo>
                        <a:pt x="583597" y="599683"/>
                        <a:pt x="582834" y="600159"/>
                        <a:pt x="582930" y="597682"/>
                      </a:cubicBezTo>
                      <a:cubicBezTo>
                        <a:pt x="583406" y="597397"/>
                        <a:pt x="583977" y="597587"/>
                        <a:pt x="583977" y="596254"/>
                      </a:cubicBezTo>
                      <a:cubicBezTo>
                        <a:pt x="583502" y="593301"/>
                        <a:pt x="582549" y="592158"/>
                        <a:pt x="582263" y="588634"/>
                      </a:cubicBezTo>
                      <a:cubicBezTo>
                        <a:pt x="585026" y="587681"/>
                        <a:pt x="584359" y="579490"/>
                        <a:pt x="582263" y="578251"/>
                      </a:cubicBezTo>
                      <a:cubicBezTo>
                        <a:pt x="582549" y="573584"/>
                        <a:pt x="583502" y="571965"/>
                        <a:pt x="584549" y="567393"/>
                      </a:cubicBezTo>
                      <a:cubicBezTo>
                        <a:pt x="585978" y="572060"/>
                        <a:pt x="584740" y="574061"/>
                        <a:pt x="584931" y="578823"/>
                      </a:cubicBezTo>
                      <a:cubicBezTo>
                        <a:pt x="587883" y="580918"/>
                        <a:pt x="586549" y="563869"/>
                        <a:pt x="585311" y="567298"/>
                      </a:cubicBezTo>
                      <a:cubicBezTo>
                        <a:pt x="585788" y="564345"/>
                        <a:pt x="586549" y="565012"/>
                        <a:pt x="587501" y="565678"/>
                      </a:cubicBezTo>
                      <a:cubicBezTo>
                        <a:pt x="587026" y="562059"/>
                        <a:pt x="588644" y="563869"/>
                        <a:pt x="588455" y="560821"/>
                      </a:cubicBezTo>
                      <a:cubicBezTo>
                        <a:pt x="587597" y="561392"/>
                        <a:pt x="587026" y="560916"/>
                        <a:pt x="586930" y="558916"/>
                      </a:cubicBezTo>
                      <a:cubicBezTo>
                        <a:pt x="587407" y="557678"/>
                        <a:pt x="588264" y="557487"/>
                        <a:pt x="588740" y="556249"/>
                      </a:cubicBezTo>
                      <a:cubicBezTo>
                        <a:pt x="587883" y="548153"/>
                        <a:pt x="588359" y="546438"/>
                        <a:pt x="588073" y="536913"/>
                      </a:cubicBezTo>
                      <a:cubicBezTo>
                        <a:pt x="587312" y="535389"/>
                        <a:pt x="586074" y="535675"/>
                        <a:pt x="585692" y="532817"/>
                      </a:cubicBezTo>
                      <a:cubicBezTo>
                        <a:pt x="586263" y="530245"/>
                        <a:pt x="586454" y="529293"/>
                        <a:pt x="585883" y="525864"/>
                      </a:cubicBezTo>
                      <a:cubicBezTo>
                        <a:pt x="586549" y="525769"/>
                        <a:pt x="587026" y="525388"/>
                        <a:pt x="587312" y="524435"/>
                      </a:cubicBezTo>
                      <a:cubicBezTo>
                        <a:pt x="587597" y="519577"/>
                        <a:pt x="586358" y="520149"/>
                        <a:pt x="586358" y="516625"/>
                      </a:cubicBezTo>
                      <a:cubicBezTo>
                        <a:pt x="587407" y="516529"/>
                        <a:pt x="588740" y="515482"/>
                        <a:pt x="589312" y="517101"/>
                      </a:cubicBezTo>
                      <a:cubicBezTo>
                        <a:pt x="589121" y="515005"/>
                        <a:pt x="589598" y="514529"/>
                        <a:pt x="589502" y="512434"/>
                      </a:cubicBezTo>
                      <a:cubicBezTo>
                        <a:pt x="588359" y="511195"/>
                        <a:pt x="587597" y="516244"/>
                        <a:pt x="586930" y="513005"/>
                      </a:cubicBezTo>
                      <a:cubicBezTo>
                        <a:pt x="586740" y="509671"/>
                        <a:pt x="588073" y="508719"/>
                        <a:pt x="588740" y="510338"/>
                      </a:cubicBezTo>
                      <a:cubicBezTo>
                        <a:pt x="589216" y="503671"/>
                        <a:pt x="593979" y="496622"/>
                        <a:pt x="589883" y="490526"/>
                      </a:cubicBezTo>
                      <a:cubicBezTo>
                        <a:pt x="590359" y="490050"/>
                        <a:pt x="590550" y="488716"/>
                        <a:pt x="591312" y="489002"/>
                      </a:cubicBezTo>
                      <a:cubicBezTo>
                        <a:pt x="590645" y="483954"/>
                        <a:pt x="590931" y="483001"/>
                        <a:pt x="589883" y="480144"/>
                      </a:cubicBezTo>
                      <a:cubicBezTo>
                        <a:pt x="590359" y="479763"/>
                        <a:pt x="590455" y="478144"/>
                        <a:pt x="590931" y="477572"/>
                      </a:cubicBezTo>
                      <a:cubicBezTo>
                        <a:pt x="591884" y="476334"/>
                        <a:pt x="591884" y="478906"/>
                        <a:pt x="592836" y="478239"/>
                      </a:cubicBezTo>
                      <a:cubicBezTo>
                        <a:pt x="594360" y="469857"/>
                        <a:pt x="591788" y="454331"/>
                        <a:pt x="588644" y="463094"/>
                      </a:cubicBezTo>
                      <a:cubicBezTo>
                        <a:pt x="588550" y="459665"/>
                        <a:pt x="588835" y="457189"/>
                        <a:pt x="589502" y="455950"/>
                      </a:cubicBezTo>
                      <a:cubicBezTo>
                        <a:pt x="590836" y="456903"/>
                        <a:pt x="591979" y="458617"/>
                        <a:pt x="593598" y="458427"/>
                      </a:cubicBezTo>
                      <a:cubicBezTo>
                        <a:pt x="596742" y="468619"/>
                        <a:pt x="599313" y="481858"/>
                        <a:pt x="595883" y="492336"/>
                      </a:cubicBezTo>
                      <a:cubicBezTo>
                        <a:pt x="594645" y="496241"/>
                        <a:pt x="593217" y="493384"/>
                        <a:pt x="592836" y="499956"/>
                      </a:cubicBezTo>
                      <a:cubicBezTo>
                        <a:pt x="594456" y="499194"/>
                        <a:pt x="594931" y="497765"/>
                        <a:pt x="596169" y="500337"/>
                      </a:cubicBezTo>
                      <a:cubicBezTo>
                        <a:pt x="595408" y="491098"/>
                        <a:pt x="600741" y="497575"/>
                        <a:pt x="601789" y="493288"/>
                      </a:cubicBezTo>
                      <a:cubicBezTo>
                        <a:pt x="602361" y="494527"/>
                        <a:pt x="602361" y="497956"/>
                        <a:pt x="603409" y="497479"/>
                      </a:cubicBezTo>
                      <a:cubicBezTo>
                        <a:pt x="604170" y="496622"/>
                        <a:pt x="604552" y="494812"/>
                        <a:pt x="605124" y="493669"/>
                      </a:cubicBezTo>
                      <a:cubicBezTo>
                        <a:pt x="606647" y="496813"/>
                        <a:pt x="608933" y="493384"/>
                        <a:pt x="612172" y="494336"/>
                      </a:cubicBezTo>
                      <a:cubicBezTo>
                        <a:pt x="612172" y="495479"/>
                        <a:pt x="611886" y="495765"/>
                        <a:pt x="611886" y="496717"/>
                      </a:cubicBezTo>
                      <a:cubicBezTo>
                        <a:pt x="615696" y="493574"/>
                        <a:pt x="619601" y="499670"/>
                        <a:pt x="622745" y="491860"/>
                      </a:cubicBezTo>
                      <a:cubicBezTo>
                        <a:pt x="624269" y="492241"/>
                        <a:pt x="625030" y="495289"/>
                        <a:pt x="626935" y="494336"/>
                      </a:cubicBezTo>
                      <a:cubicBezTo>
                        <a:pt x="627030" y="497861"/>
                        <a:pt x="627602" y="499670"/>
                        <a:pt x="627983" y="502147"/>
                      </a:cubicBezTo>
                      <a:cubicBezTo>
                        <a:pt x="632556" y="487764"/>
                        <a:pt x="628936" y="456522"/>
                        <a:pt x="621792" y="456427"/>
                      </a:cubicBezTo>
                      <a:cubicBezTo>
                        <a:pt x="617791" y="447949"/>
                        <a:pt x="613315" y="443854"/>
                        <a:pt x="608171" y="445854"/>
                      </a:cubicBezTo>
                      <a:cubicBezTo>
                        <a:pt x="607505" y="442615"/>
                        <a:pt x="608362" y="441949"/>
                        <a:pt x="607600" y="439091"/>
                      </a:cubicBezTo>
                      <a:cubicBezTo>
                        <a:pt x="604933" y="440711"/>
                        <a:pt x="603409" y="437948"/>
                        <a:pt x="602266" y="433471"/>
                      </a:cubicBezTo>
                      <a:cubicBezTo>
                        <a:pt x="602170" y="436900"/>
                        <a:pt x="601409" y="432519"/>
                        <a:pt x="600837" y="433852"/>
                      </a:cubicBezTo>
                      <a:cubicBezTo>
                        <a:pt x="601409" y="435567"/>
                        <a:pt x="602361" y="437948"/>
                        <a:pt x="602932" y="442520"/>
                      </a:cubicBezTo>
                      <a:cubicBezTo>
                        <a:pt x="599027" y="442615"/>
                        <a:pt x="598075" y="450045"/>
                        <a:pt x="594645" y="446807"/>
                      </a:cubicBezTo>
                      <a:cubicBezTo>
                        <a:pt x="595217" y="436805"/>
                        <a:pt x="598169" y="433186"/>
                        <a:pt x="597789" y="420803"/>
                      </a:cubicBezTo>
                      <a:cubicBezTo>
                        <a:pt x="597312" y="417469"/>
                        <a:pt x="595788" y="418136"/>
                        <a:pt x="595694" y="413278"/>
                      </a:cubicBezTo>
                      <a:cubicBezTo>
                        <a:pt x="595027" y="413374"/>
                        <a:pt x="594551" y="413755"/>
                        <a:pt x="594265" y="414707"/>
                      </a:cubicBezTo>
                      <a:cubicBezTo>
                        <a:pt x="592931" y="406897"/>
                        <a:pt x="590359" y="407373"/>
                        <a:pt x="587597" y="410516"/>
                      </a:cubicBezTo>
                      <a:cubicBezTo>
                        <a:pt x="587121" y="406706"/>
                        <a:pt x="587407" y="405087"/>
                        <a:pt x="586358" y="405087"/>
                      </a:cubicBezTo>
                      <a:cubicBezTo>
                        <a:pt x="585788" y="401467"/>
                        <a:pt x="587501" y="403944"/>
                        <a:pt x="586930" y="400324"/>
                      </a:cubicBezTo>
                      <a:cubicBezTo>
                        <a:pt x="586644" y="400134"/>
                        <a:pt x="586454" y="399467"/>
                        <a:pt x="586454" y="398134"/>
                      </a:cubicBezTo>
                      <a:cubicBezTo>
                        <a:pt x="585788" y="398229"/>
                        <a:pt x="585311" y="398705"/>
                        <a:pt x="585026" y="399658"/>
                      </a:cubicBezTo>
                      <a:cubicBezTo>
                        <a:pt x="583406" y="390609"/>
                        <a:pt x="575120" y="390704"/>
                        <a:pt x="578834" y="376988"/>
                      </a:cubicBezTo>
                      <a:cubicBezTo>
                        <a:pt x="579977" y="376893"/>
                        <a:pt x="581406" y="375559"/>
                        <a:pt x="582073" y="377369"/>
                      </a:cubicBezTo>
                      <a:cubicBezTo>
                        <a:pt x="582454" y="370416"/>
                        <a:pt x="585120" y="376321"/>
                        <a:pt x="586263" y="371749"/>
                      </a:cubicBezTo>
                      <a:cubicBezTo>
                        <a:pt x="583692" y="372130"/>
                        <a:pt x="582834" y="369178"/>
                        <a:pt x="581311" y="374131"/>
                      </a:cubicBezTo>
                      <a:cubicBezTo>
                        <a:pt x="581501" y="366987"/>
                        <a:pt x="579501" y="365653"/>
                        <a:pt x="581311" y="362605"/>
                      </a:cubicBezTo>
                      <a:cubicBezTo>
                        <a:pt x="579501" y="361843"/>
                        <a:pt x="578834" y="360891"/>
                        <a:pt x="577976" y="358795"/>
                      </a:cubicBezTo>
                      <a:cubicBezTo>
                        <a:pt x="579025" y="357557"/>
                        <a:pt x="577405" y="356033"/>
                        <a:pt x="577787" y="353080"/>
                      </a:cubicBezTo>
                      <a:cubicBezTo>
                        <a:pt x="579596" y="353842"/>
                        <a:pt x="579882" y="350413"/>
                        <a:pt x="580453" y="347842"/>
                      </a:cubicBezTo>
                      <a:cubicBezTo>
                        <a:pt x="581311" y="352318"/>
                        <a:pt x="583120" y="353080"/>
                        <a:pt x="584931" y="353652"/>
                      </a:cubicBezTo>
                      <a:cubicBezTo>
                        <a:pt x="584931" y="352318"/>
                        <a:pt x="584740" y="350413"/>
                        <a:pt x="585215" y="350128"/>
                      </a:cubicBezTo>
                      <a:cubicBezTo>
                        <a:pt x="586074" y="352414"/>
                        <a:pt x="587121" y="354033"/>
                        <a:pt x="588930" y="352699"/>
                      </a:cubicBezTo>
                      <a:cubicBezTo>
                        <a:pt x="588455" y="346984"/>
                        <a:pt x="589407" y="344222"/>
                        <a:pt x="588550" y="340126"/>
                      </a:cubicBezTo>
                      <a:cubicBezTo>
                        <a:pt x="591693" y="336602"/>
                        <a:pt x="587787" y="325839"/>
                        <a:pt x="590836" y="321172"/>
                      </a:cubicBezTo>
                      <a:cubicBezTo>
                        <a:pt x="589312" y="327934"/>
                        <a:pt x="586740" y="320219"/>
                        <a:pt x="585692" y="326982"/>
                      </a:cubicBezTo>
                      <a:cubicBezTo>
                        <a:pt x="584835" y="323743"/>
                        <a:pt x="584168" y="320219"/>
                        <a:pt x="582930" y="318505"/>
                      </a:cubicBezTo>
                      <a:cubicBezTo>
                        <a:pt x="583025" y="327744"/>
                        <a:pt x="578834" y="322886"/>
                        <a:pt x="578262" y="317362"/>
                      </a:cubicBezTo>
                      <a:cubicBezTo>
                        <a:pt x="577119" y="318886"/>
                        <a:pt x="576263" y="320981"/>
                        <a:pt x="575215" y="322696"/>
                      </a:cubicBezTo>
                      <a:cubicBezTo>
                        <a:pt x="575215" y="321553"/>
                        <a:pt x="574929" y="321457"/>
                        <a:pt x="574834" y="320505"/>
                      </a:cubicBezTo>
                      <a:cubicBezTo>
                        <a:pt x="575215" y="315933"/>
                        <a:pt x="576167" y="314695"/>
                        <a:pt x="577119" y="314218"/>
                      </a:cubicBezTo>
                      <a:cubicBezTo>
                        <a:pt x="576453" y="314504"/>
                        <a:pt x="576263" y="313266"/>
                        <a:pt x="576358" y="310980"/>
                      </a:cubicBezTo>
                      <a:cubicBezTo>
                        <a:pt x="575595" y="311742"/>
                        <a:pt x="574167" y="314314"/>
                        <a:pt x="573881" y="310408"/>
                      </a:cubicBezTo>
                      <a:cubicBezTo>
                        <a:pt x="574738" y="308694"/>
                        <a:pt x="576549" y="310218"/>
                        <a:pt x="575977" y="307646"/>
                      </a:cubicBezTo>
                      <a:cubicBezTo>
                        <a:pt x="574167" y="310313"/>
                        <a:pt x="576167" y="303646"/>
                        <a:pt x="574738" y="301074"/>
                      </a:cubicBezTo>
                      <a:cubicBezTo>
                        <a:pt x="575501" y="298121"/>
                        <a:pt x="576833" y="300598"/>
                        <a:pt x="577882" y="300312"/>
                      </a:cubicBezTo>
                      <a:cubicBezTo>
                        <a:pt x="578262" y="297359"/>
                        <a:pt x="577596" y="296788"/>
                        <a:pt x="578072" y="295645"/>
                      </a:cubicBezTo>
                      <a:cubicBezTo>
                        <a:pt x="581691" y="296121"/>
                        <a:pt x="583882" y="293263"/>
                        <a:pt x="586169" y="293644"/>
                      </a:cubicBezTo>
                      <a:cubicBezTo>
                        <a:pt x="584740" y="292882"/>
                        <a:pt x="586074" y="288120"/>
                        <a:pt x="587026" y="287644"/>
                      </a:cubicBezTo>
                      <a:cubicBezTo>
                        <a:pt x="587501" y="292311"/>
                        <a:pt x="588740" y="286024"/>
                        <a:pt x="589598" y="289358"/>
                      </a:cubicBezTo>
                      <a:cubicBezTo>
                        <a:pt x="588835" y="292311"/>
                        <a:pt x="588550" y="291358"/>
                        <a:pt x="587121" y="291073"/>
                      </a:cubicBezTo>
                      <a:cubicBezTo>
                        <a:pt x="586740" y="294597"/>
                        <a:pt x="587501" y="294883"/>
                        <a:pt x="587026" y="298026"/>
                      </a:cubicBezTo>
                      <a:cubicBezTo>
                        <a:pt x="588455" y="299550"/>
                        <a:pt x="587026" y="293073"/>
                        <a:pt x="587978" y="293168"/>
                      </a:cubicBezTo>
                      <a:cubicBezTo>
                        <a:pt x="588550" y="293263"/>
                        <a:pt x="589312" y="292406"/>
                        <a:pt x="589407" y="293930"/>
                      </a:cubicBezTo>
                      <a:cubicBezTo>
                        <a:pt x="589407" y="295740"/>
                        <a:pt x="588550" y="295073"/>
                        <a:pt x="588835" y="297550"/>
                      </a:cubicBezTo>
                      <a:cubicBezTo>
                        <a:pt x="590550" y="297169"/>
                        <a:pt x="590645" y="299455"/>
                        <a:pt x="590455" y="304027"/>
                      </a:cubicBezTo>
                      <a:cubicBezTo>
                        <a:pt x="591502" y="304217"/>
                        <a:pt x="591312" y="304884"/>
                        <a:pt x="592359" y="306979"/>
                      </a:cubicBezTo>
                      <a:cubicBezTo>
                        <a:pt x="592359" y="304789"/>
                        <a:pt x="591884" y="304598"/>
                        <a:pt x="591884" y="302503"/>
                      </a:cubicBezTo>
                      <a:cubicBezTo>
                        <a:pt x="592264" y="301264"/>
                        <a:pt x="593122" y="301074"/>
                        <a:pt x="593598" y="299740"/>
                      </a:cubicBezTo>
                      <a:cubicBezTo>
                        <a:pt x="592741" y="301645"/>
                        <a:pt x="594931" y="306408"/>
                        <a:pt x="595503" y="302693"/>
                      </a:cubicBezTo>
                      <a:cubicBezTo>
                        <a:pt x="595122" y="301645"/>
                        <a:pt x="594740" y="300598"/>
                        <a:pt x="594360" y="299550"/>
                      </a:cubicBezTo>
                      <a:cubicBezTo>
                        <a:pt x="596265" y="298978"/>
                        <a:pt x="596932" y="304503"/>
                        <a:pt x="597980" y="300979"/>
                      </a:cubicBezTo>
                      <a:cubicBezTo>
                        <a:pt x="597503" y="300788"/>
                        <a:pt x="597503" y="298597"/>
                        <a:pt x="597122" y="297740"/>
                      </a:cubicBezTo>
                      <a:cubicBezTo>
                        <a:pt x="597980" y="299836"/>
                        <a:pt x="599313" y="297550"/>
                        <a:pt x="599503" y="294883"/>
                      </a:cubicBezTo>
                      <a:cubicBezTo>
                        <a:pt x="598646" y="295454"/>
                        <a:pt x="598075" y="297645"/>
                        <a:pt x="597694" y="294121"/>
                      </a:cubicBezTo>
                      <a:cubicBezTo>
                        <a:pt x="599313" y="291358"/>
                        <a:pt x="596646" y="280309"/>
                        <a:pt x="595979" y="286501"/>
                      </a:cubicBezTo>
                      <a:cubicBezTo>
                        <a:pt x="598837" y="285358"/>
                        <a:pt x="596265" y="296692"/>
                        <a:pt x="596742" y="288596"/>
                      </a:cubicBezTo>
                      <a:cubicBezTo>
                        <a:pt x="595599" y="287834"/>
                        <a:pt x="596360" y="292501"/>
                        <a:pt x="595408" y="292406"/>
                      </a:cubicBezTo>
                      <a:cubicBezTo>
                        <a:pt x="594074" y="280119"/>
                        <a:pt x="597312" y="286024"/>
                        <a:pt x="598075" y="277928"/>
                      </a:cubicBezTo>
                      <a:cubicBezTo>
                        <a:pt x="597312" y="280214"/>
                        <a:pt x="596265" y="281548"/>
                        <a:pt x="595217" y="278595"/>
                      </a:cubicBezTo>
                      <a:cubicBezTo>
                        <a:pt x="594456" y="267451"/>
                        <a:pt x="591407" y="261450"/>
                        <a:pt x="588644" y="261831"/>
                      </a:cubicBezTo>
                      <a:cubicBezTo>
                        <a:pt x="590264" y="262498"/>
                        <a:pt x="589978" y="257735"/>
                        <a:pt x="590169" y="254592"/>
                      </a:cubicBezTo>
                      <a:cubicBezTo>
                        <a:pt x="588644" y="255259"/>
                        <a:pt x="588740" y="252401"/>
                        <a:pt x="588169" y="247067"/>
                      </a:cubicBezTo>
                      <a:cubicBezTo>
                        <a:pt x="587217" y="249353"/>
                        <a:pt x="586835" y="249925"/>
                        <a:pt x="585692" y="247639"/>
                      </a:cubicBezTo>
                      <a:cubicBezTo>
                        <a:pt x="585215" y="249258"/>
                        <a:pt x="585692" y="253258"/>
                        <a:pt x="584835" y="253639"/>
                      </a:cubicBezTo>
                      <a:cubicBezTo>
                        <a:pt x="583882" y="253068"/>
                        <a:pt x="582073" y="252115"/>
                        <a:pt x="582930" y="248401"/>
                      </a:cubicBezTo>
                      <a:cubicBezTo>
                        <a:pt x="581596" y="250115"/>
                        <a:pt x="579596" y="247639"/>
                        <a:pt x="579215" y="253925"/>
                      </a:cubicBezTo>
                      <a:cubicBezTo>
                        <a:pt x="579691" y="254401"/>
                        <a:pt x="580073" y="254973"/>
                        <a:pt x="580358" y="255925"/>
                      </a:cubicBezTo>
                      <a:lnTo>
                        <a:pt x="579310" y="256211"/>
                      </a:lnTo>
                      <a:cubicBezTo>
                        <a:pt x="581691" y="264593"/>
                        <a:pt x="576929" y="273737"/>
                        <a:pt x="575310" y="265260"/>
                      </a:cubicBezTo>
                      <a:cubicBezTo>
                        <a:pt x="575786" y="265355"/>
                        <a:pt x="577882" y="264784"/>
                        <a:pt x="576644" y="263831"/>
                      </a:cubicBezTo>
                      <a:cubicBezTo>
                        <a:pt x="575786" y="264688"/>
                        <a:pt x="575406" y="263641"/>
                        <a:pt x="575501" y="260688"/>
                      </a:cubicBezTo>
                      <a:cubicBezTo>
                        <a:pt x="576072" y="262402"/>
                        <a:pt x="577119" y="259735"/>
                        <a:pt x="577119" y="256878"/>
                      </a:cubicBezTo>
                      <a:cubicBezTo>
                        <a:pt x="575786" y="258402"/>
                        <a:pt x="575501" y="255449"/>
                        <a:pt x="574929" y="254020"/>
                      </a:cubicBezTo>
                      <a:cubicBezTo>
                        <a:pt x="573405" y="259450"/>
                        <a:pt x="570071" y="257449"/>
                        <a:pt x="567785" y="262593"/>
                      </a:cubicBezTo>
                      <a:cubicBezTo>
                        <a:pt x="567690" y="260974"/>
                        <a:pt x="567119" y="260783"/>
                        <a:pt x="567024" y="259354"/>
                      </a:cubicBezTo>
                      <a:cubicBezTo>
                        <a:pt x="567594" y="259164"/>
                        <a:pt x="568262" y="259259"/>
                        <a:pt x="567976" y="256783"/>
                      </a:cubicBezTo>
                      <a:cubicBezTo>
                        <a:pt x="565976" y="256116"/>
                        <a:pt x="565785" y="260593"/>
                        <a:pt x="564166" y="261069"/>
                      </a:cubicBezTo>
                      <a:cubicBezTo>
                        <a:pt x="563880" y="257640"/>
                        <a:pt x="562641" y="256402"/>
                        <a:pt x="563499" y="261259"/>
                      </a:cubicBezTo>
                      <a:cubicBezTo>
                        <a:pt x="561975" y="262307"/>
                        <a:pt x="561023" y="261450"/>
                        <a:pt x="561213" y="256116"/>
                      </a:cubicBezTo>
                      <a:cubicBezTo>
                        <a:pt x="563213" y="253830"/>
                        <a:pt x="562166" y="253925"/>
                        <a:pt x="563595" y="252115"/>
                      </a:cubicBezTo>
                      <a:cubicBezTo>
                        <a:pt x="562641" y="251544"/>
                        <a:pt x="562261" y="248686"/>
                        <a:pt x="561403" y="248020"/>
                      </a:cubicBezTo>
                      <a:cubicBezTo>
                        <a:pt x="561308" y="246115"/>
                        <a:pt x="562356" y="247162"/>
                        <a:pt x="562356" y="245543"/>
                      </a:cubicBezTo>
                      <a:cubicBezTo>
                        <a:pt x="560737" y="241638"/>
                        <a:pt x="560927" y="249544"/>
                        <a:pt x="560069" y="250687"/>
                      </a:cubicBezTo>
                      <a:lnTo>
                        <a:pt x="558355" y="251068"/>
                      </a:lnTo>
                      <a:cubicBezTo>
                        <a:pt x="558260" y="249353"/>
                        <a:pt x="558355" y="246877"/>
                        <a:pt x="557879" y="246591"/>
                      </a:cubicBezTo>
                      <a:cubicBezTo>
                        <a:pt x="557879" y="250972"/>
                        <a:pt x="557783" y="252687"/>
                        <a:pt x="557403" y="254782"/>
                      </a:cubicBezTo>
                      <a:cubicBezTo>
                        <a:pt x="556640" y="255354"/>
                        <a:pt x="556927" y="251544"/>
                        <a:pt x="556260" y="251639"/>
                      </a:cubicBezTo>
                      <a:cubicBezTo>
                        <a:pt x="556260" y="252973"/>
                        <a:pt x="555784" y="252973"/>
                        <a:pt x="555213" y="253068"/>
                      </a:cubicBezTo>
                      <a:cubicBezTo>
                        <a:pt x="555022" y="255735"/>
                        <a:pt x="554070" y="260497"/>
                        <a:pt x="555784" y="259831"/>
                      </a:cubicBezTo>
                      <a:cubicBezTo>
                        <a:pt x="556165" y="257164"/>
                        <a:pt x="554736" y="255735"/>
                        <a:pt x="555688" y="255259"/>
                      </a:cubicBezTo>
                      <a:cubicBezTo>
                        <a:pt x="556736" y="254497"/>
                        <a:pt x="556736" y="257926"/>
                        <a:pt x="557213" y="259450"/>
                      </a:cubicBezTo>
                      <a:cubicBezTo>
                        <a:pt x="556451" y="262593"/>
                        <a:pt x="553784" y="259069"/>
                        <a:pt x="553021" y="260402"/>
                      </a:cubicBezTo>
                      <a:cubicBezTo>
                        <a:pt x="553498" y="260402"/>
                        <a:pt x="553498" y="263260"/>
                        <a:pt x="552736" y="262783"/>
                      </a:cubicBezTo>
                      <a:cubicBezTo>
                        <a:pt x="552355" y="259354"/>
                        <a:pt x="553212" y="259259"/>
                        <a:pt x="552926" y="255830"/>
                      </a:cubicBezTo>
                      <a:cubicBezTo>
                        <a:pt x="551307" y="255163"/>
                        <a:pt x="551021" y="258211"/>
                        <a:pt x="549783" y="258878"/>
                      </a:cubicBezTo>
                      <a:cubicBezTo>
                        <a:pt x="549687" y="257449"/>
                        <a:pt x="549307" y="257354"/>
                        <a:pt x="549307" y="255544"/>
                      </a:cubicBezTo>
                      <a:cubicBezTo>
                        <a:pt x="550450" y="253544"/>
                        <a:pt x="545688" y="260307"/>
                        <a:pt x="544545" y="262402"/>
                      </a:cubicBezTo>
                      <a:cubicBezTo>
                        <a:pt x="544545" y="261259"/>
                        <a:pt x="544259" y="261069"/>
                        <a:pt x="544163" y="260212"/>
                      </a:cubicBezTo>
                      <a:cubicBezTo>
                        <a:pt x="544925" y="258688"/>
                        <a:pt x="544830" y="255068"/>
                        <a:pt x="545402" y="253068"/>
                      </a:cubicBezTo>
                      <a:cubicBezTo>
                        <a:pt x="546259" y="251925"/>
                        <a:pt x="547402" y="256021"/>
                        <a:pt x="547878" y="252496"/>
                      </a:cubicBezTo>
                      <a:cubicBezTo>
                        <a:pt x="546449" y="252973"/>
                        <a:pt x="545688" y="250877"/>
                        <a:pt x="544925" y="248591"/>
                      </a:cubicBezTo>
                      <a:cubicBezTo>
                        <a:pt x="546545" y="248782"/>
                        <a:pt x="545592" y="242971"/>
                        <a:pt x="546831" y="240114"/>
                      </a:cubicBezTo>
                      <a:cubicBezTo>
                        <a:pt x="547592" y="240971"/>
                        <a:pt x="549783" y="248020"/>
                        <a:pt x="549401" y="245257"/>
                      </a:cubicBezTo>
                      <a:cubicBezTo>
                        <a:pt x="549117" y="245067"/>
                        <a:pt x="548926" y="244400"/>
                        <a:pt x="549021" y="243067"/>
                      </a:cubicBezTo>
                      <a:cubicBezTo>
                        <a:pt x="551021" y="242209"/>
                        <a:pt x="552545" y="247258"/>
                        <a:pt x="553593" y="240876"/>
                      </a:cubicBezTo>
                      <a:cubicBezTo>
                        <a:pt x="552450" y="241638"/>
                        <a:pt x="550926" y="242495"/>
                        <a:pt x="549687" y="240590"/>
                      </a:cubicBezTo>
                      <a:cubicBezTo>
                        <a:pt x="549973" y="238114"/>
                        <a:pt x="550640" y="236875"/>
                        <a:pt x="551688" y="236685"/>
                      </a:cubicBezTo>
                      <a:cubicBezTo>
                        <a:pt x="552355" y="237637"/>
                        <a:pt x="553116" y="238685"/>
                        <a:pt x="553879" y="239638"/>
                      </a:cubicBezTo>
                      <a:cubicBezTo>
                        <a:pt x="554641" y="236113"/>
                        <a:pt x="553021" y="229827"/>
                        <a:pt x="554259" y="226969"/>
                      </a:cubicBezTo>
                      <a:cubicBezTo>
                        <a:pt x="553307" y="226588"/>
                        <a:pt x="551402" y="223826"/>
                        <a:pt x="550735" y="226684"/>
                      </a:cubicBezTo>
                      <a:cubicBezTo>
                        <a:pt x="551593" y="226588"/>
                        <a:pt x="551973" y="228493"/>
                        <a:pt x="552545" y="229732"/>
                      </a:cubicBezTo>
                      <a:cubicBezTo>
                        <a:pt x="549401" y="237352"/>
                        <a:pt x="548258" y="221921"/>
                        <a:pt x="548354" y="216968"/>
                      </a:cubicBezTo>
                      <a:cubicBezTo>
                        <a:pt x="547497" y="216206"/>
                        <a:pt x="546640" y="215063"/>
                        <a:pt x="546163" y="212872"/>
                      </a:cubicBezTo>
                      <a:cubicBezTo>
                        <a:pt x="546068" y="207919"/>
                        <a:pt x="548735" y="210967"/>
                        <a:pt x="548449" y="205443"/>
                      </a:cubicBezTo>
                      <a:cubicBezTo>
                        <a:pt x="547497" y="204109"/>
                        <a:pt x="547497" y="210205"/>
                        <a:pt x="547115" y="206872"/>
                      </a:cubicBezTo>
                      <a:cubicBezTo>
                        <a:pt x="548544" y="204871"/>
                        <a:pt x="546449" y="199442"/>
                        <a:pt x="548354" y="198585"/>
                      </a:cubicBezTo>
                      <a:lnTo>
                        <a:pt x="548449" y="203157"/>
                      </a:lnTo>
                      <a:cubicBezTo>
                        <a:pt x="550355" y="203538"/>
                        <a:pt x="548640" y="193727"/>
                        <a:pt x="549973" y="192489"/>
                      </a:cubicBezTo>
                      <a:cubicBezTo>
                        <a:pt x="550355" y="193156"/>
                        <a:pt x="551783" y="194584"/>
                        <a:pt x="551688" y="190965"/>
                      </a:cubicBezTo>
                      <a:cubicBezTo>
                        <a:pt x="551688" y="187917"/>
                        <a:pt x="549783" y="192489"/>
                        <a:pt x="550164" y="187822"/>
                      </a:cubicBezTo>
                      <a:cubicBezTo>
                        <a:pt x="550164" y="185917"/>
                        <a:pt x="551116" y="186964"/>
                        <a:pt x="551116" y="185250"/>
                      </a:cubicBezTo>
                      <a:cubicBezTo>
                        <a:pt x="550069" y="184583"/>
                        <a:pt x="551498" y="182297"/>
                        <a:pt x="550926" y="179535"/>
                      </a:cubicBezTo>
                      <a:cubicBezTo>
                        <a:pt x="550069" y="179249"/>
                        <a:pt x="548830" y="180392"/>
                        <a:pt x="548354" y="175534"/>
                      </a:cubicBezTo>
                      <a:cubicBezTo>
                        <a:pt x="548640" y="181821"/>
                        <a:pt x="547497" y="179344"/>
                        <a:pt x="548544" y="183535"/>
                      </a:cubicBezTo>
                      <a:cubicBezTo>
                        <a:pt x="547878" y="182297"/>
                        <a:pt x="546735" y="180678"/>
                        <a:pt x="547402" y="178106"/>
                      </a:cubicBezTo>
                      <a:cubicBezTo>
                        <a:pt x="544163" y="179440"/>
                        <a:pt x="541401" y="176773"/>
                        <a:pt x="538733" y="179059"/>
                      </a:cubicBezTo>
                      <a:cubicBezTo>
                        <a:pt x="538258" y="175630"/>
                        <a:pt x="537115" y="174487"/>
                        <a:pt x="536829" y="170296"/>
                      </a:cubicBezTo>
                      <a:cubicBezTo>
                        <a:pt x="536638" y="167152"/>
                        <a:pt x="538067" y="168962"/>
                        <a:pt x="538163" y="166581"/>
                      </a:cubicBezTo>
                      <a:cubicBezTo>
                        <a:pt x="537781" y="166486"/>
                        <a:pt x="537877" y="165343"/>
                        <a:pt x="538067" y="164295"/>
                      </a:cubicBezTo>
                      <a:cubicBezTo>
                        <a:pt x="536829" y="163438"/>
                        <a:pt x="536067" y="160390"/>
                        <a:pt x="535114" y="158104"/>
                      </a:cubicBezTo>
                      <a:cubicBezTo>
                        <a:pt x="537210" y="160961"/>
                        <a:pt x="536352" y="153627"/>
                        <a:pt x="538163" y="152865"/>
                      </a:cubicBezTo>
                      <a:cubicBezTo>
                        <a:pt x="538067" y="157056"/>
                        <a:pt x="540734" y="156865"/>
                        <a:pt x="541305" y="154389"/>
                      </a:cubicBezTo>
                      <a:cubicBezTo>
                        <a:pt x="539972" y="151055"/>
                        <a:pt x="538449" y="154389"/>
                        <a:pt x="538067" y="149436"/>
                      </a:cubicBezTo>
                      <a:cubicBezTo>
                        <a:pt x="539115" y="149722"/>
                        <a:pt x="540639" y="149531"/>
                        <a:pt x="540734" y="145340"/>
                      </a:cubicBezTo>
                      <a:cubicBezTo>
                        <a:pt x="538924" y="145721"/>
                        <a:pt x="538258" y="141721"/>
                        <a:pt x="537115" y="139339"/>
                      </a:cubicBezTo>
                      <a:cubicBezTo>
                        <a:pt x="537781" y="138387"/>
                        <a:pt x="542448" y="144864"/>
                        <a:pt x="543020" y="140197"/>
                      </a:cubicBezTo>
                      <a:cubicBezTo>
                        <a:pt x="540639" y="138196"/>
                        <a:pt x="539496" y="133720"/>
                        <a:pt x="538924" y="127433"/>
                      </a:cubicBezTo>
                      <a:cubicBezTo>
                        <a:pt x="537877" y="126100"/>
                        <a:pt x="537210" y="130957"/>
                        <a:pt x="536829" y="127909"/>
                      </a:cubicBezTo>
                      <a:cubicBezTo>
                        <a:pt x="538544" y="128386"/>
                        <a:pt x="535591" y="122194"/>
                        <a:pt x="535400" y="126004"/>
                      </a:cubicBezTo>
                      <a:cubicBezTo>
                        <a:pt x="536352" y="125719"/>
                        <a:pt x="536163" y="131719"/>
                        <a:pt x="535209" y="131815"/>
                      </a:cubicBezTo>
                      <a:cubicBezTo>
                        <a:pt x="535877" y="129433"/>
                        <a:pt x="535020" y="126385"/>
                        <a:pt x="534734" y="123909"/>
                      </a:cubicBezTo>
                      <a:cubicBezTo>
                        <a:pt x="532352" y="124290"/>
                        <a:pt x="530257" y="125433"/>
                        <a:pt x="528924" y="128767"/>
                      </a:cubicBezTo>
                      <a:cubicBezTo>
                        <a:pt x="529971" y="127909"/>
                        <a:pt x="530351" y="130957"/>
                        <a:pt x="531019" y="128290"/>
                      </a:cubicBezTo>
                      <a:cubicBezTo>
                        <a:pt x="532162" y="132958"/>
                        <a:pt x="531685" y="136291"/>
                        <a:pt x="533305" y="139149"/>
                      </a:cubicBezTo>
                      <a:cubicBezTo>
                        <a:pt x="531780" y="140292"/>
                        <a:pt x="531876" y="139339"/>
                        <a:pt x="530923" y="142006"/>
                      </a:cubicBezTo>
                      <a:cubicBezTo>
                        <a:pt x="530637" y="139625"/>
                        <a:pt x="531780" y="138196"/>
                        <a:pt x="530542" y="138673"/>
                      </a:cubicBezTo>
                      <a:cubicBezTo>
                        <a:pt x="529685" y="144102"/>
                        <a:pt x="527495" y="141721"/>
                        <a:pt x="526352" y="138482"/>
                      </a:cubicBezTo>
                      <a:cubicBezTo>
                        <a:pt x="524541" y="140863"/>
                        <a:pt x="518636" y="149722"/>
                        <a:pt x="518445" y="140387"/>
                      </a:cubicBezTo>
                      <a:cubicBezTo>
                        <a:pt x="517970" y="140482"/>
                        <a:pt x="517684" y="141149"/>
                        <a:pt x="517398" y="141816"/>
                      </a:cubicBezTo>
                      <a:cubicBezTo>
                        <a:pt x="516255" y="143340"/>
                        <a:pt x="518351" y="141911"/>
                        <a:pt x="517779" y="145150"/>
                      </a:cubicBezTo>
                      <a:cubicBezTo>
                        <a:pt x="517398" y="145245"/>
                        <a:pt x="517398" y="146197"/>
                        <a:pt x="517113" y="146483"/>
                      </a:cubicBezTo>
                      <a:cubicBezTo>
                        <a:pt x="516731" y="145054"/>
                        <a:pt x="515684" y="139816"/>
                        <a:pt x="515302" y="142292"/>
                      </a:cubicBezTo>
                      <a:cubicBezTo>
                        <a:pt x="514636" y="147626"/>
                        <a:pt x="509111" y="148198"/>
                        <a:pt x="507111" y="153341"/>
                      </a:cubicBezTo>
                      <a:cubicBezTo>
                        <a:pt x="506825" y="150674"/>
                        <a:pt x="504634" y="148864"/>
                        <a:pt x="504253" y="150579"/>
                      </a:cubicBezTo>
                      <a:cubicBezTo>
                        <a:pt x="504539" y="150674"/>
                        <a:pt x="505396" y="154103"/>
                        <a:pt x="504634" y="153913"/>
                      </a:cubicBezTo>
                      <a:cubicBezTo>
                        <a:pt x="503777" y="155627"/>
                        <a:pt x="503110" y="150865"/>
                        <a:pt x="502919" y="154294"/>
                      </a:cubicBezTo>
                      <a:cubicBezTo>
                        <a:pt x="503110" y="154198"/>
                        <a:pt x="503301" y="155151"/>
                        <a:pt x="502919" y="155437"/>
                      </a:cubicBezTo>
                      <a:cubicBezTo>
                        <a:pt x="501587" y="154770"/>
                        <a:pt x="501396" y="149817"/>
                        <a:pt x="500729" y="146769"/>
                      </a:cubicBezTo>
                      <a:cubicBezTo>
                        <a:pt x="500538" y="143435"/>
                        <a:pt x="502348" y="140768"/>
                        <a:pt x="501301" y="138673"/>
                      </a:cubicBezTo>
                      <a:cubicBezTo>
                        <a:pt x="500538" y="142387"/>
                        <a:pt x="497205" y="135434"/>
                        <a:pt x="496348" y="131815"/>
                      </a:cubicBezTo>
                      <a:cubicBezTo>
                        <a:pt x="497777" y="130767"/>
                        <a:pt x="498729" y="124195"/>
                        <a:pt x="500444" y="127433"/>
                      </a:cubicBezTo>
                      <a:cubicBezTo>
                        <a:pt x="500919" y="122480"/>
                        <a:pt x="501396" y="121718"/>
                        <a:pt x="502730" y="121147"/>
                      </a:cubicBezTo>
                      <a:cubicBezTo>
                        <a:pt x="502158" y="123337"/>
                        <a:pt x="502919" y="124671"/>
                        <a:pt x="503491" y="125528"/>
                      </a:cubicBezTo>
                      <a:cubicBezTo>
                        <a:pt x="503015" y="120385"/>
                        <a:pt x="503491" y="118861"/>
                        <a:pt x="503777" y="122004"/>
                      </a:cubicBezTo>
                      <a:cubicBezTo>
                        <a:pt x="503682" y="116670"/>
                        <a:pt x="505206" y="121147"/>
                        <a:pt x="505111" y="117146"/>
                      </a:cubicBezTo>
                      <a:cubicBezTo>
                        <a:pt x="503301" y="114955"/>
                        <a:pt x="503110" y="120670"/>
                        <a:pt x="501682" y="117908"/>
                      </a:cubicBezTo>
                      <a:cubicBezTo>
                        <a:pt x="503301" y="112765"/>
                        <a:pt x="506063" y="115622"/>
                        <a:pt x="506634" y="106478"/>
                      </a:cubicBezTo>
                      <a:cubicBezTo>
                        <a:pt x="508635" y="105907"/>
                        <a:pt x="509301" y="106669"/>
                        <a:pt x="510444" y="107907"/>
                      </a:cubicBezTo>
                      <a:cubicBezTo>
                        <a:pt x="509397" y="104383"/>
                        <a:pt x="512159" y="105049"/>
                        <a:pt x="512444" y="104002"/>
                      </a:cubicBezTo>
                      <a:cubicBezTo>
                        <a:pt x="512730" y="99334"/>
                        <a:pt x="511397" y="100763"/>
                        <a:pt x="511587" y="96191"/>
                      </a:cubicBezTo>
                      <a:cubicBezTo>
                        <a:pt x="510826" y="96858"/>
                        <a:pt x="509778" y="99239"/>
                        <a:pt x="509492" y="95524"/>
                      </a:cubicBezTo>
                      <a:cubicBezTo>
                        <a:pt x="511397" y="93238"/>
                        <a:pt x="512826" y="96096"/>
                        <a:pt x="514255" y="93334"/>
                      </a:cubicBezTo>
                      <a:cubicBezTo>
                        <a:pt x="513493" y="91810"/>
                        <a:pt x="515493" y="88952"/>
                        <a:pt x="515874" y="87238"/>
                      </a:cubicBezTo>
                      <a:cubicBezTo>
                        <a:pt x="515493" y="87142"/>
                        <a:pt x="515684" y="85999"/>
                        <a:pt x="515874" y="84952"/>
                      </a:cubicBezTo>
                      <a:cubicBezTo>
                        <a:pt x="515112" y="84666"/>
                        <a:pt x="514731" y="82761"/>
                        <a:pt x="514064" y="81904"/>
                      </a:cubicBezTo>
                      <a:cubicBezTo>
                        <a:pt x="515493" y="80094"/>
                        <a:pt x="513683" y="79332"/>
                        <a:pt x="513588" y="76284"/>
                      </a:cubicBezTo>
                      <a:cubicBezTo>
                        <a:pt x="513778" y="74379"/>
                        <a:pt x="515302" y="76189"/>
                        <a:pt x="514921" y="72569"/>
                      </a:cubicBezTo>
                      <a:cubicBezTo>
                        <a:pt x="514255" y="71617"/>
                        <a:pt x="512255" y="69235"/>
                        <a:pt x="512159" y="73236"/>
                      </a:cubicBezTo>
                      <a:cubicBezTo>
                        <a:pt x="513969" y="73331"/>
                        <a:pt x="512540" y="81046"/>
                        <a:pt x="511683" y="83618"/>
                      </a:cubicBezTo>
                      <a:cubicBezTo>
                        <a:pt x="510635" y="78094"/>
                        <a:pt x="507777" y="83999"/>
                        <a:pt x="507111" y="75522"/>
                      </a:cubicBezTo>
                      <a:cubicBezTo>
                        <a:pt x="506825" y="77141"/>
                        <a:pt x="506634" y="79141"/>
                        <a:pt x="506159" y="80284"/>
                      </a:cubicBezTo>
                      <a:cubicBezTo>
                        <a:pt x="504539" y="78665"/>
                        <a:pt x="503396" y="77236"/>
                        <a:pt x="504253" y="71521"/>
                      </a:cubicBezTo>
                      <a:cubicBezTo>
                        <a:pt x="503396" y="71902"/>
                        <a:pt x="503110" y="69997"/>
                        <a:pt x="502825" y="68378"/>
                      </a:cubicBezTo>
                      <a:cubicBezTo>
                        <a:pt x="503205" y="67140"/>
                        <a:pt x="505491" y="66568"/>
                        <a:pt x="505587" y="69997"/>
                      </a:cubicBezTo>
                      <a:cubicBezTo>
                        <a:pt x="506445" y="69712"/>
                        <a:pt x="506634" y="67616"/>
                        <a:pt x="507302" y="69616"/>
                      </a:cubicBezTo>
                      <a:cubicBezTo>
                        <a:pt x="507777" y="67426"/>
                        <a:pt x="508159" y="64949"/>
                        <a:pt x="508540" y="62473"/>
                      </a:cubicBezTo>
                      <a:cubicBezTo>
                        <a:pt x="510254" y="64378"/>
                        <a:pt x="510158" y="60282"/>
                        <a:pt x="511587" y="61806"/>
                      </a:cubicBezTo>
                      <a:lnTo>
                        <a:pt x="511397" y="53805"/>
                      </a:lnTo>
                      <a:cubicBezTo>
                        <a:pt x="510540" y="52471"/>
                        <a:pt x="510063" y="57520"/>
                        <a:pt x="509683" y="54186"/>
                      </a:cubicBezTo>
                      <a:cubicBezTo>
                        <a:pt x="510730" y="52471"/>
                        <a:pt x="511397" y="47614"/>
                        <a:pt x="510540" y="44851"/>
                      </a:cubicBezTo>
                      <a:cubicBezTo>
                        <a:pt x="511016" y="43423"/>
                        <a:pt x="511397" y="43327"/>
                        <a:pt x="511873" y="44566"/>
                      </a:cubicBezTo>
                      <a:cubicBezTo>
                        <a:pt x="511207" y="41899"/>
                        <a:pt x="510730" y="38279"/>
                        <a:pt x="511683" y="35422"/>
                      </a:cubicBezTo>
                      <a:cubicBezTo>
                        <a:pt x="510826" y="35993"/>
                        <a:pt x="510254" y="35326"/>
                        <a:pt x="510254" y="32278"/>
                      </a:cubicBezTo>
                      <a:cubicBezTo>
                        <a:pt x="509588" y="32183"/>
                        <a:pt x="509492" y="33707"/>
                        <a:pt x="508920" y="33707"/>
                      </a:cubicBezTo>
                      <a:cubicBezTo>
                        <a:pt x="508920" y="31707"/>
                        <a:pt x="508826" y="30183"/>
                        <a:pt x="508540" y="29230"/>
                      </a:cubicBezTo>
                      <a:cubicBezTo>
                        <a:pt x="509683" y="28183"/>
                        <a:pt x="509683" y="23515"/>
                        <a:pt x="510349" y="18467"/>
                      </a:cubicBezTo>
                      <a:cubicBezTo>
                        <a:pt x="510063" y="18277"/>
                        <a:pt x="509969" y="17610"/>
                        <a:pt x="509969" y="16276"/>
                      </a:cubicBezTo>
                      <a:cubicBezTo>
                        <a:pt x="508731" y="19705"/>
                        <a:pt x="508349" y="12943"/>
                        <a:pt x="507588" y="17991"/>
                      </a:cubicBezTo>
                      <a:cubicBezTo>
                        <a:pt x="506920" y="13324"/>
                        <a:pt x="507206" y="12181"/>
                        <a:pt x="507397" y="8847"/>
                      </a:cubicBezTo>
                      <a:cubicBezTo>
                        <a:pt x="507873" y="10180"/>
                        <a:pt x="508635" y="10085"/>
                        <a:pt x="508731" y="7418"/>
                      </a:cubicBezTo>
                      <a:cubicBezTo>
                        <a:pt x="507397" y="8085"/>
                        <a:pt x="506254" y="8466"/>
                        <a:pt x="505396" y="12752"/>
                      </a:cubicBezTo>
                      <a:cubicBezTo>
                        <a:pt x="505016" y="11800"/>
                        <a:pt x="503205" y="9895"/>
                        <a:pt x="504253" y="7228"/>
                      </a:cubicBezTo>
                      <a:cubicBezTo>
                        <a:pt x="504348" y="8085"/>
                        <a:pt x="504253" y="9514"/>
                        <a:pt x="504634" y="9418"/>
                      </a:cubicBezTo>
                      <a:cubicBezTo>
                        <a:pt x="504158" y="4275"/>
                        <a:pt x="502825" y="3703"/>
                        <a:pt x="501872" y="6656"/>
                      </a:cubicBezTo>
                      <a:cubicBezTo>
                        <a:pt x="502062" y="2084"/>
                        <a:pt x="499776" y="4084"/>
                        <a:pt x="500729" y="84"/>
                      </a:cubicBezTo>
                      <a:cubicBezTo>
                        <a:pt x="499490" y="-773"/>
                        <a:pt x="500538" y="5227"/>
                        <a:pt x="499490" y="4942"/>
                      </a:cubicBezTo>
                      <a:cubicBezTo>
                        <a:pt x="497586" y="-297"/>
                        <a:pt x="492728" y="2179"/>
                        <a:pt x="489395" y="8466"/>
                      </a:cubicBezTo>
                      <a:cubicBezTo>
                        <a:pt x="489585" y="8085"/>
                        <a:pt x="490156" y="8752"/>
                        <a:pt x="490061" y="9418"/>
                      </a:cubicBezTo>
                      <a:cubicBezTo>
                        <a:pt x="487013" y="9990"/>
                        <a:pt x="483298" y="370"/>
                        <a:pt x="481299" y="11419"/>
                      </a:cubicBezTo>
                      <a:cubicBezTo>
                        <a:pt x="480440" y="10085"/>
                        <a:pt x="481869" y="7799"/>
                        <a:pt x="480917" y="6942"/>
                      </a:cubicBezTo>
                      <a:cubicBezTo>
                        <a:pt x="480917" y="8085"/>
                        <a:pt x="480345" y="8561"/>
                        <a:pt x="480251" y="7132"/>
                      </a:cubicBezTo>
                      <a:cubicBezTo>
                        <a:pt x="480536" y="6847"/>
                        <a:pt x="480631" y="6085"/>
                        <a:pt x="480536" y="4751"/>
                      </a:cubicBezTo>
                      <a:cubicBezTo>
                        <a:pt x="481394" y="5132"/>
                        <a:pt x="481869" y="6370"/>
                        <a:pt x="481869" y="2179"/>
                      </a:cubicBezTo>
                      <a:cubicBezTo>
                        <a:pt x="477298" y="1703"/>
                        <a:pt x="471583" y="2179"/>
                        <a:pt x="467677" y="2084"/>
                      </a:cubicBezTo>
                      <a:cubicBezTo>
                        <a:pt x="466820" y="2084"/>
                        <a:pt x="465868" y="5799"/>
                        <a:pt x="465296" y="1513"/>
                      </a:cubicBezTo>
                      <a:cubicBezTo>
                        <a:pt x="465201" y="3799"/>
                        <a:pt x="465773" y="3608"/>
                        <a:pt x="465963" y="4751"/>
                      </a:cubicBezTo>
                      <a:cubicBezTo>
                        <a:pt x="465391" y="5894"/>
                        <a:pt x="465010" y="7704"/>
                        <a:pt x="464344" y="8561"/>
                      </a:cubicBezTo>
                      <a:cubicBezTo>
                        <a:pt x="463772" y="4084"/>
                        <a:pt x="461201" y="6656"/>
                        <a:pt x="459581" y="9609"/>
                      </a:cubicBezTo>
                      <a:cubicBezTo>
                        <a:pt x="455485" y="6085"/>
                        <a:pt x="452438" y="14752"/>
                        <a:pt x="449675" y="9514"/>
                      </a:cubicBezTo>
                      <a:cubicBezTo>
                        <a:pt x="447103" y="13800"/>
                        <a:pt x="441007" y="5799"/>
                        <a:pt x="438150" y="14371"/>
                      </a:cubicBezTo>
                      <a:cubicBezTo>
                        <a:pt x="437769" y="14371"/>
                        <a:pt x="437388" y="14181"/>
                        <a:pt x="437483" y="12276"/>
                      </a:cubicBezTo>
                      <a:cubicBezTo>
                        <a:pt x="436055" y="11704"/>
                        <a:pt x="436912" y="17896"/>
                        <a:pt x="435483" y="17324"/>
                      </a:cubicBezTo>
                      <a:cubicBezTo>
                        <a:pt x="434721" y="17800"/>
                        <a:pt x="435101" y="14086"/>
                        <a:pt x="434435" y="14086"/>
                      </a:cubicBezTo>
                      <a:cubicBezTo>
                        <a:pt x="433483" y="17038"/>
                        <a:pt x="432626" y="16943"/>
                        <a:pt x="433101" y="18943"/>
                      </a:cubicBezTo>
                      <a:cubicBezTo>
                        <a:pt x="432245" y="17991"/>
                        <a:pt x="431959" y="14657"/>
                        <a:pt x="431006" y="13705"/>
                      </a:cubicBezTo>
                      <a:cubicBezTo>
                        <a:pt x="430339" y="19324"/>
                        <a:pt x="429006" y="14181"/>
                        <a:pt x="428244" y="13133"/>
                      </a:cubicBezTo>
                      <a:cubicBezTo>
                        <a:pt x="423863" y="17896"/>
                        <a:pt x="417862" y="16181"/>
                        <a:pt x="412242" y="24658"/>
                      </a:cubicBezTo>
                      <a:cubicBezTo>
                        <a:pt x="413385" y="25325"/>
                        <a:pt x="415480" y="24087"/>
                        <a:pt x="413956" y="28849"/>
                      </a:cubicBezTo>
                      <a:cubicBezTo>
                        <a:pt x="415385" y="23134"/>
                        <a:pt x="417290" y="25801"/>
                        <a:pt x="418338" y="19896"/>
                      </a:cubicBezTo>
                      <a:cubicBezTo>
                        <a:pt x="419481" y="23611"/>
                        <a:pt x="421577" y="20848"/>
                        <a:pt x="422815" y="17800"/>
                      </a:cubicBezTo>
                      <a:cubicBezTo>
                        <a:pt x="423767" y="19705"/>
                        <a:pt x="423863" y="19420"/>
                        <a:pt x="425196" y="18372"/>
                      </a:cubicBezTo>
                      <a:cubicBezTo>
                        <a:pt x="425101" y="20658"/>
                        <a:pt x="425672" y="20563"/>
                        <a:pt x="425862" y="21610"/>
                      </a:cubicBezTo>
                      <a:cubicBezTo>
                        <a:pt x="423863" y="28849"/>
                        <a:pt x="421195" y="24277"/>
                        <a:pt x="418052" y="27897"/>
                      </a:cubicBezTo>
                      <a:cubicBezTo>
                        <a:pt x="421767" y="31612"/>
                        <a:pt x="423958" y="29516"/>
                        <a:pt x="427577" y="28087"/>
                      </a:cubicBezTo>
                      <a:cubicBezTo>
                        <a:pt x="427482" y="30754"/>
                        <a:pt x="427673" y="32374"/>
                        <a:pt x="428244" y="32469"/>
                      </a:cubicBezTo>
                      <a:cubicBezTo>
                        <a:pt x="429768" y="24849"/>
                        <a:pt x="436055" y="27706"/>
                        <a:pt x="437483" y="31612"/>
                      </a:cubicBezTo>
                      <a:cubicBezTo>
                        <a:pt x="439864" y="28564"/>
                        <a:pt x="442340" y="23039"/>
                        <a:pt x="443960" y="29040"/>
                      </a:cubicBezTo>
                      <a:cubicBezTo>
                        <a:pt x="443483" y="26373"/>
                        <a:pt x="448151" y="20848"/>
                        <a:pt x="448341" y="26944"/>
                      </a:cubicBezTo>
                      <a:cubicBezTo>
                        <a:pt x="448341" y="28849"/>
                        <a:pt x="447389" y="27802"/>
                        <a:pt x="447294" y="29421"/>
                      </a:cubicBezTo>
                      <a:cubicBezTo>
                        <a:pt x="448246" y="30754"/>
                        <a:pt x="449961" y="25039"/>
                        <a:pt x="450723" y="30945"/>
                      </a:cubicBezTo>
                      <a:cubicBezTo>
                        <a:pt x="451770" y="21801"/>
                        <a:pt x="456438" y="31516"/>
                        <a:pt x="458534" y="22372"/>
                      </a:cubicBezTo>
                      <a:cubicBezTo>
                        <a:pt x="459486" y="23706"/>
                        <a:pt x="459581" y="25897"/>
                        <a:pt x="459295" y="29040"/>
                      </a:cubicBezTo>
                      <a:cubicBezTo>
                        <a:pt x="460820" y="26182"/>
                        <a:pt x="461106" y="26849"/>
                        <a:pt x="463296" y="23515"/>
                      </a:cubicBezTo>
                      <a:cubicBezTo>
                        <a:pt x="464915" y="34755"/>
                        <a:pt x="471488" y="20753"/>
                        <a:pt x="473201" y="30373"/>
                      </a:cubicBezTo>
                      <a:cubicBezTo>
                        <a:pt x="469106" y="33136"/>
                        <a:pt x="461486" y="34279"/>
                        <a:pt x="456248" y="42184"/>
                      </a:cubicBezTo>
                      <a:cubicBezTo>
                        <a:pt x="458248" y="39708"/>
                        <a:pt x="460343" y="45613"/>
                        <a:pt x="461676" y="38755"/>
                      </a:cubicBezTo>
                      <a:cubicBezTo>
                        <a:pt x="461390" y="45613"/>
                        <a:pt x="464248" y="40851"/>
                        <a:pt x="464439" y="46090"/>
                      </a:cubicBezTo>
                      <a:cubicBezTo>
                        <a:pt x="461676" y="44566"/>
                        <a:pt x="456628" y="52376"/>
                        <a:pt x="455485" y="43518"/>
                      </a:cubicBezTo>
                      <a:cubicBezTo>
                        <a:pt x="455485" y="47518"/>
                        <a:pt x="456628" y="47042"/>
                        <a:pt x="456914" y="50090"/>
                      </a:cubicBezTo>
                      <a:cubicBezTo>
                        <a:pt x="454342" y="51995"/>
                        <a:pt x="452628" y="42661"/>
                        <a:pt x="450056" y="51614"/>
                      </a:cubicBezTo>
                      <a:cubicBezTo>
                        <a:pt x="450438" y="47899"/>
                        <a:pt x="450152" y="48566"/>
                        <a:pt x="449675" y="45994"/>
                      </a:cubicBezTo>
                      <a:cubicBezTo>
                        <a:pt x="446818" y="48280"/>
                        <a:pt x="443483" y="47137"/>
                        <a:pt x="441770" y="46566"/>
                      </a:cubicBezTo>
                      <a:cubicBezTo>
                        <a:pt x="440627" y="46185"/>
                        <a:pt x="439484" y="42470"/>
                        <a:pt x="438341" y="42756"/>
                      </a:cubicBezTo>
                      <a:cubicBezTo>
                        <a:pt x="437293" y="43042"/>
                        <a:pt x="436626" y="45613"/>
                        <a:pt x="435578" y="45613"/>
                      </a:cubicBezTo>
                      <a:cubicBezTo>
                        <a:pt x="434816" y="45709"/>
                        <a:pt x="432149" y="42280"/>
                        <a:pt x="433197" y="42756"/>
                      </a:cubicBezTo>
                      <a:cubicBezTo>
                        <a:pt x="431768" y="42089"/>
                        <a:pt x="429673" y="40565"/>
                        <a:pt x="428434" y="44947"/>
                      </a:cubicBezTo>
                      <a:cubicBezTo>
                        <a:pt x="428530" y="39803"/>
                        <a:pt x="425482" y="46375"/>
                        <a:pt x="425672" y="40946"/>
                      </a:cubicBezTo>
                      <a:cubicBezTo>
                        <a:pt x="424433" y="41613"/>
                        <a:pt x="424338" y="45804"/>
                        <a:pt x="422624" y="45042"/>
                      </a:cubicBezTo>
                      <a:cubicBezTo>
                        <a:pt x="422243" y="41994"/>
                        <a:pt x="421767" y="39708"/>
                        <a:pt x="420529" y="39803"/>
                      </a:cubicBezTo>
                      <a:cubicBezTo>
                        <a:pt x="417862" y="42089"/>
                        <a:pt x="415194" y="47518"/>
                        <a:pt x="411289" y="44089"/>
                      </a:cubicBezTo>
                      <a:cubicBezTo>
                        <a:pt x="411195" y="45423"/>
                        <a:pt x="411384" y="47328"/>
                        <a:pt x="410909" y="47614"/>
                      </a:cubicBezTo>
                      <a:cubicBezTo>
                        <a:pt x="408051" y="48661"/>
                        <a:pt x="405574" y="55805"/>
                        <a:pt x="404051" y="47995"/>
                      </a:cubicBezTo>
                      <a:cubicBezTo>
                        <a:pt x="402813" y="54757"/>
                        <a:pt x="401288" y="48661"/>
                        <a:pt x="399955" y="48852"/>
                      </a:cubicBezTo>
                      <a:cubicBezTo>
                        <a:pt x="398335" y="49042"/>
                        <a:pt x="394431" y="56758"/>
                        <a:pt x="394431" y="48852"/>
                      </a:cubicBezTo>
                      <a:cubicBezTo>
                        <a:pt x="393954" y="50281"/>
                        <a:pt x="394049" y="53710"/>
                        <a:pt x="393002" y="53710"/>
                      </a:cubicBezTo>
                      <a:cubicBezTo>
                        <a:pt x="393192" y="50090"/>
                        <a:pt x="392145" y="50662"/>
                        <a:pt x="391668" y="49423"/>
                      </a:cubicBezTo>
                      <a:cubicBezTo>
                        <a:pt x="390620" y="58186"/>
                        <a:pt x="387096" y="51043"/>
                        <a:pt x="385763" y="55234"/>
                      </a:cubicBezTo>
                      <a:cubicBezTo>
                        <a:pt x="382714" y="48185"/>
                        <a:pt x="379094" y="59520"/>
                        <a:pt x="375761" y="56186"/>
                      </a:cubicBezTo>
                      <a:cubicBezTo>
                        <a:pt x="375761" y="54376"/>
                        <a:pt x="375856" y="52281"/>
                        <a:pt x="375095" y="52948"/>
                      </a:cubicBezTo>
                      <a:cubicBezTo>
                        <a:pt x="375190" y="55615"/>
                        <a:pt x="375761" y="57710"/>
                        <a:pt x="374713" y="58758"/>
                      </a:cubicBezTo>
                      <a:cubicBezTo>
                        <a:pt x="373189" y="59710"/>
                        <a:pt x="372618" y="56853"/>
                        <a:pt x="371666" y="55996"/>
                      </a:cubicBezTo>
                      <a:cubicBezTo>
                        <a:pt x="371666" y="58853"/>
                        <a:pt x="372332" y="59425"/>
                        <a:pt x="371284" y="60663"/>
                      </a:cubicBezTo>
                      <a:cubicBezTo>
                        <a:pt x="370427" y="59520"/>
                        <a:pt x="366808" y="55519"/>
                        <a:pt x="366426" y="60568"/>
                      </a:cubicBezTo>
                      <a:cubicBezTo>
                        <a:pt x="362045" y="61044"/>
                        <a:pt x="358712" y="59710"/>
                        <a:pt x="355377" y="62854"/>
                      </a:cubicBezTo>
                      <a:cubicBezTo>
                        <a:pt x="354902" y="57520"/>
                        <a:pt x="351568" y="62663"/>
                        <a:pt x="349853" y="61711"/>
                      </a:cubicBezTo>
                      <a:cubicBezTo>
                        <a:pt x="348901" y="61139"/>
                        <a:pt x="348615" y="57329"/>
                        <a:pt x="347472" y="56472"/>
                      </a:cubicBezTo>
                      <a:cubicBezTo>
                        <a:pt x="346520" y="55710"/>
                        <a:pt x="344234" y="57996"/>
                        <a:pt x="342614" y="57424"/>
                      </a:cubicBezTo>
                      <a:cubicBezTo>
                        <a:pt x="339090" y="56186"/>
                        <a:pt x="337947" y="58758"/>
                        <a:pt x="334327" y="57901"/>
                      </a:cubicBezTo>
                      <a:cubicBezTo>
                        <a:pt x="334423" y="55710"/>
                        <a:pt x="335470" y="56853"/>
                        <a:pt x="335375" y="54281"/>
                      </a:cubicBezTo>
                      <a:cubicBezTo>
                        <a:pt x="334137" y="54757"/>
                        <a:pt x="334041" y="58567"/>
                        <a:pt x="332898" y="59329"/>
                      </a:cubicBezTo>
                      <a:cubicBezTo>
                        <a:pt x="332327" y="55900"/>
                        <a:pt x="328708" y="60472"/>
                        <a:pt x="329851" y="54281"/>
                      </a:cubicBezTo>
                      <a:cubicBezTo>
                        <a:pt x="327945" y="53995"/>
                        <a:pt x="328040" y="60282"/>
                        <a:pt x="326327" y="60663"/>
                      </a:cubicBezTo>
                      <a:cubicBezTo>
                        <a:pt x="325470" y="60472"/>
                        <a:pt x="325755" y="56853"/>
                        <a:pt x="324612" y="57615"/>
                      </a:cubicBezTo>
                      <a:cubicBezTo>
                        <a:pt x="324326" y="60091"/>
                        <a:pt x="323755" y="61806"/>
                        <a:pt x="322516" y="61425"/>
                      </a:cubicBezTo>
                      <a:cubicBezTo>
                        <a:pt x="322421" y="59806"/>
                        <a:pt x="322135" y="59615"/>
                        <a:pt x="322516" y="57996"/>
                      </a:cubicBezTo>
                      <a:cubicBezTo>
                        <a:pt x="317945" y="64282"/>
                        <a:pt x="317373" y="56567"/>
                        <a:pt x="313182" y="56472"/>
                      </a:cubicBezTo>
                      <a:cubicBezTo>
                        <a:pt x="313277" y="59425"/>
                        <a:pt x="313182" y="62187"/>
                        <a:pt x="312039" y="61234"/>
                      </a:cubicBezTo>
                      <a:cubicBezTo>
                        <a:pt x="312515" y="57043"/>
                        <a:pt x="309563" y="56091"/>
                        <a:pt x="308324" y="53995"/>
                      </a:cubicBezTo>
                      <a:cubicBezTo>
                        <a:pt x="308038" y="58377"/>
                        <a:pt x="310133" y="54376"/>
                        <a:pt x="309658" y="59425"/>
                      </a:cubicBezTo>
                      <a:cubicBezTo>
                        <a:pt x="308515" y="58282"/>
                        <a:pt x="308134" y="56186"/>
                        <a:pt x="307563" y="60949"/>
                      </a:cubicBezTo>
                      <a:cubicBezTo>
                        <a:pt x="307181" y="58663"/>
                        <a:pt x="307752" y="56662"/>
                        <a:pt x="306609" y="55424"/>
                      </a:cubicBezTo>
                      <a:cubicBezTo>
                        <a:pt x="306609" y="58663"/>
                        <a:pt x="306514" y="61615"/>
                        <a:pt x="305466" y="61330"/>
                      </a:cubicBezTo>
                      <a:cubicBezTo>
                        <a:pt x="305848" y="58091"/>
                        <a:pt x="304991" y="58472"/>
                        <a:pt x="305181" y="55710"/>
                      </a:cubicBezTo>
                      <a:cubicBezTo>
                        <a:pt x="299847" y="63616"/>
                        <a:pt x="292989" y="55615"/>
                        <a:pt x="285750" y="61806"/>
                      </a:cubicBezTo>
                      <a:cubicBezTo>
                        <a:pt x="282607" y="60758"/>
                        <a:pt x="277845" y="56186"/>
                        <a:pt x="274987" y="62758"/>
                      </a:cubicBezTo>
                      <a:cubicBezTo>
                        <a:pt x="271081" y="59806"/>
                        <a:pt x="268129" y="63520"/>
                        <a:pt x="263842" y="64854"/>
                      </a:cubicBezTo>
                      <a:cubicBezTo>
                        <a:pt x="263176" y="62377"/>
                        <a:pt x="262413" y="61044"/>
                        <a:pt x="261461" y="63044"/>
                      </a:cubicBezTo>
                      <a:cubicBezTo>
                        <a:pt x="262033" y="63235"/>
                        <a:pt x="261461" y="64949"/>
                        <a:pt x="261081" y="65425"/>
                      </a:cubicBezTo>
                      <a:cubicBezTo>
                        <a:pt x="260509" y="63997"/>
                        <a:pt x="260032" y="62377"/>
                        <a:pt x="259461" y="61234"/>
                      </a:cubicBezTo>
                      <a:cubicBezTo>
                        <a:pt x="259175" y="62854"/>
                        <a:pt x="258699" y="63520"/>
                        <a:pt x="258032" y="63806"/>
                      </a:cubicBezTo>
                      <a:cubicBezTo>
                        <a:pt x="257080" y="54567"/>
                        <a:pt x="254412" y="70950"/>
                        <a:pt x="252126" y="62663"/>
                      </a:cubicBezTo>
                      <a:cubicBezTo>
                        <a:pt x="248126" y="72283"/>
                        <a:pt x="241077" y="60187"/>
                        <a:pt x="237648" y="73331"/>
                      </a:cubicBezTo>
                      <a:cubicBezTo>
                        <a:pt x="239077" y="74665"/>
                        <a:pt x="239554" y="66568"/>
                        <a:pt x="240506" y="70474"/>
                      </a:cubicBezTo>
                      <a:cubicBezTo>
                        <a:pt x="237839" y="82856"/>
                        <a:pt x="234887" y="75617"/>
                        <a:pt x="230505" y="81427"/>
                      </a:cubicBezTo>
                      <a:cubicBezTo>
                        <a:pt x="230409" y="83047"/>
                        <a:pt x="230600" y="83904"/>
                        <a:pt x="230791" y="84761"/>
                      </a:cubicBezTo>
                      <a:cubicBezTo>
                        <a:pt x="229266" y="88190"/>
                        <a:pt x="226028" y="88285"/>
                        <a:pt x="225266" y="83523"/>
                      </a:cubicBezTo>
                      <a:cubicBezTo>
                        <a:pt x="222885" y="91048"/>
                        <a:pt x="218313" y="83904"/>
                        <a:pt x="215074" y="86476"/>
                      </a:cubicBezTo>
                      <a:cubicBezTo>
                        <a:pt x="215074" y="82094"/>
                        <a:pt x="214313" y="82761"/>
                        <a:pt x="214026" y="86666"/>
                      </a:cubicBezTo>
                      <a:cubicBezTo>
                        <a:pt x="213740" y="84761"/>
                        <a:pt x="214026" y="81046"/>
                        <a:pt x="213551" y="79999"/>
                      </a:cubicBezTo>
                      <a:cubicBezTo>
                        <a:pt x="212313" y="87428"/>
                        <a:pt x="208978" y="77427"/>
                        <a:pt x="207455" y="85618"/>
                      </a:cubicBezTo>
                      <a:cubicBezTo>
                        <a:pt x="205930" y="79522"/>
                        <a:pt x="203072" y="83618"/>
                        <a:pt x="201359" y="81046"/>
                      </a:cubicBezTo>
                      <a:cubicBezTo>
                        <a:pt x="200596" y="86571"/>
                        <a:pt x="197453" y="85809"/>
                        <a:pt x="196024" y="85428"/>
                      </a:cubicBezTo>
                      <a:cubicBezTo>
                        <a:pt x="195833" y="87619"/>
                        <a:pt x="196310" y="87904"/>
                        <a:pt x="196215" y="89905"/>
                      </a:cubicBezTo>
                      <a:cubicBezTo>
                        <a:pt x="195167" y="89143"/>
                        <a:pt x="195358" y="92953"/>
                        <a:pt x="194690" y="93619"/>
                      </a:cubicBezTo>
                      <a:cubicBezTo>
                        <a:pt x="192595" y="95620"/>
                        <a:pt x="192786" y="90095"/>
                        <a:pt x="191262" y="93143"/>
                      </a:cubicBezTo>
                      <a:cubicBezTo>
                        <a:pt x="191738" y="92857"/>
                        <a:pt x="191929" y="86095"/>
                        <a:pt x="191357" y="89714"/>
                      </a:cubicBezTo>
                      <a:cubicBezTo>
                        <a:pt x="191071" y="97525"/>
                        <a:pt x="187737" y="99239"/>
                        <a:pt x="185833" y="97525"/>
                      </a:cubicBezTo>
                      <a:cubicBezTo>
                        <a:pt x="185928" y="102192"/>
                        <a:pt x="184595" y="96572"/>
                        <a:pt x="184022" y="100096"/>
                      </a:cubicBezTo>
                      <a:cubicBezTo>
                        <a:pt x="183927" y="103430"/>
                        <a:pt x="184690" y="104192"/>
                        <a:pt x="185261" y="105526"/>
                      </a:cubicBezTo>
                      <a:cubicBezTo>
                        <a:pt x="185451" y="104192"/>
                        <a:pt x="185738" y="102859"/>
                        <a:pt x="186119" y="102001"/>
                      </a:cubicBezTo>
                      <a:cubicBezTo>
                        <a:pt x="187451" y="103716"/>
                        <a:pt x="188023" y="107621"/>
                        <a:pt x="189357" y="109336"/>
                      </a:cubicBezTo>
                      <a:cubicBezTo>
                        <a:pt x="188405" y="109526"/>
                        <a:pt x="187262" y="109050"/>
                        <a:pt x="187166" y="112003"/>
                      </a:cubicBezTo>
                      <a:cubicBezTo>
                        <a:pt x="190405" y="111336"/>
                        <a:pt x="191166" y="110193"/>
                        <a:pt x="194215" y="109621"/>
                      </a:cubicBezTo>
                      <a:cubicBezTo>
                        <a:pt x="193929" y="113241"/>
                        <a:pt x="195072" y="112479"/>
                        <a:pt x="195072" y="115146"/>
                      </a:cubicBezTo>
                      <a:cubicBezTo>
                        <a:pt x="196310" y="114384"/>
                        <a:pt x="196882" y="111241"/>
                        <a:pt x="198025" y="110098"/>
                      </a:cubicBezTo>
                      <a:cubicBezTo>
                        <a:pt x="199168" y="115336"/>
                        <a:pt x="202882" y="111050"/>
                        <a:pt x="204788" y="116765"/>
                      </a:cubicBezTo>
                      <a:cubicBezTo>
                        <a:pt x="206216" y="114860"/>
                        <a:pt x="208312" y="109431"/>
                        <a:pt x="208693" y="116098"/>
                      </a:cubicBezTo>
                      <a:cubicBezTo>
                        <a:pt x="209741" y="116479"/>
                        <a:pt x="209741" y="112860"/>
                        <a:pt x="210598" y="112384"/>
                      </a:cubicBezTo>
                      <a:cubicBezTo>
                        <a:pt x="211264" y="113050"/>
                        <a:pt x="210312" y="118765"/>
                        <a:pt x="211074" y="119146"/>
                      </a:cubicBezTo>
                      <a:cubicBezTo>
                        <a:pt x="211264" y="116003"/>
                        <a:pt x="212122" y="117622"/>
                        <a:pt x="212979" y="114289"/>
                      </a:cubicBezTo>
                      <a:cubicBezTo>
                        <a:pt x="213456" y="118289"/>
                        <a:pt x="215265" y="118099"/>
                        <a:pt x="215551" y="122861"/>
                      </a:cubicBezTo>
                      <a:cubicBezTo>
                        <a:pt x="214503" y="124385"/>
                        <a:pt x="211836" y="126766"/>
                        <a:pt x="212884" y="131243"/>
                      </a:cubicBezTo>
                      <a:cubicBezTo>
                        <a:pt x="215265" y="118099"/>
                        <a:pt x="220695" y="121242"/>
                        <a:pt x="221266" y="132005"/>
                      </a:cubicBezTo>
                      <a:cubicBezTo>
                        <a:pt x="222504" y="131624"/>
                        <a:pt x="220599" y="128386"/>
                        <a:pt x="221742" y="128576"/>
                      </a:cubicBezTo>
                      <a:cubicBezTo>
                        <a:pt x="222695" y="130005"/>
                        <a:pt x="223456" y="132100"/>
                        <a:pt x="223265" y="137339"/>
                      </a:cubicBezTo>
                      <a:lnTo>
                        <a:pt x="221838" y="137625"/>
                      </a:lnTo>
                      <a:cubicBezTo>
                        <a:pt x="221266" y="148769"/>
                        <a:pt x="223742" y="146102"/>
                        <a:pt x="225837" y="147150"/>
                      </a:cubicBezTo>
                      <a:cubicBezTo>
                        <a:pt x="224219" y="156770"/>
                        <a:pt x="221647" y="151627"/>
                        <a:pt x="218408" y="150769"/>
                      </a:cubicBezTo>
                      <a:cubicBezTo>
                        <a:pt x="217741" y="154770"/>
                        <a:pt x="218313" y="154198"/>
                        <a:pt x="218980" y="156389"/>
                      </a:cubicBezTo>
                      <a:cubicBezTo>
                        <a:pt x="216312" y="162771"/>
                        <a:pt x="213265" y="150960"/>
                        <a:pt x="210788" y="160104"/>
                      </a:cubicBezTo>
                      <a:cubicBezTo>
                        <a:pt x="211645" y="160390"/>
                        <a:pt x="212693" y="161247"/>
                        <a:pt x="213836" y="162961"/>
                      </a:cubicBezTo>
                      <a:cubicBezTo>
                        <a:pt x="207550" y="163057"/>
                        <a:pt x="204692" y="160485"/>
                        <a:pt x="198405" y="162295"/>
                      </a:cubicBezTo>
                      <a:cubicBezTo>
                        <a:pt x="198501" y="160675"/>
                        <a:pt x="199073" y="160294"/>
                        <a:pt x="199168" y="158770"/>
                      </a:cubicBezTo>
                      <a:cubicBezTo>
                        <a:pt x="197644" y="159532"/>
                        <a:pt x="197072" y="163533"/>
                        <a:pt x="195453" y="164009"/>
                      </a:cubicBezTo>
                      <a:cubicBezTo>
                        <a:pt x="195453" y="162676"/>
                        <a:pt x="195644" y="160771"/>
                        <a:pt x="195167" y="160675"/>
                      </a:cubicBezTo>
                      <a:cubicBezTo>
                        <a:pt x="194976" y="162485"/>
                        <a:pt x="194406" y="161628"/>
                        <a:pt x="194120" y="160866"/>
                      </a:cubicBezTo>
                      <a:cubicBezTo>
                        <a:pt x="193738" y="164581"/>
                        <a:pt x="195263" y="162199"/>
                        <a:pt x="195072" y="165247"/>
                      </a:cubicBezTo>
                      <a:cubicBezTo>
                        <a:pt x="192691" y="170486"/>
                        <a:pt x="190214" y="165533"/>
                        <a:pt x="187166" y="170010"/>
                      </a:cubicBezTo>
                      <a:cubicBezTo>
                        <a:pt x="186690" y="166771"/>
                        <a:pt x="184976" y="167152"/>
                        <a:pt x="184118" y="164866"/>
                      </a:cubicBezTo>
                      <a:cubicBezTo>
                        <a:pt x="183452" y="170010"/>
                        <a:pt x="184213" y="171915"/>
                        <a:pt x="182784" y="174201"/>
                      </a:cubicBezTo>
                      <a:cubicBezTo>
                        <a:pt x="182309" y="169153"/>
                        <a:pt x="180880" y="164295"/>
                        <a:pt x="183261" y="160485"/>
                      </a:cubicBezTo>
                      <a:cubicBezTo>
                        <a:pt x="182689" y="160580"/>
                        <a:pt x="183166" y="157342"/>
                        <a:pt x="182689" y="157151"/>
                      </a:cubicBezTo>
                      <a:cubicBezTo>
                        <a:pt x="182595" y="163152"/>
                        <a:pt x="180403" y="162104"/>
                        <a:pt x="178689" y="162390"/>
                      </a:cubicBezTo>
                      <a:cubicBezTo>
                        <a:pt x="178784" y="167343"/>
                        <a:pt x="176213" y="168105"/>
                        <a:pt x="176117" y="165152"/>
                      </a:cubicBezTo>
                      <a:cubicBezTo>
                        <a:pt x="175736" y="167629"/>
                        <a:pt x="175070" y="169343"/>
                        <a:pt x="173831" y="168962"/>
                      </a:cubicBezTo>
                      <a:cubicBezTo>
                        <a:pt x="172688" y="163247"/>
                        <a:pt x="174974" y="162961"/>
                        <a:pt x="175165" y="160771"/>
                      </a:cubicBezTo>
                      <a:cubicBezTo>
                        <a:pt x="174213" y="161628"/>
                        <a:pt x="172402" y="159818"/>
                        <a:pt x="171926" y="162485"/>
                      </a:cubicBezTo>
                      <a:cubicBezTo>
                        <a:pt x="174022" y="163628"/>
                        <a:pt x="170116" y="164581"/>
                        <a:pt x="171736" y="169343"/>
                      </a:cubicBezTo>
                      <a:cubicBezTo>
                        <a:pt x="172498" y="169534"/>
                        <a:pt x="172116" y="166676"/>
                        <a:pt x="173259" y="165628"/>
                      </a:cubicBezTo>
                      <a:cubicBezTo>
                        <a:pt x="173259" y="169915"/>
                        <a:pt x="172593" y="171724"/>
                        <a:pt x="171641" y="172677"/>
                      </a:cubicBezTo>
                      <a:cubicBezTo>
                        <a:pt x="170402" y="171439"/>
                        <a:pt x="170688" y="164104"/>
                        <a:pt x="170593" y="162676"/>
                      </a:cubicBezTo>
                      <a:cubicBezTo>
                        <a:pt x="169640" y="164581"/>
                        <a:pt x="168212" y="160390"/>
                        <a:pt x="166974" y="165533"/>
                      </a:cubicBezTo>
                      <a:cubicBezTo>
                        <a:pt x="168783" y="162295"/>
                        <a:pt x="171069" y="166581"/>
                        <a:pt x="169926" y="171820"/>
                      </a:cubicBezTo>
                      <a:cubicBezTo>
                        <a:pt x="168401" y="172391"/>
                        <a:pt x="169640" y="167438"/>
                        <a:pt x="168973" y="167438"/>
                      </a:cubicBezTo>
                      <a:cubicBezTo>
                        <a:pt x="168212" y="168962"/>
                        <a:pt x="165545" y="171534"/>
                        <a:pt x="166592" y="164485"/>
                      </a:cubicBezTo>
                      <a:cubicBezTo>
                        <a:pt x="164972" y="166390"/>
                        <a:pt x="165068" y="168962"/>
                        <a:pt x="165640" y="172582"/>
                      </a:cubicBezTo>
                      <a:cubicBezTo>
                        <a:pt x="163925" y="173344"/>
                        <a:pt x="164306" y="168962"/>
                        <a:pt x="165163" y="166962"/>
                      </a:cubicBezTo>
                      <a:cubicBezTo>
                        <a:pt x="164211" y="167914"/>
                        <a:pt x="164497" y="164771"/>
                        <a:pt x="163830" y="164962"/>
                      </a:cubicBezTo>
                      <a:cubicBezTo>
                        <a:pt x="162877" y="168391"/>
                        <a:pt x="164211" y="171248"/>
                        <a:pt x="163545" y="174106"/>
                      </a:cubicBezTo>
                      <a:cubicBezTo>
                        <a:pt x="162782" y="173915"/>
                        <a:pt x="162973" y="171153"/>
                        <a:pt x="162591" y="169724"/>
                      </a:cubicBezTo>
                      <a:cubicBezTo>
                        <a:pt x="161258" y="170772"/>
                        <a:pt x="160687" y="174201"/>
                        <a:pt x="158972" y="173725"/>
                      </a:cubicBezTo>
                      <a:cubicBezTo>
                        <a:pt x="158591" y="166105"/>
                        <a:pt x="156781" y="174106"/>
                        <a:pt x="155638" y="167533"/>
                      </a:cubicBezTo>
                      <a:cubicBezTo>
                        <a:pt x="155543" y="170391"/>
                        <a:pt x="156210" y="170962"/>
                        <a:pt x="155163" y="172201"/>
                      </a:cubicBezTo>
                      <a:cubicBezTo>
                        <a:pt x="154400" y="172010"/>
                        <a:pt x="154972" y="168010"/>
                        <a:pt x="154209" y="167819"/>
                      </a:cubicBezTo>
                      <a:cubicBezTo>
                        <a:pt x="154114" y="170677"/>
                        <a:pt x="154114" y="173344"/>
                        <a:pt x="153257" y="173629"/>
                      </a:cubicBezTo>
                      <a:cubicBezTo>
                        <a:pt x="153257" y="172963"/>
                        <a:pt x="153257" y="172296"/>
                        <a:pt x="152971" y="172582"/>
                      </a:cubicBezTo>
                      <a:cubicBezTo>
                        <a:pt x="153066" y="170772"/>
                        <a:pt x="153924" y="171534"/>
                        <a:pt x="153829" y="169057"/>
                      </a:cubicBezTo>
                      <a:cubicBezTo>
                        <a:pt x="149257" y="173153"/>
                        <a:pt x="148304" y="173820"/>
                        <a:pt x="145827" y="165914"/>
                      </a:cubicBezTo>
                      <a:cubicBezTo>
                        <a:pt x="145066" y="170867"/>
                        <a:pt x="143161" y="169438"/>
                        <a:pt x="142208" y="167629"/>
                      </a:cubicBezTo>
                      <a:cubicBezTo>
                        <a:pt x="142398" y="171248"/>
                        <a:pt x="141541" y="171248"/>
                        <a:pt x="141255" y="173439"/>
                      </a:cubicBezTo>
                      <a:cubicBezTo>
                        <a:pt x="143066" y="172010"/>
                        <a:pt x="141923" y="176582"/>
                        <a:pt x="141732" y="179059"/>
                      </a:cubicBezTo>
                      <a:cubicBezTo>
                        <a:pt x="142970" y="180583"/>
                        <a:pt x="143541" y="178678"/>
                        <a:pt x="144875" y="180773"/>
                      </a:cubicBezTo>
                      <a:cubicBezTo>
                        <a:pt x="144970" y="177154"/>
                        <a:pt x="146209" y="177725"/>
                        <a:pt x="146781" y="175915"/>
                      </a:cubicBezTo>
                      <a:cubicBezTo>
                        <a:pt x="146876" y="178487"/>
                        <a:pt x="147542" y="179725"/>
                        <a:pt x="148019" y="181345"/>
                      </a:cubicBezTo>
                      <a:cubicBezTo>
                        <a:pt x="148208" y="178582"/>
                        <a:pt x="150780" y="177154"/>
                        <a:pt x="150971" y="178582"/>
                      </a:cubicBezTo>
                      <a:cubicBezTo>
                        <a:pt x="150494" y="181345"/>
                        <a:pt x="148399" y="178297"/>
                        <a:pt x="148685" y="183535"/>
                      </a:cubicBezTo>
                      <a:cubicBezTo>
                        <a:pt x="150400" y="181059"/>
                        <a:pt x="150114" y="184869"/>
                        <a:pt x="148876" y="186869"/>
                      </a:cubicBezTo>
                      <a:cubicBezTo>
                        <a:pt x="153352" y="187155"/>
                        <a:pt x="153066" y="187441"/>
                        <a:pt x="157067" y="185536"/>
                      </a:cubicBezTo>
                      <a:cubicBezTo>
                        <a:pt x="157163" y="188203"/>
                        <a:pt x="156020" y="190489"/>
                        <a:pt x="156495" y="192394"/>
                      </a:cubicBezTo>
                      <a:cubicBezTo>
                        <a:pt x="157353" y="186107"/>
                        <a:pt x="159448" y="193537"/>
                        <a:pt x="161068" y="193918"/>
                      </a:cubicBezTo>
                      <a:cubicBezTo>
                        <a:pt x="160496" y="194203"/>
                        <a:pt x="159734" y="193727"/>
                        <a:pt x="159639" y="195346"/>
                      </a:cubicBezTo>
                      <a:cubicBezTo>
                        <a:pt x="160019" y="198680"/>
                        <a:pt x="160687" y="194870"/>
                        <a:pt x="160973" y="198490"/>
                      </a:cubicBezTo>
                      <a:cubicBezTo>
                        <a:pt x="160401" y="198871"/>
                        <a:pt x="160877" y="200395"/>
                        <a:pt x="161258" y="200680"/>
                      </a:cubicBezTo>
                      <a:cubicBezTo>
                        <a:pt x="161925" y="197061"/>
                        <a:pt x="161734" y="196204"/>
                        <a:pt x="162211" y="193727"/>
                      </a:cubicBezTo>
                      <a:cubicBezTo>
                        <a:pt x="165259" y="194203"/>
                        <a:pt x="169926" y="196394"/>
                        <a:pt x="170593" y="206967"/>
                      </a:cubicBezTo>
                      <a:cubicBezTo>
                        <a:pt x="169259" y="203728"/>
                        <a:pt x="167640" y="210110"/>
                        <a:pt x="166020" y="205538"/>
                      </a:cubicBezTo>
                      <a:cubicBezTo>
                        <a:pt x="166115" y="208300"/>
                        <a:pt x="165259" y="208110"/>
                        <a:pt x="165449" y="211253"/>
                      </a:cubicBezTo>
                      <a:cubicBezTo>
                        <a:pt x="167544" y="212872"/>
                        <a:pt x="169069" y="212396"/>
                        <a:pt x="171355" y="214777"/>
                      </a:cubicBezTo>
                      <a:cubicBezTo>
                        <a:pt x="170878" y="216492"/>
                        <a:pt x="170878" y="217635"/>
                        <a:pt x="171641" y="218111"/>
                      </a:cubicBezTo>
                      <a:cubicBezTo>
                        <a:pt x="171736" y="216682"/>
                        <a:pt x="171831" y="215349"/>
                        <a:pt x="172402" y="215730"/>
                      </a:cubicBezTo>
                      <a:cubicBezTo>
                        <a:pt x="171926" y="217444"/>
                        <a:pt x="171926" y="218587"/>
                        <a:pt x="172688" y="219064"/>
                      </a:cubicBezTo>
                      <a:cubicBezTo>
                        <a:pt x="172593" y="216873"/>
                        <a:pt x="174402" y="215063"/>
                        <a:pt x="174497" y="217635"/>
                      </a:cubicBezTo>
                      <a:cubicBezTo>
                        <a:pt x="172402" y="218778"/>
                        <a:pt x="173927" y="224683"/>
                        <a:pt x="172402" y="227065"/>
                      </a:cubicBezTo>
                      <a:cubicBezTo>
                        <a:pt x="170783" y="227446"/>
                        <a:pt x="171736" y="220492"/>
                        <a:pt x="170783" y="222874"/>
                      </a:cubicBezTo>
                      <a:cubicBezTo>
                        <a:pt x="171259" y="223540"/>
                        <a:pt x="170402" y="226398"/>
                        <a:pt x="171355" y="227255"/>
                      </a:cubicBezTo>
                      <a:cubicBezTo>
                        <a:pt x="170783" y="227922"/>
                        <a:pt x="169259" y="232018"/>
                        <a:pt x="168783" y="228874"/>
                      </a:cubicBezTo>
                      <a:cubicBezTo>
                        <a:pt x="169640" y="226303"/>
                        <a:pt x="169069" y="222683"/>
                        <a:pt x="168307" y="222207"/>
                      </a:cubicBezTo>
                      <a:cubicBezTo>
                        <a:pt x="168973" y="226017"/>
                        <a:pt x="168401" y="228970"/>
                        <a:pt x="168021" y="231351"/>
                      </a:cubicBezTo>
                      <a:cubicBezTo>
                        <a:pt x="166401" y="231541"/>
                        <a:pt x="164306" y="233161"/>
                        <a:pt x="164211" y="228589"/>
                      </a:cubicBezTo>
                      <a:cubicBezTo>
                        <a:pt x="164688" y="227731"/>
                        <a:pt x="164972" y="226017"/>
                        <a:pt x="165068" y="223921"/>
                      </a:cubicBezTo>
                      <a:cubicBezTo>
                        <a:pt x="163830" y="222397"/>
                        <a:pt x="164688" y="227827"/>
                        <a:pt x="163830" y="227541"/>
                      </a:cubicBezTo>
                      <a:cubicBezTo>
                        <a:pt x="163259" y="227827"/>
                        <a:pt x="162496" y="227350"/>
                        <a:pt x="162401" y="228874"/>
                      </a:cubicBezTo>
                      <a:cubicBezTo>
                        <a:pt x="162973" y="231541"/>
                        <a:pt x="164020" y="226684"/>
                        <a:pt x="164116" y="230875"/>
                      </a:cubicBezTo>
                      <a:cubicBezTo>
                        <a:pt x="162877" y="230208"/>
                        <a:pt x="162687" y="232780"/>
                        <a:pt x="161544" y="232399"/>
                      </a:cubicBezTo>
                      <a:cubicBezTo>
                        <a:pt x="161734" y="229065"/>
                        <a:pt x="160877" y="229065"/>
                        <a:pt x="161068" y="225636"/>
                      </a:cubicBezTo>
                      <a:cubicBezTo>
                        <a:pt x="162116" y="226303"/>
                        <a:pt x="161639" y="221254"/>
                        <a:pt x="161544" y="220969"/>
                      </a:cubicBezTo>
                      <a:cubicBezTo>
                        <a:pt x="161544" y="222874"/>
                        <a:pt x="158972" y="222207"/>
                        <a:pt x="160401" y="224588"/>
                      </a:cubicBezTo>
                      <a:cubicBezTo>
                        <a:pt x="160401" y="223445"/>
                        <a:pt x="161068" y="223064"/>
                        <a:pt x="161068" y="224493"/>
                      </a:cubicBezTo>
                      <a:cubicBezTo>
                        <a:pt x="160496" y="224588"/>
                        <a:pt x="160782" y="227636"/>
                        <a:pt x="160210" y="228017"/>
                      </a:cubicBezTo>
                      <a:cubicBezTo>
                        <a:pt x="159734" y="226779"/>
                        <a:pt x="158782" y="226874"/>
                        <a:pt x="158496" y="224874"/>
                      </a:cubicBezTo>
                      <a:cubicBezTo>
                        <a:pt x="158591" y="222969"/>
                        <a:pt x="159544" y="224017"/>
                        <a:pt x="159639" y="222397"/>
                      </a:cubicBezTo>
                      <a:cubicBezTo>
                        <a:pt x="158972" y="218492"/>
                        <a:pt x="156115" y="231351"/>
                        <a:pt x="156115" y="221826"/>
                      </a:cubicBezTo>
                      <a:cubicBezTo>
                        <a:pt x="156686" y="221159"/>
                        <a:pt x="157924" y="222874"/>
                        <a:pt x="157924" y="220397"/>
                      </a:cubicBezTo>
                      <a:cubicBezTo>
                        <a:pt x="156876" y="216873"/>
                        <a:pt x="155447" y="220588"/>
                        <a:pt x="154114" y="217635"/>
                      </a:cubicBezTo>
                      <a:cubicBezTo>
                        <a:pt x="154114" y="220207"/>
                        <a:pt x="153829" y="221921"/>
                        <a:pt x="153257" y="222302"/>
                      </a:cubicBezTo>
                      <a:cubicBezTo>
                        <a:pt x="153352" y="218968"/>
                        <a:pt x="152019" y="217921"/>
                        <a:pt x="151162" y="220397"/>
                      </a:cubicBezTo>
                      <a:cubicBezTo>
                        <a:pt x="150494" y="218111"/>
                        <a:pt x="151638" y="216682"/>
                        <a:pt x="150971" y="214777"/>
                      </a:cubicBezTo>
                      <a:cubicBezTo>
                        <a:pt x="150685" y="217825"/>
                        <a:pt x="148780" y="217540"/>
                        <a:pt x="148685" y="218587"/>
                      </a:cubicBezTo>
                      <a:cubicBezTo>
                        <a:pt x="149162" y="218683"/>
                        <a:pt x="149542" y="218778"/>
                        <a:pt x="149351" y="220778"/>
                      </a:cubicBezTo>
                      <a:cubicBezTo>
                        <a:pt x="148685" y="222969"/>
                        <a:pt x="148494" y="220016"/>
                        <a:pt x="147161" y="221159"/>
                      </a:cubicBezTo>
                      <a:cubicBezTo>
                        <a:pt x="146781" y="225445"/>
                        <a:pt x="148590" y="222874"/>
                        <a:pt x="148780" y="225445"/>
                      </a:cubicBezTo>
                      <a:cubicBezTo>
                        <a:pt x="146781" y="224588"/>
                        <a:pt x="148304" y="228874"/>
                        <a:pt x="148304" y="228874"/>
                      </a:cubicBezTo>
                      <a:cubicBezTo>
                        <a:pt x="147256" y="233351"/>
                        <a:pt x="146399" y="227350"/>
                        <a:pt x="146304" y="224683"/>
                      </a:cubicBezTo>
                      <a:cubicBezTo>
                        <a:pt x="146590" y="229065"/>
                        <a:pt x="144970" y="232780"/>
                        <a:pt x="146304" y="233732"/>
                      </a:cubicBezTo>
                      <a:cubicBezTo>
                        <a:pt x="146970" y="228874"/>
                        <a:pt x="147542" y="235542"/>
                        <a:pt x="148876" y="230970"/>
                      </a:cubicBezTo>
                      <a:cubicBezTo>
                        <a:pt x="148685" y="233637"/>
                        <a:pt x="148780" y="235256"/>
                        <a:pt x="149447" y="235447"/>
                      </a:cubicBezTo>
                      <a:cubicBezTo>
                        <a:pt x="150400" y="233065"/>
                        <a:pt x="149066" y="230684"/>
                        <a:pt x="150400" y="229636"/>
                      </a:cubicBezTo>
                      <a:cubicBezTo>
                        <a:pt x="153257" y="231160"/>
                        <a:pt x="150780" y="241162"/>
                        <a:pt x="148590" y="240114"/>
                      </a:cubicBezTo>
                      <a:cubicBezTo>
                        <a:pt x="149351" y="242400"/>
                        <a:pt x="149257" y="241638"/>
                        <a:pt x="150685" y="240876"/>
                      </a:cubicBezTo>
                      <a:cubicBezTo>
                        <a:pt x="149351" y="244781"/>
                        <a:pt x="151257" y="243448"/>
                        <a:pt x="151638" y="245257"/>
                      </a:cubicBezTo>
                      <a:cubicBezTo>
                        <a:pt x="150685" y="247829"/>
                        <a:pt x="148019" y="244972"/>
                        <a:pt x="147542" y="249353"/>
                      </a:cubicBezTo>
                      <a:cubicBezTo>
                        <a:pt x="149828" y="249258"/>
                        <a:pt x="151923" y="248115"/>
                        <a:pt x="152876" y="249544"/>
                      </a:cubicBezTo>
                      <a:cubicBezTo>
                        <a:pt x="151257" y="255735"/>
                        <a:pt x="148590" y="252592"/>
                        <a:pt x="145827" y="256402"/>
                      </a:cubicBezTo>
                      <a:cubicBezTo>
                        <a:pt x="146018" y="253830"/>
                        <a:pt x="145922" y="252115"/>
                        <a:pt x="145256" y="251925"/>
                      </a:cubicBezTo>
                      <a:cubicBezTo>
                        <a:pt x="144304" y="254306"/>
                        <a:pt x="142494" y="253639"/>
                        <a:pt x="141541" y="255925"/>
                      </a:cubicBezTo>
                      <a:cubicBezTo>
                        <a:pt x="141541" y="250972"/>
                        <a:pt x="139351" y="253544"/>
                        <a:pt x="138779" y="254116"/>
                      </a:cubicBezTo>
                      <a:cubicBezTo>
                        <a:pt x="139065" y="255068"/>
                        <a:pt x="138494" y="262688"/>
                        <a:pt x="139637" y="259640"/>
                      </a:cubicBezTo>
                      <a:cubicBezTo>
                        <a:pt x="138874" y="260116"/>
                        <a:pt x="139826" y="256306"/>
                        <a:pt x="140112" y="256211"/>
                      </a:cubicBezTo>
                      <a:cubicBezTo>
                        <a:pt x="140589" y="256211"/>
                        <a:pt x="140875" y="255544"/>
                        <a:pt x="141255" y="254878"/>
                      </a:cubicBezTo>
                      <a:cubicBezTo>
                        <a:pt x="141541" y="260212"/>
                        <a:pt x="143066" y="255544"/>
                        <a:pt x="143541" y="260212"/>
                      </a:cubicBezTo>
                      <a:cubicBezTo>
                        <a:pt x="143732" y="258021"/>
                        <a:pt x="143256" y="257735"/>
                        <a:pt x="143351" y="255735"/>
                      </a:cubicBezTo>
                      <a:cubicBezTo>
                        <a:pt x="146970" y="258783"/>
                        <a:pt x="148019" y="257640"/>
                        <a:pt x="150400" y="259069"/>
                      </a:cubicBezTo>
                      <a:cubicBezTo>
                        <a:pt x="152495" y="255068"/>
                        <a:pt x="156306" y="253449"/>
                        <a:pt x="157924" y="257830"/>
                      </a:cubicBezTo>
                      <a:cubicBezTo>
                        <a:pt x="158115" y="255830"/>
                        <a:pt x="157449" y="254973"/>
                        <a:pt x="158019" y="254401"/>
                      </a:cubicBezTo>
                      <a:cubicBezTo>
                        <a:pt x="158591" y="258307"/>
                        <a:pt x="159830" y="254973"/>
                        <a:pt x="161258" y="254973"/>
                      </a:cubicBezTo>
                      <a:cubicBezTo>
                        <a:pt x="161353" y="257164"/>
                        <a:pt x="161258" y="259831"/>
                        <a:pt x="162211" y="259354"/>
                      </a:cubicBezTo>
                      <a:cubicBezTo>
                        <a:pt x="161925" y="253830"/>
                        <a:pt x="164020" y="255640"/>
                        <a:pt x="164020" y="257926"/>
                      </a:cubicBezTo>
                      <a:cubicBezTo>
                        <a:pt x="164116" y="257068"/>
                        <a:pt x="164116" y="255640"/>
                        <a:pt x="164497" y="255544"/>
                      </a:cubicBezTo>
                      <a:cubicBezTo>
                        <a:pt x="164782" y="258783"/>
                        <a:pt x="162591" y="260116"/>
                        <a:pt x="163545" y="261355"/>
                      </a:cubicBezTo>
                      <a:cubicBezTo>
                        <a:pt x="163734" y="258973"/>
                        <a:pt x="165163" y="260783"/>
                        <a:pt x="165068" y="257640"/>
                      </a:cubicBezTo>
                      <a:cubicBezTo>
                        <a:pt x="164592" y="256973"/>
                        <a:pt x="164497" y="255354"/>
                        <a:pt x="164497" y="253163"/>
                      </a:cubicBezTo>
                      <a:lnTo>
                        <a:pt x="167354" y="252687"/>
                      </a:lnTo>
                      <a:cubicBezTo>
                        <a:pt x="166974" y="248686"/>
                        <a:pt x="167926" y="246400"/>
                        <a:pt x="166497" y="244876"/>
                      </a:cubicBezTo>
                      <a:cubicBezTo>
                        <a:pt x="166211" y="247639"/>
                        <a:pt x="167069" y="247258"/>
                        <a:pt x="166688" y="250496"/>
                      </a:cubicBezTo>
                      <a:cubicBezTo>
                        <a:pt x="165640" y="250306"/>
                        <a:pt x="163545" y="251353"/>
                        <a:pt x="163925" y="246400"/>
                      </a:cubicBezTo>
                      <a:cubicBezTo>
                        <a:pt x="163925" y="249925"/>
                        <a:pt x="160019" y="244114"/>
                        <a:pt x="161258" y="250210"/>
                      </a:cubicBezTo>
                      <a:cubicBezTo>
                        <a:pt x="160591" y="250210"/>
                        <a:pt x="160115" y="249639"/>
                        <a:pt x="159925" y="248210"/>
                      </a:cubicBezTo>
                      <a:cubicBezTo>
                        <a:pt x="159830" y="244591"/>
                        <a:pt x="160305" y="242876"/>
                        <a:pt x="160591" y="240209"/>
                      </a:cubicBezTo>
                      <a:cubicBezTo>
                        <a:pt x="159734" y="239733"/>
                        <a:pt x="159162" y="238304"/>
                        <a:pt x="158591" y="237161"/>
                      </a:cubicBezTo>
                      <a:cubicBezTo>
                        <a:pt x="159162" y="237066"/>
                        <a:pt x="158876" y="233923"/>
                        <a:pt x="159448" y="233637"/>
                      </a:cubicBezTo>
                      <a:cubicBezTo>
                        <a:pt x="160305" y="234970"/>
                        <a:pt x="161068" y="230017"/>
                        <a:pt x="161258" y="233351"/>
                      </a:cubicBezTo>
                      <a:cubicBezTo>
                        <a:pt x="161163" y="235542"/>
                        <a:pt x="160019" y="234304"/>
                        <a:pt x="160019" y="236971"/>
                      </a:cubicBezTo>
                      <a:cubicBezTo>
                        <a:pt x="161163" y="236685"/>
                        <a:pt x="160877" y="240400"/>
                        <a:pt x="162496" y="238876"/>
                      </a:cubicBezTo>
                      <a:cubicBezTo>
                        <a:pt x="163354" y="232684"/>
                        <a:pt x="168687" y="230494"/>
                        <a:pt x="167544" y="238018"/>
                      </a:cubicBezTo>
                      <a:cubicBezTo>
                        <a:pt x="169164" y="235447"/>
                        <a:pt x="170116" y="235828"/>
                        <a:pt x="168783" y="232113"/>
                      </a:cubicBezTo>
                      <a:cubicBezTo>
                        <a:pt x="170021" y="234208"/>
                        <a:pt x="172402" y="232399"/>
                        <a:pt x="172116" y="229255"/>
                      </a:cubicBezTo>
                      <a:cubicBezTo>
                        <a:pt x="172116" y="231446"/>
                        <a:pt x="173259" y="229827"/>
                        <a:pt x="173070" y="232494"/>
                      </a:cubicBezTo>
                      <a:cubicBezTo>
                        <a:pt x="172784" y="234780"/>
                        <a:pt x="170973" y="232113"/>
                        <a:pt x="171164" y="236209"/>
                      </a:cubicBezTo>
                      <a:cubicBezTo>
                        <a:pt x="171069" y="239447"/>
                        <a:pt x="173641" y="234780"/>
                        <a:pt x="173641" y="238018"/>
                      </a:cubicBezTo>
                      <a:cubicBezTo>
                        <a:pt x="172688" y="237828"/>
                        <a:pt x="173259" y="242495"/>
                        <a:pt x="172116" y="241733"/>
                      </a:cubicBezTo>
                      <a:cubicBezTo>
                        <a:pt x="173070" y="238304"/>
                        <a:pt x="171736" y="238018"/>
                        <a:pt x="170783" y="239733"/>
                      </a:cubicBezTo>
                      <a:cubicBezTo>
                        <a:pt x="171545" y="237637"/>
                        <a:pt x="170973" y="235732"/>
                        <a:pt x="169830" y="236494"/>
                      </a:cubicBezTo>
                      <a:cubicBezTo>
                        <a:pt x="170688" y="240114"/>
                        <a:pt x="170212" y="241352"/>
                        <a:pt x="168878" y="243448"/>
                      </a:cubicBezTo>
                      <a:cubicBezTo>
                        <a:pt x="170973" y="243067"/>
                        <a:pt x="173070" y="244686"/>
                        <a:pt x="174879" y="244686"/>
                      </a:cubicBezTo>
                      <a:cubicBezTo>
                        <a:pt x="174213" y="244305"/>
                        <a:pt x="176117" y="242305"/>
                        <a:pt x="176117" y="239923"/>
                      </a:cubicBezTo>
                      <a:cubicBezTo>
                        <a:pt x="178880" y="238018"/>
                        <a:pt x="179355" y="243067"/>
                        <a:pt x="182118" y="241162"/>
                      </a:cubicBezTo>
                      <a:cubicBezTo>
                        <a:pt x="181070" y="243067"/>
                        <a:pt x="182595" y="245734"/>
                        <a:pt x="181546" y="246972"/>
                      </a:cubicBezTo>
                      <a:cubicBezTo>
                        <a:pt x="181737" y="243543"/>
                        <a:pt x="178880" y="244210"/>
                        <a:pt x="178784" y="245162"/>
                      </a:cubicBezTo>
                      <a:cubicBezTo>
                        <a:pt x="179165" y="245353"/>
                        <a:pt x="178975" y="246400"/>
                        <a:pt x="178689" y="247448"/>
                      </a:cubicBezTo>
                      <a:cubicBezTo>
                        <a:pt x="182213" y="243448"/>
                        <a:pt x="182404" y="257068"/>
                        <a:pt x="179165" y="255259"/>
                      </a:cubicBezTo>
                      <a:cubicBezTo>
                        <a:pt x="179260" y="253258"/>
                        <a:pt x="179165" y="251734"/>
                        <a:pt x="178975" y="250782"/>
                      </a:cubicBezTo>
                      <a:cubicBezTo>
                        <a:pt x="178212" y="251639"/>
                        <a:pt x="176499" y="249353"/>
                        <a:pt x="176783" y="253449"/>
                      </a:cubicBezTo>
                      <a:cubicBezTo>
                        <a:pt x="179641" y="251163"/>
                        <a:pt x="177546" y="259069"/>
                        <a:pt x="179355" y="262117"/>
                      </a:cubicBezTo>
                      <a:cubicBezTo>
                        <a:pt x="179832" y="261545"/>
                        <a:pt x="179451" y="257259"/>
                        <a:pt x="180594" y="256211"/>
                      </a:cubicBezTo>
                      <a:cubicBezTo>
                        <a:pt x="181261" y="258973"/>
                        <a:pt x="180023" y="262783"/>
                        <a:pt x="180689" y="264117"/>
                      </a:cubicBezTo>
                      <a:cubicBezTo>
                        <a:pt x="182023" y="262593"/>
                        <a:pt x="181451" y="259259"/>
                        <a:pt x="182023" y="257068"/>
                      </a:cubicBezTo>
                      <a:cubicBezTo>
                        <a:pt x="183356" y="257449"/>
                        <a:pt x="184309" y="260878"/>
                        <a:pt x="182595" y="262593"/>
                      </a:cubicBezTo>
                      <a:cubicBezTo>
                        <a:pt x="183452" y="262307"/>
                        <a:pt x="184022" y="262879"/>
                        <a:pt x="184309" y="264593"/>
                      </a:cubicBezTo>
                      <a:cubicBezTo>
                        <a:pt x="183832" y="264688"/>
                        <a:pt x="183927" y="266689"/>
                        <a:pt x="183547" y="266974"/>
                      </a:cubicBezTo>
                      <a:cubicBezTo>
                        <a:pt x="179927" y="267070"/>
                        <a:pt x="177451" y="266403"/>
                        <a:pt x="175070" y="265069"/>
                      </a:cubicBezTo>
                      <a:cubicBezTo>
                        <a:pt x="175640" y="264117"/>
                        <a:pt x="176594" y="267070"/>
                        <a:pt x="175736" y="267260"/>
                      </a:cubicBezTo>
                      <a:cubicBezTo>
                        <a:pt x="174784" y="267070"/>
                        <a:pt x="174117" y="266117"/>
                        <a:pt x="173736" y="264212"/>
                      </a:cubicBezTo>
                      <a:cubicBezTo>
                        <a:pt x="173641" y="268784"/>
                        <a:pt x="173545" y="266784"/>
                        <a:pt x="172593" y="266689"/>
                      </a:cubicBezTo>
                      <a:cubicBezTo>
                        <a:pt x="172402" y="268879"/>
                        <a:pt x="172879" y="269165"/>
                        <a:pt x="172784" y="271165"/>
                      </a:cubicBezTo>
                      <a:cubicBezTo>
                        <a:pt x="170593" y="271451"/>
                        <a:pt x="168687" y="274785"/>
                        <a:pt x="167830" y="270880"/>
                      </a:cubicBezTo>
                      <a:cubicBezTo>
                        <a:pt x="169069" y="267641"/>
                        <a:pt x="167735" y="263641"/>
                        <a:pt x="167449" y="261926"/>
                      </a:cubicBezTo>
                      <a:cubicBezTo>
                        <a:pt x="170021" y="257449"/>
                        <a:pt x="173259" y="263831"/>
                        <a:pt x="174974" y="261736"/>
                      </a:cubicBezTo>
                      <a:cubicBezTo>
                        <a:pt x="174402" y="258973"/>
                        <a:pt x="172688" y="259735"/>
                        <a:pt x="172307" y="256497"/>
                      </a:cubicBezTo>
                      <a:cubicBezTo>
                        <a:pt x="174974" y="256306"/>
                        <a:pt x="175545" y="262212"/>
                        <a:pt x="177069" y="262498"/>
                      </a:cubicBezTo>
                      <a:cubicBezTo>
                        <a:pt x="177165" y="256402"/>
                        <a:pt x="175545" y="255354"/>
                        <a:pt x="174497" y="252782"/>
                      </a:cubicBezTo>
                      <a:cubicBezTo>
                        <a:pt x="174213" y="246210"/>
                        <a:pt x="177546" y="250687"/>
                        <a:pt x="178689" y="244114"/>
                      </a:cubicBezTo>
                      <a:cubicBezTo>
                        <a:pt x="176783" y="245067"/>
                        <a:pt x="174688" y="247067"/>
                        <a:pt x="173070" y="251925"/>
                      </a:cubicBezTo>
                      <a:cubicBezTo>
                        <a:pt x="172021" y="246400"/>
                        <a:pt x="170593" y="247639"/>
                        <a:pt x="168592" y="245924"/>
                      </a:cubicBezTo>
                      <a:cubicBezTo>
                        <a:pt x="169259" y="250401"/>
                        <a:pt x="169450" y="246591"/>
                        <a:pt x="168687" y="252687"/>
                      </a:cubicBezTo>
                      <a:cubicBezTo>
                        <a:pt x="169450" y="254116"/>
                        <a:pt x="170116" y="249544"/>
                        <a:pt x="170116" y="252401"/>
                      </a:cubicBezTo>
                      <a:cubicBezTo>
                        <a:pt x="169735" y="255259"/>
                        <a:pt x="168212" y="254497"/>
                        <a:pt x="167830" y="257354"/>
                      </a:cubicBezTo>
                      <a:cubicBezTo>
                        <a:pt x="167163" y="255449"/>
                        <a:pt x="166878" y="254973"/>
                        <a:pt x="165735" y="256592"/>
                      </a:cubicBezTo>
                      <a:cubicBezTo>
                        <a:pt x="165640" y="259354"/>
                        <a:pt x="167640" y="260974"/>
                        <a:pt x="166211" y="264403"/>
                      </a:cubicBezTo>
                      <a:cubicBezTo>
                        <a:pt x="164877" y="261259"/>
                        <a:pt x="165640" y="264784"/>
                        <a:pt x="164020" y="265927"/>
                      </a:cubicBezTo>
                      <a:cubicBezTo>
                        <a:pt x="162877" y="264879"/>
                        <a:pt x="164211" y="262117"/>
                        <a:pt x="162782" y="261640"/>
                      </a:cubicBezTo>
                      <a:cubicBezTo>
                        <a:pt x="162877" y="265260"/>
                        <a:pt x="160687" y="268117"/>
                        <a:pt x="160115" y="265450"/>
                      </a:cubicBezTo>
                      <a:cubicBezTo>
                        <a:pt x="160496" y="263260"/>
                        <a:pt x="161258" y="264498"/>
                        <a:pt x="160591" y="262021"/>
                      </a:cubicBezTo>
                      <a:cubicBezTo>
                        <a:pt x="159353" y="267070"/>
                        <a:pt x="158019" y="263069"/>
                        <a:pt x="157924" y="268117"/>
                      </a:cubicBezTo>
                      <a:cubicBezTo>
                        <a:pt x="156495" y="264593"/>
                        <a:pt x="155829" y="269546"/>
                        <a:pt x="154020" y="266498"/>
                      </a:cubicBezTo>
                      <a:cubicBezTo>
                        <a:pt x="153448" y="269451"/>
                        <a:pt x="154114" y="270022"/>
                        <a:pt x="153543" y="271070"/>
                      </a:cubicBezTo>
                      <a:cubicBezTo>
                        <a:pt x="152781" y="267355"/>
                        <a:pt x="151448" y="275833"/>
                        <a:pt x="150685" y="271546"/>
                      </a:cubicBezTo>
                      <a:cubicBezTo>
                        <a:pt x="151162" y="271261"/>
                        <a:pt x="151733" y="271546"/>
                        <a:pt x="151828" y="270213"/>
                      </a:cubicBezTo>
                      <a:cubicBezTo>
                        <a:pt x="149637" y="271642"/>
                        <a:pt x="152019" y="265927"/>
                        <a:pt x="150590" y="265831"/>
                      </a:cubicBezTo>
                      <a:cubicBezTo>
                        <a:pt x="149447" y="273166"/>
                        <a:pt x="144018" y="273737"/>
                        <a:pt x="146018" y="263164"/>
                      </a:cubicBezTo>
                      <a:cubicBezTo>
                        <a:pt x="146685" y="264022"/>
                        <a:pt x="148304" y="261831"/>
                        <a:pt x="147161" y="260688"/>
                      </a:cubicBezTo>
                      <a:cubicBezTo>
                        <a:pt x="147065" y="262402"/>
                        <a:pt x="146209" y="261831"/>
                        <a:pt x="145638" y="262021"/>
                      </a:cubicBezTo>
                      <a:cubicBezTo>
                        <a:pt x="144684" y="267832"/>
                        <a:pt x="143923" y="271165"/>
                        <a:pt x="142589" y="268213"/>
                      </a:cubicBezTo>
                      <a:cubicBezTo>
                        <a:pt x="142875" y="266974"/>
                        <a:pt x="144209" y="262688"/>
                        <a:pt x="143161" y="261355"/>
                      </a:cubicBezTo>
                      <a:cubicBezTo>
                        <a:pt x="142780" y="266974"/>
                        <a:pt x="141827" y="260212"/>
                        <a:pt x="141065" y="260593"/>
                      </a:cubicBezTo>
                      <a:cubicBezTo>
                        <a:pt x="141255" y="265165"/>
                        <a:pt x="140494" y="266308"/>
                        <a:pt x="139732" y="267641"/>
                      </a:cubicBezTo>
                      <a:cubicBezTo>
                        <a:pt x="139922" y="269260"/>
                        <a:pt x="141351" y="272118"/>
                        <a:pt x="140589" y="273166"/>
                      </a:cubicBezTo>
                      <a:cubicBezTo>
                        <a:pt x="139732" y="273166"/>
                        <a:pt x="139541" y="271261"/>
                        <a:pt x="138779" y="273451"/>
                      </a:cubicBezTo>
                      <a:lnTo>
                        <a:pt x="138969" y="268879"/>
                      </a:lnTo>
                      <a:cubicBezTo>
                        <a:pt x="135827" y="275356"/>
                        <a:pt x="134207" y="271546"/>
                        <a:pt x="131444" y="270118"/>
                      </a:cubicBezTo>
                      <a:cubicBezTo>
                        <a:pt x="130969" y="274213"/>
                        <a:pt x="130112" y="270213"/>
                        <a:pt x="129540" y="272689"/>
                      </a:cubicBezTo>
                      <a:cubicBezTo>
                        <a:pt x="129826" y="272975"/>
                        <a:pt x="130969" y="275547"/>
                        <a:pt x="130112" y="276023"/>
                      </a:cubicBezTo>
                      <a:cubicBezTo>
                        <a:pt x="128492" y="277166"/>
                        <a:pt x="128397" y="270594"/>
                        <a:pt x="126968" y="274309"/>
                      </a:cubicBezTo>
                      <a:cubicBezTo>
                        <a:pt x="127159" y="271737"/>
                        <a:pt x="127063" y="270022"/>
                        <a:pt x="126397" y="269832"/>
                      </a:cubicBezTo>
                      <a:cubicBezTo>
                        <a:pt x="126206" y="274118"/>
                        <a:pt x="124777" y="270880"/>
                        <a:pt x="125445" y="275642"/>
                      </a:cubicBezTo>
                      <a:cubicBezTo>
                        <a:pt x="124777" y="273356"/>
                        <a:pt x="124016" y="276214"/>
                        <a:pt x="123253" y="277166"/>
                      </a:cubicBezTo>
                      <a:cubicBezTo>
                        <a:pt x="122491" y="276118"/>
                        <a:pt x="124206" y="271832"/>
                        <a:pt x="123158" y="270403"/>
                      </a:cubicBezTo>
                      <a:cubicBezTo>
                        <a:pt x="122205" y="274213"/>
                        <a:pt x="119253" y="270594"/>
                        <a:pt x="118206" y="276880"/>
                      </a:cubicBezTo>
                      <a:cubicBezTo>
                        <a:pt x="117634" y="274975"/>
                        <a:pt x="118776" y="273451"/>
                        <a:pt x="118110" y="271261"/>
                      </a:cubicBezTo>
                      <a:cubicBezTo>
                        <a:pt x="116491" y="278214"/>
                        <a:pt x="114205" y="273166"/>
                        <a:pt x="111728" y="278023"/>
                      </a:cubicBezTo>
                      <a:cubicBezTo>
                        <a:pt x="114776" y="275356"/>
                        <a:pt x="118490" y="282691"/>
                        <a:pt x="121539" y="275261"/>
                      </a:cubicBezTo>
                      <a:cubicBezTo>
                        <a:pt x="126872" y="283072"/>
                        <a:pt x="133255" y="274880"/>
                        <a:pt x="139255" y="281357"/>
                      </a:cubicBezTo>
                      <a:cubicBezTo>
                        <a:pt x="139446" y="279357"/>
                        <a:pt x="138874" y="278500"/>
                        <a:pt x="139351" y="277928"/>
                      </a:cubicBezTo>
                      <a:cubicBezTo>
                        <a:pt x="140969" y="277261"/>
                        <a:pt x="141637" y="281548"/>
                        <a:pt x="143256" y="279547"/>
                      </a:cubicBezTo>
                      <a:cubicBezTo>
                        <a:pt x="143732" y="274213"/>
                        <a:pt x="142018" y="280500"/>
                        <a:pt x="142303" y="277452"/>
                      </a:cubicBezTo>
                      <a:cubicBezTo>
                        <a:pt x="143732" y="273451"/>
                        <a:pt x="144970" y="275833"/>
                        <a:pt x="146685" y="275547"/>
                      </a:cubicBezTo>
                      <a:cubicBezTo>
                        <a:pt x="146304" y="279452"/>
                        <a:pt x="147924" y="282500"/>
                        <a:pt x="148685" y="279738"/>
                      </a:cubicBezTo>
                      <a:cubicBezTo>
                        <a:pt x="147828" y="279738"/>
                        <a:pt x="148780" y="276023"/>
                        <a:pt x="149162" y="276214"/>
                      </a:cubicBezTo>
                      <a:cubicBezTo>
                        <a:pt x="150114" y="278500"/>
                        <a:pt x="151257" y="273832"/>
                        <a:pt x="151638" y="278023"/>
                      </a:cubicBezTo>
                      <a:cubicBezTo>
                        <a:pt x="150494" y="278404"/>
                        <a:pt x="148876" y="277357"/>
                        <a:pt x="148971" y="281833"/>
                      </a:cubicBezTo>
                      <a:cubicBezTo>
                        <a:pt x="151257" y="281929"/>
                        <a:pt x="152305" y="280976"/>
                        <a:pt x="153257" y="283357"/>
                      </a:cubicBezTo>
                      <a:cubicBezTo>
                        <a:pt x="153257" y="280881"/>
                        <a:pt x="153638" y="279643"/>
                        <a:pt x="154495" y="279738"/>
                      </a:cubicBezTo>
                      <a:cubicBezTo>
                        <a:pt x="155447" y="285834"/>
                        <a:pt x="158496" y="278404"/>
                        <a:pt x="159639" y="276595"/>
                      </a:cubicBezTo>
                      <a:cubicBezTo>
                        <a:pt x="160019" y="279547"/>
                        <a:pt x="160877" y="281167"/>
                        <a:pt x="161544" y="283072"/>
                      </a:cubicBezTo>
                      <a:cubicBezTo>
                        <a:pt x="161734" y="281071"/>
                        <a:pt x="161068" y="280214"/>
                        <a:pt x="161639" y="279643"/>
                      </a:cubicBezTo>
                      <a:cubicBezTo>
                        <a:pt x="162782" y="279643"/>
                        <a:pt x="162973" y="282310"/>
                        <a:pt x="163639" y="283834"/>
                      </a:cubicBezTo>
                      <a:cubicBezTo>
                        <a:pt x="163925" y="277642"/>
                        <a:pt x="164877" y="281452"/>
                        <a:pt x="166688" y="278785"/>
                      </a:cubicBezTo>
                      <a:cubicBezTo>
                        <a:pt x="166592" y="280405"/>
                        <a:pt x="166020" y="280786"/>
                        <a:pt x="165831" y="282310"/>
                      </a:cubicBezTo>
                      <a:cubicBezTo>
                        <a:pt x="167069" y="282786"/>
                        <a:pt x="169259" y="280309"/>
                        <a:pt x="169735" y="282786"/>
                      </a:cubicBezTo>
                      <a:cubicBezTo>
                        <a:pt x="169735" y="284977"/>
                        <a:pt x="169164" y="285167"/>
                        <a:pt x="168878" y="286310"/>
                      </a:cubicBezTo>
                      <a:cubicBezTo>
                        <a:pt x="169164" y="287453"/>
                        <a:pt x="170212" y="286405"/>
                        <a:pt x="169830" y="289549"/>
                      </a:cubicBezTo>
                      <a:cubicBezTo>
                        <a:pt x="170498" y="288406"/>
                        <a:pt x="171641" y="288882"/>
                        <a:pt x="172021" y="286882"/>
                      </a:cubicBezTo>
                      <a:cubicBezTo>
                        <a:pt x="171450" y="284405"/>
                        <a:pt x="170021" y="284596"/>
                        <a:pt x="170116" y="280405"/>
                      </a:cubicBezTo>
                      <a:cubicBezTo>
                        <a:pt x="171355" y="281833"/>
                        <a:pt x="170688" y="282786"/>
                        <a:pt x="171545" y="279071"/>
                      </a:cubicBezTo>
                      <a:cubicBezTo>
                        <a:pt x="171641" y="282405"/>
                        <a:pt x="173355" y="282881"/>
                        <a:pt x="171736" y="285834"/>
                      </a:cubicBezTo>
                      <a:cubicBezTo>
                        <a:pt x="172688" y="285739"/>
                        <a:pt x="173831" y="284881"/>
                        <a:pt x="173831" y="287739"/>
                      </a:cubicBezTo>
                      <a:cubicBezTo>
                        <a:pt x="172974" y="288787"/>
                        <a:pt x="172307" y="290406"/>
                        <a:pt x="171259" y="290406"/>
                      </a:cubicBezTo>
                      <a:cubicBezTo>
                        <a:pt x="171926" y="294692"/>
                        <a:pt x="170973" y="295645"/>
                        <a:pt x="169926" y="297454"/>
                      </a:cubicBezTo>
                      <a:cubicBezTo>
                        <a:pt x="170973" y="299074"/>
                        <a:pt x="171831" y="296311"/>
                        <a:pt x="172593" y="293549"/>
                      </a:cubicBezTo>
                      <a:cubicBezTo>
                        <a:pt x="171831" y="293073"/>
                        <a:pt x="171926" y="291930"/>
                        <a:pt x="172307" y="290215"/>
                      </a:cubicBezTo>
                      <a:cubicBezTo>
                        <a:pt x="172974" y="291739"/>
                        <a:pt x="173641" y="288787"/>
                        <a:pt x="174022" y="292216"/>
                      </a:cubicBezTo>
                      <a:cubicBezTo>
                        <a:pt x="174117" y="290501"/>
                        <a:pt x="174022" y="288025"/>
                        <a:pt x="174497" y="287548"/>
                      </a:cubicBezTo>
                      <a:cubicBezTo>
                        <a:pt x="174879" y="288025"/>
                        <a:pt x="175260" y="288596"/>
                        <a:pt x="175545" y="289644"/>
                      </a:cubicBezTo>
                      <a:cubicBezTo>
                        <a:pt x="174307" y="296692"/>
                        <a:pt x="172498" y="298788"/>
                        <a:pt x="170212" y="299645"/>
                      </a:cubicBezTo>
                      <a:cubicBezTo>
                        <a:pt x="169926" y="301360"/>
                        <a:pt x="170402" y="305455"/>
                        <a:pt x="169640" y="305360"/>
                      </a:cubicBezTo>
                      <a:cubicBezTo>
                        <a:pt x="169640" y="303836"/>
                        <a:pt x="169069" y="304408"/>
                        <a:pt x="168973" y="303169"/>
                      </a:cubicBezTo>
                      <a:cubicBezTo>
                        <a:pt x="168783" y="299169"/>
                        <a:pt x="170116" y="297169"/>
                        <a:pt x="168878" y="296407"/>
                      </a:cubicBezTo>
                      <a:cubicBezTo>
                        <a:pt x="167926" y="308599"/>
                        <a:pt x="163354" y="304312"/>
                        <a:pt x="161830" y="302122"/>
                      </a:cubicBezTo>
                      <a:cubicBezTo>
                        <a:pt x="160687" y="301931"/>
                        <a:pt x="162687" y="305265"/>
                        <a:pt x="161353" y="305646"/>
                      </a:cubicBezTo>
                      <a:cubicBezTo>
                        <a:pt x="159925" y="304979"/>
                        <a:pt x="158210" y="302503"/>
                        <a:pt x="157067" y="304122"/>
                      </a:cubicBezTo>
                      <a:cubicBezTo>
                        <a:pt x="157067" y="302788"/>
                        <a:pt x="157258" y="300883"/>
                        <a:pt x="156781" y="300788"/>
                      </a:cubicBezTo>
                      <a:cubicBezTo>
                        <a:pt x="155352" y="309361"/>
                        <a:pt x="150590" y="299264"/>
                        <a:pt x="149162" y="303169"/>
                      </a:cubicBezTo>
                      <a:cubicBezTo>
                        <a:pt x="149542" y="303074"/>
                        <a:pt x="150019" y="303550"/>
                        <a:pt x="149447" y="304217"/>
                      </a:cubicBezTo>
                      <a:cubicBezTo>
                        <a:pt x="148208" y="304598"/>
                        <a:pt x="149066" y="298597"/>
                        <a:pt x="147828" y="298788"/>
                      </a:cubicBezTo>
                      <a:cubicBezTo>
                        <a:pt x="147447" y="301455"/>
                        <a:pt x="148876" y="303455"/>
                        <a:pt x="148019" y="304408"/>
                      </a:cubicBezTo>
                      <a:cubicBezTo>
                        <a:pt x="147351" y="300598"/>
                        <a:pt x="147542" y="304598"/>
                        <a:pt x="146495" y="305836"/>
                      </a:cubicBezTo>
                      <a:cubicBezTo>
                        <a:pt x="145922" y="303360"/>
                        <a:pt x="144589" y="304027"/>
                        <a:pt x="144875" y="301550"/>
                      </a:cubicBezTo>
                      <a:cubicBezTo>
                        <a:pt x="141923" y="309742"/>
                        <a:pt x="139255" y="300121"/>
                        <a:pt x="136970" y="301741"/>
                      </a:cubicBezTo>
                      <a:cubicBezTo>
                        <a:pt x="137065" y="297454"/>
                        <a:pt x="135636" y="297550"/>
                        <a:pt x="134684" y="296502"/>
                      </a:cubicBezTo>
                      <a:cubicBezTo>
                        <a:pt x="134398" y="300788"/>
                        <a:pt x="136302" y="298312"/>
                        <a:pt x="136302" y="301931"/>
                      </a:cubicBezTo>
                      <a:cubicBezTo>
                        <a:pt x="132969" y="300407"/>
                        <a:pt x="128206" y="306027"/>
                        <a:pt x="124873" y="309456"/>
                      </a:cubicBezTo>
                      <a:cubicBezTo>
                        <a:pt x="124777" y="306408"/>
                        <a:pt x="125730" y="307075"/>
                        <a:pt x="125730" y="304789"/>
                      </a:cubicBezTo>
                      <a:cubicBezTo>
                        <a:pt x="124396" y="304122"/>
                        <a:pt x="124777" y="309265"/>
                        <a:pt x="123730" y="309646"/>
                      </a:cubicBezTo>
                      <a:cubicBezTo>
                        <a:pt x="122205" y="304979"/>
                        <a:pt x="120301" y="298407"/>
                        <a:pt x="118110" y="306027"/>
                      </a:cubicBezTo>
                      <a:cubicBezTo>
                        <a:pt x="118681" y="306122"/>
                        <a:pt x="119444" y="305360"/>
                        <a:pt x="119538" y="306884"/>
                      </a:cubicBezTo>
                      <a:cubicBezTo>
                        <a:pt x="118586" y="306979"/>
                        <a:pt x="115538" y="312980"/>
                        <a:pt x="114491" y="307741"/>
                      </a:cubicBezTo>
                      <a:cubicBezTo>
                        <a:pt x="114871" y="306122"/>
                        <a:pt x="114966" y="303455"/>
                        <a:pt x="115729" y="302979"/>
                      </a:cubicBezTo>
                      <a:cubicBezTo>
                        <a:pt x="115920" y="304503"/>
                        <a:pt x="116395" y="304979"/>
                        <a:pt x="117063" y="304979"/>
                      </a:cubicBezTo>
                      <a:cubicBezTo>
                        <a:pt x="117063" y="301455"/>
                        <a:pt x="118110" y="301836"/>
                        <a:pt x="118395" y="299074"/>
                      </a:cubicBezTo>
                      <a:cubicBezTo>
                        <a:pt x="117063" y="297645"/>
                        <a:pt x="117538" y="302312"/>
                        <a:pt x="116491" y="301645"/>
                      </a:cubicBezTo>
                      <a:cubicBezTo>
                        <a:pt x="116586" y="298502"/>
                        <a:pt x="117157" y="299264"/>
                        <a:pt x="116681" y="297073"/>
                      </a:cubicBezTo>
                      <a:cubicBezTo>
                        <a:pt x="116109" y="299645"/>
                        <a:pt x="113728" y="300502"/>
                        <a:pt x="114300" y="303169"/>
                      </a:cubicBezTo>
                      <a:cubicBezTo>
                        <a:pt x="113538" y="298312"/>
                        <a:pt x="110490" y="305836"/>
                        <a:pt x="109347" y="300598"/>
                      </a:cubicBezTo>
                      <a:cubicBezTo>
                        <a:pt x="109824" y="297740"/>
                        <a:pt x="111062" y="303360"/>
                        <a:pt x="111251" y="298026"/>
                      </a:cubicBezTo>
                      <a:cubicBezTo>
                        <a:pt x="110585" y="297359"/>
                        <a:pt x="109251" y="297550"/>
                        <a:pt x="108395" y="298502"/>
                      </a:cubicBezTo>
                      <a:cubicBezTo>
                        <a:pt x="107918" y="303550"/>
                        <a:pt x="109156" y="297454"/>
                        <a:pt x="109061" y="300693"/>
                      </a:cubicBezTo>
                      <a:cubicBezTo>
                        <a:pt x="109156" y="305741"/>
                        <a:pt x="105441" y="304789"/>
                        <a:pt x="106204" y="307932"/>
                      </a:cubicBezTo>
                      <a:cubicBezTo>
                        <a:pt x="108490" y="303169"/>
                        <a:pt x="111251" y="308122"/>
                        <a:pt x="111728" y="303646"/>
                      </a:cubicBezTo>
                      <a:cubicBezTo>
                        <a:pt x="112394" y="306694"/>
                        <a:pt x="114014" y="307075"/>
                        <a:pt x="114300" y="311170"/>
                      </a:cubicBezTo>
                      <a:cubicBezTo>
                        <a:pt x="112966" y="311170"/>
                        <a:pt x="113252" y="311742"/>
                        <a:pt x="110966" y="312885"/>
                      </a:cubicBezTo>
                      <a:cubicBezTo>
                        <a:pt x="110871" y="309456"/>
                        <a:pt x="108585" y="301836"/>
                        <a:pt x="108204" y="311075"/>
                      </a:cubicBezTo>
                      <a:cubicBezTo>
                        <a:pt x="109538" y="309932"/>
                        <a:pt x="109728" y="311932"/>
                        <a:pt x="109919" y="314218"/>
                      </a:cubicBezTo>
                      <a:cubicBezTo>
                        <a:pt x="108776" y="311647"/>
                        <a:pt x="108204" y="317933"/>
                        <a:pt x="107061" y="314695"/>
                      </a:cubicBezTo>
                      <a:cubicBezTo>
                        <a:pt x="107061" y="319743"/>
                        <a:pt x="110108" y="315552"/>
                        <a:pt x="110680" y="314123"/>
                      </a:cubicBezTo>
                      <a:cubicBezTo>
                        <a:pt x="110585" y="315552"/>
                        <a:pt x="110108" y="315742"/>
                        <a:pt x="110204" y="317647"/>
                      </a:cubicBezTo>
                      <a:cubicBezTo>
                        <a:pt x="114871" y="314980"/>
                        <a:pt x="117538" y="318695"/>
                        <a:pt x="121158" y="322600"/>
                      </a:cubicBezTo>
                      <a:cubicBezTo>
                        <a:pt x="121444" y="316695"/>
                        <a:pt x="118872" y="319267"/>
                        <a:pt x="118967" y="313933"/>
                      </a:cubicBezTo>
                      <a:cubicBezTo>
                        <a:pt x="119349" y="313837"/>
                        <a:pt x="119444" y="312885"/>
                        <a:pt x="119729" y="312694"/>
                      </a:cubicBezTo>
                      <a:cubicBezTo>
                        <a:pt x="119633" y="316314"/>
                        <a:pt x="120776" y="316314"/>
                        <a:pt x="122110" y="315647"/>
                      </a:cubicBezTo>
                      <a:cubicBezTo>
                        <a:pt x="121825" y="319552"/>
                        <a:pt x="122587" y="320410"/>
                        <a:pt x="122968" y="322315"/>
                      </a:cubicBezTo>
                      <a:cubicBezTo>
                        <a:pt x="124873" y="314599"/>
                        <a:pt x="127920" y="319076"/>
                        <a:pt x="129826" y="321172"/>
                      </a:cubicBezTo>
                      <a:cubicBezTo>
                        <a:pt x="129730" y="322696"/>
                        <a:pt x="129158" y="322315"/>
                        <a:pt x="129063" y="323553"/>
                      </a:cubicBezTo>
                      <a:cubicBezTo>
                        <a:pt x="131255" y="324886"/>
                        <a:pt x="132588" y="324315"/>
                        <a:pt x="133159" y="320600"/>
                      </a:cubicBezTo>
                      <a:cubicBezTo>
                        <a:pt x="132969" y="322981"/>
                        <a:pt x="135541" y="317743"/>
                        <a:pt x="135636" y="321267"/>
                      </a:cubicBezTo>
                      <a:cubicBezTo>
                        <a:pt x="135445" y="322029"/>
                        <a:pt x="134016" y="324982"/>
                        <a:pt x="135064" y="325839"/>
                      </a:cubicBezTo>
                      <a:cubicBezTo>
                        <a:pt x="135827" y="322315"/>
                        <a:pt x="137540" y="322219"/>
                        <a:pt x="139160" y="321743"/>
                      </a:cubicBezTo>
                      <a:cubicBezTo>
                        <a:pt x="139160" y="324410"/>
                        <a:pt x="139351" y="326601"/>
                        <a:pt x="140017" y="327268"/>
                      </a:cubicBezTo>
                      <a:cubicBezTo>
                        <a:pt x="141160" y="325363"/>
                        <a:pt x="139446" y="322029"/>
                        <a:pt x="140589" y="320314"/>
                      </a:cubicBezTo>
                      <a:cubicBezTo>
                        <a:pt x="141255" y="324791"/>
                        <a:pt x="143732" y="320695"/>
                        <a:pt x="144684" y="326410"/>
                      </a:cubicBezTo>
                      <a:cubicBezTo>
                        <a:pt x="144589" y="323458"/>
                        <a:pt x="144970" y="322315"/>
                        <a:pt x="145922" y="322791"/>
                      </a:cubicBezTo>
                      <a:cubicBezTo>
                        <a:pt x="145732" y="324124"/>
                        <a:pt x="144970" y="330411"/>
                        <a:pt x="145732" y="327363"/>
                      </a:cubicBezTo>
                      <a:cubicBezTo>
                        <a:pt x="145542" y="323267"/>
                        <a:pt x="148590" y="324124"/>
                        <a:pt x="148304" y="326887"/>
                      </a:cubicBezTo>
                      <a:cubicBezTo>
                        <a:pt x="145447" y="326601"/>
                        <a:pt x="146876" y="333649"/>
                        <a:pt x="144399" y="335459"/>
                      </a:cubicBezTo>
                      <a:cubicBezTo>
                        <a:pt x="144399" y="334316"/>
                        <a:pt x="144113" y="334126"/>
                        <a:pt x="144113" y="333268"/>
                      </a:cubicBezTo>
                      <a:cubicBezTo>
                        <a:pt x="144209" y="330982"/>
                        <a:pt x="145161" y="331649"/>
                        <a:pt x="144970" y="328601"/>
                      </a:cubicBezTo>
                      <a:cubicBezTo>
                        <a:pt x="143351" y="328315"/>
                        <a:pt x="143446" y="325458"/>
                        <a:pt x="142113" y="329077"/>
                      </a:cubicBezTo>
                      <a:cubicBezTo>
                        <a:pt x="141541" y="326791"/>
                        <a:pt x="140969" y="327268"/>
                        <a:pt x="141637" y="323458"/>
                      </a:cubicBezTo>
                      <a:cubicBezTo>
                        <a:pt x="140303" y="323267"/>
                        <a:pt x="140780" y="329077"/>
                        <a:pt x="139637" y="329458"/>
                      </a:cubicBezTo>
                      <a:cubicBezTo>
                        <a:pt x="138779" y="329649"/>
                        <a:pt x="138683" y="327649"/>
                        <a:pt x="137540" y="328696"/>
                      </a:cubicBezTo>
                      <a:lnTo>
                        <a:pt x="137636" y="325267"/>
                      </a:lnTo>
                      <a:cubicBezTo>
                        <a:pt x="135636" y="327744"/>
                        <a:pt x="136779" y="324982"/>
                        <a:pt x="134970" y="329077"/>
                      </a:cubicBezTo>
                      <a:cubicBezTo>
                        <a:pt x="133636" y="327839"/>
                        <a:pt x="133445" y="324505"/>
                        <a:pt x="133445" y="321362"/>
                      </a:cubicBezTo>
                      <a:cubicBezTo>
                        <a:pt x="132683" y="322315"/>
                        <a:pt x="133350" y="327744"/>
                        <a:pt x="132493" y="328315"/>
                      </a:cubicBezTo>
                      <a:cubicBezTo>
                        <a:pt x="130492" y="328315"/>
                        <a:pt x="129540" y="330697"/>
                        <a:pt x="128206" y="327934"/>
                      </a:cubicBezTo>
                      <a:cubicBezTo>
                        <a:pt x="128301" y="326029"/>
                        <a:pt x="129254" y="327172"/>
                        <a:pt x="129349" y="325458"/>
                      </a:cubicBezTo>
                      <a:lnTo>
                        <a:pt x="127920" y="325744"/>
                      </a:lnTo>
                      <a:cubicBezTo>
                        <a:pt x="127540" y="329363"/>
                        <a:pt x="128492" y="329173"/>
                        <a:pt x="127731" y="331459"/>
                      </a:cubicBezTo>
                      <a:cubicBezTo>
                        <a:pt x="131730" y="327744"/>
                        <a:pt x="134684" y="334602"/>
                        <a:pt x="138208" y="329744"/>
                      </a:cubicBezTo>
                      <a:cubicBezTo>
                        <a:pt x="138494" y="330982"/>
                        <a:pt x="138588" y="332697"/>
                        <a:pt x="138399" y="335364"/>
                      </a:cubicBezTo>
                      <a:cubicBezTo>
                        <a:pt x="140208" y="334221"/>
                        <a:pt x="141732" y="333364"/>
                        <a:pt x="139637" y="331744"/>
                      </a:cubicBezTo>
                      <a:cubicBezTo>
                        <a:pt x="140208" y="331078"/>
                        <a:pt x="140589" y="329935"/>
                        <a:pt x="141160" y="329268"/>
                      </a:cubicBezTo>
                      <a:cubicBezTo>
                        <a:pt x="140969" y="334316"/>
                        <a:pt x="142970" y="334697"/>
                        <a:pt x="142875" y="331268"/>
                      </a:cubicBezTo>
                      <a:cubicBezTo>
                        <a:pt x="142780" y="335269"/>
                        <a:pt x="144209" y="328696"/>
                        <a:pt x="143923" y="332221"/>
                      </a:cubicBezTo>
                      <a:cubicBezTo>
                        <a:pt x="144304" y="335840"/>
                        <a:pt x="142018" y="335173"/>
                        <a:pt x="140875" y="337269"/>
                      </a:cubicBezTo>
                      <a:cubicBezTo>
                        <a:pt x="142018" y="340507"/>
                        <a:pt x="144684" y="336221"/>
                        <a:pt x="146399" y="335269"/>
                      </a:cubicBezTo>
                      <a:cubicBezTo>
                        <a:pt x="144875" y="340317"/>
                        <a:pt x="149066" y="334888"/>
                        <a:pt x="149162" y="338221"/>
                      </a:cubicBezTo>
                      <a:cubicBezTo>
                        <a:pt x="149066" y="340222"/>
                        <a:pt x="146685" y="340888"/>
                        <a:pt x="147924" y="342984"/>
                      </a:cubicBezTo>
                      <a:cubicBezTo>
                        <a:pt x="149447" y="339269"/>
                        <a:pt x="151066" y="340984"/>
                        <a:pt x="152495" y="335459"/>
                      </a:cubicBezTo>
                      <a:cubicBezTo>
                        <a:pt x="154400" y="342984"/>
                        <a:pt x="158972" y="327649"/>
                        <a:pt x="161448" y="337364"/>
                      </a:cubicBezTo>
                      <a:cubicBezTo>
                        <a:pt x="162116" y="333840"/>
                        <a:pt x="163830" y="335364"/>
                        <a:pt x="164688" y="336793"/>
                      </a:cubicBezTo>
                      <a:cubicBezTo>
                        <a:pt x="164497" y="339364"/>
                        <a:pt x="162591" y="336507"/>
                        <a:pt x="163068" y="341555"/>
                      </a:cubicBezTo>
                      <a:cubicBezTo>
                        <a:pt x="164306" y="340984"/>
                        <a:pt x="165163" y="339269"/>
                        <a:pt x="165735" y="336602"/>
                      </a:cubicBezTo>
                      <a:cubicBezTo>
                        <a:pt x="166497" y="336793"/>
                        <a:pt x="166306" y="339555"/>
                        <a:pt x="167069" y="339745"/>
                      </a:cubicBezTo>
                      <a:cubicBezTo>
                        <a:pt x="167163" y="337650"/>
                        <a:pt x="169069" y="335459"/>
                        <a:pt x="168973" y="337174"/>
                      </a:cubicBezTo>
                      <a:cubicBezTo>
                        <a:pt x="168878" y="338507"/>
                        <a:pt x="168401" y="338507"/>
                        <a:pt x="167830" y="338507"/>
                      </a:cubicBezTo>
                      <a:cubicBezTo>
                        <a:pt x="167640" y="341365"/>
                        <a:pt x="168307" y="342032"/>
                        <a:pt x="168783" y="342889"/>
                      </a:cubicBezTo>
                      <a:cubicBezTo>
                        <a:pt x="168878" y="341174"/>
                        <a:pt x="168783" y="338698"/>
                        <a:pt x="169259" y="338221"/>
                      </a:cubicBezTo>
                      <a:cubicBezTo>
                        <a:pt x="169640" y="343365"/>
                        <a:pt x="171641" y="345746"/>
                        <a:pt x="173641" y="348794"/>
                      </a:cubicBezTo>
                      <a:cubicBezTo>
                        <a:pt x="173831" y="343079"/>
                        <a:pt x="175736" y="350604"/>
                        <a:pt x="175640" y="343936"/>
                      </a:cubicBezTo>
                      <a:cubicBezTo>
                        <a:pt x="174402" y="343841"/>
                        <a:pt x="172212" y="347365"/>
                        <a:pt x="173831" y="343174"/>
                      </a:cubicBezTo>
                      <a:cubicBezTo>
                        <a:pt x="172879" y="340507"/>
                        <a:pt x="171545" y="345175"/>
                        <a:pt x="170973" y="342508"/>
                      </a:cubicBezTo>
                      <a:lnTo>
                        <a:pt x="171069" y="340222"/>
                      </a:lnTo>
                      <a:cubicBezTo>
                        <a:pt x="172974" y="339364"/>
                        <a:pt x="174213" y="345937"/>
                        <a:pt x="176117" y="341650"/>
                      </a:cubicBezTo>
                      <a:cubicBezTo>
                        <a:pt x="175736" y="341555"/>
                        <a:pt x="175070" y="342032"/>
                        <a:pt x="175070" y="340698"/>
                      </a:cubicBezTo>
                      <a:cubicBezTo>
                        <a:pt x="175451" y="340603"/>
                        <a:pt x="175545" y="339650"/>
                        <a:pt x="175831" y="339460"/>
                      </a:cubicBezTo>
                      <a:cubicBezTo>
                        <a:pt x="176499" y="339841"/>
                        <a:pt x="176022" y="343841"/>
                        <a:pt x="177165" y="342603"/>
                      </a:cubicBezTo>
                      <a:cubicBezTo>
                        <a:pt x="176308" y="336507"/>
                        <a:pt x="180880" y="342698"/>
                        <a:pt x="181070" y="334030"/>
                      </a:cubicBezTo>
                      <a:cubicBezTo>
                        <a:pt x="181641" y="338126"/>
                        <a:pt x="181737" y="333173"/>
                        <a:pt x="183261" y="333649"/>
                      </a:cubicBezTo>
                      <a:cubicBezTo>
                        <a:pt x="183261" y="334792"/>
                        <a:pt x="183547" y="334983"/>
                        <a:pt x="183547" y="335840"/>
                      </a:cubicBezTo>
                      <a:cubicBezTo>
                        <a:pt x="183547" y="337936"/>
                        <a:pt x="181546" y="340031"/>
                        <a:pt x="182689" y="341650"/>
                      </a:cubicBezTo>
                      <a:cubicBezTo>
                        <a:pt x="182975" y="338888"/>
                        <a:pt x="184976" y="341746"/>
                        <a:pt x="184976" y="337840"/>
                      </a:cubicBezTo>
                      <a:cubicBezTo>
                        <a:pt x="184404" y="338793"/>
                        <a:pt x="183452" y="335840"/>
                        <a:pt x="184309" y="335650"/>
                      </a:cubicBezTo>
                      <a:cubicBezTo>
                        <a:pt x="185738" y="334221"/>
                        <a:pt x="185738" y="342317"/>
                        <a:pt x="187166" y="337459"/>
                      </a:cubicBezTo>
                      <a:cubicBezTo>
                        <a:pt x="186785" y="337269"/>
                        <a:pt x="186308" y="335745"/>
                        <a:pt x="186880" y="335269"/>
                      </a:cubicBezTo>
                      <a:cubicBezTo>
                        <a:pt x="188594" y="338698"/>
                        <a:pt x="189738" y="336126"/>
                        <a:pt x="191548" y="336793"/>
                      </a:cubicBezTo>
                      <a:cubicBezTo>
                        <a:pt x="190500" y="338507"/>
                        <a:pt x="188976" y="338507"/>
                        <a:pt x="188500" y="341841"/>
                      </a:cubicBezTo>
                      <a:cubicBezTo>
                        <a:pt x="190119" y="340793"/>
                        <a:pt x="190976" y="342032"/>
                        <a:pt x="191262" y="344794"/>
                      </a:cubicBezTo>
                      <a:cubicBezTo>
                        <a:pt x="191738" y="340698"/>
                        <a:pt x="190500" y="339079"/>
                        <a:pt x="191834" y="337936"/>
                      </a:cubicBezTo>
                      <a:cubicBezTo>
                        <a:pt x="191834" y="341365"/>
                        <a:pt x="193834" y="338888"/>
                        <a:pt x="193834" y="342127"/>
                      </a:cubicBezTo>
                      <a:cubicBezTo>
                        <a:pt x="193357" y="338221"/>
                        <a:pt x="195263" y="336031"/>
                        <a:pt x="194406" y="335173"/>
                      </a:cubicBezTo>
                      <a:cubicBezTo>
                        <a:pt x="193263" y="339364"/>
                        <a:pt x="194215" y="332316"/>
                        <a:pt x="193738" y="332983"/>
                      </a:cubicBezTo>
                      <a:cubicBezTo>
                        <a:pt x="193834" y="334792"/>
                        <a:pt x="191738" y="335173"/>
                        <a:pt x="191929" y="333268"/>
                      </a:cubicBezTo>
                      <a:cubicBezTo>
                        <a:pt x="192881" y="333649"/>
                        <a:pt x="194595" y="330601"/>
                        <a:pt x="193834" y="329554"/>
                      </a:cubicBezTo>
                      <a:cubicBezTo>
                        <a:pt x="193738" y="332316"/>
                        <a:pt x="192595" y="330030"/>
                        <a:pt x="192786" y="328601"/>
                      </a:cubicBezTo>
                      <a:cubicBezTo>
                        <a:pt x="193643" y="326029"/>
                        <a:pt x="193834" y="328982"/>
                        <a:pt x="194976" y="328220"/>
                      </a:cubicBezTo>
                      <a:cubicBezTo>
                        <a:pt x="195358" y="326029"/>
                        <a:pt x="194024" y="324601"/>
                        <a:pt x="195072" y="323648"/>
                      </a:cubicBezTo>
                      <a:cubicBezTo>
                        <a:pt x="197167" y="324220"/>
                        <a:pt x="198691" y="327553"/>
                        <a:pt x="201549" y="324791"/>
                      </a:cubicBezTo>
                      <a:cubicBezTo>
                        <a:pt x="200216" y="327839"/>
                        <a:pt x="203359" y="328982"/>
                        <a:pt x="202120" y="331459"/>
                      </a:cubicBezTo>
                      <a:cubicBezTo>
                        <a:pt x="201168" y="329839"/>
                        <a:pt x="199263" y="328506"/>
                        <a:pt x="198501" y="333268"/>
                      </a:cubicBezTo>
                      <a:cubicBezTo>
                        <a:pt x="200311" y="331744"/>
                        <a:pt x="203454" y="330887"/>
                        <a:pt x="204597" y="334507"/>
                      </a:cubicBezTo>
                      <a:cubicBezTo>
                        <a:pt x="202311" y="336126"/>
                        <a:pt x="201834" y="335173"/>
                        <a:pt x="200311" y="332983"/>
                      </a:cubicBezTo>
                      <a:cubicBezTo>
                        <a:pt x="200216" y="339174"/>
                        <a:pt x="199548" y="340507"/>
                        <a:pt x="198882" y="346889"/>
                      </a:cubicBezTo>
                      <a:cubicBezTo>
                        <a:pt x="200025" y="347556"/>
                        <a:pt x="201549" y="343365"/>
                        <a:pt x="201168" y="343079"/>
                      </a:cubicBezTo>
                      <a:cubicBezTo>
                        <a:pt x="200311" y="341746"/>
                        <a:pt x="199930" y="347746"/>
                        <a:pt x="199644" y="344508"/>
                      </a:cubicBezTo>
                      <a:cubicBezTo>
                        <a:pt x="199930" y="341174"/>
                        <a:pt x="200596" y="339174"/>
                        <a:pt x="201645" y="338507"/>
                      </a:cubicBezTo>
                      <a:cubicBezTo>
                        <a:pt x="202311" y="342127"/>
                        <a:pt x="203168" y="339079"/>
                        <a:pt x="204501" y="340317"/>
                      </a:cubicBezTo>
                      <a:cubicBezTo>
                        <a:pt x="203835" y="344889"/>
                        <a:pt x="205358" y="342508"/>
                        <a:pt x="205454" y="344698"/>
                      </a:cubicBezTo>
                      <a:cubicBezTo>
                        <a:pt x="204692" y="346984"/>
                        <a:pt x="204501" y="344984"/>
                        <a:pt x="203645" y="344984"/>
                      </a:cubicBezTo>
                      <a:cubicBezTo>
                        <a:pt x="203740" y="352128"/>
                        <a:pt x="205074" y="344889"/>
                        <a:pt x="206216" y="344508"/>
                      </a:cubicBezTo>
                      <a:cubicBezTo>
                        <a:pt x="206216" y="346508"/>
                        <a:pt x="206026" y="348032"/>
                        <a:pt x="205740" y="349080"/>
                      </a:cubicBezTo>
                      <a:cubicBezTo>
                        <a:pt x="206407" y="348794"/>
                        <a:pt x="206978" y="348127"/>
                        <a:pt x="207264" y="346508"/>
                      </a:cubicBezTo>
                      <a:cubicBezTo>
                        <a:pt x="205644" y="345270"/>
                        <a:pt x="207835" y="336507"/>
                        <a:pt x="209645" y="338126"/>
                      </a:cubicBezTo>
                      <a:cubicBezTo>
                        <a:pt x="210121" y="340698"/>
                        <a:pt x="210312" y="340126"/>
                        <a:pt x="209836" y="343746"/>
                      </a:cubicBezTo>
                      <a:cubicBezTo>
                        <a:pt x="210502" y="343936"/>
                        <a:pt x="210693" y="342317"/>
                        <a:pt x="211359" y="342317"/>
                      </a:cubicBezTo>
                      <a:cubicBezTo>
                        <a:pt x="211170" y="346413"/>
                        <a:pt x="212693" y="345175"/>
                        <a:pt x="212597" y="348889"/>
                      </a:cubicBezTo>
                      <a:cubicBezTo>
                        <a:pt x="214026" y="347270"/>
                        <a:pt x="214313" y="348699"/>
                        <a:pt x="214883" y="345079"/>
                      </a:cubicBezTo>
                      <a:cubicBezTo>
                        <a:pt x="214599" y="341841"/>
                        <a:pt x="213551" y="344984"/>
                        <a:pt x="213456" y="343079"/>
                      </a:cubicBezTo>
                      <a:cubicBezTo>
                        <a:pt x="213551" y="341269"/>
                        <a:pt x="215360" y="338698"/>
                        <a:pt x="215646" y="341555"/>
                      </a:cubicBezTo>
                      <a:cubicBezTo>
                        <a:pt x="215551" y="345270"/>
                        <a:pt x="214599" y="347651"/>
                        <a:pt x="216217" y="348223"/>
                      </a:cubicBezTo>
                      <a:cubicBezTo>
                        <a:pt x="215551" y="342317"/>
                        <a:pt x="216789" y="347365"/>
                        <a:pt x="217360" y="344603"/>
                      </a:cubicBezTo>
                      <a:cubicBezTo>
                        <a:pt x="216884" y="342603"/>
                        <a:pt x="216122" y="341365"/>
                        <a:pt x="216503" y="336793"/>
                      </a:cubicBezTo>
                      <a:cubicBezTo>
                        <a:pt x="218598" y="336031"/>
                        <a:pt x="219361" y="338412"/>
                        <a:pt x="220409" y="338412"/>
                      </a:cubicBezTo>
                      <a:cubicBezTo>
                        <a:pt x="219456" y="339841"/>
                        <a:pt x="217932" y="339555"/>
                        <a:pt x="217455" y="342317"/>
                      </a:cubicBezTo>
                      <a:cubicBezTo>
                        <a:pt x="218980" y="346318"/>
                        <a:pt x="221742" y="339745"/>
                        <a:pt x="222790" y="344794"/>
                      </a:cubicBezTo>
                      <a:cubicBezTo>
                        <a:pt x="221266" y="341936"/>
                        <a:pt x="221170" y="347746"/>
                        <a:pt x="220123" y="349747"/>
                      </a:cubicBezTo>
                      <a:cubicBezTo>
                        <a:pt x="219837" y="348127"/>
                        <a:pt x="219646" y="346222"/>
                        <a:pt x="218789" y="346603"/>
                      </a:cubicBezTo>
                      <a:cubicBezTo>
                        <a:pt x="218408" y="352128"/>
                        <a:pt x="218218" y="348318"/>
                        <a:pt x="217265" y="348032"/>
                      </a:cubicBezTo>
                      <a:cubicBezTo>
                        <a:pt x="217265" y="350509"/>
                        <a:pt x="216884" y="351747"/>
                        <a:pt x="216122" y="351652"/>
                      </a:cubicBezTo>
                      <a:cubicBezTo>
                        <a:pt x="215360" y="349461"/>
                        <a:pt x="215551" y="350128"/>
                        <a:pt x="214408" y="348508"/>
                      </a:cubicBezTo>
                      <a:cubicBezTo>
                        <a:pt x="214599" y="352414"/>
                        <a:pt x="215837" y="353271"/>
                        <a:pt x="216408" y="356128"/>
                      </a:cubicBezTo>
                      <a:cubicBezTo>
                        <a:pt x="216217" y="352318"/>
                        <a:pt x="217265" y="352223"/>
                        <a:pt x="217646" y="350223"/>
                      </a:cubicBezTo>
                      <a:cubicBezTo>
                        <a:pt x="218503" y="350413"/>
                        <a:pt x="218408" y="353652"/>
                        <a:pt x="218980" y="354509"/>
                      </a:cubicBezTo>
                      <a:cubicBezTo>
                        <a:pt x="218980" y="351557"/>
                        <a:pt x="219266" y="349556"/>
                        <a:pt x="220218" y="349747"/>
                      </a:cubicBezTo>
                      <a:cubicBezTo>
                        <a:pt x="221075" y="351080"/>
                        <a:pt x="219456" y="353271"/>
                        <a:pt x="220504" y="354223"/>
                      </a:cubicBezTo>
                      <a:cubicBezTo>
                        <a:pt x="220504" y="351366"/>
                        <a:pt x="221170" y="350604"/>
                        <a:pt x="221742" y="349461"/>
                      </a:cubicBezTo>
                      <a:cubicBezTo>
                        <a:pt x="221838" y="352985"/>
                        <a:pt x="223742" y="354319"/>
                        <a:pt x="222981" y="357176"/>
                      </a:cubicBezTo>
                      <a:cubicBezTo>
                        <a:pt x="224694" y="355366"/>
                        <a:pt x="227266" y="350318"/>
                        <a:pt x="228791" y="357271"/>
                      </a:cubicBezTo>
                      <a:cubicBezTo>
                        <a:pt x="228123" y="358510"/>
                        <a:pt x="227648" y="354033"/>
                        <a:pt x="227362" y="357557"/>
                      </a:cubicBezTo>
                      <a:cubicBezTo>
                        <a:pt x="227552" y="357557"/>
                        <a:pt x="227743" y="358414"/>
                        <a:pt x="227362" y="358700"/>
                      </a:cubicBezTo>
                      <a:cubicBezTo>
                        <a:pt x="226505" y="359272"/>
                        <a:pt x="227648" y="353461"/>
                        <a:pt x="226314" y="355462"/>
                      </a:cubicBezTo>
                      <a:cubicBezTo>
                        <a:pt x="225647" y="361177"/>
                        <a:pt x="222981" y="360319"/>
                        <a:pt x="221456" y="363177"/>
                      </a:cubicBezTo>
                      <a:cubicBezTo>
                        <a:pt x="221742" y="360034"/>
                        <a:pt x="220789" y="361082"/>
                        <a:pt x="220409" y="359938"/>
                      </a:cubicBezTo>
                      <a:cubicBezTo>
                        <a:pt x="220789" y="362701"/>
                        <a:pt x="218598" y="362986"/>
                        <a:pt x="219932" y="364606"/>
                      </a:cubicBezTo>
                      <a:cubicBezTo>
                        <a:pt x="220695" y="360319"/>
                        <a:pt x="220884" y="366415"/>
                        <a:pt x="221742" y="365463"/>
                      </a:cubicBezTo>
                      <a:cubicBezTo>
                        <a:pt x="222218" y="360034"/>
                        <a:pt x="224124" y="366796"/>
                        <a:pt x="225837" y="362415"/>
                      </a:cubicBezTo>
                      <a:cubicBezTo>
                        <a:pt x="225742" y="364129"/>
                        <a:pt x="225837" y="366606"/>
                        <a:pt x="225362" y="366987"/>
                      </a:cubicBezTo>
                      <a:cubicBezTo>
                        <a:pt x="225171" y="366701"/>
                        <a:pt x="224028" y="364415"/>
                        <a:pt x="223933" y="367273"/>
                      </a:cubicBezTo>
                      <a:cubicBezTo>
                        <a:pt x="224790" y="367463"/>
                        <a:pt x="225266" y="368797"/>
                        <a:pt x="226409" y="367939"/>
                      </a:cubicBezTo>
                      <a:cubicBezTo>
                        <a:pt x="226409" y="365939"/>
                        <a:pt x="226790" y="365272"/>
                        <a:pt x="227552" y="365463"/>
                      </a:cubicBezTo>
                      <a:cubicBezTo>
                        <a:pt x="227171" y="362224"/>
                        <a:pt x="227457" y="361272"/>
                        <a:pt x="228409" y="359653"/>
                      </a:cubicBezTo>
                      <a:cubicBezTo>
                        <a:pt x="228505" y="363177"/>
                        <a:pt x="227457" y="364511"/>
                        <a:pt x="228600" y="365272"/>
                      </a:cubicBezTo>
                      <a:cubicBezTo>
                        <a:pt x="229266" y="360415"/>
                        <a:pt x="230314" y="356986"/>
                        <a:pt x="231457" y="353461"/>
                      </a:cubicBezTo>
                      <a:cubicBezTo>
                        <a:pt x="230981" y="357081"/>
                        <a:pt x="231934" y="356128"/>
                        <a:pt x="232124" y="357938"/>
                      </a:cubicBezTo>
                      <a:cubicBezTo>
                        <a:pt x="231838" y="358224"/>
                        <a:pt x="231363" y="358129"/>
                        <a:pt x="231363" y="359176"/>
                      </a:cubicBezTo>
                      <a:cubicBezTo>
                        <a:pt x="233076" y="357652"/>
                        <a:pt x="230695" y="363082"/>
                        <a:pt x="232029" y="363653"/>
                      </a:cubicBezTo>
                      <a:cubicBezTo>
                        <a:pt x="232695" y="355843"/>
                        <a:pt x="233267" y="361558"/>
                        <a:pt x="234696" y="356319"/>
                      </a:cubicBezTo>
                      <a:cubicBezTo>
                        <a:pt x="234315" y="360034"/>
                        <a:pt x="234315" y="358795"/>
                        <a:pt x="234982" y="360796"/>
                      </a:cubicBezTo>
                      <a:cubicBezTo>
                        <a:pt x="233076" y="361272"/>
                        <a:pt x="234696" y="361082"/>
                        <a:pt x="234505" y="364320"/>
                      </a:cubicBezTo>
                      <a:cubicBezTo>
                        <a:pt x="234124" y="364415"/>
                        <a:pt x="234029" y="365368"/>
                        <a:pt x="233744" y="365558"/>
                      </a:cubicBezTo>
                      <a:cubicBezTo>
                        <a:pt x="234410" y="362224"/>
                        <a:pt x="232220" y="362701"/>
                        <a:pt x="232315" y="364701"/>
                      </a:cubicBezTo>
                      <a:cubicBezTo>
                        <a:pt x="233076" y="365082"/>
                        <a:pt x="232506" y="370702"/>
                        <a:pt x="232124" y="371559"/>
                      </a:cubicBezTo>
                      <a:cubicBezTo>
                        <a:pt x="233744" y="369178"/>
                        <a:pt x="234791" y="369178"/>
                        <a:pt x="235553" y="365272"/>
                      </a:cubicBezTo>
                      <a:cubicBezTo>
                        <a:pt x="237173" y="365939"/>
                        <a:pt x="238696" y="366606"/>
                        <a:pt x="237934" y="371654"/>
                      </a:cubicBezTo>
                      <a:cubicBezTo>
                        <a:pt x="236982" y="372035"/>
                        <a:pt x="237077" y="369273"/>
                        <a:pt x="236601" y="368511"/>
                      </a:cubicBezTo>
                      <a:cubicBezTo>
                        <a:pt x="234982" y="371559"/>
                        <a:pt x="233458" y="372702"/>
                        <a:pt x="232506" y="374988"/>
                      </a:cubicBezTo>
                      <a:cubicBezTo>
                        <a:pt x="233553" y="372988"/>
                        <a:pt x="233363" y="379750"/>
                        <a:pt x="232790" y="379465"/>
                      </a:cubicBezTo>
                      <a:cubicBezTo>
                        <a:pt x="231743" y="378131"/>
                        <a:pt x="230314" y="374702"/>
                        <a:pt x="230314" y="378798"/>
                      </a:cubicBezTo>
                      <a:cubicBezTo>
                        <a:pt x="229838" y="372511"/>
                        <a:pt x="227362" y="375464"/>
                        <a:pt x="227266" y="370321"/>
                      </a:cubicBezTo>
                      <a:cubicBezTo>
                        <a:pt x="226028" y="370035"/>
                        <a:pt x="225933" y="373369"/>
                        <a:pt x="225362" y="375178"/>
                      </a:cubicBezTo>
                      <a:cubicBezTo>
                        <a:pt x="225362" y="372226"/>
                        <a:pt x="224028" y="373559"/>
                        <a:pt x="223647" y="372130"/>
                      </a:cubicBezTo>
                      <a:cubicBezTo>
                        <a:pt x="224408" y="369940"/>
                        <a:pt x="223456" y="368320"/>
                        <a:pt x="223076" y="366511"/>
                      </a:cubicBezTo>
                      <a:cubicBezTo>
                        <a:pt x="222981" y="370035"/>
                        <a:pt x="220599" y="364796"/>
                        <a:pt x="221552" y="367939"/>
                      </a:cubicBezTo>
                      <a:cubicBezTo>
                        <a:pt x="221932" y="368416"/>
                        <a:pt x="222313" y="368987"/>
                        <a:pt x="222599" y="370035"/>
                      </a:cubicBezTo>
                      <a:cubicBezTo>
                        <a:pt x="221456" y="369654"/>
                        <a:pt x="221170" y="371940"/>
                        <a:pt x="220313" y="372702"/>
                      </a:cubicBezTo>
                      <a:cubicBezTo>
                        <a:pt x="220123" y="376607"/>
                        <a:pt x="221838" y="374226"/>
                        <a:pt x="221266" y="379369"/>
                      </a:cubicBezTo>
                      <a:cubicBezTo>
                        <a:pt x="220599" y="378893"/>
                        <a:pt x="219741" y="379084"/>
                        <a:pt x="219456" y="377369"/>
                      </a:cubicBezTo>
                      <a:cubicBezTo>
                        <a:pt x="220313" y="376512"/>
                        <a:pt x="218598" y="375369"/>
                        <a:pt x="218884" y="372988"/>
                      </a:cubicBezTo>
                      <a:cubicBezTo>
                        <a:pt x="217265" y="374702"/>
                        <a:pt x="217075" y="373178"/>
                        <a:pt x="215265" y="373654"/>
                      </a:cubicBezTo>
                      <a:cubicBezTo>
                        <a:pt x="215074" y="379655"/>
                        <a:pt x="216884" y="374036"/>
                        <a:pt x="218503" y="375369"/>
                      </a:cubicBezTo>
                      <a:cubicBezTo>
                        <a:pt x="218313" y="384132"/>
                        <a:pt x="221361" y="382798"/>
                        <a:pt x="221742" y="389561"/>
                      </a:cubicBezTo>
                      <a:cubicBezTo>
                        <a:pt x="222981" y="388323"/>
                        <a:pt x="222885" y="384227"/>
                        <a:pt x="223933" y="388037"/>
                      </a:cubicBezTo>
                      <a:lnTo>
                        <a:pt x="224028" y="382322"/>
                      </a:lnTo>
                      <a:cubicBezTo>
                        <a:pt x="222885" y="381941"/>
                        <a:pt x="223076" y="385942"/>
                        <a:pt x="221742" y="384989"/>
                      </a:cubicBezTo>
                      <a:cubicBezTo>
                        <a:pt x="221266" y="383941"/>
                        <a:pt x="220409" y="384132"/>
                        <a:pt x="220409" y="381846"/>
                      </a:cubicBezTo>
                      <a:cubicBezTo>
                        <a:pt x="221361" y="381274"/>
                        <a:pt x="221742" y="379941"/>
                        <a:pt x="223361" y="378988"/>
                      </a:cubicBezTo>
                      <a:cubicBezTo>
                        <a:pt x="223076" y="382989"/>
                        <a:pt x="225076" y="379941"/>
                        <a:pt x="225076" y="383179"/>
                      </a:cubicBezTo>
                      <a:cubicBezTo>
                        <a:pt x="224790" y="374988"/>
                        <a:pt x="222027" y="379274"/>
                        <a:pt x="220980" y="372607"/>
                      </a:cubicBezTo>
                      <a:cubicBezTo>
                        <a:pt x="222790" y="374131"/>
                        <a:pt x="225266" y="374797"/>
                        <a:pt x="226885" y="382894"/>
                      </a:cubicBezTo>
                      <a:cubicBezTo>
                        <a:pt x="227552" y="382513"/>
                        <a:pt x="226694" y="381084"/>
                        <a:pt x="227266" y="380512"/>
                      </a:cubicBezTo>
                      <a:cubicBezTo>
                        <a:pt x="227266" y="381655"/>
                        <a:pt x="227838" y="381846"/>
                        <a:pt x="228028" y="380417"/>
                      </a:cubicBezTo>
                      <a:cubicBezTo>
                        <a:pt x="227266" y="381084"/>
                        <a:pt x="226219" y="377655"/>
                        <a:pt x="226980" y="377179"/>
                      </a:cubicBezTo>
                      <a:cubicBezTo>
                        <a:pt x="227838" y="378607"/>
                        <a:pt x="229266" y="378703"/>
                        <a:pt x="229743" y="381179"/>
                      </a:cubicBezTo>
                      <a:cubicBezTo>
                        <a:pt x="229552" y="383561"/>
                        <a:pt x="228409" y="382513"/>
                        <a:pt x="228219" y="384894"/>
                      </a:cubicBezTo>
                      <a:cubicBezTo>
                        <a:pt x="228791" y="385370"/>
                        <a:pt x="229076" y="386418"/>
                        <a:pt x="229648" y="386894"/>
                      </a:cubicBezTo>
                      <a:cubicBezTo>
                        <a:pt x="229743" y="384608"/>
                        <a:pt x="230791" y="379369"/>
                        <a:pt x="231552" y="383179"/>
                      </a:cubicBezTo>
                      <a:cubicBezTo>
                        <a:pt x="229362" y="385275"/>
                        <a:pt x="235076" y="384989"/>
                        <a:pt x="233553" y="390799"/>
                      </a:cubicBezTo>
                      <a:cubicBezTo>
                        <a:pt x="234505" y="390133"/>
                        <a:pt x="234696" y="386989"/>
                        <a:pt x="236125" y="388037"/>
                      </a:cubicBezTo>
                      <a:cubicBezTo>
                        <a:pt x="235172" y="392990"/>
                        <a:pt x="236601" y="389942"/>
                        <a:pt x="237077" y="392419"/>
                      </a:cubicBezTo>
                      <a:cubicBezTo>
                        <a:pt x="233076" y="394895"/>
                        <a:pt x="227266" y="397372"/>
                        <a:pt x="226219" y="389847"/>
                      </a:cubicBezTo>
                      <a:cubicBezTo>
                        <a:pt x="223838" y="391180"/>
                        <a:pt x="222885" y="390514"/>
                        <a:pt x="221456" y="391847"/>
                      </a:cubicBezTo>
                      <a:cubicBezTo>
                        <a:pt x="221456" y="393371"/>
                        <a:pt x="221266" y="394419"/>
                        <a:pt x="220980" y="395276"/>
                      </a:cubicBezTo>
                      <a:cubicBezTo>
                        <a:pt x="222218" y="394895"/>
                        <a:pt x="221647" y="400134"/>
                        <a:pt x="222695" y="400705"/>
                      </a:cubicBezTo>
                      <a:cubicBezTo>
                        <a:pt x="222504" y="397372"/>
                        <a:pt x="222409" y="395181"/>
                        <a:pt x="222885" y="393847"/>
                      </a:cubicBezTo>
                      <a:cubicBezTo>
                        <a:pt x="223838" y="394609"/>
                        <a:pt x="224980" y="390037"/>
                        <a:pt x="225457" y="393371"/>
                      </a:cubicBezTo>
                      <a:cubicBezTo>
                        <a:pt x="224980" y="394800"/>
                        <a:pt x="224124" y="394895"/>
                        <a:pt x="223265" y="394895"/>
                      </a:cubicBezTo>
                      <a:cubicBezTo>
                        <a:pt x="223647" y="399182"/>
                        <a:pt x="225457" y="404230"/>
                        <a:pt x="227076" y="400991"/>
                      </a:cubicBezTo>
                      <a:cubicBezTo>
                        <a:pt x="226123" y="400991"/>
                        <a:pt x="225171" y="401086"/>
                        <a:pt x="225362" y="397848"/>
                      </a:cubicBezTo>
                      <a:cubicBezTo>
                        <a:pt x="230124" y="398610"/>
                        <a:pt x="236125" y="392323"/>
                        <a:pt x="236125" y="406135"/>
                      </a:cubicBezTo>
                      <a:cubicBezTo>
                        <a:pt x="236887" y="401753"/>
                        <a:pt x="237458" y="412421"/>
                        <a:pt x="238696" y="406801"/>
                      </a:cubicBezTo>
                      <a:cubicBezTo>
                        <a:pt x="238411" y="405658"/>
                        <a:pt x="237363" y="406706"/>
                        <a:pt x="237648" y="403563"/>
                      </a:cubicBezTo>
                      <a:cubicBezTo>
                        <a:pt x="239459" y="402801"/>
                        <a:pt x="237268" y="403182"/>
                        <a:pt x="237744" y="400134"/>
                      </a:cubicBezTo>
                      <a:lnTo>
                        <a:pt x="239934" y="399753"/>
                      </a:lnTo>
                      <a:cubicBezTo>
                        <a:pt x="240125" y="394800"/>
                        <a:pt x="238316" y="396324"/>
                        <a:pt x="238316" y="392133"/>
                      </a:cubicBezTo>
                      <a:cubicBezTo>
                        <a:pt x="240792" y="395276"/>
                        <a:pt x="244601" y="408802"/>
                        <a:pt x="245459" y="396514"/>
                      </a:cubicBezTo>
                      <a:lnTo>
                        <a:pt x="246221" y="396419"/>
                      </a:lnTo>
                      <a:cubicBezTo>
                        <a:pt x="246602" y="399182"/>
                        <a:pt x="245078" y="401372"/>
                        <a:pt x="246126" y="402134"/>
                      </a:cubicBezTo>
                      <a:cubicBezTo>
                        <a:pt x="246507" y="400420"/>
                        <a:pt x="246793" y="398419"/>
                        <a:pt x="247650" y="398419"/>
                      </a:cubicBezTo>
                      <a:cubicBezTo>
                        <a:pt x="247459" y="403468"/>
                        <a:pt x="249459" y="397181"/>
                        <a:pt x="250127" y="400229"/>
                      </a:cubicBezTo>
                      <a:cubicBezTo>
                        <a:pt x="248602" y="405658"/>
                        <a:pt x="245650" y="405563"/>
                        <a:pt x="243078" y="404896"/>
                      </a:cubicBezTo>
                      <a:cubicBezTo>
                        <a:pt x="242983" y="406230"/>
                        <a:pt x="242601" y="406706"/>
                        <a:pt x="242315" y="407278"/>
                      </a:cubicBezTo>
                      <a:cubicBezTo>
                        <a:pt x="241554" y="411850"/>
                        <a:pt x="243649" y="412897"/>
                        <a:pt x="242506" y="415183"/>
                      </a:cubicBezTo>
                      <a:cubicBezTo>
                        <a:pt x="241840" y="413088"/>
                        <a:pt x="242220" y="412993"/>
                        <a:pt x="241363" y="415374"/>
                      </a:cubicBezTo>
                      <a:cubicBezTo>
                        <a:pt x="240982" y="412231"/>
                        <a:pt x="239934" y="411183"/>
                        <a:pt x="238506" y="411373"/>
                      </a:cubicBezTo>
                      <a:cubicBezTo>
                        <a:pt x="238220" y="417565"/>
                        <a:pt x="239839" y="411183"/>
                        <a:pt x="240220" y="414421"/>
                      </a:cubicBezTo>
                      <a:cubicBezTo>
                        <a:pt x="236410" y="420708"/>
                        <a:pt x="235076" y="413374"/>
                        <a:pt x="231457" y="416041"/>
                      </a:cubicBezTo>
                      <a:cubicBezTo>
                        <a:pt x="230886" y="421279"/>
                        <a:pt x="229362" y="418993"/>
                        <a:pt x="229457" y="424327"/>
                      </a:cubicBezTo>
                      <a:cubicBezTo>
                        <a:pt x="229171" y="420041"/>
                        <a:pt x="228028" y="417469"/>
                        <a:pt x="229648" y="415183"/>
                      </a:cubicBezTo>
                      <a:cubicBezTo>
                        <a:pt x="228409" y="414326"/>
                        <a:pt x="226980" y="418708"/>
                        <a:pt x="227743" y="420041"/>
                      </a:cubicBezTo>
                      <a:cubicBezTo>
                        <a:pt x="228314" y="419089"/>
                        <a:pt x="226885" y="423089"/>
                        <a:pt x="228791" y="423280"/>
                      </a:cubicBezTo>
                      <a:cubicBezTo>
                        <a:pt x="228219" y="425185"/>
                        <a:pt x="227457" y="426423"/>
                        <a:pt x="226505" y="427090"/>
                      </a:cubicBezTo>
                      <a:cubicBezTo>
                        <a:pt x="225837" y="425089"/>
                        <a:pt x="226790" y="424994"/>
                        <a:pt x="226600" y="421375"/>
                      </a:cubicBezTo>
                      <a:cubicBezTo>
                        <a:pt x="225171" y="420994"/>
                        <a:pt x="225551" y="420898"/>
                        <a:pt x="224028" y="421851"/>
                      </a:cubicBezTo>
                      <a:cubicBezTo>
                        <a:pt x="223076" y="423375"/>
                        <a:pt x="224694" y="426042"/>
                        <a:pt x="223551" y="427661"/>
                      </a:cubicBezTo>
                      <a:cubicBezTo>
                        <a:pt x="222885" y="425375"/>
                        <a:pt x="222122" y="423565"/>
                        <a:pt x="221170" y="422422"/>
                      </a:cubicBezTo>
                      <a:cubicBezTo>
                        <a:pt x="219170" y="429757"/>
                        <a:pt x="216217" y="425566"/>
                        <a:pt x="213740" y="425947"/>
                      </a:cubicBezTo>
                      <a:cubicBezTo>
                        <a:pt x="214026" y="423280"/>
                        <a:pt x="213360" y="418232"/>
                        <a:pt x="212788" y="421565"/>
                      </a:cubicBezTo>
                      <a:cubicBezTo>
                        <a:pt x="213360" y="423089"/>
                        <a:pt x="213645" y="425280"/>
                        <a:pt x="213740" y="428233"/>
                      </a:cubicBezTo>
                      <a:cubicBezTo>
                        <a:pt x="212502" y="426423"/>
                        <a:pt x="212313" y="424708"/>
                        <a:pt x="210788" y="427566"/>
                      </a:cubicBezTo>
                      <a:cubicBezTo>
                        <a:pt x="210979" y="421565"/>
                        <a:pt x="208883" y="427852"/>
                        <a:pt x="208312" y="423470"/>
                      </a:cubicBezTo>
                      <a:cubicBezTo>
                        <a:pt x="208026" y="425185"/>
                        <a:pt x="208598" y="429280"/>
                        <a:pt x="207835" y="429280"/>
                      </a:cubicBezTo>
                      <a:lnTo>
                        <a:pt x="207073" y="429376"/>
                      </a:lnTo>
                      <a:cubicBezTo>
                        <a:pt x="207073" y="425280"/>
                        <a:pt x="207930" y="423756"/>
                        <a:pt x="208026" y="420136"/>
                      </a:cubicBezTo>
                      <a:cubicBezTo>
                        <a:pt x="206692" y="418708"/>
                        <a:pt x="207835" y="425280"/>
                        <a:pt x="206501" y="423851"/>
                      </a:cubicBezTo>
                      <a:cubicBezTo>
                        <a:pt x="206121" y="427090"/>
                        <a:pt x="206978" y="426709"/>
                        <a:pt x="206692" y="429471"/>
                      </a:cubicBezTo>
                      <a:cubicBezTo>
                        <a:pt x="205169" y="428614"/>
                        <a:pt x="203168" y="432995"/>
                        <a:pt x="201645" y="428042"/>
                      </a:cubicBezTo>
                      <a:cubicBezTo>
                        <a:pt x="201168" y="432519"/>
                        <a:pt x="200120" y="430423"/>
                        <a:pt x="199358" y="431852"/>
                      </a:cubicBezTo>
                      <a:cubicBezTo>
                        <a:pt x="198787" y="431090"/>
                        <a:pt x="199548" y="426232"/>
                        <a:pt x="198405" y="427471"/>
                      </a:cubicBezTo>
                      <a:cubicBezTo>
                        <a:pt x="198405" y="429661"/>
                        <a:pt x="197930" y="430042"/>
                        <a:pt x="197930" y="432043"/>
                      </a:cubicBezTo>
                      <a:cubicBezTo>
                        <a:pt x="198405" y="432138"/>
                        <a:pt x="198787" y="432233"/>
                        <a:pt x="198596" y="434233"/>
                      </a:cubicBezTo>
                      <a:cubicBezTo>
                        <a:pt x="197262" y="442330"/>
                        <a:pt x="193929" y="436996"/>
                        <a:pt x="191929" y="436519"/>
                      </a:cubicBezTo>
                      <a:cubicBezTo>
                        <a:pt x="191452" y="436424"/>
                        <a:pt x="188214" y="442330"/>
                        <a:pt x="189833" y="434614"/>
                      </a:cubicBezTo>
                      <a:cubicBezTo>
                        <a:pt x="188880" y="435948"/>
                        <a:pt x="187357" y="436805"/>
                        <a:pt x="187737" y="431566"/>
                      </a:cubicBezTo>
                      <a:cubicBezTo>
                        <a:pt x="188500" y="432138"/>
                        <a:pt x="188690" y="434233"/>
                        <a:pt x="189833" y="433471"/>
                      </a:cubicBezTo>
                      <a:cubicBezTo>
                        <a:pt x="189928" y="430042"/>
                        <a:pt x="190881" y="429471"/>
                        <a:pt x="191166" y="426423"/>
                      </a:cubicBezTo>
                      <a:cubicBezTo>
                        <a:pt x="189452" y="427566"/>
                        <a:pt x="191834" y="423184"/>
                        <a:pt x="190119" y="424327"/>
                      </a:cubicBezTo>
                      <a:cubicBezTo>
                        <a:pt x="188976" y="424899"/>
                        <a:pt x="190881" y="429947"/>
                        <a:pt x="189548" y="431186"/>
                      </a:cubicBezTo>
                      <a:cubicBezTo>
                        <a:pt x="189071" y="430138"/>
                        <a:pt x="188214" y="430328"/>
                        <a:pt x="188214" y="428042"/>
                      </a:cubicBezTo>
                      <a:cubicBezTo>
                        <a:pt x="188785" y="427661"/>
                        <a:pt x="188690" y="425470"/>
                        <a:pt x="189071" y="424518"/>
                      </a:cubicBezTo>
                      <a:cubicBezTo>
                        <a:pt x="188405" y="424042"/>
                        <a:pt x="186499" y="421851"/>
                        <a:pt x="186213" y="423851"/>
                      </a:cubicBezTo>
                      <a:cubicBezTo>
                        <a:pt x="186404" y="425756"/>
                        <a:pt x="187928" y="423470"/>
                        <a:pt x="188023" y="425851"/>
                      </a:cubicBezTo>
                      <a:cubicBezTo>
                        <a:pt x="188023" y="428042"/>
                        <a:pt x="186976" y="435281"/>
                        <a:pt x="187547" y="428233"/>
                      </a:cubicBezTo>
                      <a:cubicBezTo>
                        <a:pt x="186213" y="428042"/>
                        <a:pt x="186976" y="434805"/>
                        <a:pt x="185165" y="433186"/>
                      </a:cubicBezTo>
                      <a:cubicBezTo>
                        <a:pt x="185070" y="431281"/>
                        <a:pt x="185833" y="430138"/>
                        <a:pt x="185261" y="429757"/>
                      </a:cubicBezTo>
                      <a:cubicBezTo>
                        <a:pt x="184022" y="429852"/>
                        <a:pt x="185261" y="432709"/>
                        <a:pt x="184022" y="434519"/>
                      </a:cubicBezTo>
                      <a:cubicBezTo>
                        <a:pt x="183166" y="433090"/>
                        <a:pt x="183261" y="431471"/>
                        <a:pt x="183070" y="430138"/>
                      </a:cubicBezTo>
                      <a:cubicBezTo>
                        <a:pt x="181641" y="433567"/>
                        <a:pt x="178784" y="428233"/>
                        <a:pt x="180403" y="435091"/>
                      </a:cubicBezTo>
                      <a:cubicBezTo>
                        <a:pt x="179737" y="434614"/>
                        <a:pt x="178880" y="434805"/>
                        <a:pt x="178594" y="433090"/>
                      </a:cubicBezTo>
                      <a:cubicBezTo>
                        <a:pt x="179737" y="431947"/>
                        <a:pt x="179069" y="431281"/>
                        <a:pt x="179069" y="428423"/>
                      </a:cubicBezTo>
                      <a:cubicBezTo>
                        <a:pt x="176974" y="429471"/>
                        <a:pt x="175831" y="427661"/>
                        <a:pt x="174402" y="426994"/>
                      </a:cubicBezTo>
                      <a:cubicBezTo>
                        <a:pt x="173831" y="429661"/>
                        <a:pt x="175260" y="431090"/>
                        <a:pt x="174307" y="431566"/>
                      </a:cubicBezTo>
                      <a:cubicBezTo>
                        <a:pt x="174307" y="428614"/>
                        <a:pt x="173641" y="433281"/>
                        <a:pt x="172879" y="431852"/>
                      </a:cubicBezTo>
                      <a:cubicBezTo>
                        <a:pt x="172879" y="430138"/>
                        <a:pt x="173164" y="427661"/>
                        <a:pt x="172688" y="427375"/>
                      </a:cubicBezTo>
                      <a:cubicBezTo>
                        <a:pt x="171164" y="427757"/>
                        <a:pt x="169259" y="429947"/>
                        <a:pt x="169069" y="425756"/>
                      </a:cubicBezTo>
                      <a:cubicBezTo>
                        <a:pt x="169640" y="425089"/>
                        <a:pt x="170878" y="426804"/>
                        <a:pt x="170973" y="424327"/>
                      </a:cubicBezTo>
                      <a:cubicBezTo>
                        <a:pt x="169640" y="421089"/>
                        <a:pt x="168401" y="427661"/>
                        <a:pt x="167258" y="424994"/>
                      </a:cubicBezTo>
                      <a:lnTo>
                        <a:pt x="167069" y="429566"/>
                      </a:lnTo>
                      <a:cubicBezTo>
                        <a:pt x="165545" y="429471"/>
                        <a:pt x="164116" y="434043"/>
                        <a:pt x="164211" y="426613"/>
                      </a:cubicBezTo>
                      <a:cubicBezTo>
                        <a:pt x="165640" y="428899"/>
                        <a:pt x="167258" y="422518"/>
                        <a:pt x="166688" y="418232"/>
                      </a:cubicBezTo>
                      <a:cubicBezTo>
                        <a:pt x="165640" y="418232"/>
                        <a:pt x="164306" y="419279"/>
                        <a:pt x="163830" y="417565"/>
                      </a:cubicBezTo>
                      <a:cubicBezTo>
                        <a:pt x="162877" y="419279"/>
                        <a:pt x="164402" y="420898"/>
                        <a:pt x="163354" y="422137"/>
                      </a:cubicBezTo>
                      <a:cubicBezTo>
                        <a:pt x="162116" y="420422"/>
                        <a:pt x="158591" y="426994"/>
                        <a:pt x="157067" y="424327"/>
                      </a:cubicBezTo>
                      <a:cubicBezTo>
                        <a:pt x="157353" y="426613"/>
                        <a:pt x="158972" y="424994"/>
                        <a:pt x="158782" y="428518"/>
                      </a:cubicBezTo>
                      <a:cubicBezTo>
                        <a:pt x="156115" y="432614"/>
                        <a:pt x="153352" y="425566"/>
                        <a:pt x="151543" y="427471"/>
                      </a:cubicBezTo>
                      <a:cubicBezTo>
                        <a:pt x="152019" y="428709"/>
                        <a:pt x="152971" y="428614"/>
                        <a:pt x="153257" y="430614"/>
                      </a:cubicBezTo>
                      <a:cubicBezTo>
                        <a:pt x="151448" y="432328"/>
                        <a:pt x="150019" y="428899"/>
                        <a:pt x="147447" y="429280"/>
                      </a:cubicBezTo>
                      <a:cubicBezTo>
                        <a:pt x="148019" y="428233"/>
                        <a:pt x="148113" y="425566"/>
                        <a:pt x="148399" y="423470"/>
                      </a:cubicBezTo>
                      <a:cubicBezTo>
                        <a:pt x="146685" y="422518"/>
                        <a:pt x="146590" y="426709"/>
                        <a:pt x="145638" y="428423"/>
                      </a:cubicBezTo>
                      <a:cubicBezTo>
                        <a:pt x="146590" y="427661"/>
                        <a:pt x="146970" y="426709"/>
                        <a:pt x="147447" y="429280"/>
                      </a:cubicBezTo>
                      <a:cubicBezTo>
                        <a:pt x="146970" y="429376"/>
                        <a:pt x="147065" y="431281"/>
                        <a:pt x="146590" y="431662"/>
                      </a:cubicBezTo>
                      <a:cubicBezTo>
                        <a:pt x="145066" y="431566"/>
                        <a:pt x="143256" y="425851"/>
                        <a:pt x="142875" y="422041"/>
                      </a:cubicBezTo>
                      <a:cubicBezTo>
                        <a:pt x="142113" y="429661"/>
                        <a:pt x="144304" y="428804"/>
                        <a:pt x="145066" y="431852"/>
                      </a:cubicBezTo>
                      <a:cubicBezTo>
                        <a:pt x="143066" y="434805"/>
                        <a:pt x="142780" y="428804"/>
                        <a:pt x="141065" y="432519"/>
                      </a:cubicBezTo>
                      <a:cubicBezTo>
                        <a:pt x="141255" y="434329"/>
                        <a:pt x="142875" y="431947"/>
                        <a:pt x="142398" y="435757"/>
                      </a:cubicBezTo>
                      <a:cubicBezTo>
                        <a:pt x="145542" y="433567"/>
                        <a:pt x="148876" y="430328"/>
                        <a:pt x="150780" y="436615"/>
                      </a:cubicBezTo>
                      <a:cubicBezTo>
                        <a:pt x="148399" y="434614"/>
                        <a:pt x="149828" y="437472"/>
                        <a:pt x="148494" y="440425"/>
                      </a:cubicBezTo>
                      <a:cubicBezTo>
                        <a:pt x="147447" y="440139"/>
                        <a:pt x="145827" y="436043"/>
                        <a:pt x="145256" y="437567"/>
                      </a:cubicBezTo>
                      <a:cubicBezTo>
                        <a:pt x="145542" y="437758"/>
                        <a:pt x="145638" y="438424"/>
                        <a:pt x="145542" y="439758"/>
                      </a:cubicBezTo>
                      <a:cubicBezTo>
                        <a:pt x="144304" y="442520"/>
                        <a:pt x="142494" y="437282"/>
                        <a:pt x="142589" y="440234"/>
                      </a:cubicBezTo>
                      <a:cubicBezTo>
                        <a:pt x="143256" y="440044"/>
                        <a:pt x="143541" y="440996"/>
                        <a:pt x="143637" y="442330"/>
                      </a:cubicBezTo>
                      <a:cubicBezTo>
                        <a:pt x="140303" y="445282"/>
                        <a:pt x="138779" y="440329"/>
                        <a:pt x="136588" y="445759"/>
                      </a:cubicBezTo>
                      <a:cubicBezTo>
                        <a:pt x="136588" y="438234"/>
                        <a:pt x="130969" y="447378"/>
                        <a:pt x="130969" y="439853"/>
                      </a:cubicBezTo>
                      <a:cubicBezTo>
                        <a:pt x="134588" y="439282"/>
                        <a:pt x="136397" y="440329"/>
                        <a:pt x="139065" y="438520"/>
                      </a:cubicBezTo>
                      <a:cubicBezTo>
                        <a:pt x="138588" y="435757"/>
                        <a:pt x="140303" y="436329"/>
                        <a:pt x="141065" y="434805"/>
                      </a:cubicBezTo>
                      <a:cubicBezTo>
                        <a:pt x="139351" y="429471"/>
                        <a:pt x="136207" y="436234"/>
                        <a:pt x="134398" y="438139"/>
                      </a:cubicBezTo>
                      <a:cubicBezTo>
                        <a:pt x="134398" y="436710"/>
                        <a:pt x="134016" y="436615"/>
                        <a:pt x="134112" y="434805"/>
                      </a:cubicBezTo>
                      <a:cubicBezTo>
                        <a:pt x="135445" y="435376"/>
                        <a:pt x="135731" y="432614"/>
                        <a:pt x="137065" y="433186"/>
                      </a:cubicBezTo>
                      <a:cubicBezTo>
                        <a:pt x="136779" y="431281"/>
                        <a:pt x="137256" y="427090"/>
                        <a:pt x="136207" y="427661"/>
                      </a:cubicBezTo>
                      <a:cubicBezTo>
                        <a:pt x="136017" y="429852"/>
                        <a:pt x="136493" y="430138"/>
                        <a:pt x="136397" y="432138"/>
                      </a:cubicBezTo>
                      <a:lnTo>
                        <a:pt x="133445" y="432614"/>
                      </a:lnTo>
                      <a:cubicBezTo>
                        <a:pt x="132969" y="424994"/>
                        <a:pt x="133826" y="425280"/>
                        <a:pt x="134302" y="417755"/>
                      </a:cubicBezTo>
                      <a:cubicBezTo>
                        <a:pt x="134779" y="417755"/>
                        <a:pt x="134779" y="419184"/>
                        <a:pt x="135350" y="418708"/>
                      </a:cubicBezTo>
                      <a:cubicBezTo>
                        <a:pt x="135445" y="410611"/>
                        <a:pt x="137636" y="409373"/>
                        <a:pt x="139065" y="405658"/>
                      </a:cubicBezTo>
                      <a:cubicBezTo>
                        <a:pt x="137922" y="402515"/>
                        <a:pt x="137540" y="410135"/>
                        <a:pt x="135731" y="408516"/>
                      </a:cubicBezTo>
                      <a:cubicBezTo>
                        <a:pt x="135827" y="407182"/>
                        <a:pt x="136493" y="405849"/>
                        <a:pt x="135827" y="405087"/>
                      </a:cubicBezTo>
                      <a:cubicBezTo>
                        <a:pt x="135922" y="408611"/>
                        <a:pt x="134016" y="405754"/>
                        <a:pt x="134207" y="409849"/>
                      </a:cubicBezTo>
                      <a:cubicBezTo>
                        <a:pt x="135159" y="409564"/>
                        <a:pt x="135731" y="410230"/>
                        <a:pt x="135922" y="411850"/>
                      </a:cubicBezTo>
                      <a:cubicBezTo>
                        <a:pt x="135445" y="411945"/>
                        <a:pt x="135541" y="413945"/>
                        <a:pt x="135064" y="414231"/>
                      </a:cubicBezTo>
                      <a:cubicBezTo>
                        <a:pt x="133826" y="415374"/>
                        <a:pt x="134016" y="412612"/>
                        <a:pt x="133350" y="412231"/>
                      </a:cubicBezTo>
                      <a:cubicBezTo>
                        <a:pt x="133255" y="413183"/>
                        <a:pt x="133255" y="414517"/>
                        <a:pt x="132873" y="414612"/>
                      </a:cubicBezTo>
                      <a:cubicBezTo>
                        <a:pt x="132493" y="419184"/>
                        <a:pt x="134207" y="413183"/>
                        <a:pt x="133826" y="418993"/>
                      </a:cubicBezTo>
                      <a:cubicBezTo>
                        <a:pt x="132016" y="426232"/>
                        <a:pt x="132969" y="434805"/>
                        <a:pt x="129730" y="432138"/>
                      </a:cubicBezTo>
                      <a:cubicBezTo>
                        <a:pt x="129063" y="426328"/>
                        <a:pt x="127445" y="429280"/>
                        <a:pt x="125445" y="430519"/>
                      </a:cubicBezTo>
                      <a:cubicBezTo>
                        <a:pt x="125445" y="428995"/>
                        <a:pt x="125730" y="428042"/>
                        <a:pt x="125920" y="427090"/>
                      </a:cubicBezTo>
                      <a:cubicBezTo>
                        <a:pt x="125159" y="426804"/>
                        <a:pt x="122110" y="424042"/>
                        <a:pt x="121825" y="428899"/>
                      </a:cubicBezTo>
                      <a:cubicBezTo>
                        <a:pt x="121825" y="431471"/>
                        <a:pt x="122777" y="427280"/>
                        <a:pt x="123634" y="428614"/>
                      </a:cubicBezTo>
                      <a:cubicBezTo>
                        <a:pt x="123158" y="432328"/>
                        <a:pt x="124777" y="429947"/>
                        <a:pt x="124587" y="432995"/>
                      </a:cubicBezTo>
                      <a:cubicBezTo>
                        <a:pt x="121348" y="434710"/>
                        <a:pt x="120967" y="432424"/>
                        <a:pt x="120776" y="426804"/>
                      </a:cubicBezTo>
                      <a:cubicBezTo>
                        <a:pt x="117347" y="427185"/>
                        <a:pt x="115729" y="424232"/>
                        <a:pt x="111062" y="423851"/>
                      </a:cubicBezTo>
                      <a:cubicBezTo>
                        <a:pt x="110490" y="426518"/>
                        <a:pt x="111823" y="427947"/>
                        <a:pt x="110871" y="428423"/>
                      </a:cubicBezTo>
                      <a:cubicBezTo>
                        <a:pt x="109728" y="426613"/>
                        <a:pt x="109251" y="429280"/>
                        <a:pt x="107538" y="428899"/>
                      </a:cubicBezTo>
                      <a:cubicBezTo>
                        <a:pt x="108013" y="427185"/>
                        <a:pt x="108013" y="426042"/>
                        <a:pt x="107347" y="425566"/>
                      </a:cubicBezTo>
                      <a:cubicBezTo>
                        <a:pt x="106013" y="429566"/>
                        <a:pt x="105727" y="421851"/>
                        <a:pt x="105061" y="428233"/>
                      </a:cubicBezTo>
                      <a:cubicBezTo>
                        <a:pt x="104108" y="427852"/>
                        <a:pt x="104203" y="424804"/>
                        <a:pt x="103823" y="422803"/>
                      </a:cubicBezTo>
                      <a:cubicBezTo>
                        <a:pt x="103346" y="424327"/>
                        <a:pt x="103251" y="427090"/>
                        <a:pt x="102869" y="428614"/>
                      </a:cubicBezTo>
                      <a:cubicBezTo>
                        <a:pt x="104298" y="429566"/>
                        <a:pt x="105918" y="431852"/>
                        <a:pt x="105537" y="434995"/>
                      </a:cubicBezTo>
                      <a:cubicBezTo>
                        <a:pt x="106299" y="433757"/>
                        <a:pt x="108870" y="431566"/>
                        <a:pt x="109251" y="433281"/>
                      </a:cubicBezTo>
                      <a:cubicBezTo>
                        <a:pt x="107918" y="439472"/>
                        <a:pt x="99156" y="437853"/>
                        <a:pt x="102869" y="428614"/>
                      </a:cubicBezTo>
                      <a:cubicBezTo>
                        <a:pt x="102012" y="429090"/>
                        <a:pt x="101441" y="428614"/>
                        <a:pt x="101060" y="427757"/>
                      </a:cubicBezTo>
                      <a:cubicBezTo>
                        <a:pt x="100583" y="429280"/>
                        <a:pt x="100488" y="432043"/>
                        <a:pt x="100108" y="433567"/>
                      </a:cubicBezTo>
                      <a:cubicBezTo>
                        <a:pt x="101537" y="432424"/>
                        <a:pt x="101441" y="435757"/>
                        <a:pt x="101726" y="437853"/>
                      </a:cubicBezTo>
                      <a:cubicBezTo>
                        <a:pt x="102775" y="438520"/>
                        <a:pt x="102869" y="435662"/>
                        <a:pt x="104013" y="436329"/>
                      </a:cubicBezTo>
                      <a:lnTo>
                        <a:pt x="103823" y="440901"/>
                      </a:lnTo>
                      <a:cubicBezTo>
                        <a:pt x="102680" y="441663"/>
                        <a:pt x="102394" y="438424"/>
                        <a:pt x="101917" y="442330"/>
                      </a:cubicBezTo>
                      <a:cubicBezTo>
                        <a:pt x="103155" y="446521"/>
                        <a:pt x="104870" y="434329"/>
                        <a:pt x="107156" y="439186"/>
                      </a:cubicBezTo>
                      <a:cubicBezTo>
                        <a:pt x="105251" y="438615"/>
                        <a:pt x="106680" y="442234"/>
                        <a:pt x="105918" y="443949"/>
                      </a:cubicBezTo>
                      <a:cubicBezTo>
                        <a:pt x="108109" y="442996"/>
                        <a:pt x="112585" y="454712"/>
                        <a:pt x="108013" y="454903"/>
                      </a:cubicBezTo>
                      <a:cubicBezTo>
                        <a:pt x="107632" y="458808"/>
                        <a:pt x="108490" y="458998"/>
                        <a:pt x="109347" y="459189"/>
                      </a:cubicBezTo>
                      <a:cubicBezTo>
                        <a:pt x="109251" y="456236"/>
                        <a:pt x="109633" y="455093"/>
                        <a:pt x="110585" y="455569"/>
                      </a:cubicBezTo>
                      <a:cubicBezTo>
                        <a:pt x="110871" y="453569"/>
                        <a:pt x="110394" y="448902"/>
                        <a:pt x="111251" y="448711"/>
                      </a:cubicBezTo>
                      <a:cubicBezTo>
                        <a:pt x="112205" y="449473"/>
                        <a:pt x="113348" y="450521"/>
                        <a:pt x="114205" y="447092"/>
                      </a:cubicBezTo>
                      <a:cubicBezTo>
                        <a:pt x="120015" y="452236"/>
                        <a:pt x="127445" y="448330"/>
                        <a:pt x="133921" y="449569"/>
                      </a:cubicBezTo>
                      <a:cubicBezTo>
                        <a:pt x="132398" y="450616"/>
                        <a:pt x="132398" y="450616"/>
                        <a:pt x="130969" y="450045"/>
                      </a:cubicBezTo>
                      <a:cubicBezTo>
                        <a:pt x="130778" y="456712"/>
                        <a:pt x="128969" y="452998"/>
                        <a:pt x="128588" y="453855"/>
                      </a:cubicBezTo>
                      <a:cubicBezTo>
                        <a:pt x="129540" y="454807"/>
                        <a:pt x="127349" y="455093"/>
                        <a:pt x="128492" y="457284"/>
                      </a:cubicBezTo>
                      <a:cubicBezTo>
                        <a:pt x="125539" y="458427"/>
                        <a:pt x="123348" y="456332"/>
                        <a:pt x="121348" y="461856"/>
                      </a:cubicBezTo>
                      <a:cubicBezTo>
                        <a:pt x="124206" y="461570"/>
                        <a:pt x="119919" y="469095"/>
                        <a:pt x="121825" y="468619"/>
                      </a:cubicBezTo>
                      <a:cubicBezTo>
                        <a:pt x="123444" y="461665"/>
                        <a:pt x="125920" y="462904"/>
                        <a:pt x="127731" y="466523"/>
                      </a:cubicBezTo>
                      <a:cubicBezTo>
                        <a:pt x="127826" y="465190"/>
                        <a:pt x="127826" y="463285"/>
                        <a:pt x="128206" y="462999"/>
                      </a:cubicBezTo>
                      <a:cubicBezTo>
                        <a:pt x="129254" y="466999"/>
                        <a:pt x="126588" y="467190"/>
                        <a:pt x="125825" y="469095"/>
                      </a:cubicBezTo>
                      <a:cubicBezTo>
                        <a:pt x="127063" y="470524"/>
                        <a:pt x="128301" y="472048"/>
                        <a:pt x="129730" y="473000"/>
                      </a:cubicBezTo>
                      <a:cubicBezTo>
                        <a:pt x="129349" y="474715"/>
                        <a:pt x="129063" y="476715"/>
                        <a:pt x="128111" y="476620"/>
                      </a:cubicBezTo>
                      <a:cubicBezTo>
                        <a:pt x="126777" y="475667"/>
                        <a:pt x="127254" y="474334"/>
                        <a:pt x="125539" y="475858"/>
                      </a:cubicBezTo>
                      <a:cubicBezTo>
                        <a:pt x="125539" y="474334"/>
                        <a:pt x="125825" y="473381"/>
                        <a:pt x="126016" y="472429"/>
                      </a:cubicBezTo>
                      <a:cubicBezTo>
                        <a:pt x="124968" y="472333"/>
                        <a:pt x="124777" y="475191"/>
                        <a:pt x="123730" y="475096"/>
                      </a:cubicBezTo>
                      <a:lnTo>
                        <a:pt x="123920" y="469381"/>
                      </a:lnTo>
                      <a:cubicBezTo>
                        <a:pt x="122777" y="473857"/>
                        <a:pt x="121158" y="476334"/>
                        <a:pt x="119158" y="478048"/>
                      </a:cubicBezTo>
                      <a:cubicBezTo>
                        <a:pt x="121444" y="479858"/>
                        <a:pt x="123730" y="489193"/>
                        <a:pt x="125920" y="484907"/>
                      </a:cubicBezTo>
                      <a:cubicBezTo>
                        <a:pt x="126016" y="486811"/>
                        <a:pt x="126777" y="491764"/>
                        <a:pt x="126016" y="492812"/>
                      </a:cubicBezTo>
                      <a:cubicBezTo>
                        <a:pt x="124587" y="490336"/>
                        <a:pt x="124587" y="489193"/>
                        <a:pt x="122682" y="492241"/>
                      </a:cubicBezTo>
                      <a:cubicBezTo>
                        <a:pt x="122777" y="490812"/>
                        <a:pt x="123253" y="490621"/>
                        <a:pt x="123158" y="488716"/>
                      </a:cubicBezTo>
                      <a:cubicBezTo>
                        <a:pt x="120205" y="489097"/>
                        <a:pt x="122205" y="480906"/>
                        <a:pt x="118967" y="481477"/>
                      </a:cubicBezTo>
                      <a:cubicBezTo>
                        <a:pt x="118301" y="483382"/>
                        <a:pt x="117824" y="486335"/>
                        <a:pt x="116872" y="487478"/>
                      </a:cubicBezTo>
                      <a:cubicBezTo>
                        <a:pt x="117729" y="488050"/>
                        <a:pt x="116777" y="492812"/>
                        <a:pt x="116300" y="493193"/>
                      </a:cubicBezTo>
                      <a:cubicBezTo>
                        <a:pt x="115729" y="490907"/>
                        <a:pt x="115062" y="490240"/>
                        <a:pt x="115538" y="494432"/>
                      </a:cubicBezTo>
                      <a:cubicBezTo>
                        <a:pt x="114205" y="491860"/>
                        <a:pt x="111251" y="494050"/>
                        <a:pt x="110585" y="489574"/>
                      </a:cubicBezTo>
                      <a:cubicBezTo>
                        <a:pt x="110680" y="486907"/>
                        <a:pt x="111347" y="486145"/>
                        <a:pt x="111251" y="482716"/>
                      </a:cubicBezTo>
                      <a:cubicBezTo>
                        <a:pt x="113348" y="479382"/>
                        <a:pt x="116586" y="481096"/>
                        <a:pt x="119063" y="480334"/>
                      </a:cubicBezTo>
                      <a:cubicBezTo>
                        <a:pt x="119063" y="478239"/>
                        <a:pt x="118967" y="476524"/>
                        <a:pt x="118490" y="475858"/>
                      </a:cubicBezTo>
                      <a:cubicBezTo>
                        <a:pt x="118490" y="478334"/>
                        <a:pt x="118015" y="479572"/>
                        <a:pt x="117252" y="479477"/>
                      </a:cubicBezTo>
                      <a:cubicBezTo>
                        <a:pt x="117063" y="476905"/>
                        <a:pt x="117063" y="476429"/>
                        <a:pt x="117443" y="473762"/>
                      </a:cubicBezTo>
                      <a:cubicBezTo>
                        <a:pt x="116491" y="474143"/>
                        <a:pt x="115634" y="474238"/>
                        <a:pt x="115729" y="471762"/>
                      </a:cubicBezTo>
                      <a:lnTo>
                        <a:pt x="117252" y="471476"/>
                      </a:lnTo>
                      <a:cubicBezTo>
                        <a:pt x="117538" y="465761"/>
                        <a:pt x="114776" y="463761"/>
                        <a:pt x="113823" y="465190"/>
                      </a:cubicBezTo>
                      <a:cubicBezTo>
                        <a:pt x="114300" y="465761"/>
                        <a:pt x="114681" y="466809"/>
                        <a:pt x="114776" y="468428"/>
                      </a:cubicBezTo>
                      <a:cubicBezTo>
                        <a:pt x="114205" y="468809"/>
                        <a:pt x="114109" y="470428"/>
                        <a:pt x="113538" y="470905"/>
                      </a:cubicBezTo>
                      <a:cubicBezTo>
                        <a:pt x="112109" y="470238"/>
                        <a:pt x="113252" y="466999"/>
                        <a:pt x="112680" y="465380"/>
                      </a:cubicBezTo>
                      <a:cubicBezTo>
                        <a:pt x="111823" y="468619"/>
                        <a:pt x="112490" y="462808"/>
                        <a:pt x="112014" y="463189"/>
                      </a:cubicBezTo>
                      <a:cubicBezTo>
                        <a:pt x="111633" y="464904"/>
                        <a:pt x="111347" y="466904"/>
                        <a:pt x="110394" y="466809"/>
                      </a:cubicBezTo>
                      <a:cubicBezTo>
                        <a:pt x="110394" y="465094"/>
                        <a:pt x="110680" y="462618"/>
                        <a:pt x="110204" y="462332"/>
                      </a:cubicBezTo>
                      <a:cubicBezTo>
                        <a:pt x="106395" y="471667"/>
                        <a:pt x="104680" y="456712"/>
                        <a:pt x="100203" y="465094"/>
                      </a:cubicBezTo>
                      <a:cubicBezTo>
                        <a:pt x="100203" y="462142"/>
                        <a:pt x="99156" y="461951"/>
                        <a:pt x="98584" y="460808"/>
                      </a:cubicBezTo>
                      <a:cubicBezTo>
                        <a:pt x="98488" y="465094"/>
                        <a:pt x="99251" y="466999"/>
                        <a:pt x="99251" y="470905"/>
                      </a:cubicBezTo>
                      <a:cubicBezTo>
                        <a:pt x="100869" y="470428"/>
                        <a:pt x="104298" y="469381"/>
                        <a:pt x="104966" y="474524"/>
                      </a:cubicBezTo>
                      <a:cubicBezTo>
                        <a:pt x="104203" y="474905"/>
                        <a:pt x="102584" y="477382"/>
                        <a:pt x="102012" y="473857"/>
                      </a:cubicBezTo>
                      <a:cubicBezTo>
                        <a:pt x="101917" y="475572"/>
                        <a:pt x="102012" y="478048"/>
                        <a:pt x="101441" y="478429"/>
                      </a:cubicBezTo>
                      <a:cubicBezTo>
                        <a:pt x="97536" y="476429"/>
                        <a:pt x="91821" y="482049"/>
                        <a:pt x="88582" y="478239"/>
                      </a:cubicBezTo>
                      <a:cubicBezTo>
                        <a:pt x="89345" y="478429"/>
                        <a:pt x="88488" y="483192"/>
                        <a:pt x="89059" y="483859"/>
                      </a:cubicBezTo>
                      <a:cubicBezTo>
                        <a:pt x="90583" y="479191"/>
                        <a:pt x="92392" y="480334"/>
                        <a:pt x="93440" y="484335"/>
                      </a:cubicBezTo>
                      <a:cubicBezTo>
                        <a:pt x="96012" y="480334"/>
                        <a:pt x="100013" y="481858"/>
                        <a:pt x="102394" y="480620"/>
                      </a:cubicBezTo>
                      <a:cubicBezTo>
                        <a:pt x="102298" y="487002"/>
                        <a:pt x="105537" y="487859"/>
                        <a:pt x="104870" y="492622"/>
                      </a:cubicBezTo>
                      <a:cubicBezTo>
                        <a:pt x="105823" y="493193"/>
                        <a:pt x="107822" y="490717"/>
                        <a:pt x="108204" y="493193"/>
                      </a:cubicBezTo>
                      <a:cubicBezTo>
                        <a:pt x="107156" y="493574"/>
                        <a:pt x="107061" y="497003"/>
                        <a:pt x="106204" y="498051"/>
                      </a:cubicBezTo>
                      <a:cubicBezTo>
                        <a:pt x="107061" y="498908"/>
                        <a:pt x="107727" y="500432"/>
                        <a:pt x="109061" y="499861"/>
                      </a:cubicBezTo>
                      <a:cubicBezTo>
                        <a:pt x="108870" y="502718"/>
                        <a:pt x="108204" y="503575"/>
                        <a:pt x="109251" y="504337"/>
                      </a:cubicBezTo>
                      <a:cubicBezTo>
                        <a:pt x="112300" y="503671"/>
                        <a:pt x="115920" y="501575"/>
                        <a:pt x="118681" y="508528"/>
                      </a:cubicBezTo>
                      <a:cubicBezTo>
                        <a:pt x="117920" y="515101"/>
                        <a:pt x="115443" y="511576"/>
                        <a:pt x="114014" y="513767"/>
                      </a:cubicBezTo>
                      <a:cubicBezTo>
                        <a:pt x="115348" y="515767"/>
                        <a:pt x="112300" y="513767"/>
                        <a:pt x="112490" y="516339"/>
                      </a:cubicBezTo>
                      <a:cubicBezTo>
                        <a:pt x="113538" y="516434"/>
                        <a:pt x="113062" y="523292"/>
                        <a:pt x="112205" y="524340"/>
                      </a:cubicBezTo>
                      <a:cubicBezTo>
                        <a:pt x="111442" y="523483"/>
                        <a:pt x="110966" y="521768"/>
                        <a:pt x="111347" y="517672"/>
                      </a:cubicBezTo>
                      <a:cubicBezTo>
                        <a:pt x="110394" y="517958"/>
                        <a:pt x="109442" y="518149"/>
                        <a:pt x="109347" y="521387"/>
                      </a:cubicBezTo>
                      <a:cubicBezTo>
                        <a:pt x="111537" y="519006"/>
                        <a:pt x="109538" y="527388"/>
                        <a:pt x="110204" y="526912"/>
                      </a:cubicBezTo>
                      <a:cubicBezTo>
                        <a:pt x="110490" y="525292"/>
                        <a:pt x="110871" y="524054"/>
                        <a:pt x="111442" y="523292"/>
                      </a:cubicBezTo>
                      <a:cubicBezTo>
                        <a:pt x="111251" y="529960"/>
                        <a:pt x="113443" y="523578"/>
                        <a:pt x="114109" y="521768"/>
                      </a:cubicBezTo>
                      <a:cubicBezTo>
                        <a:pt x="115157" y="525007"/>
                        <a:pt x="119538" y="517101"/>
                        <a:pt x="121062" y="524054"/>
                      </a:cubicBezTo>
                      <a:cubicBezTo>
                        <a:pt x="119919" y="525578"/>
                        <a:pt x="118967" y="526721"/>
                        <a:pt x="118015" y="525674"/>
                      </a:cubicBezTo>
                      <a:cubicBezTo>
                        <a:pt x="117538" y="530341"/>
                        <a:pt x="116300" y="532817"/>
                        <a:pt x="114776" y="534151"/>
                      </a:cubicBezTo>
                      <a:cubicBezTo>
                        <a:pt x="114109" y="531960"/>
                        <a:pt x="115062" y="531865"/>
                        <a:pt x="115348" y="529483"/>
                      </a:cubicBezTo>
                      <a:cubicBezTo>
                        <a:pt x="114300" y="530150"/>
                        <a:pt x="112585" y="536818"/>
                        <a:pt x="111919" y="531103"/>
                      </a:cubicBezTo>
                      <a:cubicBezTo>
                        <a:pt x="112585" y="531007"/>
                        <a:pt x="114205" y="527769"/>
                        <a:pt x="113538" y="527483"/>
                      </a:cubicBezTo>
                      <a:cubicBezTo>
                        <a:pt x="111347" y="531103"/>
                        <a:pt x="109156" y="538151"/>
                        <a:pt x="107156" y="538723"/>
                      </a:cubicBezTo>
                      <a:cubicBezTo>
                        <a:pt x="107061" y="540723"/>
                        <a:pt x="107061" y="542247"/>
                        <a:pt x="107347" y="543199"/>
                      </a:cubicBezTo>
                      <a:cubicBezTo>
                        <a:pt x="103918" y="545486"/>
                        <a:pt x="100013" y="552153"/>
                        <a:pt x="98679" y="545676"/>
                      </a:cubicBezTo>
                      <a:cubicBezTo>
                        <a:pt x="97441" y="546628"/>
                        <a:pt x="95250" y="544724"/>
                        <a:pt x="94488" y="547486"/>
                      </a:cubicBezTo>
                      <a:cubicBezTo>
                        <a:pt x="95726" y="548248"/>
                        <a:pt x="95536" y="553772"/>
                        <a:pt x="96488" y="552820"/>
                      </a:cubicBezTo>
                      <a:cubicBezTo>
                        <a:pt x="95155" y="554534"/>
                        <a:pt x="94107" y="557106"/>
                        <a:pt x="93250" y="560154"/>
                      </a:cubicBezTo>
                      <a:cubicBezTo>
                        <a:pt x="92964" y="556820"/>
                        <a:pt x="90583" y="559582"/>
                        <a:pt x="90011" y="557296"/>
                      </a:cubicBezTo>
                      <a:cubicBezTo>
                        <a:pt x="89915" y="554249"/>
                        <a:pt x="91726" y="557868"/>
                        <a:pt x="91630" y="554725"/>
                      </a:cubicBezTo>
                      <a:cubicBezTo>
                        <a:pt x="88106" y="547581"/>
                        <a:pt x="80963" y="554344"/>
                        <a:pt x="77438" y="547867"/>
                      </a:cubicBezTo>
                      <a:cubicBezTo>
                        <a:pt x="78391" y="544438"/>
                        <a:pt x="80581" y="550629"/>
                        <a:pt x="81249" y="545009"/>
                      </a:cubicBezTo>
                      <a:cubicBezTo>
                        <a:pt x="79915" y="542533"/>
                        <a:pt x="78009" y="544057"/>
                        <a:pt x="76200" y="541199"/>
                      </a:cubicBezTo>
                      <a:cubicBezTo>
                        <a:pt x="76105" y="537008"/>
                        <a:pt x="76962" y="536056"/>
                        <a:pt x="78295" y="536341"/>
                      </a:cubicBezTo>
                      <a:cubicBezTo>
                        <a:pt x="78009" y="543104"/>
                        <a:pt x="83153" y="538913"/>
                        <a:pt x="81153" y="547200"/>
                      </a:cubicBezTo>
                      <a:cubicBezTo>
                        <a:pt x="83058" y="544342"/>
                        <a:pt x="85248" y="543485"/>
                        <a:pt x="86296" y="547581"/>
                      </a:cubicBezTo>
                      <a:cubicBezTo>
                        <a:pt x="87059" y="547009"/>
                        <a:pt x="86773" y="543104"/>
                        <a:pt x="87916" y="543866"/>
                      </a:cubicBezTo>
                      <a:cubicBezTo>
                        <a:pt x="87916" y="546057"/>
                        <a:pt x="87345" y="546247"/>
                        <a:pt x="87059" y="547390"/>
                      </a:cubicBezTo>
                      <a:cubicBezTo>
                        <a:pt x="89249" y="542152"/>
                        <a:pt x="96012" y="545581"/>
                        <a:pt x="98870" y="539866"/>
                      </a:cubicBezTo>
                      <a:cubicBezTo>
                        <a:pt x="98870" y="541961"/>
                        <a:pt x="98965" y="543580"/>
                        <a:pt x="99440" y="544342"/>
                      </a:cubicBezTo>
                      <a:cubicBezTo>
                        <a:pt x="99822" y="541675"/>
                        <a:pt x="100774" y="541104"/>
                        <a:pt x="101155" y="538437"/>
                      </a:cubicBezTo>
                      <a:cubicBezTo>
                        <a:pt x="99726" y="539866"/>
                        <a:pt x="100013" y="536246"/>
                        <a:pt x="99440" y="535294"/>
                      </a:cubicBezTo>
                      <a:cubicBezTo>
                        <a:pt x="99251" y="536913"/>
                        <a:pt x="97345" y="539485"/>
                        <a:pt x="97155" y="536818"/>
                      </a:cubicBezTo>
                      <a:cubicBezTo>
                        <a:pt x="97155" y="534246"/>
                        <a:pt x="98297" y="535389"/>
                        <a:pt x="98393" y="533198"/>
                      </a:cubicBezTo>
                      <a:cubicBezTo>
                        <a:pt x="98107" y="533008"/>
                        <a:pt x="97631" y="533293"/>
                        <a:pt x="97727" y="532150"/>
                      </a:cubicBezTo>
                      <a:cubicBezTo>
                        <a:pt x="98013" y="531865"/>
                        <a:pt x="98488" y="531960"/>
                        <a:pt x="98488" y="530912"/>
                      </a:cubicBezTo>
                      <a:cubicBezTo>
                        <a:pt x="96870" y="530817"/>
                        <a:pt x="94393" y="538342"/>
                        <a:pt x="93630" y="532817"/>
                      </a:cubicBezTo>
                      <a:cubicBezTo>
                        <a:pt x="94964" y="533770"/>
                        <a:pt x="94488" y="528817"/>
                        <a:pt x="95345" y="528055"/>
                      </a:cubicBezTo>
                      <a:cubicBezTo>
                        <a:pt x="96964" y="530436"/>
                        <a:pt x="99917" y="526150"/>
                        <a:pt x="100679" y="524911"/>
                      </a:cubicBezTo>
                      <a:cubicBezTo>
                        <a:pt x="98297" y="526436"/>
                        <a:pt x="99060" y="518815"/>
                        <a:pt x="97631" y="517482"/>
                      </a:cubicBezTo>
                      <a:cubicBezTo>
                        <a:pt x="99060" y="515577"/>
                        <a:pt x="98202" y="520530"/>
                        <a:pt x="99440" y="519482"/>
                      </a:cubicBezTo>
                      <a:cubicBezTo>
                        <a:pt x="100013" y="512815"/>
                        <a:pt x="98965" y="510719"/>
                        <a:pt x="98013" y="508338"/>
                      </a:cubicBezTo>
                      <a:cubicBezTo>
                        <a:pt x="98965" y="509005"/>
                        <a:pt x="98774" y="505861"/>
                        <a:pt x="99251" y="504718"/>
                      </a:cubicBezTo>
                      <a:cubicBezTo>
                        <a:pt x="98393" y="503099"/>
                        <a:pt x="96202" y="505004"/>
                        <a:pt x="97631" y="499289"/>
                      </a:cubicBezTo>
                      <a:cubicBezTo>
                        <a:pt x="96488" y="499099"/>
                        <a:pt x="94678" y="501004"/>
                        <a:pt x="94773" y="497479"/>
                      </a:cubicBezTo>
                      <a:cubicBezTo>
                        <a:pt x="95631" y="495003"/>
                        <a:pt x="97822" y="497384"/>
                        <a:pt x="97917" y="492431"/>
                      </a:cubicBezTo>
                      <a:cubicBezTo>
                        <a:pt x="90869" y="506814"/>
                        <a:pt x="89631" y="476524"/>
                        <a:pt x="83058" y="486811"/>
                      </a:cubicBezTo>
                      <a:cubicBezTo>
                        <a:pt x="83725" y="481382"/>
                        <a:pt x="82487" y="481858"/>
                        <a:pt x="81819" y="480239"/>
                      </a:cubicBezTo>
                      <a:cubicBezTo>
                        <a:pt x="82582" y="476048"/>
                        <a:pt x="83725" y="472810"/>
                        <a:pt x="84868" y="469571"/>
                      </a:cubicBezTo>
                      <a:cubicBezTo>
                        <a:pt x="85439" y="471571"/>
                        <a:pt x="85820" y="469571"/>
                        <a:pt x="86677" y="469286"/>
                      </a:cubicBezTo>
                      <a:cubicBezTo>
                        <a:pt x="87630" y="471095"/>
                        <a:pt x="86391" y="473762"/>
                        <a:pt x="87630" y="473667"/>
                      </a:cubicBezTo>
                      <a:cubicBezTo>
                        <a:pt x="87725" y="471667"/>
                        <a:pt x="87725" y="470143"/>
                        <a:pt x="87439" y="469190"/>
                      </a:cubicBezTo>
                      <a:cubicBezTo>
                        <a:pt x="89154" y="468333"/>
                        <a:pt x="89631" y="469857"/>
                        <a:pt x="92107" y="470714"/>
                      </a:cubicBezTo>
                      <a:cubicBezTo>
                        <a:pt x="92869" y="466809"/>
                        <a:pt x="93916" y="466714"/>
                        <a:pt x="93535" y="462523"/>
                      </a:cubicBezTo>
                      <a:cubicBezTo>
                        <a:pt x="90963" y="464428"/>
                        <a:pt x="90201" y="460141"/>
                        <a:pt x="87534" y="465761"/>
                      </a:cubicBezTo>
                      <a:cubicBezTo>
                        <a:pt x="88488" y="463285"/>
                        <a:pt x="86963" y="453950"/>
                        <a:pt x="85916" y="460332"/>
                      </a:cubicBezTo>
                      <a:cubicBezTo>
                        <a:pt x="86487" y="460427"/>
                        <a:pt x="87345" y="459761"/>
                        <a:pt x="87345" y="461284"/>
                      </a:cubicBezTo>
                      <a:cubicBezTo>
                        <a:pt x="87249" y="462999"/>
                        <a:pt x="87345" y="465475"/>
                        <a:pt x="86773" y="465857"/>
                      </a:cubicBezTo>
                      <a:cubicBezTo>
                        <a:pt x="85344" y="464904"/>
                        <a:pt x="84010" y="469762"/>
                        <a:pt x="84296" y="463951"/>
                      </a:cubicBezTo>
                      <a:cubicBezTo>
                        <a:pt x="84677" y="465380"/>
                        <a:pt x="85630" y="465190"/>
                        <a:pt x="85820" y="462618"/>
                      </a:cubicBezTo>
                      <a:cubicBezTo>
                        <a:pt x="84487" y="462713"/>
                        <a:pt x="85916" y="460522"/>
                        <a:pt x="84868" y="459379"/>
                      </a:cubicBezTo>
                      <a:cubicBezTo>
                        <a:pt x="83819" y="462523"/>
                        <a:pt x="80867" y="463285"/>
                        <a:pt x="80106" y="460141"/>
                      </a:cubicBezTo>
                      <a:lnTo>
                        <a:pt x="80295" y="456712"/>
                      </a:lnTo>
                      <a:cubicBezTo>
                        <a:pt x="81819" y="458903"/>
                        <a:pt x="83248" y="448807"/>
                        <a:pt x="82201" y="454141"/>
                      </a:cubicBezTo>
                      <a:cubicBezTo>
                        <a:pt x="79629" y="451474"/>
                        <a:pt x="77914" y="461570"/>
                        <a:pt x="77343" y="465094"/>
                      </a:cubicBezTo>
                      <a:cubicBezTo>
                        <a:pt x="76295" y="465761"/>
                        <a:pt x="77152" y="460903"/>
                        <a:pt x="76391" y="460713"/>
                      </a:cubicBezTo>
                      <a:cubicBezTo>
                        <a:pt x="76009" y="465952"/>
                        <a:pt x="74200" y="466237"/>
                        <a:pt x="73057" y="469095"/>
                      </a:cubicBezTo>
                      <a:cubicBezTo>
                        <a:pt x="73628" y="468523"/>
                        <a:pt x="74105" y="473095"/>
                        <a:pt x="73247" y="473572"/>
                      </a:cubicBezTo>
                      <a:cubicBezTo>
                        <a:pt x="71056" y="471571"/>
                        <a:pt x="66484" y="474524"/>
                        <a:pt x="64960" y="470333"/>
                      </a:cubicBezTo>
                      <a:cubicBezTo>
                        <a:pt x="65341" y="468238"/>
                        <a:pt x="66389" y="466618"/>
                        <a:pt x="65151" y="465761"/>
                      </a:cubicBezTo>
                      <a:cubicBezTo>
                        <a:pt x="64675" y="473572"/>
                        <a:pt x="62103" y="464047"/>
                        <a:pt x="61056" y="467476"/>
                      </a:cubicBezTo>
                      <a:cubicBezTo>
                        <a:pt x="60579" y="471381"/>
                        <a:pt x="62483" y="468714"/>
                        <a:pt x="61913" y="473000"/>
                      </a:cubicBezTo>
                      <a:cubicBezTo>
                        <a:pt x="60102" y="472143"/>
                        <a:pt x="60388" y="478334"/>
                        <a:pt x="59055" y="479096"/>
                      </a:cubicBezTo>
                      <a:cubicBezTo>
                        <a:pt x="57721" y="475191"/>
                        <a:pt x="52958" y="476715"/>
                        <a:pt x="51340" y="479096"/>
                      </a:cubicBezTo>
                      <a:cubicBezTo>
                        <a:pt x="51815" y="482906"/>
                        <a:pt x="53435" y="477572"/>
                        <a:pt x="53816" y="482144"/>
                      </a:cubicBezTo>
                      <a:cubicBezTo>
                        <a:pt x="53054" y="484430"/>
                        <a:pt x="53054" y="489288"/>
                        <a:pt x="52292" y="491383"/>
                      </a:cubicBezTo>
                      <a:cubicBezTo>
                        <a:pt x="51720" y="490050"/>
                        <a:pt x="49625" y="492241"/>
                        <a:pt x="48863" y="494146"/>
                      </a:cubicBezTo>
                      <a:cubicBezTo>
                        <a:pt x="50197" y="495003"/>
                        <a:pt x="50577" y="496717"/>
                        <a:pt x="49054" y="498622"/>
                      </a:cubicBezTo>
                      <a:cubicBezTo>
                        <a:pt x="52006" y="500432"/>
                        <a:pt x="54007" y="496051"/>
                        <a:pt x="57245" y="497384"/>
                      </a:cubicBezTo>
                      <a:cubicBezTo>
                        <a:pt x="57436" y="495289"/>
                        <a:pt x="57626" y="493574"/>
                        <a:pt x="58198" y="492717"/>
                      </a:cubicBezTo>
                      <a:cubicBezTo>
                        <a:pt x="58293" y="494622"/>
                        <a:pt x="60007" y="492336"/>
                        <a:pt x="59913" y="494717"/>
                      </a:cubicBezTo>
                      <a:cubicBezTo>
                        <a:pt x="59722" y="498718"/>
                        <a:pt x="57626" y="496432"/>
                        <a:pt x="57436" y="500718"/>
                      </a:cubicBezTo>
                      <a:cubicBezTo>
                        <a:pt x="58484" y="501480"/>
                        <a:pt x="62008" y="496432"/>
                        <a:pt x="61436" y="502337"/>
                      </a:cubicBezTo>
                      <a:lnTo>
                        <a:pt x="63341" y="502051"/>
                      </a:lnTo>
                      <a:cubicBezTo>
                        <a:pt x="63532" y="494146"/>
                        <a:pt x="68199" y="497670"/>
                        <a:pt x="66580" y="503861"/>
                      </a:cubicBezTo>
                      <a:cubicBezTo>
                        <a:pt x="68295" y="504718"/>
                        <a:pt x="71056" y="502337"/>
                        <a:pt x="70770" y="508909"/>
                      </a:cubicBezTo>
                      <a:cubicBezTo>
                        <a:pt x="68580" y="506719"/>
                        <a:pt x="66770" y="507481"/>
                        <a:pt x="64769" y="511005"/>
                      </a:cubicBezTo>
                      <a:cubicBezTo>
                        <a:pt x="65437" y="511386"/>
                        <a:pt x="65341" y="514148"/>
                        <a:pt x="66484" y="513005"/>
                      </a:cubicBezTo>
                      <a:cubicBezTo>
                        <a:pt x="66389" y="509957"/>
                        <a:pt x="67341" y="510719"/>
                        <a:pt x="67723" y="509386"/>
                      </a:cubicBezTo>
                      <a:cubicBezTo>
                        <a:pt x="67723" y="512053"/>
                        <a:pt x="69342" y="510243"/>
                        <a:pt x="69438" y="512529"/>
                      </a:cubicBezTo>
                      <a:cubicBezTo>
                        <a:pt x="68961" y="516244"/>
                        <a:pt x="69913" y="515958"/>
                        <a:pt x="69913" y="518149"/>
                      </a:cubicBezTo>
                      <a:cubicBezTo>
                        <a:pt x="68009" y="521768"/>
                        <a:pt x="66294" y="517387"/>
                        <a:pt x="64769" y="516625"/>
                      </a:cubicBezTo>
                      <a:cubicBezTo>
                        <a:pt x="64389" y="521101"/>
                        <a:pt x="66866" y="517291"/>
                        <a:pt x="66770" y="520816"/>
                      </a:cubicBezTo>
                      <a:cubicBezTo>
                        <a:pt x="66675" y="522721"/>
                        <a:pt x="65723" y="521578"/>
                        <a:pt x="65532" y="523292"/>
                      </a:cubicBezTo>
                      <a:cubicBezTo>
                        <a:pt x="65818" y="525864"/>
                        <a:pt x="68199" y="522340"/>
                        <a:pt x="68389" y="525102"/>
                      </a:cubicBezTo>
                      <a:cubicBezTo>
                        <a:pt x="67437" y="526721"/>
                        <a:pt x="65818" y="526245"/>
                        <a:pt x="65627" y="530055"/>
                      </a:cubicBezTo>
                      <a:cubicBezTo>
                        <a:pt x="64389" y="528912"/>
                        <a:pt x="63437" y="526816"/>
                        <a:pt x="62483" y="524911"/>
                      </a:cubicBezTo>
                      <a:cubicBezTo>
                        <a:pt x="63055" y="528912"/>
                        <a:pt x="60388" y="529864"/>
                        <a:pt x="59722" y="536627"/>
                      </a:cubicBezTo>
                      <a:cubicBezTo>
                        <a:pt x="61722" y="532150"/>
                        <a:pt x="64580" y="526436"/>
                        <a:pt x="65723" y="534627"/>
                      </a:cubicBezTo>
                      <a:cubicBezTo>
                        <a:pt x="67627" y="532912"/>
                        <a:pt x="70581" y="532246"/>
                        <a:pt x="71628" y="536056"/>
                      </a:cubicBezTo>
                      <a:cubicBezTo>
                        <a:pt x="70581" y="537389"/>
                        <a:pt x="69722" y="539199"/>
                        <a:pt x="69152" y="542057"/>
                      </a:cubicBezTo>
                      <a:cubicBezTo>
                        <a:pt x="69722" y="546819"/>
                        <a:pt x="72199" y="538342"/>
                        <a:pt x="73247" y="541485"/>
                      </a:cubicBezTo>
                      <a:cubicBezTo>
                        <a:pt x="72771" y="541675"/>
                        <a:pt x="72390" y="541961"/>
                        <a:pt x="72390" y="543866"/>
                      </a:cubicBezTo>
                      <a:cubicBezTo>
                        <a:pt x="73437" y="543961"/>
                        <a:pt x="73723" y="541485"/>
                        <a:pt x="74390" y="540151"/>
                      </a:cubicBezTo>
                      <a:cubicBezTo>
                        <a:pt x="75057" y="540723"/>
                        <a:pt x="76009" y="545486"/>
                        <a:pt x="74771" y="548057"/>
                      </a:cubicBezTo>
                      <a:cubicBezTo>
                        <a:pt x="70390" y="544247"/>
                        <a:pt x="66103" y="548533"/>
                        <a:pt x="61626" y="542057"/>
                      </a:cubicBezTo>
                      <a:cubicBezTo>
                        <a:pt x="64675" y="539580"/>
                        <a:pt x="67341" y="547962"/>
                        <a:pt x="69152" y="539770"/>
                      </a:cubicBezTo>
                      <a:cubicBezTo>
                        <a:pt x="67246" y="543009"/>
                        <a:pt x="66866" y="536627"/>
                        <a:pt x="65723" y="541390"/>
                      </a:cubicBezTo>
                      <a:cubicBezTo>
                        <a:pt x="64198" y="539675"/>
                        <a:pt x="64198" y="534627"/>
                        <a:pt x="62579" y="537294"/>
                      </a:cubicBezTo>
                      <a:cubicBezTo>
                        <a:pt x="63912" y="536056"/>
                        <a:pt x="62865" y="540151"/>
                        <a:pt x="62388" y="540723"/>
                      </a:cubicBezTo>
                      <a:cubicBezTo>
                        <a:pt x="61245" y="539580"/>
                        <a:pt x="61436" y="539485"/>
                        <a:pt x="59913" y="538818"/>
                      </a:cubicBezTo>
                      <a:cubicBezTo>
                        <a:pt x="59341" y="544819"/>
                        <a:pt x="56198" y="542057"/>
                        <a:pt x="55816" y="548533"/>
                      </a:cubicBezTo>
                      <a:cubicBezTo>
                        <a:pt x="59722" y="541580"/>
                        <a:pt x="63246" y="549200"/>
                        <a:pt x="66008" y="553772"/>
                      </a:cubicBezTo>
                      <a:cubicBezTo>
                        <a:pt x="67151" y="551867"/>
                        <a:pt x="65532" y="549200"/>
                        <a:pt x="66675" y="548057"/>
                      </a:cubicBezTo>
                      <a:cubicBezTo>
                        <a:pt x="67151" y="548629"/>
                        <a:pt x="67532" y="549676"/>
                        <a:pt x="67627" y="551296"/>
                      </a:cubicBezTo>
                      <a:cubicBezTo>
                        <a:pt x="66294" y="557106"/>
                        <a:pt x="67627" y="555582"/>
                        <a:pt x="68295" y="561392"/>
                      </a:cubicBezTo>
                      <a:cubicBezTo>
                        <a:pt x="66103" y="563583"/>
                        <a:pt x="67341" y="556153"/>
                        <a:pt x="65913" y="556058"/>
                      </a:cubicBezTo>
                      <a:cubicBezTo>
                        <a:pt x="64960" y="556820"/>
                        <a:pt x="63246" y="561868"/>
                        <a:pt x="62769" y="559963"/>
                      </a:cubicBezTo>
                      <a:cubicBezTo>
                        <a:pt x="62865" y="558439"/>
                        <a:pt x="63437" y="558820"/>
                        <a:pt x="63626" y="557582"/>
                      </a:cubicBezTo>
                      <a:cubicBezTo>
                        <a:pt x="63055" y="557106"/>
                        <a:pt x="62769" y="556058"/>
                        <a:pt x="62199" y="555487"/>
                      </a:cubicBezTo>
                      <a:cubicBezTo>
                        <a:pt x="62199" y="558058"/>
                        <a:pt x="61913" y="559773"/>
                        <a:pt x="61245" y="560154"/>
                      </a:cubicBezTo>
                      <a:cubicBezTo>
                        <a:pt x="61245" y="554534"/>
                        <a:pt x="60579" y="550629"/>
                        <a:pt x="58674" y="550343"/>
                      </a:cubicBezTo>
                      <a:cubicBezTo>
                        <a:pt x="58484" y="552343"/>
                        <a:pt x="59055" y="553201"/>
                        <a:pt x="58484" y="553772"/>
                      </a:cubicBezTo>
                      <a:cubicBezTo>
                        <a:pt x="57341" y="551391"/>
                        <a:pt x="55244" y="551677"/>
                        <a:pt x="54292" y="548724"/>
                      </a:cubicBezTo>
                      <a:cubicBezTo>
                        <a:pt x="53435" y="552534"/>
                        <a:pt x="52578" y="548819"/>
                        <a:pt x="51245" y="551486"/>
                      </a:cubicBezTo>
                      <a:cubicBezTo>
                        <a:pt x="51531" y="546247"/>
                        <a:pt x="47911" y="552248"/>
                        <a:pt x="48101" y="547390"/>
                      </a:cubicBezTo>
                      <a:cubicBezTo>
                        <a:pt x="48006" y="548248"/>
                        <a:pt x="47720" y="548724"/>
                        <a:pt x="47339" y="548629"/>
                      </a:cubicBezTo>
                      <a:cubicBezTo>
                        <a:pt x="46291" y="559868"/>
                        <a:pt x="52101" y="551677"/>
                        <a:pt x="52863" y="557963"/>
                      </a:cubicBezTo>
                      <a:cubicBezTo>
                        <a:pt x="50768" y="557487"/>
                        <a:pt x="51340" y="560535"/>
                        <a:pt x="52292" y="561487"/>
                      </a:cubicBezTo>
                      <a:cubicBezTo>
                        <a:pt x="49054" y="567583"/>
                        <a:pt x="46673" y="553105"/>
                        <a:pt x="46005" y="560154"/>
                      </a:cubicBezTo>
                      <a:cubicBezTo>
                        <a:pt x="45053" y="559963"/>
                        <a:pt x="42958" y="554153"/>
                        <a:pt x="43149" y="557201"/>
                      </a:cubicBezTo>
                      <a:cubicBezTo>
                        <a:pt x="44767" y="558820"/>
                        <a:pt x="43433" y="558058"/>
                        <a:pt x="43244" y="562821"/>
                      </a:cubicBezTo>
                      <a:cubicBezTo>
                        <a:pt x="43529" y="565202"/>
                        <a:pt x="45719" y="560059"/>
                        <a:pt x="46196" y="563488"/>
                      </a:cubicBezTo>
                      <a:cubicBezTo>
                        <a:pt x="46101" y="565107"/>
                        <a:pt x="43433" y="564631"/>
                        <a:pt x="44576" y="565964"/>
                      </a:cubicBezTo>
                      <a:cubicBezTo>
                        <a:pt x="46291" y="564916"/>
                        <a:pt x="46101" y="565964"/>
                        <a:pt x="47339" y="563297"/>
                      </a:cubicBezTo>
                      <a:cubicBezTo>
                        <a:pt x="47816" y="564536"/>
                        <a:pt x="47720" y="567488"/>
                        <a:pt x="48196" y="568822"/>
                      </a:cubicBezTo>
                      <a:cubicBezTo>
                        <a:pt x="48863" y="567869"/>
                        <a:pt x="48387" y="563297"/>
                        <a:pt x="49530" y="564059"/>
                      </a:cubicBezTo>
                      <a:cubicBezTo>
                        <a:pt x="49434" y="576251"/>
                        <a:pt x="54673" y="568822"/>
                        <a:pt x="56483" y="574346"/>
                      </a:cubicBezTo>
                      <a:cubicBezTo>
                        <a:pt x="51054" y="578442"/>
                        <a:pt x="46291" y="575394"/>
                        <a:pt x="42576" y="576442"/>
                      </a:cubicBezTo>
                      <a:cubicBezTo>
                        <a:pt x="42958" y="576442"/>
                        <a:pt x="42958" y="578347"/>
                        <a:pt x="42481" y="578728"/>
                      </a:cubicBezTo>
                      <a:lnTo>
                        <a:pt x="41338" y="578918"/>
                      </a:lnTo>
                      <a:cubicBezTo>
                        <a:pt x="41624" y="576251"/>
                        <a:pt x="41529" y="574537"/>
                        <a:pt x="41243" y="573299"/>
                      </a:cubicBezTo>
                      <a:cubicBezTo>
                        <a:pt x="39624" y="576061"/>
                        <a:pt x="39814" y="570822"/>
                        <a:pt x="38386" y="570346"/>
                      </a:cubicBezTo>
                      <a:cubicBezTo>
                        <a:pt x="35433" y="573394"/>
                        <a:pt x="28384" y="571584"/>
                        <a:pt x="26194" y="568726"/>
                      </a:cubicBezTo>
                      <a:cubicBezTo>
                        <a:pt x="24383" y="568441"/>
                        <a:pt x="17812" y="570917"/>
                        <a:pt x="16383" y="563392"/>
                      </a:cubicBezTo>
                      <a:cubicBezTo>
                        <a:pt x="16192" y="565107"/>
                        <a:pt x="16287" y="567583"/>
                        <a:pt x="15812" y="567964"/>
                      </a:cubicBezTo>
                      <a:cubicBezTo>
                        <a:pt x="14001" y="566345"/>
                        <a:pt x="8573" y="563297"/>
                        <a:pt x="8573" y="563297"/>
                      </a:cubicBezTo>
                      <a:cubicBezTo>
                        <a:pt x="8287" y="564821"/>
                        <a:pt x="8573" y="567679"/>
                        <a:pt x="8001" y="567869"/>
                      </a:cubicBezTo>
                      <a:cubicBezTo>
                        <a:pt x="7334" y="566821"/>
                        <a:pt x="7334" y="563774"/>
                        <a:pt x="6762" y="562345"/>
                      </a:cubicBezTo>
                      <a:cubicBezTo>
                        <a:pt x="4476" y="569679"/>
                        <a:pt x="2763" y="558249"/>
                        <a:pt x="0" y="563297"/>
                      </a:cubicBezTo>
                      <a:cubicBezTo>
                        <a:pt x="1429" y="570536"/>
                        <a:pt x="2857" y="566440"/>
                        <a:pt x="2763" y="564726"/>
                      </a:cubicBezTo>
                      <a:close/>
                      <a:moveTo>
                        <a:pt x="89820" y="554058"/>
                      </a:moveTo>
                      <a:cubicBezTo>
                        <a:pt x="90297" y="559011"/>
                        <a:pt x="86582" y="557011"/>
                        <a:pt x="87725" y="560059"/>
                      </a:cubicBezTo>
                      <a:cubicBezTo>
                        <a:pt x="86868" y="564440"/>
                        <a:pt x="87249" y="557678"/>
                        <a:pt x="86677" y="557963"/>
                      </a:cubicBezTo>
                      <a:cubicBezTo>
                        <a:pt x="87249" y="554820"/>
                        <a:pt x="88677" y="555011"/>
                        <a:pt x="89820" y="554058"/>
                      </a:cubicBezTo>
                      <a:close/>
                      <a:moveTo>
                        <a:pt x="134112" y="468809"/>
                      </a:moveTo>
                      <a:cubicBezTo>
                        <a:pt x="135159" y="469666"/>
                        <a:pt x="136207" y="469286"/>
                        <a:pt x="136684" y="468428"/>
                      </a:cubicBezTo>
                      <a:cubicBezTo>
                        <a:pt x="137160" y="470047"/>
                        <a:pt x="134874" y="473476"/>
                        <a:pt x="133541" y="473476"/>
                      </a:cubicBezTo>
                      <a:cubicBezTo>
                        <a:pt x="134684" y="479001"/>
                        <a:pt x="138208" y="471190"/>
                        <a:pt x="139922" y="470238"/>
                      </a:cubicBezTo>
                      <a:cubicBezTo>
                        <a:pt x="140017" y="473762"/>
                        <a:pt x="139732" y="474905"/>
                        <a:pt x="140112" y="475858"/>
                      </a:cubicBezTo>
                      <a:cubicBezTo>
                        <a:pt x="139541" y="479382"/>
                        <a:pt x="138683" y="473572"/>
                        <a:pt x="139446" y="472524"/>
                      </a:cubicBezTo>
                      <a:cubicBezTo>
                        <a:pt x="138113" y="478334"/>
                        <a:pt x="134874" y="475762"/>
                        <a:pt x="134684" y="482335"/>
                      </a:cubicBezTo>
                      <a:cubicBezTo>
                        <a:pt x="133826" y="480620"/>
                        <a:pt x="132588" y="480144"/>
                        <a:pt x="131444" y="479477"/>
                      </a:cubicBezTo>
                      <a:cubicBezTo>
                        <a:pt x="130873" y="482620"/>
                        <a:pt x="128874" y="485383"/>
                        <a:pt x="128015" y="483478"/>
                      </a:cubicBezTo>
                      <a:cubicBezTo>
                        <a:pt x="129730" y="476143"/>
                        <a:pt x="132016" y="476334"/>
                        <a:pt x="134112" y="468809"/>
                      </a:cubicBezTo>
                      <a:close/>
                      <a:moveTo>
                        <a:pt x="109538" y="437662"/>
                      </a:moveTo>
                      <a:cubicBezTo>
                        <a:pt x="110776" y="439853"/>
                        <a:pt x="111062" y="438520"/>
                        <a:pt x="113157" y="438234"/>
                      </a:cubicBezTo>
                      <a:cubicBezTo>
                        <a:pt x="112014" y="441282"/>
                        <a:pt x="111823" y="439663"/>
                        <a:pt x="112966" y="443949"/>
                      </a:cubicBezTo>
                      <a:cubicBezTo>
                        <a:pt x="112394" y="447568"/>
                        <a:pt x="112205" y="444711"/>
                        <a:pt x="111062" y="446521"/>
                      </a:cubicBezTo>
                      <a:cubicBezTo>
                        <a:pt x="110966" y="441091"/>
                        <a:pt x="110585" y="442996"/>
                        <a:pt x="109061" y="442330"/>
                      </a:cubicBezTo>
                      <a:cubicBezTo>
                        <a:pt x="108965" y="439948"/>
                        <a:pt x="109442" y="439186"/>
                        <a:pt x="109538" y="437662"/>
                      </a:cubicBezTo>
                      <a:close/>
                      <a:moveTo>
                        <a:pt x="148494" y="444997"/>
                      </a:moveTo>
                      <a:cubicBezTo>
                        <a:pt x="146970" y="443663"/>
                        <a:pt x="146399" y="445663"/>
                        <a:pt x="144399" y="445663"/>
                      </a:cubicBezTo>
                      <a:cubicBezTo>
                        <a:pt x="145352" y="442234"/>
                        <a:pt x="148494" y="438043"/>
                        <a:pt x="148494" y="444997"/>
                      </a:cubicBezTo>
                      <a:close/>
                      <a:moveTo>
                        <a:pt x="237553" y="418422"/>
                      </a:moveTo>
                      <a:cubicBezTo>
                        <a:pt x="237268" y="421565"/>
                        <a:pt x="236410" y="423089"/>
                        <a:pt x="235267" y="423375"/>
                      </a:cubicBezTo>
                      <a:lnTo>
                        <a:pt x="235362" y="418803"/>
                      </a:lnTo>
                      <a:lnTo>
                        <a:pt x="237553" y="418422"/>
                      </a:lnTo>
                      <a:close/>
                      <a:moveTo>
                        <a:pt x="247173" y="393943"/>
                      </a:moveTo>
                      <a:cubicBezTo>
                        <a:pt x="247841" y="393943"/>
                        <a:pt x="247936" y="392419"/>
                        <a:pt x="248698" y="392514"/>
                      </a:cubicBezTo>
                      <a:cubicBezTo>
                        <a:pt x="249459" y="396895"/>
                        <a:pt x="250697" y="396705"/>
                        <a:pt x="252317" y="394133"/>
                      </a:cubicBezTo>
                      <a:cubicBezTo>
                        <a:pt x="251174" y="400991"/>
                        <a:pt x="249650" y="396514"/>
                        <a:pt x="247841" y="399467"/>
                      </a:cubicBezTo>
                      <a:cubicBezTo>
                        <a:pt x="247269" y="398610"/>
                        <a:pt x="247078" y="396800"/>
                        <a:pt x="247173" y="393943"/>
                      </a:cubicBezTo>
                      <a:close/>
                      <a:moveTo>
                        <a:pt x="233363" y="381655"/>
                      </a:moveTo>
                      <a:cubicBezTo>
                        <a:pt x="235267" y="379750"/>
                        <a:pt x="234219" y="386704"/>
                        <a:pt x="235839" y="385751"/>
                      </a:cubicBezTo>
                      <a:cubicBezTo>
                        <a:pt x="234982" y="388513"/>
                        <a:pt x="232981" y="385846"/>
                        <a:pt x="233363" y="381655"/>
                      </a:cubicBezTo>
                      <a:close/>
                      <a:moveTo>
                        <a:pt x="189357" y="336031"/>
                      </a:moveTo>
                      <a:cubicBezTo>
                        <a:pt x="189452" y="332221"/>
                        <a:pt x="190881" y="332792"/>
                        <a:pt x="191357" y="330030"/>
                      </a:cubicBezTo>
                      <a:cubicBezTo>
                        <a:pt x="192120" y="331554"/>
                        <a:pt x="190976" y="332887"/>
                        <a:pt x="191548" y="335650"/>
                      </a:cubicBezTo>
                      <a:cubicBezTo>
                        <a:pt x="190786" y="333268"/>
                        <a:pt x="190500" y="336412"/>
                        <a:pt x="189357" y="336031"/>
                      </a:cubicBezTo>
                      <a:close/>
                      <a:moveTo>
                        <a:pt x="183070" y="270213"/>
                      </a:moveTo>
                      <a:cubicBezTo>
                        <a:pt x="183356" y="267451"/>
                        <a:pt x="184785" y="269260"/>
                        <a:pt x="183738" y="271261"/>
                      </a:cubicBezTo>
                      <a:cubicBezTo>
                        <a:pt x="184785" y="271546"/>
                        <a:pt x="185642" y="267927"/>
                        <a:pt x="185833" y="272023"/>
                      </a:cubicBezTo>
                      <a:cubicBezTo>
                        <a:pt x="186308" y="271737"/>
                        <a:pt x="186213" y="269927"/>
                        <a:pt x="186308" y="268498"/>
                      </a:cubicBezTo>
                      <a:cubicBezTo>
                        <a:pt x="187357" y="269356"/>
                        <a:pt x="187357" y="269356"/>
                        <a:pt x="188500" y="268117"/>
                      </a:cubicBezTo>
                      <a:cubicBezTo>
                        <a:pt x="188405" y="272404"/>
                        <a:pt x="187737" y="274785"/>
                        <a:pt x="186785" y="276309"/>
                      </a:cubicBezTo>
                      <a:cubicBezTo>
                        <a:pt x="188119" y="276595"/>
                        <a:pt x="189071" y="277452"/>
                        <a:pt x="190214" y="280214"/>
                      </a:cubicBezTo>
                      <a:cubicBezTo>
                        <a:pt x="191262" y="278881"/>
                        <a:pt x="189738" y="277261"/>
                        <a:pt x="190691" y="275642"/>
                      </a:cubicBezTo>
                      <a:cubicBezTo>
                        <a:pt x="191834" y="275356"/>
                        <a:pt x="192024" y="277833"/>
                        <a:pt x="192786" y="278690"/>
                      </a:cubicBezTo>
                      <a:cubicBezTo>
                        <a:pt x="191548" y="280690"/>
                        <a:pt x="189738" y="285072"/>
                        <a:pt x="189166" y="280500"/>
                      </a:cubicBezTo>
                      <a:cubicBezTo>
                        <a:pt x="188309" y="280881"/>
                        <a:pt x="187737" y="285358"/>
                        <a:pt x="187357" y="280786"/>
                      </a:cubicBezTo>
                      <a:cubicBezTo>
                        <a:pt x="186976" y="285929"/>
                        <a:pt x="183927" y="282976"/>
                        <a:pt x="184595" y="289168"/>
                      </a:cubicBezTo>
                      <a:cubicBezTo>
                        <a:pt x="185642" y="288977"/>
                        <a:pt x="183832" y="286215"/>
                        <a:pt x="185356" y="286786"/>
                      </a:cubicBezTo>
                      <a:cubicBezTo>
                        <a:pt x="184976" y="290501"/>
                        <a:pt x="185833" y="290215"/>
                        <a:pt x="185928" y="292311"/>
                      </a:cubicBezTo>
                      <a:cubicBezTo>
                        <a:pt x="187928" y="290311"/>
                        <a:pt x="190595" y="290977"/>
                        <a:pt x="191929" y="294692"/>
                      </a:cubicBezTo>
                      <a:cubicBezTo>
                        <a:pt x="192309" y="294406"/>
                        <a:pt x="192309" y="292597"/>
                        <a:pt x="192405" y="291168"/>
                      </a:cubicBezTo>
                      <a:cubicBezTo>
                        <a:pt x="196119" y="293644"/>
                        <a:pt x="198596" y="290215"/>
                        <a:pt x="200882" y="296502"/>
                      </a:cubicBezTo>
                      <a:cubicBezTo>
                        <a:pt x="201168" y="301931"/>
                        <a:pt x="199358" y="300788"/>
                        <a:pt x="198882" y="303646"/>
                      </a:cubicBezTo>
                      <a:cubicBezTo>
                        <a:pt x="197739" y="301360"/>
                        <a:pt x="199930" y="299836"/>
                        <a:pt x="200501" y="298788"/>
                      </a:cubicBezTo>
                      <a:cubicBezTo>
                        <a:pt x="199644" y="294883"/>
                        <a:pt x="196976" y="303074"/>
                        <a:pt x="197739" y="294787"/>
                      </a:cubicBezTo>
                      <a:cubicBezTo>
                        <a:pt x="196882" y="294502"/>
                        <a:pt x="196882" y="296978"/>
                        <a:pt x="195929" y="296216"/>
                      </a:cubicBezTo>
                      <a:cubicBezTo>
                        <a:pt x="194976" y="296692"/>
                        <a:pt x="196405" y="298121"/>
                        <a:pt x="195833" y="300788"/>
                      </a:cubicBezTo>
                      <a:cubicBezTo>
                        <a:pt x="194786" y="297169"/>
                        <a:pt x="194310" y="296216"/>
                        <a:pt x="191929" y="298026"/>
                      </a:cubicBezTo>
                      <a:cubicBezTo>
                        <a:pt x="192024" y="301264"/>
                        <a:pt x="192786" y="302217"/>
                        <a:pt x="193547" y="303455"/>
                      </a:cubicBezTo>
                      <a:cubicBezTo>
                        <a:pt x="192786" y="305265"/>
                        <a:pt x="190976" y="307551"/>
                        <a:pt x="190691" y="303931"/>
                      </a:cubicBezTo>
                      <a:cubicBezTo>
                        <a:pt x="189928" y="304408"/>
                        <a:pt x="191166" y="306884"/>
                        <a:pt x="190214" y="308503"/>
                      </a:cubicBezTo>
                      <a:cubicBezTo>
                        <a:pt x="189071" y="306694"/>
                        <a:pt x="187642" y="307075"/>
                        <a:pt x="186404" y="303550"/>
                      </a:cubicBezTo>
                      <a:cubicBezTo>
                        <a:pt x="185356" y="305170"/>
                        <a:pt x="187451" y="305741"/>
                        <a:pt x="186976" y="309075"/>
                      </a:cubicBezTo>
                      <a:cubicBezTo>
                        <a:pt x="186594" y="311266"/>
                        <a:pt x="186499" y="303550"/>
                        <a:pt x="184881" y="306027"/>
                      </a:cubicBezTo>
                      <a:cubicBezTo>
                        <a:pt x="185070" y="304503"/>
                        <a:pt x="185547" y="304122"/>
                        <a:pt x="185738" y="302503"/>
                      </a:cubicBezTo>
                      <a:cubicBezTo>
                        <a:pt x="185356" y="299550"/>
                        <a:pt x="184309" y="308122"/>
                        <a:pt x="183547" y="304027"/>
                      </a:cubicBezTo>
                      <a:cubicBezTo>
                        <a:pt x="184404" y="298978"/>
                        <a:pt x="185642" y="297454"/>
                        <a:pt x="186976" y="296597"/>
                      </a:cubicBezTo>
                      <a:cubicBezTo>
                        <a:pt x="185928" y="294502"/>
                        <a:pt x="184976" y="297550"/>
                        <a:pt x="183452" y="296121"/>
                      </a:cubicBezTo>
                      <a:cubicBezTo>
                        <a:pt x="183547" y="299455"/>
                        <a:pt x="184404" y="301645"/>
                        <a:pt x="182975" y="299550"/>
                      </a:cubicBezTo>
                      <a:cubicBezTo>
                        <a:pt x="182784" y="302407"/>
                        <a:pt x="182784" y="305074"/>
                        <a:pt x="183547" y="305170"/>
                      </a:cubicBezTo>
                      <a:cubicBezTo>
                        <a:pt x="181927" y="303931"/>
                        <a:pt x="180023" y="309456"/>
                        <a:pt x="178498" y="306027"/>
                      </a:cubicBezTo>
                      <a:cubicBezTo>
                        <a:pt x="179260" y="301169"/>
                        <a:pt x="181261" y="307265"/>
                        <a:pt x="182213" y="302026"/>
                      </a:cubicBezTo>
                      <a:cubicBezTo>
                        <a:pt x="182118" y="299264"/>
                        <a:pt x="180498" y="302122"/>
                        <a:pt x="180403" y="303455"/>
                      </a:cubicBezTo>
                      <a:cubicBezTo>
                        <a:pt x="180118" y="303741"/>
                        <a:pt x="180118" y="303074"/>
                        <a:pt x="180118" y="302407"/>
                      </a:cubicBezTo>
                      <a:cubicBezTo>
                        <a:pt x="180213" y="301455"/>
                        <a:pt x="180023" y="301360"/>
                        <a:pt x="179832" y="301360"/>
                      </a:cubicBezTo>
                      <a:cubicBezTo>
                        <a:pt x="180403" y="299550"/>
                        <a:pt x="181451" y="299264"/>
                        <a:pt x="182404" y="298597"/>
                      </a:cubicBezTo>
                      <a:cubicBezTo>
                        <a:pt x="182595" y="295740"/>
                        <a:pt x="181927" y="295168"/>
                        <a:pt x="181832" y="293073"/>
                      </a:cubicBezTo>
                      <a:cubicBezTo>
                        <a:pt x="181166" y="298121"/>
                        <a:pt x="179451" y="299359"/>
                        <a:pt x="177641" y="300598"/>
                      </a:cubicBezTo>
                      <a:cubicBezTo>
                        <a:pt x="177451" y="303646"/>
                        <a:pt x="179737" y="299169"/>
                        <a:pt x="178975" y="303741"/>
                      </a:cubicBezTo>
                      <a:cubicBezTo>
                        <a:pt x="177926" y="304884"/>
                        <a:pt x="178117" y="302312"/>
                        <a:pt x="177165" y="302884"/>
                      </a:cubicBezTo>
                      <a:cubicBezTo>
                        <a:pt x="177260" y="305074"/>
                        <a:pt x="178498" y="303550"/>
                        <a:pt x="178117" y="307265"/>
                      </a:cubicBezTo>
                      <a:cubicBezTo>
                        <a:pt x="177069" y="308408"/>
                        <a:pt x="177260" y="305836"/>
                        <a:pt x="176308" y="306408"/>
                      </a:cubicBezTo>
                      <a:cubicBezTo>
                        <a:pt x="176594" y="303931"/>
                        <a:pt x="177451" y="301169"/>
                        <a:pt x="176879" y="299550"/>
                      </a:cubicBezTo>
                      <a:cubicBezTo>
                        <a:pt x="175926" y="299836"/>
                        <a:pt x="176022" y="303455"/>
                        <a:pt x="175926" y="306503"/>
                      </a:cubicBezTo>
                      <a:cubicBezTo>
                        <a:pt x="174879" y="305836"/>
                        <a:pt x="174784" y="308694"/>
                        <a:pt x="173736" y="308027"/>
                      </a:cubicBezTo>
                      <a:cubicBezTo>
                        <a:pt x="173736" y="306122"/>
                        <a:pt x="174402" y="304979"/>
                        <a:pt x="173831" y="304598"/>
                      </a:cubicBezTo>
                      <a:cubicBezTo>
                        <a:pt x="174022" y="301741"/>
                        <a:pt x="175070" y="304027"/>
                        <a:pt x="175260" y="304312"/>
                      </a:cubicBezTo>
                      <a:cubicBezTo>
                        <a:pt x="174974" y="301550"/>
                        <a:pt x="175260" y="301931"/>
                        <a:pt x="175070" y="297550"/>
                      </a:cubicBezTo>
                      <a:cubicBezTo>
                        <a:pt x="176499" y="299550"/>
                        <a:pt x="177737" y="294025"/>
                        <a:pt x="178212" y="289072"/>
                      </a:cubicBezTo>
                      <a:cubicBezTo>
                        <a:pt x="178594" y="291168"/>
                        <a:pt x="178975" y="292882"/>
                        <a:pt x="179069" y="295740"/>
                      </a:cubicBezTo>
                      <a:cubicBezTo>
                        <a:pt x="181070" y="296978"/>
                        <a:pt x="180689" y="290025"/>
                        <a:pt x="182784" y="291644"/>
                      </a:cubicBezTo>
                      <a:cubicBezTo>
                        <a:pt x="182404" y="290025"/>
                        <a:pt x="182595" y="286596"/>
                        <a:pt x="181451" y="287358"/>
                      </a:cubicBezTo>
                      <a:cubicBezTo>
                        <a:pt x="183070" y="282881"/>
                        <a:pt x="183166" y="296121"/>
                        <a:pt x="184881" y="291263"/>
                      </a:cubicBezTo>
                      <a:cubicBezTo>
                        <a:pt x="184118" y="286977"/>
                        <a:pt x="181641" y="278690"/>
                        <a:pt x="179260" y="287739"/>
                      </a:cubicBezTo>
                      <a:cubicBezTo>
                        <a:pt x="178308" y="286310"/>
                        <a:pt x="177641" y="283643"/>
                        <a:pt x="177355" y="280119"/>
                      </a:cubicBezTo>
                      <a:cubicBezTo>
                        <a:pt x="179451" y="283929"/>
                        <a:pt x="183070" y="278309"/>
                        <a:pt x="183356" y="272308"/>
                      </a:cubicBezTo>
                      <a:cubicBezTo>
                        <a:pt x="184118" y="275261"/>
                        <a:pt x="184881" y="277833"/>
                        <a:pt x="186404" y="278595"/>
                      </a:cubicBezTo>
                      <a:cubicBezTo>
                        <a:pt x="185928" y="274023"/>
                        <a:pt x="184404" y="272499"/>
                        <a:pt x="183070" y="270213"/>
                      </a:cubicBezTo>
                      <a:close/>
                      <a:moveTo>
                        <a:pt x="198215" y="303931"/>
                      </a:moveTo>
                      <a:lnTo>
                        <a:pt x="196787" y="304217"/>
                      </a:lnTo>
                      <a:cubicBezTo>
                        <a:pt x="197548" y="301931"/>
                        <a:pt x="196882" y="301360"/>
                        <a:pt x="196976" y="298502"/>
                      </a:cubicBezTo>
                      <a:cubicBezTo>
                        <a:pt x="198025" y="298026"/>
                        <a:pt x="198025" y="301169"/>
                        <a:pt x="198215" y="303931"/>
                      </a:cubicBezTo>
                      <a:close/>
                      <a:moveTo>
                        <a:pt x="142303" y="271546"/>
                      </a:moveTo>
                      <a:cubicBezTo>
                        <a:pt x="142398" y="270213"/>
                        <a:pt x="142303" y="269546"/>
                        <a:pt x="142018" y="269356"/>
                      </a:cubicBezTo>
                      <a:cubicBezTo>
                        <a:pt x="142113" y="268117"/>
                        <a:pt x="142780" y="268498"/>
                        <a:pt x="142780" y="266974"/>
                      </a:cubicBezTo>
                      <a:cubicBezTo>
                        <a:pt x="143827" y="266879"/>
                        <a:pt x="143446" y="272118"/>
                        <a:pt x="142303" y="271546"/>
                      </a:cubicBezTo>
                      <a:close/>
                      <a:moveTo>
                        <a:pt x="507682" y="15514"/>
                      </a:moveTo>
                      <a:cubicBezTo>
                        <a:pt x="507111" y="16943"/>
                        <a:pt x="506539" y="18658"/>
                        <a:pt x="505682" y="19420"/>
                      </a:cubicBezTo>
                      <a:cubicBezTo>
                        <a:pt x="505396" y="15991"/>
                        <a:pt x="506825" y="17800"/>
                        <a:pt x="506254" y="13609"/>
                      </a:cubicBezTo>
                      <a:cubicBezTo>
                        <a:pt x="506920" y="13419"/>
                        <a:pt x="506730" y="16562"/>
                        <a:pt x="507682" y="15514"/>
                      </a:cubicBezTo>
                      <a:close/>
                      <a:moveTo>
                        <a:pt x="540067" y="145340"/>
                      </a:moveTo>
                      <a:cubicBezTo>
                        <a:pt x="540162" y="149626"/>
                        <a:pt x="536638" y="146769"/>
                        <a:pt x="537686" y="148198"/>
                      </a:cubicBezTo>
                      <a:cubicBezTo>
                        <a:pt x="537401" y="151055"/>
                        <a:pt x="536257" y="147055"/>
                        <a:pt x="536257" y="145150"/>
                      </a:cubicBezTo>
                      <a:cubicBezTo>
                        <a:pt x="536543" y="143911"/>
                        <a:pt x="537972" y="143721"/>
                        <a:pt x="538067" y="147055"/>
                      </a:cubicBezTo>
                      <a:cubicBezTo>
                        <a:pt x="538449" y="146769"/>
                        <a:pt x="538353" y="144864"/>
                        <a:pt x="538353" y="143530"/>
                      </a:cubicBezTo>
                      <a:cubicBezTo>
                        <a:pt x="539115" y="143054"/>
                        <a:pt x="539401" y="144959"/>
                        <a:pt x="540067" y="145340"/>
                      </a:cubicBezTo>
                      <a:close/>
                      <a:moveTo>
                        <a:pt x="539115" y="177630"/>
                      </a:moveTo>
                      <a:cubicBezTo>
                        <a:pt x="538924" y="180297"/>
                        <a:pt x="537020" y="179249"/>
                        <a:pt x="537306" y="175725"/>
                      </a:cubicBezTo>
                      <a:cubicBezTo>
                        <a:pt x="538353" y="174487"/>
                        <a:pt x="538353" y="177344"/>
                        <a:pt x="539115" y="177630"/>
                      </a:cubicBezTo>
                      <a:close/>
                      <a:moveTo>
                        <a:pt x="562451" y="256973"/>
                      </a:moveTo>
                      <a:cubicBezTo>
                        <a:pt x="561880" y="259259"/>
                        <a:pt x="561594" y="257259"/>
                        <a:pt x="560737" y="257354"/>
                      </a:cubicBezTo>
                      <a:cubicBezTo>
                        <a:pt x="560832" y="255925"/>
                        <a:pt x="561118" y="254878"/>
                        <a:pt x="561689" y="254782"/>
                      </a:cubicBezTo>
                      <a:cubicBezTo>
                        <a:pt x="561689" y="253830"/>
                        <a:pt x="561498" y="253735"/>
                        <a:pt x="561308" y="253735"/>
                      </a:cubicBezTo>
                      <a:cubicBezTo>
                        <a:pt x="561213" y="252782"/>
                        <a:pt x="561403" y="252592"/>
                        <a:pt x="561594" y="252496"/>
                      </a:cubicBezTo>
                      <a:lnTo>
                        <a:pt x="562261" y="252306"/>
                      </a:lnTo>
                      <a:cubicBezTo>
                        <a:pt x="561880" y="254878"/>
                        <a:pt x="562451" y="253925"/>
                        <a:pt x="562451" y="256973"/>
                      </a:cubicBezTo>
                      <a:close/>
                      <a:moveTo>
                        <a:pt x="546068" y="597968"/>
                      </a:moveTo>
                      <a:cubicBezTo>
                        <a:pt x="544639" y="597206"/>
                        <a:pt x="543877" y="594158"/>
                        <a:pt x="541877" y="595492"/>
                      </a:cubicBezTo>
                      <a:cubicBezTo>
                        <a:pt x="541877" y="592063"/>
                        <a:pt x="540258" y="588824"/>
                        <a:pt x="541687" y="587491"/>
                      </a:cubicBezTo>
                      <a:cubicBezTo>
                        <a:pt x="542734" y="587776"/>
                        <a:pt x="542830" y="591586"/>
                        <a:pt x="543306" y="593968"/>
                      </a:cubicBezTo>
                      <a:lnTo>
                        <a:pt x="545592" y="593491"/>
                      </a:lnTo>
                      <a:cubicBezTo>
                        <a:pt x="545592" y="595492"/>
                        <a:pt x="546068" y="595778"/>
                        <a:pt x="546068" y="597968"/>
                      </a:cubicBezTo>
                      <a:close/>
                      <a:moveTo>
                        <a:pt x="446532" y="767513"/>
                      </a:moveTo>
                      <a:lnTo>
                        <a:pt x="445008" y="767799"/>
                      </a:lnTo>
                      <a:cubicBezTo>
                        <a:pt x="445294" y="764084"/>
                        <a:pt x="443769" y="766465"/>
                        <a:pt x="443483" y="764656"/>
                      </a:cubicBezTo>
                      <a:cubicBezTo>
                        <a:pt x="444722" y="764751"/>
                        <a:pt x="444055" y="760750"/>
                        <a:pt x="446151" y="760750"/>
                      </a:cubicBezTo>
                      <a:cubicBezTo>
                        <a:pt x="445769" y="764370"/>
                        <a:pt x="446437" y="764846"/>
                        <a:pt x="446532" y="767513"/>
                      </a:cubicBezTo>
                      <a:close/>
                      <a:moveTo>
                        <a:pt x="127540" y="602540"/>
                      </a:moveTo>
                      <a:cubicBezTo>
                        <a:pt x="126872" y="605683"/>
                        <a:pt x="125539" y="602350"/>
                        <a:pt x="125825" y="599397"/>
                      </a:cubicBezTo>
                      <a:cubicBezTo>
                        <a:pt x="127254" y="597682"/>
                        <a:pt x="126588" y="602540"/>
                        <a:pt x="127540" y="602540"/>
                      </a:cubicBezTo>
                      <a:close/>
                      <a:moveTo>
                        <a:pt x="23717" y="578728"/>
                      </a:moveTo>
                      <a:cubicBezTo>
                        <a:pt x="24099" y="575965"/>
                        <a:pt x="25241" y="575965"/>
                        <a:pt x="26098" y="575013"/>
                      </a:cubicBezTo>
                      <a:cubicBezTo>
                        <a:pt x="26003" y="580061"/>
                        <a:pt x="24479" y="579299"/>
                        <a:pt x="23717" y="578728"/>
                      </a:cubicBezTo>
                      <a:close/>
                      <a:moveTo>
                        <a:pt x="37719" y="582252"/>
                      </a:moveTo>
                      <a:cubicBezTo>
                        <a:pt x="38957" y="579585"/>
                        <a:pt x="39529" y="582061"/>
                        <a:pt x="40767" y="581776"/>
                      </a:cubicBezTo>
                      <a:lnTo>
                        <a:pt x="40577" y="586348"/>
                      </a:lnTo>
                      <a:cubicBezTo>
                        <a:pt x="38957" y="586633"/>
                        <a:pt x="38100" y="584919"/>
                        <a:pt x="37719" y="582252"/>
                      </a:cubicBezTo>
                      <a:close/>
                      <a:moveTo>
                        <a:pt x="54959" y="553677"/>
                      </a:moveTo>
                      <a:cubicBezTo>
                        <a:pt x="56578" y="554249"/>
                        <a:pt x="55816" y="555868"/>
                        <a:pt x="57912" y="554344"/>
                      </a:cubicBezTo>
                      <a:cubicBezTo>
                        <a:pt x="58293" y="558344"/>
                        <a:pt x="56578" y="555201"/>
                        <a:pt x="56673" y="557963"/>
                      </a:cubicBezTo>
                      <a:cubicBezTo>
                        <a:pt x="56483" y="561202"/>
                        <a:pt x="59150" y="556249"/>
                        <a:pt x="58388" y="561107"/>
                      </a:cubicBezTo>
                      <a:cubicBezTo>
                        <a:pt x="56769" y="561392"/>
                        <a:pt x="56102" y="559297"/>
                        <a:pt x="54673" y="561678"/>
                      </a:cubicBezTo>
                      <a:cubicBezTo>
                        <a:pt x="53912" y="559201"/>
                        <a:pt x="54959" y="557201"/>
                        <a:pt x="54959" y="553677"/>
                      </a:cubicBezTo>
                      <a:close/>
                      <a:moveTo>
                        <a:pt x="59627" y="557487"/>
                      </a:moveTo>
                      <a:cubicBezTo>
                        <a:pt x="60007" y="558725"/>
                        <a:pt x="60865" y="558630"/>
                        <a:pt x="61817" y="558344"/>
                      </a:cubicBezTo>
                      <a:cubicBezTo>
                        <a:pt x="61531" y="562154"/>
                        <a:pt x="58864" y="563964"/>
                        <a:pt x="59627" y="557487"/>
                      </a:cubicBezTo>
                      <a:close/>
                      <a:moveTo>
                        <a:pt x="61245" y="579871"/>
                      </a:moveTo>
                      <a:cubicBezTo>
                        <a:pt x="61056" y="576442"/>
                        <a:pt x="63817" y="576537"/>
                        <a:pt x="63626" y="577299"/>
                      </a:cubicBezTo>
                      <a:cubicBezTo>
                        <a:pt x="63817" y="581299"/>
                        <a:pt x="62103" y="579109"/>
                        <a:pt x="61245" y="579871"/>
                      </a:cubicBezTo>
                      <a:close/>
                      <a:moveTo>
                        <a:pt x="66770" y="589205"/>
                      </a:moveTo>
                      <a:cubicBezTo>
                        <a:pt x="67437" y="585681"/>
                        <a:pt x="69438" y="587586"/>
                        <a:pt x="70104" y="589872"/>
                      </a:cubicBezTo>
                      <a:cubicBezTo>
                        <a:pt x="69818" y="596539"/>
                        <a:pt x="67246" y="591491"/>
                        <a:pt x="66770" y="589205"/>
                      </a:cubicBezTo>
                      <a:close/>
                      <a:moveTo>
                        <a:pt x="70485" y="528721"/>
                      </a:moveTo>
                      <a:cubicBezTo>
                        <a:pt x="71342" y="526912"/>
                        <a:pt x="73151" y="529198"/>
                        <a:pt x="73247" y="532817"/>
                      </a:cubicBezTo>
                      <a:cubicBezTo>
                        <a:pt x="72390" y="529483"/>
                        <a:pt x="70581" y="534722"/>
                        <a:pt x="70485" y="528721"/>
                      </a:cubicBezTo>
                      <a:close/>
                      <a:moveTo>
                        <a:pt x="77057" y="479001"/>
                      </a:moveTo>
                      <a:cubicBezTo>
                        <a:pt x="78105" y="476239"/>
                        <a:pt x="77820" y="475286"/>
                        <a:pt x="77724" y="471000"/>
                      </a:cubicBezTo>
                      <a:cubicBezTo>
                        <a:pt x="79724" y="470714"/>
                        <a:pt x="79820" y="474715"/>
                        <a:pt x="81058" y="469381"/>
                      </a:cubicBezTo>
                      <a:cubicBezTo>
                        <a:pt x="82487" y="471381"/>
                        <a:pt x="83534" y="482430"/>
                        <a:pt x="80867" y="483001"/>
                      </a:cubicBezTo>
                      <a:cubicBezTo>
                        <a:pt x="81724" y="477096"/>
                        <a:pt x="77820" y="482620"/>
                        <a:pt x="77057" y="479001"/>
                      </a:cubicBezTo>
                      <a:close/>
                      <a:moveTo>
                        <a:pt x="76676" y="531198"/>
                      </a:moveTo>
                      <a:cubicBezTo>
                        <a:pt x="76962" y="528626"/>
                        <a:pt x="78486" y="530436"/>
                        <a:pt x="79343" y="529674"/>
                      </a:cubicBezTo>
                      <a:cubicBezTo>
                        <a:pt x="79152" y="534436"/>
                        <a:pt x="77152" y="533484"/>
                        <a:pt x="76676" y="531198"/>
                      </a:cubicBezTo>
                      <a:close/>
                      <a:moveTo>
                        <a:pt x="78486" y="490145"/>
                      </a:moveTo>
                      <a:cubicBezTo>
                        <a:pt x="78486" y="487478"/>
                        <a:pt x="80106" y="490526"/>
                        <a:pt x="79724" y="486526"/>
                      </a:cubicBezTo>
                      <a:cubicBezTo>
                        <a:pt x="80106" y="487383"/>
                        <a:pt x="80676" y="487859"/>
                        <a:pt x="81533" y="487383"/>
                      </a:cubicBezTo>
                      <a:cubicBezTo>
                        <a:pt x="81629" y="494336"/>
                        <a:pt x="79057" y="491955"/>
                        <a:pt x="78486" y="490145"/>
                      </a:cubicBezTo>
                      <a:close/>
                      <a:moveTo>
                        <a:pt x="78105" y="559201"/>
                      </a:moveTo>
                      <a:cubicBezTo>
                        <a:pt x="77248" y="557296"/>
                        <a:pt x="80295" y="559106"/>
                        <a:pt x="79057" y="554534"/>
                      </a:cubicBezTo>
                      <a:cubicBezTo>
                        <a:pt x="80390" y="555106"/>
                        <a:pt x="80581" y="558535"/>
                        <a:pt x="81915" y="556344"/>
                      </a:cubicBezTo>
                      <a:lnTo>
                        <a:pt x="81819" y="559773"/>
                      </a:lnTo>
                      <a:cubicBezTo>
                        <a:pt x="83058" y="559392"/>
                        <a:pt x="83819" y="557201"/>
                        <a:pt x="85153" y="559297"/>
                      </a:cubicBezTo>
                      <a:cubicBezTo>
                        <a:pt x="85534" y="559201"/>
                        <a:pt x="85534" y="557868"/>
                        <a:pt x="85630" y="556915"/>
                      </a:cubicBezTo>
                      <a:cubicBezTo>
                        <a:pt x="86677" y="557487"/>
                        <a:pt x="85153" y="559392"/>
                        <a:pt x="85439" y="561487"/>
                      </a:cubicBezTo>
                      <a:lnTo>
                        <a:pt x="80201" y="562249"/>
                      </a:lnTo>
                      <a:cubicBezTo>
                        <a:pt x="80676" y="556153"/>
                        <a:pt x="79438" y="558630"/>
                        <a:pt x="78105" y="559201"/>
                      </a:cubicBezTo>
                      <a:close/>
                      <a:moveTo>
                        <a:pt x="80486" y="529483"/>
                      </a:moveTo>
                      <a:cubicBezTo>
                        <a:pt x="81344" y="529007"/>
                        <a:pt x="81915" y="529483"/>
                        <a:pt x="82296" y="530341"/>
                      </a:cubicBezTo>
                      <a:cubicBezTo>
                        <a:pt x="82105" y="533198"/>
                        <a:pt x="81533" y="534817"/>
                        <a:pt x="80581" y="535103"/>
                      </a:cubicBezTo>
                      <a:cubicBezTo>
                        <a:pt x="80390" y="533770"/>
                        <a:pt x="80295" y="532150"/>
                        <a:pt x="80486" y="529483"/>
                      </a:cubicBezTo>
                      <a:close/>
                      <a:moveTo>
                        <a:pt x="83439" y="530150"/>
                      </a:moveTo>
                      <a:cubicBezTo>
                        <a:pt x="85153" y="526340"/>
                        <a:pt x="88868" y="532627"/>
                        <a:pt x="90963" y="526721"/>
                      </a:cubicBezTo>
                      <a:cubicBezTo>
                        <a:pt x="92583" y="528626"/>
                        <a:pt x="92487" y="528912"/>
                        <a:pt x="93726" y="531960"/>
                      </a:cubicBezTo>
                      <a:cubicBezTo>
                        <a:pt x="93440" y="535770"/>
                        <a:pt x="92107" y="533389"/>
                        <a:pt x="91916" y="531103"/>
                      </a:cubicBezTo>
                      <a:cubicBezTo>
                        <a:pt x="89820" y="537294"/>
                        <a:pt x="87630" y="532246"/>
                        <a:pt x="85534" y="534341"/>
                      </a:cubicBezTo>
                      <a:cubicBezTo>
                        <a:pt x="85344" y="529388"/>
                        <a:pt x="84201" y="533579"/>
                        <a:pt x="83439" y="530150"/>
                      </a:cubicBezTo>
                      <a:close/>
                      <a:moveTo>
                        <a:pt x="89154" y="524721"/>
                      </a:moveTo>
                      <a:cubicBezTo>
                        <a:pt x="89059" y="520435"/>
                        <a:pt x="91821" y="522149"/>
                        <a:pt x="92201" y="523102"/>
                      </a:cubicBezTo>
                      <a:cubicBezTo>
                        <a:pt x="91630" y="527769"/>
                        <a:pt x="90678" y="523197"/>
                        <a:pt x="89154" y="524721"/>
                      </a:cubicBezTo>
                      <a:close/>
                      <a:moveTo>
                        <a:pt x="94773" y="504623"/>
                      </a:moveTo>
                      <a:cubicBezTo>
                        <a:pt x="96584" y="502813"/>
                        <a:pt x="95250" y="506433"/>
                        <a:pt x="96012" y="510052"/>
                      </a:cubicBezTo>
                      <a:cubicBezTo>
                        <a:pt x="95631" y="508528"/>
                        <a:pt x="94298" y="509671"/>
                        <a:pt x="93916" y="508147"/>
                      </a:cubicBezTo>
                      <a:cubicBezTo>
                        <a:pt x="94107" y="506719"/>
                        <a:pt x="94678" y="506909"/>
                        <a:pt x="94678" y="508052"/>
                      </a:cubicBezTo>
                      <a:cubicBezTo>
                        <a:pt x="95155" y="507671"/>
                        <a:pt x="95250" y="504528"/>
                        <a:pt x="94773" y="504623"/>
                      </a:cubicBezTo>
                      <a:close/>
                      <a:moveTo>
                        <a:pt x="95916" y="514624"/>
                      </a:moveTo>
                      <a:cubicBezTo>
                        <a:pt x="95916" y="512148"/>
                        <a:pt x="97250" y="513862"/>
                        <a:pt x="97822" y="513196"/>
                      </a:cubicBezTo>
                      <a:cubicBezTo>
                        <a:pt x="97917" y="511862"/>
                        <a:pt x="97822" y="511195"/>
                        <a:pt x="97536" y="511005"/>
                      </a:cubicBezTo>
                      <a:cubicBezTo>
                        <a:pt x="99726" y="507481"/>
                        <a:pt x="97155" y="518434"/>
                        <a:pt x="95916" y="514624"/>
                      </a:cubicBezTo>
                      <a:close/>
                      <a:moveTo>
                        <a:pt x="98870" y="524340"/>
                      </a:moveTo>
                      <a:cubicBezTo>
                        <a:pt x="100203" y="526245"/>
                        <a:pt x="97250" y="523292"/>
                        <a:pt x="98488" y="525578"/>
                      </a:cubicBezTo>
                      <a:cubicBezTo>
                        <a:pt x="97917" y="526912"/>
                        <a:pt x="96774" y="524149"/>
                        <a:pt x="95916" y="524816"/>
                      </a:cubicBezTo>
                      <a:cubicBezTo>
                        <a:pt x="96012" y="523483"/>
                        <a:pt x="96679" y="523768"/>
                        <a:pt x="97059" y="523483"/>
                      </a:cubicBezTo>
                      <a:cubicBezTo>
                        <a:pt x="97441" y="523102"/>
                        <a:pt x="97441" y="521197"/>
                        <a:pt x="97917" y="521101"/>
                      </a:cubicBezTo>
                      <a:cubicBezTo>
                        <a:pt x="98297" y="518625"/>
                        <a:pt x="97536" y="524530"/>
                        <a:pt x="98870" y="524340"/>
                      </a:cubicBezTo>
                      <a:close/>
                      <a:moveTo>
                        <a:pt x="96584" y="563202"/>
                      </a:moveTo>
                      <a:cubicBezTo>
                        <a:pt x="96488" y="559297"/>
                        <a:pt x="97155" y="558344"/>
                        <a:pt x="97631" y="556249"/>
                      </a:cubicBezTo>
                      <a:cubicBezTo>
                        <a:pt x="98774" y="556820"/>
                        <a:pt x="99440" y="558439"/>
                        <a:pt x="99251" y="562821"/>
                      </a:cubicBezTo>
                      <a:lnTo>
                        <a:pt x="96584" y="563202"/>
                      </a:lnTo>
                      <a:close/>
                      <a:moveTo>
                        <a:pt x="99536" y="553677"/>
                      </a:moveTo>
                      <a:cubicBezTo>
                        <a:pt x="101537" y="558630"/>
                        <a:pt x="104584" y="560535"/>
                        <a:pt x="107061" y="561583"/>
                      </a:cubicBezTo>
                      <a:cubicBezTo>
                        <a:pt x="104775" y="565964"/>
                        <a:pt x="102012" y="559201"/>
                        <a:pt x="99917" y="562726"/>
                      </a:cubicBezTo>
                      <a:cubicBezTo>
                        <a:pt x="101155" y="557392"/>
                        <a:pt x="98774" y="560059"/>
                        <a:pt x="99536" y="553677"/>
                      </a:cubicBezTo>
                      <a:close/>
                      <a:moveTo>
                        <a:pt x="110394" y="436424"/>
                      </a:moveTo>
                      <a:cubicBezTo>
                        <a:pt x="110585" y="435472"/>
                        <a:pt x="110871" y="434519"/>
                        <a:pt x="110871" y="432995"/>
                      </a:cubicBezTo>
                      <a:cubicBezTo>
                        <a:pt x="112109" y="432328"/>
                        <a:pt x="112966" y="432995"/>
                        <a:pt x="112490" y="437282"/>
                      </a:cubicBezTo>
                      <a:cubicBezTo>
                        <a:pt x="112109" y="435948"/>
                        <a:pt x="111251" y="436138"/>
                        <a:pt x="110394" y="436424"/>
                      </a:cubicBezTo>
                      <a:close/>
                      <a:moveTo>
                        <a:pt x="107918" y="557963"/>
                      </a:moveTo>
                      <a:cubicBezTo>
                        <a:pt x="109156" y="559106"/>
                        <a:pt x="108395" y="560154"/>
                        <a:pt x="110108" y="558725"/>
                      </a:cubicBezTo>
                      <a:cubicBezTo>
                        <a:pt x="110108" y="563202"/>
                        <a:pt x="107442" y="561297"/>
                        <a:pt x="107918" y="557963"/>
                      </a:cubicBezTo>
                      <a:close/>
                      <a:moveTo>
                        <a:pt x="108776" y="545390"/>
                      </a:moveTo>
                      <a:cubicBezTo>
                        <a:pt x="108870" y="541961"/>
                        <a:pt x="110871" y="541866"/>
                        <a:pt x="111062" y="542723"/>
                      </a:cubicBezTo>
                      <a:cubicBezTo>
                        <a:pt x="110680" y="544819"/>
                        <a:pt x="109824" y="545486"/>
                        <a:pt x="108776" y="545390"/>
                      </a:cubicBezTo>
                      <a:close/>
                      <a:moveTo>
                        <a:pt x="113062" y="433757"/>
                      </a:moveTo>
                      <a:cubicBezTo>
                        <a:pt x="114395" y="433281"/>
                        <a:pt x="114776" y="435567"/>
                        <a:pt x="115920" y="435567"/>
                      </a:cubicBezTo>
                      <a:cubicBezTo>
                        <a:pt x="115824" y="436805"/>
                        <a:pt x="115157" y="436424"/>
                        <a:pt x="115062" y="437948"/>
                      </a:cubicBezTo>
                      <a:cubicBezTo>
                        <a:pt x="116014" y="439282"/>
                        <a:pt x="118490" y="440044"/>
                        <a:pt x="117347" y="444330"/>
                      </a:cubicBezTo>
                      <a:cubicBezTo>
                        <a:pt x="116586" y="444139"/>
                        <a:pt x="116777" y="441377"/>
                        <a:pt x="116395" y="439948"/>
                      </a:cubicBezTo>
                      <a:cubicBezTo>
                        <a:pt x="115252" y="441853"/>
                        <a:pt x="114871" y="439853"/>
                        <a:pt x="113443" y="441568"/>
                      </a:cubicBezTo>
                      <a:cubicBezTo>
                        <a:pt x="113252" y="437662"/>
                        <a:pt x="114205" y="437567"/>
                        <a:pt x="114681" y="439091"/>
                      </a:cubicBezTo>
                      <a:cubicBezTo>
                        <a:pt x="115062" y="434424"/>
                        <a:pt x="112300" y="439282"/>
                        <a:pt x="113062" y="433757"/>
                      </a:cubicBezTo>
                      <a:close/>
                      <a:moveTo>
                        <a:pt x="114586" y="431186"/>
                      </a:moveTo>
                      <a:cubicBezTo>
                        <a:pt x="114776" y="430138"/>
                        <a:pt x="114966" y="429090"/>
                        <a:pt x="115443" y="428804"/>
                      </a:cubicBezTo>
                      <a:cubicBezTo>
                        <a:pt x="117252" y="428709"/>
                        <a:pt x="116586" y="435567"/>
                        <a:pt x="118490" y="435091"/>
                      </a:cubicBezTo>
                      <a:cubicBezTo>
                        <a:pt x="118301" y="436710"/>
                        <a:pt x="117347" y="435662"/>
                        <a:pt x="117252" y="437567"/>
                      </a:cubicBezTo>
                      <a:cubicBezTo>
                        <a:pt x="115824" y="435853"/>
                        <a:pt x="117252" y="430423"/>
                        <a:pt x="114586" y="431186"/>
                      </a:cubicBezTo>
                      <a:close/>
                      <a:moveTo>
                        <a:pt x="121062" y="311266"/>
                      </a:moveTo>
                      <a:cubicBezTo>
                        <a:pt x="121348" y="307360"/>
                        <a:pt x="122110" y="309646"/>
                        <a:pt x="121634" y="305551"/>
                      </a:cubicBezTo>
                      <a:lnTo>
                        <a:pt x="122396" y="305455"/>
                      </a:lnTo>
                      <a:cubicBezTo>
                        <a:pt x="122301" y="306408"/>
                        <a:pt x="122491" y="306503"/>
                        <a:pt x="122682" y="306503"/>
                      </a:cubicBezTo>
                      <a:cubicBezTo>
                        <a:pt x="122110" y="307932"/>
                        <a:pt x="122015" y="311266"/>
                        <a:pt x="121062" y="311266"/>
                      </a:cubicBezTo>
                      <a:close/>
                      <a:moveTo>
                        <a:pt x="118967" y="441853"/>
                      </a:moveTo>
                      <a:cubicBezTo>
                        <a:pt x="120110" y="436710"/>
                        <a:pt x="123539" y="439948"/>
                        <a:pt x="124873" y="440901"/>
                      </a:cubicBezTo>
                      <a:cubicBezTo>
                        <a:pt x="123253" y="447664"/>
                        <a:pt x="121539" y="440711"/>
                        <a:pt x="118967" y="441853"/>
                      </a:cubicBezTo>
                      <a:close/>
                      <a:moveTo>
                        <a:pt x="117252" y="537294"/>
                      </a:moveTo>
                      <a:cubicBezTo>
                        <a:pt x="118206" y="528531"/>
                        <a:pt x="122205" y="529960"/>
                        <a:pt x="124206" y="530531"/>
                      </a:cubicBezTo>
                      <a:cubicBezTo>
                        <a:pt x="124111" y="535389"/>
                        <a:pt x="122777" y="536056"/>
                        <a:pt x="122015" y="538818"/>
                      </a:cubicBezTo>
                      <a:cubicBezTo>
                        <a:pt x="119824" y="536913"/>
                        <a:pt x="118490" y="538246"/>
                        <a:pt x="117252" y="537294"/>
                      </a:cubicBezTo>
                      <a:close/>
                      <a:moveTo>
                        <a:pt x="126302" y="314885"/>
                      </a:moveTo>
                      <a:cubicBezTo>
                        <a:pt x="127349" y="309170"/>
                        <a:pt x="130587" y="311456"/>
                        <a:pt x="131444" y="312885"/>
                      </a:cubicBezTo>
                      <a:cubicBezTo>
                        <a:pt x="130397" y="317933"/>
                        <a:pt x="126968" y="314695"/>
                        <a:pt x="126302" y="314885"/>
                      </a:cubicBezTo>
                      <a:close/>
                      <a:moveTo>
                        <a:pt x="126206" y="442901"/>
                      </a:moveTo>
                      <a:cubicBezTo>
                        <a:pt x="126397" y="438520"/>
                        <a:pt x="125920" y="442520"/>
                        <a:pt x="125159" y="441949"/>
                      </a:cubicBezTo>
                      <a:cubicBezTo>
                        <a:pt x="126111" y="435186"/>
                        <a:pt x="126872" y="442901"/>
                        <a:pt x="127826" y="438139"/>
                      </a:cubicBezTo>
                      <a:cubicBezTo>
                        <a:pt x="128492" y="438710"/>
                        <a:pt x="127063" y="442996"/>
                        <a:pt x="126206" y="442901"/>
                      </a:cubicBezTo>
                      <a:close/>
                      <a:moveTo>
                        <a:pt x="124301" y="535008"/>
                      </a:moveTo>
                      <a:lnTo>
                        <a:pt x="124491" y="530436"/>
                      </a:lnTo>
                      <a:cubicBezTo>
                        <a:pt x="126016" y="529103"/>
                        <a:pt x="125539" y="533579"/>
                        <a:pt x="125825" y="535865"/>
                      </a:cubicBezTo>
                      <a:cubicBezTo>
                        <a:pt x="125445" y="535103"/>
                        <a:pt x="124968" y="534817"/>
                        <a:pt x="124301" y="535008"/>
                      </a:cubicBezTo>
                      <a:close/>
                      <a:moveTo>
                        <a:pt x="128015" y="442615"/>
                      </a:moveTo>
                      <a:cubicBezTo>
                        <a:pt x="128683" y="440044"/>
                        <a:pt x="130683" y="436996"/>
                        <a:pt x="131444" y="438710"/>
                      </a:cubicBezTo>
                      <a:cubicBezTo>
                        <a:pt x="130492" y="445187"/>
                        <a:pt x="129635" y="440996"/>
                        <a:pt x="128015" y="442615"/>
                      </a:cubicBezTo>
                      <a:close/>
                      <a:moveTo>
                        <a:pt x="133064" y="317171"/>
                      </a:moveTo>
                      <a:cubicBezTo>
                        <a:pt x="133255" y="314218"/>
                        <a:pt x="134398" y="314695"/>
                        <a:pt x="135350" y="314504"/>
                      </a:cubicBezTo>
                      <a:cubicBezTo>
                        <a:pt x="135541" y="318600"/>
                        <a:pt x="133826" y="316409"/>
                        <a:pt x="133064" y="317171"/>
                      </a:cubicBezTo>
                      <a:close/>
                      <a:moveTo>
                        <a:pt x="128111" y="492431"/>
                      </a:moveTo>
                      <a:cubicBezTo>
                        <a:pt x="128206" y="489574"/>
                        <a:pt x="128492" y="487669"/>
                        <a:pt x="129063" y="486621"/>
                      </a:cubicBezTo>
                      <a:cubicBezTo>
                        <a:pt x="130873" y="485954"/>
                        <a:pt x="129921" y="494527"/>
                        <a:pt x="128111" y="492431"/>
                      </a:cubicBezTo>
                      <a:close/>
                      <a:moveTo>
                        <a:pt x="134970" y="465285"/>
                      </a:moveTo>
                      <a:cubicBezTo>
                        <a:pt x="133921" y="469857"/>
                        <a:pt x="132207" y="468809"/>
                        <a:pt x="131444" y="471476"/>
                      </a:cubicBezTo>
                      <a:cubicBezTo>
                        <a:pt x="130397" y="470809"/>
                        <a:pt x="131064" y="464999"/>
                        <a:pt x="129826" y="464904"/>
                      </a:cubicBezTo>
                      <a:cubicBezTo>
                        <a:pt x="131159" y="462427"/>
                        <a:pt x="132778" y="461094"/>
                        <a:pt x="133445" y="456427"/>
                      </a:cubicBezTo>
                      <a:cubicBezTo>
                        <a:pt x="131921" y="457760"/>
                        <a:pt x="131350" y="462142"/>
                        <a:pt x="129254" y="461665"/>
                      </a:cubicBezTo>
                      <a:cubicBezTo>
                        <a:pt x="129540" y="459951"/>
                        <a:pt x="129826" y="458713"/>
                        <a:pt x="130112" y="456998"/>
                      </a:cubicBezTo>
                      <a:cubicBezTo>
                        <a:pt x="131064" y="456332"/>
                        <a:pt x="130873" y="458903"/>
                        <a:pt x="131921" y="457855"/>
                      </a:cubicBezTo>
                      <a:cubicBezTo>
                        <a:pt x="130778" y="452807"/>
                        <a:pt x="135636" y="451664"/>
                        <a:pt x="136779" y="455950"/>
                      </a:cubicBezTo>
                      <a:cubicBezTo>
                        <a:pt x="136302" y="460141"/>
                        <a:pt x="135636" y="456808"/>
                        <a:pt x="134493" y="457474"/>
                      </a:cubicBezTo>
                      <a:cubicBezTo>
                        <a:pt x="133921" y="457760"/>
                        <a:pt x="134207" y="460903"/>
                        <a:pt x="133636" y="460999"/>
                      </a:cubicBezTo>
                      <a:cubicBezTo>
                        <a:pt x="133636" y="463475"/>
                        <a:pt x="135159" y="461189"/>
                        <a:pt x="135827" y="461761"/>
                      </a:cubicBezTo>
                      <a:cubicBezTo>
                        <a:pt x="136779" y="463570"/>
                        <a:pt x="135541" y="466237"/>
                        <a:pt x="136779" y="466142"/>
                      </a:cubicBezTo>
                      <a:cubicBezTo>
                        <a:pt x="136493" y="468619"/>
                        <a:pt x="135159" y="466237"/>
                        <a:pt x="134970" y="465285"/>
                      </a:cubicBezTo>
                      <a:close/>
                      <a:moveTo>
                        <a:pt x="144684" y="177058"/>
                      </a:moveTo>
                      <a:cubicBezTo>
                        <a:pt x="144970" y="176011"/>
                        <a:pt x="145732" y="175153"/>
                        <a:pt x="145161" y="174677"/>
                      </a:cubicBezTo>
                      <a:cubicBezTo>
                        <a:pt x="145542" y="172772"/>
                        <a:pt x="146685" y="173153"/>
                        <a:pt x="147351" y="172010"/>
                      </a:cubicBezTo>
                      <a:cubicBezTo>
                        <a:pt x="147924" y="176106"/>
                        <a:pt x="145066" y="175249"/>
                        <a:pt x="146113" y="176773"/>
                      </a:cubicBezTo>
                      <a:cubicBezTo>
                        <a:pt x="145922" y="179725"/>
                        <a:pt x="144875" y="177439"/>
                        <a:pt x="144684" y="177058"/>
                      </a:cubicBezTo>
                      <a:close/>
                      <a:moveTo>
                        <a:pt x="138683" y="452236"/>
                      </a:moveTo>
                      <a:cubicBezTo>
                        <a:pt x="138399" y="452521"/>
                        <a:pt x="138303" y="453474"/>
                        <a:pt x="137922" y="453474"/>
                      </a:cubicBezTo>
                      <a:cubicBezTo>
                        <a:pt x="138017" y="455284"/>
                        <a:pt x="139065" y="454236"/>
                        <a:pt x="138494" y="457951"/>
                      </a:cubicBezTo>
                      <a:cubicBezTo>
                        <a:pt x="136397" y="458522"/>
                        <a:pt x="137731" y="448997"/>
                        <a:pt x="135350" y="452807"/>
                      </a:cubicBezTo>
                      <a:cubicBezTo>
                        <a:pt x="138969" y="446616"/>
                        <a:pt x="142875" y="454998"/>
                        <a:pt x="147161" y="449759"/>
                      </a:cubicBezTo>
                      <a:cubicBezTo>
                        <a:pt x="147161" y="450902"/>
                        <a:pt x="147542" y="450616"/>
                        <a:pt x="147828" y="450807"/>
                      </a:cubicBezTo>
                      <a:cubicBezTo>
                        <a:pt x="146970" y="454426"/>
                        <a:pt x="146209" y="454331"/>
                        <a:pt x="146113" y="457855"/>
                      </a:cubicBezTo>
                      <a:cubicBezTo>
                        <a:pt x="145352" y="458522"/>
                        <a:pt x="145447" y="456332"/>
                        <a:pt x="145447" y="454522"/>
                      </a:cubicBezTo>
                      <a:cubicBezTo>
                        <a:pt x="144589" y="455855"/>
                        <a:pt x="144113" y="458617"/>
                        <a:pt x="142780" y="458332"/>
                      </a:cubicBezTo>
                      <a:cubicBezTo>
                        <a:pt x="142303" y="448521"/>
                        <a:pt x="139160" y="459570"/>
                        <a:pt x="138683" y="452236"/>
                      </a:cubicBezTo>
                      <a:close/>
                      <a:moveTo>
                        <a:pt x="137731" y="468238"/>
                      </a:moveTo>
                      <a:cubicBezTo>
                        <a:pt x="138399" y="465857"/>
                        <a:pt x="137731" y="466809"/>
                        <a:pt x="137922" y="463666"/>
                      </a:cubicBezTo>
                      <a:cubicBezTo>
                        <a:pt x="138969" y="468333"/>
                        <a:pt x="143827" y="460046"/>
                        <a:pt x="144495" y="463761"/>
                      </a:cubicBezTo>
                      <a:cubicBezTo>
                        <a:pt x="142494" y="469000"/>
                        <a:pt x="139446" y="464809"/>
                        <a:pt x="137731" y="468238"/>
                      </a:cubicBezTo>
                      <a:close/>
                      <a:moveTo>
                        <a:pt x="140017" y="497384"/>
                      </a:moveTo>
                      <a:cubicBezTo>
                        <a:pt x="139446" y="496051"/>
                        <a:pt x="141446" y="497098"/>
                        <a:pt x="142684" y="495860"/>
                      </a:cubicBezTo>
                      <a:cubicBezTo>
                        <a:pt x="142589" y="501575"/>
                        <a:pt x="140684" y="498718"/>
                        <a:pt x="140017" y="497384"/>
                      </a:cubicBezTo>
                      <a:close/>
                      <a:moveTo>
                        <a:pt x="140494" y="474619"/>
                      </a:moveTo>
                      <a:lnTo>
                        <a:pt x="140589" y="471190"/>
                      </a:lnTo>
                      <a:cubicBezTo>
                        <a:pt x="142780" y="470524"/>
                        <a:pt x="142589" y="477286"/>
                        <a:pt x="140494" y="474619"/>
                      </a:cubicBezTo>
                      <a:close/>
                      <a:moveTo>
                        <a:pt x="152209" y="184869"/>
                      </a:moveTo>
                      <a:cubicBezTo>
                        <a:pt x="152876" y="181916"/>
                        <a:pt x="153638" y="179440"/>
                        <a:pt x="154591" y="177725"/>
                      </a:cubicBezTo>
                      <a:cubicBezTo>
                        <a:pt x="155829" y="178201"/>
                        <a:pt x="154686" y="182107"/>
                        <a:pt x="154305" y="184583"/>
                      </a:cubicBezTo>
                      <a:lnTo>
                        <a:pt x="152209" y="184869"/>
                      </a:lnTo>
                      <a:close/>
                      <a:moveTo>
                        <a:pt x="144304" y="469476"/>
                      </a:moveTo>
                      <a:cubicBezTo>
                        <a:pt x="143351" y="472048"/>
                        <a:pt x="144495" y="474524"/>
                        <a:pt x="143732" y="476429"/>
                      </a:cubicBezTo>
                      <a:cubicBezTo>
                        <a:pt x="142780" y="476905"/>
                        <a:pt x="142684" y="467666"/>
                        <a:pt x="144304" y="469476"/>
                      </a:cubicBezTo>
                      <a:close/>
                      <a:moveTo>
                        <a:pt x="142875" y="501480"/>
                      </a:moveTo>
                      <a:cubicBezTo>
                        <a:pt x="143066" y="497861"/>
                        <a:pt x="145352" y="498432"/>
                        <a:pt x="145066" y="502242"/>
                      </a:cubicBezTo>
                      <a:cubicBezTo>
                        <a:pt x="144113" y="502528"/>
                        <a:pt x="143256" y="502718"/>
                        <a:pt x="142875" y="501480"/>
                      </a:cubicBezTo>
                      <a:close/>
                      <a:moveTo>
                        <a:pt x="156115" y="184202"/>
                      </a:moveTo>
                      <a:cubicBezTo>
                        <a:pt x="155352" y="182678"/>
                        <a:pt x="156686" y="181345"/>
                        <a:pt x="155924" y="180868"/>
                      </a:cubicBezTo>
                      <a:cubicBezTo>
                        <a:pt x="155924" y="177725"/>
                        <a:pt x="157829" y="181440"/>
                        <a:pt x="157829" y="178297"/>
                      </a:cubicBezTo>
                      <a:cubicBezTo>
                        <a:pt x="158782" y="177344"/>
                        <a:pt x="158496" y="180487"/>
                        <a:pt x="159162" y="180297"/>
                      </a:cubicBezTo>
                      <a:cubicBezTo>
                        <a:pt x="160019" y="179535"/>
                        <a:pt x="158782" y="178582"/>
                        <a:pt x="159639" y="176868"/>
                      </a:cubicBezTo>
                      <a:cubicBezTo>
                        <a:pt x="159925" y="177439"/>
                        <a:pt x="160210" y="178011"/>
                        <a:pt x="160687" y="177820"/>
                      </a:cubicBezTo>
                      <a:cubicBezTo>
                        <a:pt x="160401" y="178868"/>
                        <a:pt x="160210" y="180487"/>
                        <a:pt x="160210" y="182488"/>
                      </a:cubicBezTo>
                      <a:cubicBezTo>
                        <a:pt x="161734" y="179725"/>
                        <a:pt x="160877" y="178201"/>
                        <a:pt x="162782" y="180964"/>
                      </a:cubicBezTo>
                      <a:cubicBezTo>
                        <a:pt x="162591" y="183916"/>
                        <a:pt x="161544" y="183440"/>
                        <a:pt x="160591" y="183631"/>
                      </a:cubicBezTo>
                      <a:cubicBezTo>
                        <a:pt x="160782" y="184678"/>
                        <a:pt x="161163" y="185250"/>
                        <a:pt x="161544" y="185726"/>
                      </a:cubicBezTo>
                      <a:cubicBezTo>
                        <a:pt x="160496" y="189536"/>
                        <a:pt x="160115" y="182678"/>
                        <a:pt x="158401" y="185155"/>
                      </a:cubicBezTo>
                      <a:cubicBezTo>
                        <a:pt x="158876" y="181345"/>
                        <a:pt x="157258" y="183821"/>
                        <a:pt x="156115" y="184202"/>
                      </a:cubicBezTo>
                      <a:close/>
                      <a:moveTo>
                        <a:pt x="151828" y="325458"/>
                      </a:moveTo>
                      <a:cubicBezTo>
                        <a:pt x="152209" y="321076"/>
                        <a:pt x="152876" y="324886"/>
                        <a:pt x="154114" y="322791"/>
                      </a:cubicBezTo>
                      <a:cubicBezTo>
                        <a:pt x="154305" y="326887"/>
                        <a:pt x="152591" y="324601"/>
                        <a:pt x="151828" y="325458"/>
                      </a:cubicBezTo>
                      <a:close/>
                      <a:moveTo>
                        <a:pt x="147542" y="460999"/>
                      </a:moveTo>
                      <a:cubicBezTo>
                        <a:pt x="147256" y="457284"/>
                        <a:pt x="148780" y="458998"/>
                        <a:pt x="149447" y="458427"/>
                      </a:cubicBezTo>
                      <a:cubicBezTo>
                        <a:pt x="149257" y="461284"/>
                        <a:pt x="148208" y="463380"/>
                        <a:pt x="147542" y="460999"/>
                      </a:cubicBezTo>
                      <a:close/>
                      <a:moveTo>
                        <a:pt x="149257" y="442615"/>
                      </a:moveTo>
                      <a:cubicBezTo>
                        <a:pt x="150114" y="443568"/>
                        <a:pt x="150114" y="446997"/>
                        <a:pt x="151733" y="445663"/>
                      </a:cubicBezTo>
                      <a:cubicBezTo>
                        <a:pt x="151257" y="452712"/>
                        <a:pt x="148780" y="447664"/>
                        <a:pt x="149257" y="442615"/>
                      </a:cubicBezTo>
                      <a:close/>
                      <a:moveTo>
                        <a:pt x="154972" y="277357"/>
                      </a:moveTo>
                      <a:cubicBezTo>
                        <a:pt x="155067" y="276214"/>
                        <a:pt x="155447" y="276404"/>
                        <a:pt x="155734" y="276118"/>
                      </a:cubicBezTo>
                      <a:cubicBezTo>
                        <a:pt x="155829" y="274785"/>
                        <a:pt x="155734" y="274118"/>
                        <a:pt x="155447" y="273928"/>
                      </a:cubicBezTo>
                      <a:cubicBezTo>
                        <a:pt x="155924" y="270403"/>
                        <a:pt x="156686" y="274213"/>
                        <a:pt x="156876" y="274785"/>
                      </a:cubicBezTo>
                      <a:cubicBezTo>
                        <a:pt x="156495" y="276499"/>
                        <a:pt x="155638" y="276595"/>
                        <a:pt x="154972" y="277357"/>
                      </a:cubicBezTo>
                      <a:close/>
                      <a:moveTo>
                        <a:pt x="160496" y="504242"/>
                      </a:moveTo>
                      <a:cubicBezTo>
                        <a:pt x="159162" y="508243"/>
                        <a:pt x="163830" y="507004"/>
                        <a:pt x="161353" y="512053"/>
                      </a:cubicBezTo>
                      <a:cubicBezTo>
                        <a:pt x="162020" y="512053"/>
                        <a:pt x="162211" y="510529"/>
                        <a:pt x="162877" y="510624"/>
                      </a:cubicBezTo>
                      <a:cubicBezTo>
                        <a:pt x="162687" y="509767"/>
                        <a:pt x="162591" y="508814"/>
                        <a:pt x="162591" y="507290"/>
                      </a:cubicBezTo>
                      <a:cubicBezTo>
                        <a:pt x="163830" y="507576"/>
                        <a:pt x="165259" y="509671"/>
                        <a:pt x="165640" y="504528"/>
                      </a:cubicBezTo>
                      <a:cubicBezTo>
                        <a:pt x="166401" y="507100"/>
                        <a:pt x="166783" y="506052"/>
                        <a:pt x="168212" y="505195"/>
                      </a:cubicBezTo>
                      <a:cubicBezTo>
                        <a:pt x="168401" y="509576"/>
                        <a:pt x="166211" y="506338"/>
                        <a:pt x="165926" y="509005"/>
                      </a:cubicBezTo>
                      <a:cubicBezTo>
                        <a:pt x="166783" y="512338"/>
                        <a:pt x="168021" y="508338"/>
                        <a:pt x="168783" y="511957"/>
                      </a:cubicBezTo>
                      <a:cubicBezTo>
                        <a:pt x="169355" y="508243"/>
                        <a:pt x="167640" y="511291"/>
                        <a:pt x="168212" y="507481"/>
                      </a:cubicBezTo>
                      <a:cubicBezTo>
                        <a:pt x="169544" y="507386"/>
                        <a:pt x="169735" y="510433"/>
                        <a:pt x="171069" y="510433"/>
                      </a:cubicBezTo>
                      <a:cubicBezTo>
                        <a:pt x="171545" y="514339"/>
                        <a:pt x="169830" y="511291"/>
                        <a:pt x="169830" y="514053"/>
                      </a:cubicBezTo>
                      <a:cubicBezTo>
                        <a:pt x="170116" y="517101"/>
                        <a:pt x="171164" y="511767"/>
                        <a:pt x="171641" y="514910"/>
                      </a:cubicBezTo>
                      <a:cubicBezTo>
                        <a:pt x="172593" y="513958"/>
                        <a:pt x="170498" y="511672"/>
                        <a:pt x="171831" y="509195"/>
                      </a:cubicBezTo>
                      <a:cubicBezTo>
                        <a:pt x="172879" y="512053"/>
                        <a:pt x="172498" y="514148"/>
                        <a:pt x="174688" y="512148"/>
                      </a:cubicBezTo>
                      <a:cubicBezTo>
                        <a:pt x="174402" y="513196"/>
                        <a:pt x="174213" y="514815"/>
                        <a:pt x="174213" y="516815"/>
                      </a:cubicBezTo>
                      <a:cubicBezTo>
                        <a:pt x="175451" y="517482"/>
                        <a:pt x="174974" y="512529"/>
                        <a:pt x="175831" y="511957"/>
                      </a:cubicBezTo>
                      <a:cubicBezTo>
                        <a:pt x="178689" y="521006"/>
                        <a:pt x="182880" y="512719"/>
                        <a:pt x="186404" y="517006"/>
                      </a:cubicBezTo>
                      <a:cubicBezTo>
                        <a:pt x="186785" y="513672"/>
                        <a:pt x="189738" y="513577"/>
                        <a:pt x="189357" y="518815"/>
                      </a:cubicBezTo>
                      <a:cubicBezTo>
                        <a:pt x="190595" y="515767"/>
                        <a:pt x="190214" y="515482"/>
                        <a:pt x="192024" y="514910"/>
                      </a:cubicBezTo>
                      <a:cubicBezTo>
                        <a:pt x="192881" y="523768"/>
                        <a:pt x="200120" y="513672"/>
                        <a:pt x="202597" y="518815"/>
                      </a:cubicBezTo>
                      <a:cubicBezTo>
                        <a:pt x="202597" y="521959"/>
                        <a:pt x="201930" y="522816"/>
                        <a:pt x="201454" y="521292"/>
                      </a:cubicBezTo>
                      <a:cubicBezTo>
                        <a:pt x="201454" y="522244"/>
                        <a:pt x="201834" y="522340"/>
                        <a:pt x="201739" y="523483"/>
                      </a:cubicBezTo>
                      <a:cubicBezTo>
                        <a:pt x="202882" y="519196"/>
                        <a:pt x="207073" y="515196"/>
                        <a:pt x="208121" y="521292"/>
                      </a:cubicBezTo>
                      <a:cubicBezTo>
                        <a:pt x="210121" y="516911"/>
                        <a:pt x="211741" y="520244"/>
                        <a:pt x="214026" y="520339"/>
                      </a:cubicBezTo>
                      <a:cubicBezTo>
                        <a:pt x="213836" y="522721"/>
                        <a:pt x="212979" y="522721"/>
                        <a:pt x="212788" y="525102"/>
                      </a:cubicBezTo>
                      <a:cubicBezTo>
                        <a:pt x="212597" y="522816"/>
                        <a:pt x="211264" y="522054"/>
                        <a:pt x="210598" y="524340"/>
                      </a:cubicBezTo>
                      <a:cubicBezTo>
                        <a:pt x="210598" y="526340"/>
                        <a:pt x="211170" y="526816"/>
                        <a:pt x="212027" y="526340"/>
                      </a:cubicBezTo>
                      <a:cubicBezTo>
                        <a:pt x="210502" y="529388"/>
                        <a:pt x="208407" y="527578"/>
                        <a:pt x="206026" y="528436"/>
                      </a:cubicBezTo>
                      <a:cubicBezTo>
                        <a:pt x="206501" y="526816"/>
                        <a:pt x="206216" y="526626"/>
                        <a:pt x="206121" y="525007"/>
                      </a:cubicBezTo>
                      <a:cubicBezTo>
                        <a:pt x="205358" y="527293"/>
                        <a:pt x="204597" y="526054"/>
                        <a:pt x="204311" y="524149"/>
                      </a:cubicBezTo>
                      <a:cubicBezTo>
                        <a:pt x="202406" y="529293"/>
                        <a:pt x="195453" y="522340"/>
                        <a:pt x="195833" y="535770"/>
                      </a:cubicBezTo>
                      <a:cubicBezTo>
                        <a:pt x="192977" y="535389"/>
                        <a:pt x="192120" y="535770"/>
                        <a:pt x="189071" y="540342"/>
                      </a:cubicBezTo>
                      <a:cubicBezTo>
                        <a:pt x="188690" y="538437"/>
                        <a:pt x="187642" y="538342"/>
                        <a:pt x="187357" y="536056"/>
                      </a:cubicBezTo>
                      <a:cubicBezTo>
                        <a:pt x="186594" y="541294"/>
                        <a:pt x="182595" y="540818"/>
                        <a:pt x="180689" y="537199"/>
                      </a:cubicBezTo>
                      <a:cubicBezTo>
                        <a:pt x="179737" y="537199"/>
                        <a:pt x="179737" y="539866"/>
                        <a:pt x="179069" y="540913"/>
                      </a:cubicBezTo>
                      <a:cubicBezTo>
                        <a:pt x="175640" y="540342"/>
                        <a:pt x="171545" y="538342"/>
                        <a:pt x="168401" y="538151"/>
                      </a:cubicBezTo>
                      <a:cubicBezTo>
                        <a:pt x="168497" y="533770"/>
                        <a:pt x="166497" y="531579"/>
                        <a:pt x="164402" y="534246"/>
                      </a:cubicBezTo>
                      <a:cubicBezTo>
                        <a:pt x="163163" y="531960"/>
                        <a:pt x="158210" y="528245"/>
                        <a:pt x="156210" y="534436"/>
                      </a:cubicBezTo>
                      <a:cubicBezTo>
                        <a:pt x="154686" y="535008"/>
                        <a:pt x="156306" y="532817"/>
                        <a:pt x="156020" y="529960"/>
                      </a:cubicBezTo>
                      <a:cubicBezTo>
                        <a:pt x="154686" y="531579"/>
                        <a:pt x="151638" y="532817"/>
                        <a:pt x="150400" y="530912"/>
                      </a:cubicBezTo>
                      <a:cubicBezTo>
                        <a:pt x="152400" y="526245"/>
                        <a:pt x="148876" y="523292"/>
                        <a:pt x="147351" y="522340"/>
                      </a:cubicBezTo>
                      <a:cubicBezTo>
                        <a:pt x="148876" y="518815"/>
                        <a:pt x="150685" y="523673"/>
                        <a:pt x="151733" y="525007"/>
                      </a:cubicBezTo>
                      <a:cubicBezTo>
                        <a:pt x="152305" y="523673"/>
                        <a:pt x="152591" y="521197"/>
                        <a:pt x="153734" y="521292"/>
                      </a:cubicBezTo>
                      <a:cubicBezTo>
                        <a:pt x="153638" y="522244"/>
                        <a:pt x="153352" y="522530"/>
                        <a:pt x="153257" y="523673"/>
                      </a:cubicBezTo>
                      <a:cubicBezTo>
                        <a:pt x="158876" y="519101"/>
                        <a:pt x="163545" y="520435"/>
                        <a:pt x="167735" y="522435"/>
                      </a:cubicBezTo>
                      <a:cubicBezTo>
                        <a:pt x="168878" y="520816"/>
                        <a:pt x="171069" y="522149"/>
                        <a:pt x="171545" y="518434"/>
                      </a:cubicBezTo>
                      <a:cubicBezTo>
                        <a:pt x="168497" y="516434"/>
                        <a:pt x="164020" y="516529"/>
                        <a:pt x="160782" y="519101"/>
                      </a:cubicBezTo>
                      <a:cubicBezTo>
                        <a:pt x="160973" y="518149"/>
                        <a:pt x="161258" y="517196"/>
                        <a:pt x="161258" y="515577"/>
                      </a:cubicBezTo>
                      <a:cubicBezTo>
                        <a:pt x="161163" y="514053"/>
                        <a:pt x="157449" y="519101"/>
                        <a:pt x="158401" y="511481"/>
                      </a:cubicBezTo>
                      <a:cubicBezTo>
                        <a:pt x="156781" y="517863"/>
                        <a:pt x="155829" y="511862"/>
                        <a:pt x="154877" y="518911"/>
                      </a:cubicBezTo>
                      <a:cubicBezTo>
                        <a:pt x="153162" y="519387"/>
                        <a:pt x="151448" y="520054"/>
                        <a:pt x="151638" y="514910"/>
                      </a:cubicBezTo>
                      <a:cubicBezTo>
                        <a:pt x="152781" y="514148"/>
                        <a:pt x="152971" y="517196"/>
                        <a:pt x="153829" y="514529"/>
                      </a:cubicBezTo>
                      <a:cubicBezTo>
                        <a:pt x="152686" y="513767"/>
                        <a:pt x="152019" y="511576"/>
                        <a:pt x="151448" y="509290"/>
                      </a:cubicBezTo>
                      <a:cubicBezTo>
                        <a:pt x="151066" y="510148"/>
                        <a:pt x="151543" y="514624"/>
                        <a:pt x="150494" y="516244"/>
                      </a:cubicBezTo>
                      <a:cubicBezTo>
                        <a:pt x="148876" y="515767"/>
                        <a:pt x="148304" y="512243"/>
                        <a:pt x="147351" y="509957"/>
                      </a:cubicBezTo>
                      <a:cubicBezTo>
                        <a:pt x="148304" y="507481"/>
                        <a:pt x="149733" y="506719"/>
                        <a:pt x="150494" y="503766"/>
                      </a:cubicBezTo>
                      <a:cubicBezTo>
                        <a:pt x="151257" y="503099"/>
                        <a:pt x="151162" y="505290"/>
                        <a:pt x="151162" y="507100"/>
                      </a:cubicBezTo>
                      <a:cubicBezTo>
                        <a:pt x="153543" y="503575"/>
                        <a:pt x="153448" y="505576"/>
                        <a:pt x="156401" y="505099"/>
                      </a:cubicBezTo>
                      <a:cubicBezTo>
                        <a:pt x="156210" y="500527"/>
                        <a:pt x="155638" y="500623"/>
                        <a:pt x="156686" y="495955"/>
                      </a:cubicBezTo>
                      <a:cubicBezTo>
                        <a:pt x="158401" y="497765"/>
                        <a:pt x="157829" y="500432"/>
                        <a:pt x="158972" y="504623"/>
                      </a:cubicBezTo>
                      <a:cubicBezTo>
                        <a:pt x="157829" y="505671"/>
                        <a:pt x="158401" y="501670"/>
                        <a:pt x="157163" y="502623"/>
                      </a:cubicBezTo>
                      <a:cubicBezTo>
                        <a:pt x="156590" y="503099"/>
                        <a:pt x="157449" y="504623"/>
                        <a:pt x="156686" y="505004"/>
                      </a:cubicBezTo>
                      <a:cubicBezTo>
                        <a:pt x="158305" y="510529"/>
                        <a:pt x="159925" y="500337"/>
                        <a:pt x="161925" y="504147"/>
                      </a:cubicBezTo>
                      <a:cubicBezTo>
                        <a:pt x="162211" y="505766"/>
                        <a:pt x="160115" y="506147"/>
                        <a:pt x="160496" y="504242"/>
                      </a:cubicBezTo>
                      <a:close/>
                      <a:moveTo>
                        <a:pt x="149733" y="495860"/>
                      </a:moveTo>
                      <a:cubicBezTo>
                        <a:pt x="150305" y="493955"/>
                        <a:pt x="151257" y="493193"/>
                        <a:pt x="152400" y="493193"/>
                      </a:cubicBezTo>
                      <a:cubicBezTo>
                        <a:pt x="151733" y="494908"/>
                        <a:pt x="150400" y="498051"/>
                        <a:pt x="149733" y="495860"/>
                      </a:cubicBezTo>
                      <a:close/>
                      <a:moveTo>
                        <a:pt x="152400" y="437567"/>
                      </a:moveTo>
                      <a:cubicBezTo>
                        <a:pt x="152971" y="438520"/>
                        <a:pt x="153066" y="440996"/>
                        <a:pt x="152876" y="444330"/>
                      </a:cubicBezTo>
                      <a:lnTo>
                        <a:pt x="153638" y="444235"/>
                      </a:lnTo>
                      <a:cubicBezTo>
                        <a:pt x="154209" y="443663"/>
                        <a:pt x="153543" y="442806"/>
                        <a:pt x="153734" y="440806"/>
                      </a:cubicBezTo>
                      <a:cubicBezTo>
                        <a:pt x="154400" y="441187"/>
                        <a:pt x="154305" y="443949"/>
                        <a:pt x="155447" y="442806"/>
                      </a:cubicBezTo>
                      <a:cubicBezTo>
                        <a:pt x="155352" y="444044"/>
                        <a:pt x="154686" y="443663"/>
                        <a:pt x="154686" y="445187"/>
                      </a:cubicBezTo>
                      <a:cubicBezTo>
                        <a:pt x="154972" y="447664"/>
                        <a:pt x="156020" y="442139"/>
                        <a:pt x="157258" y="443663"/>
                      </a:cubicBezTo>
                      <a:cubicBezTo>
                        <a:pt x="155543" y="449569"/>
                        <a:pt x="153257" y="448235"/>
                        <a:pt x="152019" y="446807"/>
                      </a:cubicBezTo>
                      <a:cubicBezTo>
                        <a:pt x="153257" y="442234"/>
                        <a:pt x="151638" y="440329"/>
                        <a:pt x="152400" y="437567"/>
                      </a:cubicBezTo>
                      <a:close/>
                      <a:moveTo>
                        <a:pt x="152209" y="454617"/>
                      </a:moveTo>
                      <a:cubicBezTo>
                        <a:pt x="152781" y="450521"/>
                        <a:pt x="156020" y="451759"/>
                        <a:pt x="156210" y="455093"/>
                      </a:cubicBezTo>
                      <a:cubicBezTo>
                        <a:pt x="154400" y="456236"/>
                        <a:pt x="153734" y="454236"/>
                        <a:pt x="152209" y="454617"/>
                      </a:cubicBezTo>
                      <a:close/>
                      <a:moveTo>
                        <a:pt x="151448" y="498908"/>
                      </a:moveTo>
                      <a:cubicBezTo>
                        <a:pt x="151352" y="495765"/>
                        <a:pt x="153829" y="495098"/>
                        <a:pt x="153257" y="500908"/>
                      </a:cubicBezTo>
                      <a:cubicBezTo>
                        <a:pt x="151733" y="502813"/>
                        <a:pt x="152591" y="497861"/>
                        <a:pt x="151448" y="498908"/>
                      </a:cubicBezTo>
                      <a:close/>
                      <a:moveTo>
                        <a:pt x="163449" y="187536"/>
                      </a:moveTo>
                      <a:cubicBezTo>
                        <a:pt x="162687" y="188107"/>
                        <a:pt x="162496" y="186869"/>
                        <a:pt x="162020" y="186679"/>
                      </a:cubicBezTo>
                      <a:cubicBezTo>
                        <a:pt x="162116" y="185345"/>
                        <a:pt x="162687" y="185631"/>
                        <a:pt x="163163" y="185345"/>
                      </a:cubicBezTo>
                      <a:cubicBezTo>
                        <a:pt x="163830" y="184774"/>
                        <a:pt x="163354" y="180106"/>
                        <a:pt x="164688" y="181726"/>
                      </a:cubicBezTo>
                      <a:lnTo>
                        <a:pt x="164592" y="185155"/>
                      </a:lnTo>
                      <a:cubicBezTo>
                        <a:pt x="163830" y="184774"/>
                        <a:pt x="163449" y="185536"/>
                        <a:pt x="163449" y="187536"/>
                      </a:cubicBezTo>
                      <a:close/>
                      <a:moveTo>
                        <a:pt x="152686" y="494241"/>
                      </a:moveTo>
                      <a:cubicBezTo>
                        <a:pt x="152876" y="489097"/>
                        <a:pt x="154400" y="493574"/>
                        <a:pt x="154877" y="493860"/>
                      </a:cubicBezTo>
                      <a:cubicBezTo>
                        <a:pt x="155067" y="497289"/>
                        <a:pt x="154400" y="498051"/>
                        <a:pt x="154305" y="500718"/>
                      </a:cubicBezTo>
                      <a:cubicBezTo>
                        <a:pt x="153543" y="499289"/>
                        <a:pt x="154209" y="493384"/>
                        <a:pt x="152686" y="494241"/>
                      </a:cubicBezTo>
                      <a:close/>
                      <a:moveTo>
                        <a:pt x="163259" y="328030"/>
                      </a:moveTo>
                      <a:cubicBezTo>
                        <a:pt x="163068" y="324220"/>
                        <a:pt x="161163" y="325267"/>
                        <a:pt x="160973" y="321648"/>
                      </a:cubicBezTo>
                      <a:cubicBezTo>
                        <a:pt x="161068" y="319171"/>
                        <a:pt x="162496" y="320886"/>
                        <a:pt x="163163" y="320124"/>
                      </a:cubicBezTo>
                      <a:cubicBezTo>
                        <a:pt x="162973" y="323458"/>
                        <a:pt x="163830" y="323458"/>
                        <a:pt x="163639" y="326791"/>
                      </a:cubicBezTo>
                      <a:cubicBezTo>
                        <a:pt x="164402" y="324315"/>
                        <a:pt x="165068" y="321553"/>
                        <a:pt x="166401" y="320695"/>
                      </a:cubicBezTo>
                      <a:cubicBezTo>
                        <a:pt x="166306" y="326982"/>
                        <a:pt x="164306" y="326125"/>
                        <a:pt x="165735" y="330982"/>
                      </a:cubicBezTo>
                      <a:cubicBezTo>
                        <a:pt x="165259" y="332030"/>
                        <a:pt x="164688" y="332602"/>
                        <a:pt x="163925" y="332411"/>
                      </a:cubicBezTo>
                      <a:cubicBezTo>
                        <a:pt x="163925" y="330411"/>
                        <a:pt x="164402" y="329935"/>
                        <a:pt x="164402" y="327839"/>
                      </a:cubicBezTo>
                      <a:cubicBezTo>
                        <a:pt x="163354" y="328887"/>
                        <a:pt x="162591" y="334983"/>
                        <a:pt x="161353" y="331744"/>
                      </a:cubicBezTo>
                      <a:cubicBezTo>
                        <a:pt x="163163" y="330411"/>
                        <a:pt x="161544" y="325839"/>
                        <a:pt x="163259" y="328030"/>
                      </a:cubicBezTo>
                      <a:close/>
                      <a:moveTo>
                        <a:pt x="158401" y="498908"/>
                      </a:moveTo>
                      <a:cubicBezTo>
                        <a:pt x="158210" y="494622"/>
                        <a:pt x="160210" y="497194"/>
                        <a:pt x="161068" y="496241"/>
                      </a:cubicBezTo>
                      <a:cubicBezTo>
                        <a:pt x="161068" y="501289"/>
                        <a:pt x="159258" y="499575"/>
                        <a:pt x="158401" y="498908"/>
                      </a:cubicBezTo>
                      <a:close/>
                      <a:moveTo>
                        <a:pt x="166115" y="328696"/>
                      </a:moveTo>
                      <a:cubicBezTo>
                        <a:pt x="166783" y="324886"/>
                        <a:pt x="166783" y="323553"/>
                        <a:pt x="167069" y="320600"/>
                      </a:cubicBezTo>
                      <a:cubicBezTo>
                        <a:pt x="168497" y="319171"/>
                        <a:pt x="168116" y="322791"/>
                        <a:pt x="168783" y="323743"/>
                      </a:cubicBezTo>
                      <a:cubicBezTo>
                        <a:pt x="168687" y="325363"/>
                        <a:pt x="166401" y="325839"/>
                        <a:pt x="167544" y="327363"/>
                      </a:cubicBezTo>
                      <a:cubicBezTo>
                        <a:pt x="167449" y="328887"/>
                        <a:pt x="166688" y="328411"/>
                        <a:pt x="166115" y="328696"/>
                      </a:cubicBezTo>
                      <a:close/>
                      <a:moveTo>
                        <a:pt x="169450" y="325839"/>
                      </a:moveTo>
                      <a:cubicBezTo>
                        <a:pt x="169450" y="322886"/>
                        <a:pt x="170878" y="324696"/>
                        <a:pt x="170688" y="321076"/>
                      </a:cubicBezTo>
                      <a:cubicBezTo>
                        <a:pt x="171355" y="321457"/>
                        <a:pt x="170593" y="326315"/>
                        <a:pt x="172021" y="324220"/>
                      </a:cubicBezTo>
                      <a:cubicBezTo>
                        <a:pt x="170783" y="321362"/>
                        <a:pt x="172402" y="320124"/>
                        <a:pt x="172784" y="324124"/>
                      </a:cubicBezTo>
                      <a:cubicBezTo>
                        <a:pt x="171926" y="328315"/>
                        <a:pt x="170498" y="327744"/>
                        <a:pt x="169450" y="325839"/>
                      </a:cubicBezTo>
                      <a:close/>
                      <a:moveTo>
                        <a:pt x="172212" y="329935"/>
                      </a:moveTo>
                      <a:cubicBezTo>
                        <a:pt x="172116" y="332411"/>
                        <a:pt x="171259" y="332506"/>
                        <a:pt x="170307" y="332506"/>
                      </a:cubicBezTo>
                      <a:cubicBezTo>
                        <a:pt x="170307" y="331363"/>
                        <a:pt x="170402" y="330220"/>
                        <a:pt x="170402" y="329077"/>
                      </a:cubicBezTo>
                      <a:lnTo>
                        <a:pt x="171450" y="328887"/>
                      </a:lnTo>
                      <a:cubicBezTo>
                        <a:pt x="170878" y="332316"/>
                        <a:pt x="171259" y="330220"/>
                        <a:pt x="172212" y="329935"/>
                      </a:cubicBezTo>
                      <a:close/>
                      <a:moveTo>
                        <a:pt x="165735" y="501099"/>
                      </a:moveTo>
                      <a:cubicBezTo>
                        <a:pt x="165545" y="497003"/>
                        <a:pt x="167258" y="499289"/>
                        <a:pt x="168021" y="498432"/>
                      </a:cubicBezTo>
                      <a:cubicBezTo>
                        <a:pt x="168021" y="503290"/>
                        <a:pt x="166592" y="501766"/>
                        <a:pt x="165735" y="501099"/>
                      </a:cubicBezTo>
                      <a:close/>
                      <a:moveTo>
                        <a:pt x="176783" y="177249"/>
                      </a:moveTo>
                      <a:cubicBezTo>
                        <a:pt x="176688" y="173725"/>
                        <a:pt x="177546" y="173153"/>
                        <a:pt x="177355" y="169248"/>
                      </a:cubicBezTo>
                      <a:cubicBezTo>
                        <a:pt x="178403" y="170010"/>
                        <a:pt x="180308" y="168295"/>
                        <a:pt x="180403" y="172105"/>
                      </a:cubicBezTo>
                      <a:cubicBezTo>
                        <a:pt x="177641" y="170677"/>
                        <a:pt x="178308" y="175725"/>
                        <a:pt x="176783" y="177249"/>
                      </a:cubicBezTo>
                      <a:close/>
                      <a:moveTo>
                        <a:pt x="174402" y="285358"/>
                      </a:moveTo>
                      <a:cubicBezTo>
                        <a:pt x="174688" y="284405"/>
                        <a:pt x="175070" y="282119"/>
                        <a:pt x="174497" y="281929"/>
                      </a:cubicBezTo>
                      <a:cubicBezTo>
                        <a:pt x="176117" y="278309"/>
                        <a:pt x="175451" y="284405"/>
                        <a:pt x="176117" y="286215"/>
                      </a:cubicBezTo>
                      <a:cubicBezTo>
                        <a:pt x="175831" y="288977"/>
                        <a:pt x="175736" y="282881"/>
                        <a:pt x="174402" y="285358"/>
                      </a:cubicBezTo>
                      <a:close/>
                      <a:moveTo>
                        <a:pt x="175165" y="328315"/>
                      </a:moveTo>
                      <a:cubicBezTo>
                        <a:pt x="175070" y="324124"/>
                        <a:pt x="176783" y="326125"/>
                        <a:pt x="177165" y="323458"/>
                      </a:cubicBezTo>
                      <a:cubicBezTo>
                        <a:pt x="178308" y="324315"/>
                        <a:pt x="177165" y="326029"/>
                        <a:pt x="177737" y="327934"/>
                      </a:cubicBezTo>
                      <a:cubicBezTo>
                        <a:pt x="178403" y="325934"/>
                        <a:pt x="179927" y="326696"/>
                        <a:pt x="181070" y="326220"/>
                      </a:cubicBezTo>
                      <a:cubicBezTo>
                        <a:pt x="178784" y="332983"/>
                        <a:pt x="176974" y="329077"/>
                        <a:pt x="175165" y="328315"/>
                      </a:cubicBezTo>
                      <a:close/>
                      <a:moveTo>
                        <a:pt x="176783" y="321172"/>
                      </a:moveTo>
                      <a:cubicBezTo>
                        <a:pt x="178403" y="317171"/>
                        <a:pt x="180213" y="324124"/>
                        <a:pt x="181832" y="320314"/>
                      </a:cubicBezTo>
                      <a:cubicBezTo>
                        <a:pt x="180689" y="326029"/>
                        <a:pt x="178308" y="320981"/>
                        <a:pt x="176783" y="321172"/>
                      </a:cubicBezTo>
                      <a:close/>
                      <a:moveTo>
                        <a:pt x="182404" y="168295"/>
                      </a:moveTo>
                      <a:cubicBezTo>
                        <a:pt x="183356" y="168295"/>
                        <a:pt x="182784" y="172677"/>
                        <a:pt x="183642" y="172582"/>
                      </a:cubicBezTo>
                      <a:cubicBezTo>
                        <a:pt x="182880" y="176392"/>
                        <a:pt x="181261" y="170867"/>
                        <a:pt x="182404" y="168295"/>
                      </a:cubicBezTo>
                      <a:close/>
                      <a:moveTo>
                        <a:pt x="183738" y="248591"/>
                      </a:moveTo>
                      <a:cubicBezTo>
                        <a:pt x="185738" y="252211"/>
                        <a:pt x="184595" y="252877"/>
                        <a:pt x="186690" y="256021"/>
                      </a:cubicBezTo>
                      <a:cubicBezTo>
                        <a:pt x="184690" y="256783"/>
                        <a:pt x="183070" y="256116"/>
                        <a:pt x="183738" y="248591"/>
                      </a:cubicBezTo>
                      <a:close/>
                      <a:moveTo>
                        <a:pt x="182689" y="330411"/>
                      </a:moveTo>
                      <a:cubicBezTo>
                        <a:pt x="183261" y="325934"/>
                        <a:pt x="185356" y="326791"/>
                        <a:pt x="186499" y="324124"/>
                      </a:cubicBezTo>
                      <a:cubicBezTo>
                        <a:pt x="185928" y="328506"/>
                        <a:pt x="188119" y="327553"/>
                        <a:pt x="190309" y="327934"/>
                      </a:cubicBezTo>
                      <a:cubicBezTo>
                        <a:pt x="190119" y="328887"/>
                        <a:pt x="189833" y="329839"/>
                        <a:pt x="189833" y="331459"/>
                      </a:cubicBezTo>
                      <a:cubicBezTo>
                        <a:pt x="188690" y="332602"/>
                        <a:pt x="188785" y="329839"/>
                        <a:pt x="188119" y="329458"/>
                      </a:cubicBezTo>
                      <a:cubicBezTo>
                        <a:pt x="188119" y="333649"/>
                        <a:pt x="186308" y="328982"/>
                        <a:pt x="185833" y="334411"/>
                      </a:cubicBezTo>
                      <a:cubicBezTo>
                        <a:pt x="185451" y="333554"/>
                        <a:pt x="184499" y="326601"/>
                        <a:pt x="184118" y="332411"/>
                      </a:cubicBezTo>
                      <a:cubicBezTo>
                        <a:pt x="183547" y="331935"/>
                        <a:pt x="183166" y="330887"/>
                        <a:pt x="182689" y="330411"/>
                      </a:cubicBezTo>
                      <a:close/>
                      <a:moveTo>
                        <a:pt x="185833" y="286786"/>
                      </a:moveTo>
                      <a:lnTo>
                        <a:pt x="187262" y="286501"/>
                      </a:lnTo>
                      <a:cubicBezTo>
                        <a:pt x="187357" y="290882"/>
                        <a:pt x="185356" y="291168"/>
                        <a:pt x="185833" y="286786"/>
                      </a:cubicBezTo>
                      <a:close/>
                      <a:moveTo>
                        <a:pt x="188690" y="273737"/>
                      </a:moveTo>
                      <a:cubicBezTo>
                        <a:pt x="189262" y="267355"/>
                        <a:pt x="190881" y="272213"/>
                        <a:pt x="192691" y="270784"/>
                      </a:cubicBezTo>
                      <a:cubicBezTo>
                        <a:pt x="191548" y="274404"/>
                        <a:pt x="190691" y="272118"/>
                        <a:pt x="188690" y="273737"/>
                      </a:cubicBezTo>
                      <a:close/>
                      <a:moveTo>
                        <a:pt x="188594" y="287358"/>
                      </a:moveTo>
                      <a:cubicBezTo>
                        <a:pt x="188405" y="283262"/>
                        <a:pt x="190023" y="285548"/>
                        <a:pt x="190786" y="284691"/>
                      </a:cubicBezTo>
                      <a:cubicBezTo>
                        <a:pt x="190786" y="287644"/>
                        <a:pt x="189548" y="287167"/>
                        <a:pt x="188594" y="287358"/>
                      </a:cubicBezTo>
                      <a:close/>
                      <a:moveTo>
                        <a:pt x="192120" y="327649"/>
                      </a:moveTo>
                      <a:cubicBezTo>
                        <a:pt x="192595" y="327649"/>
                        <a:pt x="193167" y="327649"/>
                        <a:pt x="193263" y="326315"/>
                      </a:cubicBezTo>
                      <a:cubicBezTo>
                        <a:pt x="194406" y="328220"/>
                        <a:pt x="191738" y="334411"/>
                        <a:pt x="192120" y="327649"/>
                      </a:cubicBezTo>
                      <a:close/>
                      <a:moveTo>
                        <a:pt x="193643" y="300121"/>
                      </a:moveTo>
                      <a:cubicBezTo>
                        <a:pt x="194310" y="297073"/>
                        <a:pt x="195167" y="302312"/>
                        <a:pt x="195358" y="304408"/>
                      </a:cubicBezTo>
                      <a:cubicBezTo>
                        <a:pt x="194215" y="304503"/>
                        <a:pt x="194310" y="301074"/>
                        <a:pt x="193643" y="300121"/>
                      </a:cubicBezTo>
                      <a:close/>
                      <a:moveTo>
                        <a:pt x="195263" y="257926"/>
                      </a:moveTo>
                      <a:cubicBezTo>
                        <a:pt x="196310" y="254687"/>
                        <a:pt x="198405" y="256116"/>
                        <a:pt x="200406" y="253639"/>
                      </a:cubicBezTo>
                      <a:cubicBezTo>
                        <a:pt x="200025" y="256973"/>
                        <a:pt x="198025" y="254782"/>
                        <a:pt x="198119" y="259735"/>
                      </a:cubicBezTo>
                      <a:cubicBezTo>
                        <a:pt x="197262" y="258592"/>
                        <a:pt x="195929" y="259354"/>
                        <a:pt x="195263" y="257926"/>
                      </a:cubicBezTo>
                      <a:close/>
                      <a:moveTo>
                        <a:pt x="198787" y="259545"/>
                      </a:moveTo>
                      <a:cubicBezTo>
                        <a:pt x="199644" y="258211"/>
                        <a:pt x="202216" y="252592"/>
                        <a:pt x="202025" y="258973"/>
                      </a:cubicBezTo>
                      <a:cubicBezTo>
                        <a:pt x="200311" y="259545"/>
                        <a:pt x="200216" y="260497"/>
                        <a:pt x="198787" y="259545"/>
                      </a:cubicBezTo>
                      <a:close/>
                      <a:moveTo>
                        <a:pt x="202025" y="294121"/>
                      </a:moveTo>
                      <a:cubicBezTo>
                        <a:pt x="203168" y="293359"/>
                        <a:pt x="203263" y="295930"/>
                        <a:pt x="204501" y="294787"/>
                      </a:cubicBezTo>
                      <a:cubicBezTo>
                        <a:pt x="204597" y="298312"/>
                        <a:pt x="203835" y="299359"/>
                        <a:pt x="203549" y="301741"/>
                      </a:cubicBezTo>
                      <a:lnTo>
                        <a:pt x="201739" y="302026"/>
                      </a:lnTo>
                      <a:cubicBezTo>
                        <a:pt x="201549" y="299074"/>
                        <a:pt x="201549" y="297359"/>
                        <a:pt x="202025" y="294121"/>
                      </a:cubicBezTo>
                      <a:close/>
                      <a:moveTo>
                        <a:pt x="197834" y="445759"/>
                      </a:moveTo>
                      <a:cubicBezTo>
                        <a:pt x="197453" y="441568"/>
                        <a:pt x="198882" y="443377"/>
                        <a:pt x="198691" y="439948"/>
                      </a:cubicBezTo>
                      <a:cubicBezTo>
                        <a:pt x="199548" y="440711"/>
                        <a:pt x="198882" y="446902"/>
                        <a:pt x="197834" y="445759"/>
                      </a:cubicBezTo>
                      <a:close/>
                      <a:moveTo>
                        <a:pt x="199739" y="442044"/>
                      </a:moveTo>
                      <a:cubicBezTo>
                        <a:pt x="202120" y="442234"/>
                        <a:pt x="201359" y="439948"/>
                        <a:pt x="204215" y="438996"/>
                      </a:cubicBezTo>
                      <a:cubicBezTo>
                        <a:pt x="204120" y="441091"/>
                        <a:pt x="204597" y="441282"/>
                        <a:pt x="204501" y="443473"/>
                      </a:cubicBezTo>
                      <a:cubicBezTo>
                        <a:pt x="202788" y="441758"/>
                        <a:pt x="200977" y="447568"/>
                        <a:pt x="199358" y="445473"/>
                      </a:cubicBezTo>
                      <a:cubicBezTo>
                        <a:pt x="199548" y="441853"/>
                        <a:pt x="199834" y="438615"/>
                        <a:pt x="200977" y="438424"/>
                      </a:cubicBezTo>
                      <a:cubicBezTo>
                        <a:pt x="200977" y="440901"/>
                        <a:pt x="200596" y="442044"/>
                        <a:pt x="199739" y="442044"/>
                      </a:cubicBezTo>
                      <a:close/>
                      <a:moveTo>
                        <a:pt x="206312" y="296788"/>
                      </a:moveTo>
                      <a:cubicBezTo>
                        <a:pt x="205930" y="296692"/>
                        <a:pt x="206026" y="294787"/>
                        <a:pt x="206026" y="293454"/>
                      </a:cubicBezTo>
                      <a:cubicBezTo>
                        <a:pt x="206883" y="292978"/>
                        <a:pt x="207359" y="293359"/>
                        <a:pt x="207835" y="294311"/>
                      </a:cubicBezTo>
                      <a:cubicBezTo>
                        <a:pt x="207644" y="298502"/>
                        <a:pt x="206407" y="294597"/>
                        <a:pt x="206312" y="296788"/>
                      </a:cubicBezTo>
                      <a:close/>
                      <a:moveTo>
                        <a:pt x="205358" y="332125"/>
                      </a:moveTo>
                      <a:cubicBezTo>
                        <a:pt x="204883" y="329458"/>
                        <a:pt x="206692" y="328601"/>
                        <a:pt x="206501" y="330792"/>
                      </a:cubicBezTo>
                      <a:cubicBezTo>
                        <a:pt x="207550" y="329458"/>
                        <a:pt x="206026" y="327839"/>
                        <a:pt x="206978" y="326125"/>
                      </a:cubicBezTo>
                      <a:cubicBezTo>
                        <a:pt x="207644" y="326791"/>
                        <a:pt x="207835" y="328982"/>
                        <a:pt x="207930" y="331649"/>
                      </a:cubicBezTo>
                      <a:lnTo>
                        <a:pt x="205358" y="332125"/>
                      </a:lnTo>
                      <a:close/>
                      <a:moveTo>
                        <a:pt x="208693" y="326982"/>
                      </a:moveTo>
                      <a:cubicBezTo>
                        <a:pt x="207740" y="326125"/>
                        <a:pt x="209550" y="323267"/>
                        <a:pt x="209836" y="325648"/>
                      </a:cubicBezTo>
                      <a:cubicBezTo>
                        <a:pt x="209836" y="328220"/>
                        <a:pt x="209645" y="329935"/>
                        <a:pt x="208978" y="330316"/>
                      </a:cubicBezTo>
                      <a:cubicBezTo>
                        <a:pt x="209264" y="332125"/>
                        <a:pt x="209836" y="332792"/>
                        <a:pt x="210407" y="331173"/>
                      </a:cubicBezTo>
                      <a:cubicBezTo>
                        <a:pt x="210502" y="329554"/>
                        <a:pt x="210598" y="327934"/>
                        <a:pt x="210121" y="327839"/>
                      </a:cubicBezTo>
                      <a:cubicBezTo>
                        <a:pt x="210312" y="324791"/>
                        <a:pt x="213360" y="330125"/>
                        <a:pt x="211550" y="329839"/>
                      </a:cubicBezTo>
                      <a:cubicBezTo>
                        <a:pt x="211741" y="332316"/>
                        <a:pt x="213456" y="329554"/>
                        <a:pt x="213074" y="326125"/>
                      </a:cubicBezTo>
                      <a:cubicBezTo>
                        <a:pt x="213360" y="326696"/>
                        <a:pt x="213645" y="327172"/>
                        <a:pt x="214122" y="327077"/>
                      </a:cubicBezTo>
                      <a:cubicBezTo>
                        <a:pt x="214026" y="333745"/>
                        <a:pt x="213456" y="329458"/>
                        <a:pt x="213170" y="336316"/>
                      </a:cubicBezTo>
                      <a:cubicBezTo>
                        <a:pt x="211359" y="336983"/>
                        <a:pt x="210121" y="334316"/>
                        <a:pt x="208216" y="332602"/>
                      </a:cubicBezTo>
                      <a:cubicBezTo>
                        <a:pt x="208216" y="330697"/>
                        <a:pt x="209645" y="324505"/>
                        <a:pt x="208693" y="326982"/>
                      </a:cubicBezTo>
                      <a:close/>
                      <a:moveTo>
                        <a:pt x="204406" y="530912"/>
                      </a:moveTo>
                      <a:lnTo>
                        <a:pt x="204311" y="535484"/>
                      </a:lnTo>
                      <a:cubicBezTo>
                        <a:pt x="202788" y="536627"/>
                        <a:pt x="202977" y="530245"/>
                        <a:pt x="204406" y="530912"/>
                      </a:cubicBezTo>
                      <a:close/>
                      <a:moveTo>
                        <a:pt x="204692" y="535389"/>
                      </a:moveTo>
                      <a:cubicBezTo>
                        <a:pt x="205454" y="537865"/>
                        <a:pt x="206026" y="534246"/>
                        <a:pt x="207264" y="534913"/>
                      </a:cubicBezTo>
                      <a:cubicBezTo>
                        <a:pt x="206597" y="537294"/>
                        <a:pt x="207264" y="536341"/>
                        <a:pt x="207169" y="539485"/>
                      </a:cubicBezTo>
                      <a:cubicBezTo>
                        <a:pt x="205740" y="539770"/>
                        <a:pt x="204597" y="539485"/>
                        <a:pt x="204692" y="535389"/>
                      </a:cubicBezTo>
                      <a:close/>
                      <a:moveTo>
                        <a:pt x="211836" y="342317"/>
                      </a:moveTo>
                      <a:cubicBezTo>
                        <a:pt x="211741" y="340507"/>
                        <a:pt x="212217" y="340317"/>
                        <a:pt x="212313" y="338888"/>
                      </a:cubicBezTo>
                      <a:cubicBezTo>
                        <a:pt x="213360" y="337936"/>
                        <a:pt x="212979" y="341079"/>
                        <a:pt x="213740" y="340888"/>
                      </a:cubicBezTo>
                      <a:cubicBezTo>
                        <a:pt x="213740" y="343365"/>
                        <a:pt x="212407" y="341650"/>
                        <a:pt x="211836" y="342317"/>
                      </a:cubicBezTo>
                      <a:close/>
                      <a:moveTo>
                        <a:pt x="220789" y="334030"/>
                      </a:moveTo>
                      <a:cubicBezTo>
                        <a:pt x="220884" y="332411"/>
                        <a:pt x="222695" y="334316"/>
                        <a:pt x="222504" y="337174"/>
                      </a:cubicBezTo>
                      <a:cubicBezTo>
                        <a:pt x="221075" y="338602"/>
                        <a:pt x="221361" y="334888"/>
                        <a:pt x="220789" y="334030"/>
                      </a:cubicBezTo>
                      <a:close/>
                      <a:moveTo>
                        <a:pt x="223265" y="348318"/>
                      </a:moveTo>
                      <a:cubicBezTo>
                        <a:pt x="224124" y="349842"/>
                        <a:pt x="225647" y="349556"/>
                        <a:pt x="225647" y="353557"/>
                      </a:cubicBezTo>
                      <a:cubicBezTo>
                        <a:pt x="224028" y="354319"/>
                        <a:pt x="223456" y="352033"/>
                        <a:pt x="223265" y="348318"/>
                      </a:cubicBezTo>
                      <a:close/>
                      <a:moveTo>
                        <a:pt x="226505" y="348889"/>
                      </a:moveTo>
                      <a:cubicBezTo>
                        <a:pt x="227171" y="349270"/>
                        <a:pt x="227076" y="352033"/>
                        <a:pt x="228219" y="350794"/>
                      </a:cubicBezTo>
                      <a:cubicBezTo>
                        <a:pt x="227648" y="352223"/>
                        <a:pt x="227266" y="354223"/>
                        <a:pt x="226314" y="354509"/>
                      </a:cubicBezTo>
                      <a:cubicBezTo>
                        <a:pt x="225742" y="352509"/>
                        <a:pt x="226600" y="352414"/>
                        <a:pt x="226505" y="348889"/>
                      </a:cubicBezTo>
                      <a:close/>
                      <a:moveTo>
                        <a:pt x="222409" y="616351"/>
                      </a:moveTo>
                      <a:cubicBezTo>
                        <a:pt x="223076" y="615780"/>
                        <a:pt x="223076" y="617113"/>
                        <a:pt x="223076" y="618542"/>
                      </a:cubicBezTo>
                      <a:cubicBezTo>
                        <a:pt x="224124" y="618542"/>
                        <a:pt x="224028" y="614065"/>
                        <a:pt x="224980" y="617018"/>
                      </a:cubicBezTo>
                      <a:cubicBezTo>
                        <a:pt x="224599" y="620066"/>
                        <a:pt x="222313" y="620828"/>
                        <a:pt x="222409" y="616351"/>
                      </a:cubicBezTo>
                      <a:close/>
                      <a:moveTo>
                        <a:pt x="233458" y="331744"/>
                      </a:moveTo>
                      <a:cubicBezTo>
                        <a:pt x="233933" y="326125"/>
                        <a:pt x="235458" y="332602"/>
                        <a:pt x="234791" y="337174"/>
                      </a:cubicBezTo>
                      <a:cubicBezTo>
                        <a:pt x="233933" y="336412"/>
                        <a:pt x="234982" y="330125"/>
                        <a:pt x="233458" y="331744"/>
                      </a:cubicBezTo>
                      <a:close/>
                      <a:moveTo>
                        <a:pt x="233363" y="349937"/>
                      </a:moveTo>
                      <a:cubicBezTo>
                        <a:pt x="234505" y="352223"/>
                        <a:pt x="234982" y="350128"/>
                        <a:pt x="236219" y="351652"/>
                      </a:cubicBezTo>
                      <a:cubicBezTo>
                        <a:pt x="236315" y="354319"/>
                        <a:pt x="234601" y="351271"/>
                        <a:pt x="235076" y="355271"/>
                      </a:cubicBezTo>
                      <a:cubicBezTo>
                        <a:pt x="234601" y="353080"/>
                        <a:pt x="233553" y="352890"/>
                        <a:pt x="233363" y="349937"/>
                      </a:cubicBezTo>
                      <a:close/>
                      <a:moveTo>
                        <a:pt x="230029" y="627591"/>
                      </a:moveTo>
                      <a:cubicBezTo>
                        <a:pt x="229838" y="623209"/>
                        <a:pt x="232315" y="625400"/>
                        <a:pt x="231838" y="628448"/>
                      </a:cubicBezTo>
                      <a:cubicBezTo>
                        <a:pt x="230981" y="629020"/>
                        <a:pt x="231172" y="626448"/>
                        <a:pt x="230029" y="627591"/>
                      </a:cubicBezTo>
                      <a:close/>
                      <a:moveTo>
                        <a:pt x="235934" y="364225"/>
                      </a:moveTo>
                      <a:cubicBezTo>
                        <a:pt x="236315" y="362796"/>
                        <a:pt x="236505" y="361082"/>
                        <a:pt x="236410" y="358414"/>
                      </a:cubicBezTo>
                      <a:cubicBezTo>
                        <a:pt x="238220" y="358891"/>
                        <a:pt x="237648" y="366987"/>
                        <a:pt x="235934" y="364225"/>
                      </a:cubicBezTo>
                      <a:close/>
                      <a:moveTo>
                        <a:pt x="236410" y="375464"/>
                      </a:moveTo>
                      <a:cubicBezTo>
                        <a:pt x="236791" y="371464"/>
                        <a:pt x="237744" y="373940"/>
                        <a:pt x="238220" y="375178"/>
                      </a:cubicBezTo>
                      <a:cubicBezTo>
                        <a:pt x="238030" y="377845"/>
                        <a:pt x="236601" y="376036"/>
                        <a:pt x="236410" y="375464"/>
                      </a:cubicBezTo>
                      <a:close/>
                      <a:moveTo>
                        <a:pt x="237934" y="419470"/>
                      </a:moveTo>
                      <a:cubicBezTo>
                        <a:pt x="238982" y="421279"/>
                        <a:pt x="240792" y="420517"/>
                        <a:pt x="240316" y="426994"/>
                      </a:cubicBezTo>
                      <a:cubicBezTo>
                        <a:pt x="239649" y="422137"/>
                        <a:pt x="237744" y="427280"/>
                        <a:pt x="237934" y="419470"/>
                      </a:cubicBezTo>
                      <a:close/>
                      <a:moveTo>
                        <a:pt x="234029" y="615494"/>
                      </a:moveTo>
                      <a:cubicBezTo>
                        <a:pt x="235076" y="616351"/>
                        <a:pt x="236601" y="615589"/>
                        <a:pt x="236125" y="620828"/>
                      </a:cubicBezTo>
                      <a:cubicBezTo>
                        <a:pt x="234887" y="620733"/>
                        <a:pt x="233933" y="619876"/>
                        <a:pt x="234029" y="615494"/>
                      </a:cubicBezTo>
                      <a:close/>
                      <a:moveTo>
                        <a:pt x="240602" y="363367"/>
                      </a:moveTo>
                      <a:cubicBezTo>
                        <a:pt x="242031" y="361653"/>
                        <a:pt x="241363" y="366511"/>
                        <a:pt x="242315" y="366415"/>
                      </a:cubicBezTo>
                      <a:cubicBezTo>
                        <a:pt x="241935" y="368225"/>
                        <a:pt x="241077" y="368320"/>
                        <a:pt x="240411" y="368987"/>
                      </a:cubicBezTo>
                      <a:cubicBezTo>
                        <a:pt x="239839" y="366987"/>
                        <a:pt x="240792" y="366987"/>
                        <a:pt x="240602" y="363367"/>
                      </a:cubicBezTo>
                      <a:close/>
                      <a:moveTo>
                        <a:pt x="243458" y="366225"/>
                      </a:moveTo>
                      <a:cubicBezTo>
                        <a:pt x="243649" y="362701"/>
                        <a:pt x="245269" y="363939"/>
                        <a:pt x="246412" y="363463"/>
                      </a:cubicBezTo>
                      <a:cubicBezTo>
                        <a:pt x="245744" y="367844"/>
                        <a:pt x="244126" y="366796"/>
                        <a:pt x="243458" y="366225"/>
                      </a:cubicBezTo>
                      <a:close/>
                      <a:moveTo>
                        <a:pt x="243269" y="424137"/>
                      </a:moveTo>
                      <a:cubicBezTo>
                        <a:pt x="243269" y="421184"/>
                        <a:pt x="243269" y="418422"/>
                        <a:pt x="244412" y="419374"/>
                      </a:cubicBezTo>
                      <a:cubicBezTo>
                        <a:pt x="244316" y="421661"/>
                        <a:pt x="244221" y="424327"/>
                        <a:pt x="243269" y="424137"/>
                      </a:cubicBezTo>
                      <a:close/>
                      <a:moveTo>
                        <a:pt x="243935" y="395657"/>
                      </a:moveTo>
                      <a:cubicBezTo>
                        <a:pt x="244126" y="393086"/>
                        <a:pt x="245840" y="394419"/>
                        <a:pt x="246126" y="395276"/>
                      </a:cubicBezTo>
                      <a:cubicBezTo>
                        <a:pt x="245744" y="396991"/>
                        <a:pt x="245744" y="399753"/>
                        <a:pt x="244601" y="398991"/>
                      </a:cubicBezTo>
                      <a:cubicBezTo>
                        <a:pt x="245078" y="397181"/>
                        <a:pt x="244887" y="395276"/>
                        <a:pt x="243935" y="395657"/>
                      </a:cubicBezTo>
                      <a:close/>
                      <a:moveTo>
                        <a:pt x="252031" y="406706"/>
                      </a:moveTo>
                      <a:lnTo>
                        <a:pt x="250602" y="406992"/>
                      </a:lnTo>
                      <a:cubicBezTo>
                        <a:pt x="250697" y="403658"/>
                        <a:pt x="251745" y="403468"/>
                        <a:pt x="252222" y="400991"/>
                      </a:cubicBezTo>
                      <a:cubicBezTo>
                        <a:pt x="252794" y="402325"/>
                        <a:pt x="251270" y="403563"/>
                        <a:pt x="252031" y="406706"/>
                      </a:cubicBezTo>
                      <a:close/>
                      <a:moveTo>
                        <a:pt x="253460" y="621209"/>
                      </a:moveTo>
                      <a:cubicBezTo>
                        <a:pt x="253841" y="619495"/>
                        <a:pt x="254412" y="618637"/>
                        <a:pt x="255365" y="618637"/>
                      </a:cubicBezTo>
                      <a:cubicBezTo>
                        <a:pt x="255841" y="623400"/>
                        <a:pt x="253841" y="622543"/>
                        <a:pt x="253460" y="621209"/>
                      </a:cubicBezTo>
                      <a:close/>
                      <a:moveTo>
                        <a:pt x="265557" y="403182"/>
                      </a:moveTo>
                      <a:cubicBezTo>
                        <a:pt x="265462" y="398800"/>
                        <a:pt x="268320" y="400896"/>
                        <a:pt x="267748" y="405087"/>
                      </a:cubicBezTo>
                      <a:cubicBezTo>
                        <a:pt x="266319" y="406516"/>
                        <a:pt x="266700" y="402420"/>
                        <a:pt x="265557" y="403182"/>
                      </a:cubicBezTo>
                      <a:close/>
                      <a:moveTo>
                        <a:pt x="263937" y="531865"/>
                      </a:moveTo>
                      <a:cubicBezTo>
                        <a:pt x="264223" y="530150"/>
                        <a:pt x="264414" y="528912"/>
                        <a:pt x="264794" y="527197"/>
                      </a:cubicBezTo>
                      <a:cubicBezTo>
                        <a:pt x="265271" y="529293"/>
                        <a:pt x="266128" y="530341"/>
                        <a:pt x="266986" y="531388"/>
                      </a:cubicBezTo>
                      <a:cubicBezTo>
                        <a:pt x="266319" y="536437"/>
                        <a:pt x="264985" y="531769"/>
                        <a:pt x="263937" y="531865"/>
                      </a:cubicBezTo>
                      <a:close/>
                      <a:moveTo>
                        <a:pt x="280892" y="535675"/>
                      </a:moveTo>
                      <a:cubicBezTo>
                        <a:pt x="281083" y="533103"/>
                        <a:pt x="281654" y="531484"/>
                        <a:pt x="282416" y="530817"/>
                      </a:cubicBezTo>
                      <a:lnTo>
                        <a:pt x="282321" y="535389"/>
                      </a:lnTo>
                      <a:lnTo>
                        <a:pt x="280892" y="535675"/>
                      </a:lnTo>
                      <a:close/>
                      <a:moveTo>
                        <a:pt x="284702" y="663500"/>
                      </a:moveTo>
                      <a:cubicBezTo>
                        <a:pt x="286512" y="664167"/>
                        <a:pt x="287655" y="666929"/>
                        <a:pt x="289940" y="665977"/>
                      </a:cubicBezTo>
                      <a:cubicBezTo>
                        <a:pt x="289940" y="669120"/>
                        <a:pt x="288131" y="669025"/>
                        <a:pt x="287655" y="667501"/>
                      </a:cubicBezTo>
                      <a:cubicBezTo>
                        <a:pt x="287464" y="669977"/>
                        <a:pt x="288131" y="669596"/>
                        <a:pt x="288798" y="669596"/>
                      </a:cubicBezTo>
                      <a:cubicBezTo>
                        <a:pt x="287179" y="670358"/>
                        <a:pt x="284988" y="668739"/>
                        <a:pt x="284702" y="663500"/>
                      </a:cubicBezTo>
                      <a:close/>
                      <a:moveTo>
                        <a:pt x="310705" y="700933"/>
                      </a:moveTo>
                      <a:cubicBezTo>
                        <a:pt x="310610" y="697981"/>
                        <a:pt x="311562" y="697886"/>
                        <a:pt x="312230" y="697219"/>
                      </a:cubicBezTo>
                      <a:cubicBezTo>
                        <a:pt x="312515" y="701219"/>
                        <a:pt x="311372" y="703029"/>
                        <a:pt x="310705" y="700933"/>
                      </a:cubicBezTo>
                      <a:close/>
                      <a:moveTo>
                        <a:pt x="363855" y="441472"/>
                      </a:moveTo>
                      <a:cubicBezTo>
                        <a:pt x="364141" y="444616"/>
                        <a:pt x="363284" y="444520"/>
                        <a:pt x="363474" y="447283"/>
                      </a:cubicBezTo>
                      <a:cubicBezTo>
                        <a:pt x="362331" y="447378"/>
                        <a:pt x="362521" y="440615"/>
                        <a:pt x="363855" y="441472"/>
                      </a:cubicBezTo>
                      <a:close/>
                      <a:moveTo>
                        <a:pt x="367188" y="737224"/>
                      </a:moveTo>
                      <a:cubicBezTo>
                        <a:pt x="366617" y="733414"/>
                        <a:pt x="369760" y="731318"/>
                        <a:pt x="369475" y="735604"/>
                      </a:cubicBezTo>
                      <a:cubicBezTo>
                        <a:pt x="368046" y="733890"/>
                        <a:pt x="368522" y="736557"/>
                        <a:pt x="367188" y="737224"/>
                      </a:cubicBezTo>
                      <a:close/>
                      <a:moveTo>
                        <a:pt x="372427" y="796660"/>
                      </a:moveTo>
                      <a:cubicBezTo>
                        <a:pt x="372809" y="793897"/>
                        <a:pt x="372523" y="789421"/>
                        <a:pt x="373952" y="789516"/>
                      </a:cubicBezTo>
                      <a:cubicBezTo>
                        <a:pt x="374142" y="792183"/>
                        <a:pt x="373761" y="796469"/>
                        <a:pt x="372427" y="796660"/>
                      </a:cubicBezTo>
                      <a:close/>
                      <a:moveTo>
                        <a:pt x="411195" y="766465"/>
                      </a:moveTo>
                      <a:cubicBezTo>
                        <a:pt x="411004" y="762274"/>
                        <a:pt x="412623" y="762751"/>
                        <a:pt x="413481" y="761417"/>
                      </a:cubicBezTo>
                      <a:cubicBezTo>
                        <a:pt x="413670" y="768085"/>
                        <a:pt x="412242" y="764561"/>
                        <a:pt x="411195" y="766465"/>
                      </a:cubicBezTo>
                      <a:close/>
                      <a:moveTo>
                        <a:pt x="431863" y="24849"/>
                      </a:moveTo>
                      <a:cubicBezTo>
                        <a:pt x="430245" y="24849"/>
                        <a:pt x="429101" y="21610"/>
                        <a:pt x="428434" y="26754"/>
                      </a:cubicBezTo>
                      <a:cubicBezTo>
                        <a:pt x="426244" y="21039"/>
                        <a:pt x="430149" y="18372"/>
                        <a:pt x="431102" y="19324"/>
                      </a:cubicBezTo>
                      <a:cubicBezTo>
                        <a:pt x="430720" y="18943"/>
                        <a:pt x="430816" y="24373"/>
                        <a:pt x="431482" y="20372"/>
                      </a:cubicBezTo>
                      <a:cubicBezTo>
                        <a:pt x="431959" y="21229"/>
                        <a:pt x="431388" y="22087"/>
                        <a:pt x="431863" y="24849"/>
                      </a:cubicBezTo>
                      <a:close/>
                      <a:moveTo>
                        <a:pt x="432815" y="690265"/>
                      </a:moveTo>
                      <a:cubicBezTo>
                        <a:pt x="431673" y="688265"/>
                        <a:pt x="434244" y="686836"/>
                        <a:pt x="434626" y="685312"/>
                      </a:cubicBezTo>
                      <a:cubicBezTo>
                        <a:pt x="435769" y="687408"/>
                        <a:pt x="433292" y="688741"/>
                        <a:pt x="432815" y="690265"/>
                      </a:cubicBezTo>
                      <a:close/>
                      <a:moveTo>
                        <a:pt x="436244" y="687313"/>
                      </a:moveTo>
                      <a:cubicBezTo>
                        <a:pt x="436244" y="685027"/>
                        <a:pt x="435197" y="686074"/>
                        <a:pt x="435483" y="682931"/>
                      </a:cubicBezTo>
                      <a:cubicBezTo>
                        <a:pt x="439864" y="679693"/>
                        <a:pt x="442056" y="683312"/>
                        <a:pt x="445675" y="679788"/>
                      </a:cubicBezTo>
                      <a:cubicBezTo>
                        <a:pt x="443960" y="674930"/>
                        <a:pt x="447008" y="675311"/>
                        <a:pt x="445580" y="669501"/>
                      </a:cubicBezTo>
                      <a:cubicBezTo>
                        <a:pt x="444626" y="670168"/>
                        <a:pt x="443865" y="671501"/>
                        <a:pt x="443388" y="673406"/>
                      </a:cubicBezTo>
                      <a:cubicBezTo>
                        <a:pt x="442151" y="672358"/>
                        <a:pt x="443388" y="668834"/>
                        <a:pt x="441484" y="669215"/>
                      </a:cubicBezTo>
                      <a:cubicBezTo>
                        <a:pt x="441674" y="665977"/>
                        <a:pt x="442340" y="664167"/>
                        <a:pt x="442531" y="661024"/>
                      </a:cubicBezTo>
                      <a:cubicBezTo>
                        <a:pt x="444055" y="661119"/>
                        <a:pt x="442151" y="665119"/>
                        <a:pt x="443674" y="664262"/>
                      </a:cubicBezTo>
                      <a:cubicBezTo>
                        <a:pt x="443865" y="667024"/>
                        <a:pt x="443008" y="666929"/>
                        <a:pt x="443388" y="670072"/>
                      </a:cubicBezTo>
                      <a:cubicBezTo>
                        <a:pt x="443674" y="665786"/>
                        <a:pt x="445675" y="665977"/>
                        <a:pt x="446723" y="663691"/>
                      </a:cubicBezTo>
                      <a:cubicBezTo>
                        <a:pt x="446055" y="671406"/>
                        <a:pt x="448246" y="668549"/>
                        <a:pt x="447198" y="672739"/>
                      </a:cubicBezTo>
                      <a:cubicBezTo>
                        <a:pt x="447198" y="675216"/>
                        <a:pt x="448532" y="673025"/>
                        <a:pt x="449104" y="673501"/>
                      </a:cubicBezTo>
                      <a:cubicBezTo>
                        <a:pt x="449199" y="675502"/>
                        <a:pt x="448627" y="675978"/>
                        <a:pt x="448818" y="678169"/>
                      </a:cubicBezTo>
                      <a:cubicBezTo>
                        <a:pt x="447961" y="677978"/>
                        <a:pt x="447198" y="676264"/>
                        <a:pt x="446532" y="678645"/>
                      </a:cubicBezTo>
                      <a:cubicBezTo>
                        <a:pt x="446913" y="680455"/>
                        <a:pt x="448246" y="679121"/>
                        <a:pt x="448437" y="681693"/>
                      </a:cubicBezTo>
                      <a:cubicBezTo>
                        <a:pt x="447484" y="683407"/>
                        <a:pt x="446627" y="682455"/>
                        <a:pt x="445008" y="682360"/>
                      </a:cubicBezTo>
                      <a:cubicBezTo>
                        <a:pt x="446055" y="684550"/>
                        <a:pt x="446055" y="689789"/>
                        <a:pt x="448056" y="688646"/>
                      </a:cubicBezTo>
                      <a:cubicBezTo>
                        <a:pt x="448437" y="691980"/>
                        <a:pt x="447198" y="690837"/>
                        <a:pt x="446532" y="691218"/>
                      </a:cubicBezTo>
                      <a:cubicBezTo>
                        <a:pt x="446341" y="694933"/>
                        <a:pt x="447294" y="694552"/>
                        <a:pt x="446627" y="696933"/>
                      </a:cubicBezTo>
                      <a:cubicBezTo>
                        <a:pt x="447675" y="695409"/>
                        <a:pt x="448627" y="695218"/>
                        <a:pt x="449675" y="696361"/>
                      </a:cubicBezTo>
                      <a:cubicBezTo>
                        <a:pt x="449484" y="700076"/>
                        <a:pt x="447580" y="697600"/>
                        <a:pt x="448627" y="702267"/>
                      </a:cubicBezTo>
                      <a:cubicBezTo>
                        <a:pt x="447389" y="703505"/>
                        <a:pt x="447389" y="700743"/>
                        <a:pt x="447103" y="699124"/>
                      </a:cubicBezTo>
                      <a:cubicBezTo>
                        <a:pt x="446627" y="699409"/>
                        <a:pt x="446818" y="701219"/>
                        <a:pt x="446723" y="702648"/>
                      </a:cubicBezTo>
                      <a:cubicBezTo>
                        <a:pt x="445960" y="702172"/>
                        <a:pt x="445865" y="701029"/>
                        <a:pt x="446341" y="699314"/>
                      </a:cubicBezTo>
                      <a:cubicBezTo>
                        <a:pt x="445580" y="700076"/>
                        <a:pt x="445103" y="702838"/>
                        <a:pt x="444437" y="700838"/>
                      </a:cubicBezTo>
                      <a:cubicBezTo>
                        <a:pt x="444341" y="699028"/>
                        <a:pt x="444817" y="698838"/>
                        <a:pt x="444817" y="697314"/>
                      </a:cubicBezTo>
                      <a:cubicBezTo>
                        <a:pt x="442913" y="693028"/>
                        <a:pt x="440341" y="699409"/>
                        <a:pt x="437578" y="698743"/>
                      </a:cubicBezTo>
                      <a:cubicBezTo>
                        <a:pt x="437769" y="700933"/>
                        <a:pt x="438721" y="700648"/>
                        <a:pt x="438341" y="704267"/>
                      </a:cubicBezTo>
                      <a:cubicBezTo>
                        <a:pt x="437198" y="704362"/>
                        <a:pt x="437483" y="700076"/>
                        <a:pt x="436055" y="701314"/>
                      </a:cubicBezTo>
                      <a:cubicBezTo>
                        <a:pt x="436721" y="695695"/>
                        <a:pt x="434721" y="697314"/>
                        <a:pt x="433769" y="696076"/>
                      </a:cubicBezTo>
                      <a:cubicBezTo>
                        <a:pt x="433674" y="690837"/>
                        <a:pt x="434435" y="687694"/>
                        <a:pt x="436244" y="687313"/>
                      </a:cubicBezTo>
                      <a:close/>
                      <a:moveTo>
                        <a:pt x="439102" y="669596"/>
                      </a:moveTo>
                      <a:cubicBezTo>
                        <a:pt x="439484" y="667977"/>
                        <a:pt x="439388" y="665310"/>
                        <a:pt x="439770" y="663691"/>
                      </a:cubicBezTo>
                      <a:lnTo>
                        <a:pt x="441674" y="663310"/>
                      </a:lnTo>
                      <a:cubicBezTo>
                        <a:pt x="441388" y="668358"/>
                        <a:pt x="440055" y="665310"/>
                        <a:pt x="439102" y="669596"/>
                      </a:cubicBezTo>
                      <a:close/>
                      <a:moveTo>
                        <a:pt x="436816" y="667786"/>
                      </a:moveTo>
                      <a:cubicBezTo>
                        <a:pt x="437102" y="666072"/>
                        <a:pt x="437769" y="665119"/>
                        <a:pt x="438721" y="665119"/>
                      </a:cubicBezTo>
                      <a:lnTo>
                        <a:pt x="438721" y="668549"/>
                      </a:lnTo>
                      <a:cubicBezTo>
                        <a:pt x="437769" y="669215"/>
                        <a:pt x="437864" y="666643"/>
                        <a:pt x="436816" y="667786"/>
                      </a:cubicBezTo>
                      <a:close/>
                      <a:moveTo>
                        <a:pt x="439579" y="770085"/>
                      </a:moveTo>
                      <a:cubicBezTo>
                        <a:pt x="439674" y="767037"/>
                        <a:pt x="440531" y="765989"/>
                        <a:pt x="441484" y="765132"/>
                      </a:cubicBezTo>
                      <a:cubicBezTo>
                        <a:pt x="441579" y="768656"/>
                        <a:pt x="440531" y="769228"/>
                        <a:pt x="439579" y="770085"/>
                      </a:cubicBezTo>
                      <a:close/>
                      <a:moveTo>
                        <a:pt x="435578" y="22849"/>
                      </a:moveTo>
                      <a:cubicBezTo>
                        <a:pt x="437673" y="21896"/>
                        <a:pt x="440245" y="17229"/>
                        <a:pt x="442056" y="19134"/>
                      </a:cubicBezTo>
                      <a:cubicBezTo>
                        <a:pt x="440913" y="24849"/>
                        <a:pt x="436912" y="27516"/>
                        <a:pt x="435578" y="22849"/>
                      </a:cubicBezTo>
                      <a:close/>
                      <a:moveTo>
                        <a:pt x="440913" y="705791"/>
                      </a:moveTo>
                      <a:cubicBezTo>
                        <a:pt x="441484" y="703886"/>
                        <a:pt x="442340" y="703124"/>
                        <a:pt x="443579" y="703029"/>
                      </a:cubicBezTo>
                      <a:cubicBezTo>
                        <a:pt x="443865" y="706458"/>
                        <a:pt x="443199" y="707220"/>
                        <a:pt x="443294" y="709887"/>
                      </a:cubicBezTo>
                      <a:cubicBezTo>
                        <a:pt x="442056" y="709887"/>
                        <a:pt x="442531" y="704362"/>
                        <a:pt x="440913" y="705791"/>
                      </a:cubicBezTo>
                      <a:close/>
                      <a:moveTo>
                        <a:pt x="444437" y="713125"/>
                      </a:moveTo>
                      <a:cubicBezTo>
                        <a:pt x="444626" y="712173"/>
                        <a:pt x="444817" y="711220"/>
                        <a:pt x="444817" y="709601"/>
                      </a:cubicBezTo>
                      <a:cubicBezTo>
                        <a:pt x="445960" y="709220"/>
                        <a:pt x="446627" y="710649"/>
                        <a:pt x="447484" y="711316"/>
                      </a:cubicBezTo>
                      <a:cubicBezTo>
                        <a:pt x="446437" y="712459"/>
                        <a:pt x="445389" y="713602"/>
                        <a:pt x="444437" y="713125"/>
                      </a:cubicBezTo>
                      <a:close/>
                      <a:moveTo>
                        <a:pt x="448151" y="671215"/>
                      </a:moveTo>
                      <a:cubicBezTo>
                        <a:pt x="447866" y="668167"/>
                        <a:pt x="448913" y="668739"/>
                        <a:pt x="448818" y="666548"/>
                      </a:cubicBezTo>
                      <a:cubicBezTo>
                        <a:pt x="449675" y="666167"/>
                        <a:pt x="449009" y="670549"/>
                        <a:pt x="449295" y="672168"/>
                      </a:cubicBezTo>
                      <a:cubicBezTo>
                        <a:pt x="449009" y="671596"/>
                        <a:pt x="448723" y="671120"/>
                        <a:pt x="448151" y="671215"/>
                      </a:cubicBezTo>
                      <a:close/>
                      <a:moveTo>
                        <a:pt x="445103" y="16181"/>
                      </a:moveTo>
                      <a:cubicBezTo>
                        <a:pt x="445103" y="13228"/>
                        <a:pt x="446341" y="13228"/>
                        <a:pt x="446818" y="14657"/>
                      </a:cubicBezTo>
                      <a:cubicBezTo>
                        <a:pt x="446532" y="16753"/>
                        <a:pt x="445580" y="17896"/>
                        <a:pt x="445103" y="16181"/>
                      </a:cubicBezTo>
                      <a:close/>
                      <a:moveTo>
                        <a:pt x="464058" y="41708"/>
                      </a:moveTo>
                      <a:cubicBezTo>
                        <a:pt x="465105" y="35517"/>
                        <a:pt x="468154" y="40279"/>
                        <a:pt x="470535" y="36755"/>
                      </a:cubicBezTo>
                      <a:cubicBezTo>
                        <a:pt x="469773" y="43899"/>
                        <a:pt x="465868" y="43518"/>
                        <a:pt x="464058" y="41708"/>
                      </a:cubicBezTo>
                      <a:close/>
                      <a:moveTo>
                        <a:pt x="480440" y="671501"/>
                      </a:moveTo>
                      <a:cubicBezTo>
                        <a:pt x="482060" y="672835"/>
                        <a:pt x="484537" y="666167"/>
                        <a:pt x="485013" y="675121"/>
                      </a:cubicBezTo>
                      <a:cubicBezTo>
                        <a:pt x="484060" y="675311"/>
                        <a:pt x="482632" y="674549"/>
                        <a:pt x="483203" y="678931"/>
                      </a:cubicBezTo>
                      <a:cubicBezTo>
                        <a:pt x="482060" y="679978"/>
                        <a:pt x="481774" y="678074"/>
                        <a:pt x="480917" y="678264"/>
                      </a:cubicBezTo>
                      <a:cubicBezTo>
                        <a:pt x="481108" y="674740"/>
                        <a:pt x="480440" y="674168"/>
                        <a:pt x="480440" y="671501"/>
                      </a:cubicBezTo>
                      <a:close/>
                      <a:moveTo>
                        <a:pt x="472821" y="25897"/>
                      </a:moveTo>
                      <a:cubicBezTo>
                        <a:pt x="472630" y="20372"/>
                        <a:pt x="474344" y="23706"/>
                        <a:pt x="475202" y="24182"/>
                      </a:cubicBezTo>
                      <a:cubicBezTo>
                        <a:pt x="475012" y="28183"/>
                        <a:pt x="473487" y="26373"/>
                        <a:pt x="472821" y="25897"/>
                      </a:cubicBezTo>
                      <a:close/>
                      <a:moveTo>
                        <a:pt x="481774" y="662071"/>
                      </a:moveTo>
                      <a:cubicBezTo>
                        <a:pt x="481774" y="659500"/>
                        <a:pt x="483394" y="661214"/>
                        <a:pt x="484060" y="660452"/>
                      </a:cubicBezTo>
                      <a:cubicBezTo>
                        <a:pt x="483869" y="664643"/>
                        <a:pt x="482346" y="664072"/>
                        <a:pt x="481774" y="662071"/>
                      </a:cubicBezTo>
                      <a:close/>
                      <a:moveTo>
                        <a:pt x="475869" y="25230"/>
                      </a:moveTo>
                      <a:lnTo>
                        <a:pt x="477202" y="24944"/>
                      </a:lnTo>
                      <a:cubicBezTo>
                        <a:pt x="477488" y="29230"/>
                        <a:pt x="475583" y="29707"/>
                        <a:pt x="475869" y="25230"/>
                      </a:cubicBezTo>
                      <a:close/>
                      <a:moveTo>
                        <a:pt x="487966" y="18943"/>
                      </a:moveTo>
                      <a:cubicBezTo>
                        <a:pt x="487966" y="15514"/>
                        <a:pt x="489965" y="15419"/>
                        <a:pt x="489681" y="19705"/>
                      </a:cubicBezTo>
                      <a:cubicBezTo>
                        <a:pt x="488918" y="22658"/>
                        <a:pt x="489109" y="18181"/>
                        <a:pt x="487966" y="18943"/>
                      </a:cubicBezTo>
                      <a:close/>
                      <a:moveTo>
                        <a:pt x="490728" y="46947"/>
                      </a:moveTo>
                      <a:cubicBezTo>
                        <a:pt x="493680" y="38660"/>
                        <a:pt x="497872" y="45613"/>
                        <a:pt x="499776" y="35707"/>
                      </a:cubicBezTo>
                      <a:cubicBezTo>
                        <a:pt x="500824" y="34088"/>
                        <a:pt x="500063" y="39327"/>
                        <a:pt x="501205" y="37708"/>
                      </a:cubicBezTo>
                      <a:cubicBezTo>
                        <a:pt x="500729" y="43518"/>
                        <a:pt x="500349" y="45899"/>
                        <a:pt x="499681" y="51805"/>
                      </a:cubicBezTo>
                      <a:cubicBezTo>
                        <a:pt x="497872" y="47804"/>
                        <a:pt x="496348" y="55138"/>
                        <a:pt x="494919" y="56281"/>
                      </a:cubicBezTo>
                      <a:cubicBezTo>
                        <a:pt x="493871" y="56186"/>
                        <a:pt x="493680" y="53043"/>
                        <a:pt x="492157" y="54662"/>
                      </a:cubicBezTo>
                      <a:cubicBezTo>
                        <a:pt x="492157" y="49138"/>
                        <a:pt x="493109" y="53329"/>
                        <a:pt x="494157" y="50757"/>
                      </a:cubicBezTo>
                      <a:cubicBezTo>
                        <a:pt x="493776" y="42851"/>
                        <a:pt x="491871" y="49423"/>
                        <a:pt x="490728" y="46947"/>
                      </a:cubicBezTo>
                      <a:close/>
                      <a:moveTo>
                        <a:pt x="493394" y="15419"/>
                      </a:moveTo>
                      <a:cubicBezTo>
                        <a:pt x="493394" y="18562"/>
                        <a:pt x="493966" y="17610"/>
                        <a:pt x="493490" y="19991"/>
                      </a:cubicBezTo>
                      <a:lnTo>
                        <a:pt x="494157" y="19801"/>
                      </a:lnTo>
                      <a:cubicBezTo>
                        <a:pt x="494728" y="23992"/>
                        <a:pt x="490728" y="16276"/>
                        <a:pt x="493394" y="15419"/>
                      </a:cubicBezTo>
                      <a:close/>
                      <a:moveTo>
                        <a:pt x="493966" y="29040"/>
                      </a:moveTo>
                      <a:cubicBezTo>
                        <a:pt x="494348" y="25897"/>
                        <a:pt x="495014" y="25325"/>
                        <a:pt x="495966" y="26278"/>
                      </a:cubicBezTo>
                      <a:cubicBezTo>
                        <a:pt x="495966" y="29230"/>
                        <a:pt x="494823" y="28849"/>
                        <a:pt x="493966" y="29040"/>
                      </a:cubicBezTo>
                      <a:close/>
                      <a:moveTo>
                        <a:pt x="496920" y="140482"/>
                      </a:moveTo>
                      <a:cubicBezTo>
                        <a:pt x="495871" y="139720"/>
                        <a:pt x="497681" y="138577"/>
                        <a:pt x="497205" y="135815"/>
                      </a:cubicBezTo>
                      <a:cubicBezTo>
                        <a:pt x="497777" y="137149"/>
                        <a:pt x="498634" y="137815"/>
                        <a:pt x="498634" y="141244"/>
                      </a:cubicBezTo>
                      <a:cubicBezTo>
                        <a:pt x="497681" y="143340"/>
                        <a:pt x="497205" y="137244"/>
                        <a:pt x="496920" y="140482"/>
                      </a:cubicBezTo>
                      <a:close/>
                      <a:moveTo>
                        <a:pt x="499301" y="154865"/>
                      </a:moveTo>
                      <a:cubicBezTo>
                        <a:pt x="499301" y="153151"/>
                        <a:pt x="500729" y="150960"/>
                        <a:pt x="499206" y="151436"/>
                      </a:cubicBezTo>
                      <a:cubicBezTo>
                        <a:pt x="502253" y="142483"/>
                        <a:pt x="501587" y="157246"/>
                        <a:pt x="501682" y="156580"/>
                      </a:cubicBezTo>
                      <a:cubicBezTo>
                        <a:pt x="501776" y="157532"/>
                        <a:pt x="501587" y="157723"/>
                        <a:pt x="501396" y="157818"/>
                      </a:cubicBezTo>
                      <a:lnTo>
                        <a:pt x="501396" y="160104"/>
                      </a:lnTo>
                      <a:cubicBezTo>
                        <a:pt x="500538" y="159056"/>
                        <a:pt x="500158" y="155818"/>
                        <a:pt x="499301" y="154865"/>
                      </a:cubicBezTo>
                      <a:close/>
                      <a:moveTo>
                        <a:pt x="498063" y="30373"/>
                      </a:moveTo>
                      <a:cubicBezTo>
                        <a:pt x="497872" y="25992"/>
                        <a:pt x="500158" y="28564"/>
                        <a:pt x="500349" y="25325"/>
                      </a:cubicBezTo>
                      <a:cubicBezTo>
                        <a:pt x="501396" y="27992"/>
                        <a:pt x="499395" y="31231"/>
                        <a:pt x="498063" y="30373"/>
                      </a:cubicBezTo>
                      <a:close/>
                      <a:moveTo>
                        <a:pt x="500158" y="121432"/>
                      </a:moveTo>
                      <a:cubicBezTo>
                        <a:pt x="500158" y="118003"/>
                        <a:pt x="502539" y="117527"/>
                        <a:pt x="502253" y="122099"/>
                      </a:cubicBezTo>
                      <a:cubicBezTo>
                        <a:pt x="500919" y="122861"/>
                        <a:pt x="501015" y="123623"/>
                        <a:pt x="500158" y="121432"/>
                      </a:cubicBezTo>
                      <a:close/>
                      <a:moveTo>
                        <a:pt x="503873" y="35898"/>
                      </a:moveTo>
                      <a:cubicBezTo>
                        <a:pt x="503968" y="40946"/>
                        <a:pt x="503968" y="45613"/>
                        <a:pt x="502348" y="45423"/>
                      </a:cubicBezTo>
                      <a:cubicBezTo>
                        <a:pt x="503777" y="42756"/>
                        <a:pt x="501491" y="35517"/>
                        <a:pt x="503873" y="35898"/>
                      </a:cubicBezTo>
                      <a:close/>
                      <a:moveTo>
                        <a:pt x="502158" y="12276"/>
                      </a:moveTo>
                      <a:cubicBezTo>
                        <a:pt x="502634" y="13800"/>
                        <a:pt x="504730" y="9990"/>
                        <a:pt x="505111" y="8180"/>
                      </a:cubicBezTo>
                      <a:cubicBezTo>
                        <a:pt x="505206" y="14467"/>
                        <a:pt x="502539" y="17419"/>
                        <a:pt x="501491" y="17038"/>
                      </a:cubicBezTo>
                      <a:cubicBezTo>
                        <a:pt x="501587" y="13990"/>
                        <a:pt x="503110" y="14943"/>
                        <a:pt x="502158" y="12276"/>
                      </a:cubicBezTo>
                      <a:close/>
                      <a:moveTo>
                        <a:pt x="503968" y="59901"/>
                      </a:moveTo>
                      <a:cubicBezTo>
                        <a:pt x="504158" y="58282"/>
                        <a:pt x="504634" y="57615"/>
                        <a:pt x="505301" y="57329"/>
                      </a:cubicBezTo>
                      <a:lnTo>
                        <a:pt x="505396" y="61901"/>
                      </a:lnTo>
                      <a:cubicBezTo>
                        <a:pt x="504253" y="63520"/>
                        <a:pt x="505016" y="58282"/>
                        <a:pt x="503968" y="59901"/>
                      </a:cubicBezTo>
                      <a:close/>
                      <a:moveTo>
                        <a:pt x="508445" y="39422"/>
                      </a:moveTo>
                      <a:cubicBezTo>
                        <a:pt x="507588" y="37136"/>
                        <a:pt x="509492" y="39517"/>
                        <a:pt x="509874" y="40279"/>
                      </a:cubicBezTo>
                      <a:cubicBezTo>
                        <a:pt x="509301" y="47328"/>
                        <a:pt x="509397" y="50947"/>
                        <a:pt x="508445" y="55519"/>
                      </a:cubicBezTo>
                      <a:cubicBezTo>
                        <a:pt x="507016" y="52757"/>
                        <a:pt x="506445" y="46756"/>
                        <a:pt x="505206" y="43708"/>
                      </a:cubicBezTo>
                      <a:cubicBezTo>
                        <a:pt x="506539" y="41327"/>
                        <a:pt x="506920" y="39422"/>
                        <a:pt x="508254" y="41899"/>
                      </a:cubicBezTo>
                      <a:cubicBezTo>
                        <a:pt x="508445" y="41327"/>
                        <a:pt x="508920" y="39517"/>
                        <a:pt x="508445" y="39422"/>
                      </a:cubicBezTo>
                      <a:close/>
                      <a:moveTo>
                        <a:pt x="507302" y="35041"/>
                      </a:moveTo>
                      <a:cubicBezTo>
                        <a:pt x="506634" y="34279"/>
                        <a:pt x="507397" y="28945"/>
                        <a:pt x="507492" y="26944"/>
                      </a:cubicBezTo>
                      <a:cubicBezTo>
                        <a:pt x="508540" y="25897"/>
                        <a:pt x="508731" y="27802"/>
                        <a:pt x="509588" y="27611"/>
                      </a:cubicBezTo>
                      <a:cubicBezTo>
                        <a:pt x="509015" y="30564"/>
                        <a:pt x="507588" y="31326"/>
                        <a:pt x="507302" y="35041"/>
                      </a:cubicBezTo>
                      <a:close/>
                      <a:moveTo>
                        <a:pt x="508731" y="101144"/>
                      </a:moveTo>
                      <a:cubicBezTo>
                        <a:pt x="508159" y="101049"/>
                        <a:pt x="509015" y="96286"/>
                        <a:pt x="508635" y="93143"/>
                      </a:cubicBezTo>
                      <a:cubicBezTo>
                        <a:pt x="509683" y="92953"/>
                        <a:pt x="509683" y="96382"/>
                        <a:pt x="510444" y="97334"/>
                      </a:cubicBezTo>
                      <a:cubicBezTo>
                        <a:pt x="510635" y="100858"/>
                        <a:pt x="508920" y="98572"/>
                        <a:pt x="508731" y="101144"/>
                      </a:cubicBezTo>
                      <a:close/>
                      <a:moveTo>
                        <a:pt x="509492" y="25420"/>
                      </a:moveTo>
                      <a:cubicBezTo>
                        <a:pt x="510063" y="23134"/>
                        <a:pt x="509492" y="22563"/>
                        <a:pt x="509397" y="19705"/>
                      </a:cubicBezTo>
                      <a:lnTo>
                        <a:pt x="510444" y="19420"/>
                      </a:lnTo>
                      <a:cubicBezTo>
                        <a:pt x="510635" y="21610"/>
                        <a:pt x="509492" y="24563"/>
                        <a:pt x="510826" y="23896"/>
                      </a:cubicBezTo>
                      <a:cubicBezTo>
                        <a:pt x="510826" y="25516"/>
                        <a:pt x="510063" y="25135"/>
                        <a:pt x="509492" y="25420"/>
                      </a:cubicBezTo>
                      <a:close/>
                      <a:moveTo>
                        <a:pt x="521398" y="619399"/>
                      </a:moveTo>
                      <a:cubicBezTo>
                        <a:pt x="521589" y="614542"/>
                        <a:pt x="523684" y="616351"/>
                        <a:pt x="524732" y="616351"/>
                      </a:cubicBezTo>
                      <a:cubicBezTo>
                        <a:pt x="523970" y="618352"/>
                        <a:pt x="522065" y="620638"/>
                        <a:pt x="521398" y="619399"/>
                      </a:cubicBezTo>
                      <a:close/>
                      <a:moveTo>
                        <a:pt x="531209" y="668834"/>
                      </a:moveTo>
                      <a:cubicBezTo>
                        <a:pt x="530923" y="664929"/>
                        <a:pt x="531209" y="662453"/>
                        <a:pt x="531400" y="659595"/>
                      </a:cubicBezTo>
                      <a:cubicBezTo>
                        <a:pt x="533019" y="661119"/>
                        <a:pt x="533114" y="663405"/>
                        <a:pt x="534543" y="663500"/>
                      </a:cubicBezTo>
                      <a:cubicBezTo>
                        <a:pt x="534066" y="667120"/>
                        <a:pt x="532638" y="668167"/>
                        <a:pt x="531209" y="668834"/>
                      </a:cubicBezTo>
                      <a:close/>
                      <a:moveTo>
                        <a:pt x="534829" y="693218"/>
                      </a:moveTo>
                      <a:cubicBezTo>
                        <a:pt x="534734" y="687503"/>
                        <a:pt x="535877" y="691885"/>
                        <a:pt x="537401" y="690361"/>
                      </a:cubicBezTo>
                      <a:cubicBezTo>
                        <a:pt x="537210" y="695599"/>
                        <a:pt x="536257" y="692361"/>
                        <a:pt x="534829" y="693218"/>
                      </a:cubicBezTo>
                      <a:close/>
                      <a:moveTo>
                        <a:pt x="533591" y="609874"/>
                      </a:moveTo>
                      <a:lnTo>
                        <a:pt x="535114" y="609589"/>
                      </a:lnTo>
                      <a:cubicBezTo>
                        <a:pt x="535400" y="615780"/>
                        <a:pt x="535591" y="615018"/>
                        <a:pt x="536163" y="620828"/>
                      </a:cubicBezTo>
                      <a:lnTo>
                        <a:pt x="534638" y="621114"/>
                      </a:lnTo>
                      <a:cubicBezTo>
                        <a:pt x="535781" y="615685"/>
                        <a:pt x="534066" y="615208"/>
                        <a:pt x="533591" y="609874"/>
                      </a:cubicBezTo>
                      <a:close/>
                      <a:moveTo>
                        <a:pt x="527209" y="242305"/>
                      </a:moveTo>
                      <a:cubicBezTo>
                        <a:pt x="528256" y="243638"/>
                        <a:pt x="528733" y="247258"/>
                        <a:pt x="529780" y="248591"/>
                      </a:cubicBezTo>
                      <a:cubicBezTo>
                        <a:pt x="530447" y="248591"/>
                        <a:pt x="530447" y="247067"/>
                        <a:pt x="531209" y="247162"/>
                      </a:cubicBezTo>
                      <a:cubicBezTo>
                        <a:pt x="531209" y="244305"/>
                        <a:pt x="530923" y="242495"/>
                        <a:pt x="530351" y="241638"/>
                      </a:cubicBezTo>
                      <a:cubicBezTo>
                        <a:pt x="529876" y="242305"/>
                        <a:pt x="530542" y="243067"/>
                        <a:pt x="530447" y="245067"/>
                      </a:cubicBezTo>
                      <a:cubicBezTo>
                        <a:pt x="529780" y="245353"/>
                        <a:pt x="529685" y="243829"/>
                        <a:pt x="529019" y="244210"/>
                      </a:cubicBezTo>
                      <a:cubicBezTo>
                        <a:pt x="528733" y="240781"/>
                        <a:pt x="530162" y="242590"/>
                        <a:pt x="529590" y="238399"/>
                      </a:cubicBezTo>
                      <a:cubicBezTo>
                        <a:pt x="529113" y="235066"/>
                        <a:pt x="528256" y="240400"/>
                        <a:pt x="527781" y="237637"/>
                      </a:cubicBezTo>
                      <a:cubicBezTo>
                        <a:pt x="527685" y="233446"/>
                        <a:pt x="530257" y="236780"/>
                        <a:pt x="529780" y="231446"/>
                      </a:cubicBezTo>
                      <a:cubicBezTo>
                        <a:pt x="530828" y="230398"/>
                        <a:pt x="531114" y="232303"/>
                        <a:pt x="531876" y="232113"/>
                      </a:cubicBezTo>
                      <a:cubicBezTo>
                        <a:pt x="532162" y="228589"/>
                        <a:pt x="531019" y="230303"/>
                        <a:pt x="530447" y="230208"/>
                      </a:cubicBezTo>
                      <a:lnTo>
                        <a:pt x="530351" y="225636"/>
                      </a:lnTo>
                      <a:cubicBezTo>
                        <a:pt x="531494" y="224874"/>
                        <a:pt x="532352" y="225636"/>
                        <a:pt x="533209" y="226112"/>
                      </a:cubicBezTo>
                      <a:cubicBezTo>
                        <a:pt x="533591" y="225541"/>
                        <a:pt x="534352" y="221445"/>
                        <a:pt x="533114" y="222683"/>
                      </a:cubicBezTo>
                      <a:cubicBezTo>
                        <a:pt x="534924" y="221350"/>
                        <a:pt x="537115" y="221826"/>
                        <a:pt x="538449" y="226017"/>
                      </a:cubicBezTo>
                      <a:cubicBezTo>
                        <a:pt x="539687" y="225445"/>
                        <a:pt x="537686" y="221159"/>
                        <a:pt x="538733" y="221350"/>
                      </a:cubicBezTo>
                      <a:cubicBezTo>
                        <a:pt x="539401" y="222874"/>
                        <a:pt x="540067" y="228398"/>
                        <a:pt x="540067" y="231351"/>
                      </a:cubicBezTo>
                      <a:cubicBezTo>
                        <a:pt x="537781" y="230779"/>
                        <a:pt x="536448" y="226874"/>
                        <a:pt x="534352" y="225826"/>
                      </a:cubicBezTo>
                      <a:cubicBezTo>
                        <a:pt x="534734" y="229255"/>
                        <a:pt x="536067" y="229255"/>
                        <a:pt x="537306" y="229732"/>
                      </a:cubicBezTo>
                      <a:cubicBezTo>
                        <a:pt x="536734" y="234113"/>
                        <a:pt x="537590" y="232494"/>
                        <a:pt x="538449" y="234018"/>
                      </a:cubicBezTo>
                      <a:cubicBezTo>
                        <a:pt x="537972" y="239828"/>
                        <a:pt x="535972" y="236875"/>
                        <a:pt x="534352" y="238399"/>
                      </a:cubicBezTo>
                      <a:cubicBezTo>
                        <a:pt x="535114" y="242400"/>
                        <a:pt x="537781" y="241257"/>
                        <a:pt x="539592" y="238304"/>
                      </a:cubicBezTo>
                      <a:cubicBezTo>
                        <a:pt x="539876" y="241828"/>
                        <a:pt x="538544" y="241162"/>
                        <a:pt x="539019" y="245353"/>
                      </a:cubicBezTo>
                      <a:cubicBezTo>
                        <a:pt x="539782" y="247162"/>
                        <a:pt x="540067" y="245162"/>
                        <a:pt x="541115" y="244876"/>
                      </a:cubicBezTo>
                      <a:cubicBezTo>
                        <a:pt x="541210" y="249448"/>
                        <a:pt x="539401" y="248496"/>
                        <a:pt x="538067" y="248972"/>
                      </a:cubicBezTo>
                      <a:cubicBezTo>
                        <a:pt x="538733" y="248020"/>
                        <a:pt x="539019" y="243543"/>
                        <a:pt x="537972" y="243257"/>
                      </a:cubicBezTo>
                      <a:cubicBezTo>
                        <a:pt x="536829" y="248210"/>
                        <a:pt x="535209" y="247353"/>
                        <a:pt x="533591" y="252306"/>
                      </a:cubicBezTo>
                      <a:cubicBezTo>
                        <a:pt x="534924" y="255354"/>
                        <a:pt x="535877" y="248210"/>
                        <a:pt x="537781" y="249067"/>
                      </a:cubicBezTo>
                      <a:cubicBezTo>
                        <a:pt x="537115" y="252877"/>
                        <a:pt x="538258" y="249163"/>
                        <a:pt x="538924" y="252211"/>
                      </a:cubicBezTo>
                      <a:cubicBezTo>
                        <a:pt x="539019" y="255925"/>
                        <a:pt x="538638" y="258497"/>
                        <a:pt x="537686" y="259354"/>
                      </a:cubicBezTo>
                      <a:cubicBezTo>
                        <a:pt x="537781" y="258307"/>
                        <a:pt x="537972" y="257259"/>
                        <a:pt x="538353" y="256878"/>
                      </a:cubicBezTo>
                      <a:cubicBezTo>
                        <a:pt x="534638" y="253735"/>
                        <a:pt x="532828" y="259164"/>
                        <a:pt x="531305" y="256211"/>
                      </a:cubicBezTo>
                      <a:lnTo>
                        <a:pt x="531114" y="249353"/>
                      </a:lnTo>
                      <a:cubicBezTo>
                        <a:pt x="529876" y="251830"/>
                        <a:pt x="529494" y="249163"/>
                        <a:pt x="528256" y="248877"/>
                      </a:cubicBezTo>
                      <a:cubicBezTo>
                        <a:pt x="528828" y="244114"/>
                        <a:pt x="527209" y="247067"/>
                        <a:pt x="527209" y="242305"/>
                      </a:cubicBezTo>
                      <a:close/>
                      <a:moveTo>
                        <a:pt x="529113" y="217825"/>
                      </a:moveTo>
                      <a:cubicBezTo>
                        <a:pt x="530637" y="218302"/>
                        <a:pt x="531209" y="219159"/>
                        <a:pt x="530447" y="214111"/>
                      </a:cubicBezTo>
                      <a:cubicBezTo>
                        <a:pt x="531494" y="214682"/>
                        <a:pt x="531971" y="219540"/>
                        <a:pt x="532543" y="214777"/>
                      </a:cubicBezTo>
                      <a:cubicBezTo>
                        <a:pt x="533686" y="214015"/>
                        <a:pt x="533686" y="217921"/>
                        <a:pt x="534352" y="218968"/>
                      </a:cubicBezTo>
                      <a:cubicBezTo>
                        <a:pt x="533400" y="220302"/>
                        <a:pt x="532828" y="222493"/>
                        <a:pt x="531590" y="223064"/>
                      </a:cubicBezTo>
                      <a:cubicBezTo>
                        <a:pt x="532257" y="213444"/>
                        <a:pt x="529399" y="224398"/>
                        <a:pt x="529113" y="217825"/>
                      </a:cubicBezTo>
                      <a:close/>
                      <a:moveTo>
                        <a:pt x="527970" y="265069"/>
                      </a:moveTo>
                      <a:cubicBezTo>
                        <a:pt x="528161" y="262498"/>
                        <a:pt x="529590" y="260878"/>
                        <a:pt x="530067" y="262307"/>
                      </a:cubicBezTo>
                      <a:cubicBezTo>
                        <a:pt x="530257" y="267165"/>
                        <a:pt x="528828" y="265641"/>
                        <a:pt x="527970" y="265069"/>
                      </a:cubicBezTo>
                      <a:close/>
                      <a:moveTo>
                        <a:pt x="533209" y="211158"/>
                      </a:moveTo>
                      <a:cubicBezTo>
                        <a:pt x="534066" y="208205"/>
                        <a:pt x="535686" y="212587"/>
                        <a:pt x="535972" y="207062"/>
                      </a:cubicBezTo>
                      <a:cubicBezTo>
                        <a:pt x="537306" y="206586"/>
                        <a:pt x="535877" y="208872"/>
                        <a:pt x="536734" y="210301"/>
                      </a:cubicBezTo>
                      <a:cubicBezTo>
                        <a:pt x="537877" y="208681"/>
                        <a:pt x="539972" y="209158"/>
                        <a:pt x="540544" y="208205"/>
                      </a:cubicBezTo>
                      <a:cubicBezTo>
                        <a:pt x="541019" y="211539"/>
                        <a:pt x="539782" y="210396"/>
                        <a:pt x="539210" y="210777"/>
                      </a:cubicBezTo>
                      <a:cubicBezTo>
                        <a:pt x="539592" y="215254"/>
                        <a:pt x="541019" y="215349"/>
                        <a:pt x="542830" y="214492"/>
                      </a:cubicBezTo>
                      <a:cubicBezTo>
                        <a:pt x="542639" y="218206"/>
                        <a:pt x="541687" y="219349"/>
                        <a:pt x="541973" y="221540"/>
                      </a:cubicBezTo>
                      <a:cubicBezTo>
                        <a:pt x="540925" y="220302"/>
                        <a:pt x="541782" y="218968"/>
                        <a:pt x="539876" y="220873"/>
                      </a:cubicBezTo>
                      <a:cubicBezTo>
                        <a:pt x="539972" y="218492"/>
                        <a:pt x="540734" y="218397"/>
                        <a:pt x="540830" y="216111"/>
                      </a:cubicBezTo>
                      <a:cubicBezTo>
                        <a:pt x="539210" y="220016"/>
                        <a:pt x="537401" y="222112"/>
                        <a:pt x="535305" y="219730"/>
                      </a:cubicBezTo>
                      <a:cubicBezTo>
                        <a:pt x="536829" y="218111"/>
                        <a:pt x="538258" y="215920"/>
                        <a:pt x="539401" y="213063"/>
                      </a:cubicBezTo>
                      <a:cubicBezTo>
                        <a:pt x="537972" y="210777"/>
                        <a:pt x="533876" y="218111"/>
                        <a:pt x="533209" y="211158"/>
                      </a:cubicBezTo>
                      <a:close/>
                      <a:moveTo>
                        <a:pt x="533400" y="127433"/>
                      </a:moveTo>
                      <a:cubicBezTo>
                        <a:pt x="533686" y="124957"/>
                        <a:pt x="535877" y="125242"/>
                        <a:pt x="535495" y="129243"/>
                      </a:cubicBezTo>
                      <a:cubicBezTo>
                        <a:pt x="534352" y="130386"/>
                        <a:pt x="534066" y="128290"/>
                        <a:pt x="533400" y="127433"/>
                      </a:cubicBezTo>
                      <a:close/>
                      <a:moveTo>
                        <a:pt x="545116" y="575203"/>
                      </a:moveTo>
                      <a:lnTo>
                        <a:pt x="546259" y="574918"/>
                      </a:lnTo>
                      <a:lnTo>
                        <a:pt x="546449" y="581776"/>
                      </a:lnTo>
                      <a:cubicBezTo>
                        <a:pt x="545592" y="580918"/>
                        <a:pt x="545116" y="578728"/>
                        <a:pt x="545116" y="575203"/>
                      </a:cubicBezTo>
                      <a:close/>
                      <a:moveTo>
                        <a:pt x="536448" y="138196"/>
                      </a:moveTo>
                      <a:cubicBezTo>
                        <a:pt x="536734" y="139149"/>
                        <a:pt x="537115" y="139720"/>
                        <a:pt x="537495" y="140197"/>
                      </a:cubicBezTo>
                      <a:cubicBezTo>
                        <a:pt x="537495" y="143054"/>
                        <a:pt x="536257" y="143149"/>
                        <a:pt x="535781" y="141721"/>
                      </a:cubicBezTo>
                      <a:cubicBezTo>
                        <a:pt x="536257" y="140006"/>
                        <a:pt x="535877" y="135720"/>
                        <a:pt x="537020" y="135720"/>
                      </a:cubicBezTo>
                      <a:cubicBezTo>
                        <a:pt x="537210" y="137625"/>
                        <a:pt x="536829" y="137911"/>
                        <a:pt x="536448" y="138196"/>
                      </a:cubicBezTo>
                      <a:close/>
                      <a:moveTo>
                        <a:pt x="540162" y="223255"/>
                      </a:moveTo>
                      <a:lnTo>
                        <a:pt x="541591" y="222969"/>
                      </a:lnTo>
                      <a:lnTo>
                        <a:pt x="541687" y="227541"/>
                      </a:lnTo>
                      <a:cubicBezTo>
                        <a:pt x="540544" y="228303"/>
                        <a:pt x="540067" y="226874"/>
                        <a:pt x="540162" y="223255"/>
                      </a:cubicBezTo>
                      <a:close/>
                      <a:moveTo>
                        <a:pt x="538067" y="134291"/>
                      </a:moveTo>
                      <a:cubicBezTo>
                        <a:pt x="538449" y="128671"/>
                        <a:pt x="541019" y="135910"/>
                        <a:pt x="540258" y="138387"/>
                      </a:cubicBezTo>
                      <a:cubicBezTo>
                        <a:pt x="539210" y="138387"/>
                        <a:pt x="538733" y="135815"/>
                        <a:pt x="538067" y="134291"/>
                      </a:cubicBezTo>
                      <a:close/>
                      <a:moveTo>
                        <a:pt x="544259" y="262402"/>
                      </a:moveTo>
                      <a:lnTo>
                        <a:pt x="544163" y="257830"/>
                      </a:lnTo>
                      <a:cubicBezTo>
                        <a:pt x="544545" y="257926"/>
                        <a:pt x="544830" y="257449"/>
                        <a:pt x="544830" y="256497"/>
                      </a:cubicBezTo>
                      <a:cubicBezTo>
                        <a:pt x="545592" y="257164"/>
                        <a:pt x="545116" y="262974"/>
                        <a:pt x="544259" y="262402"/>
                      </a:cubicBezTo>
                      <a:close/>
                      <a:moveTo>
                        <a:pt x="544639" y="190108"/>
                      </a:moveTo>
                      <a:cubicBezTo>
                        <a:pt x="544830" y="185821"/>
                        <a:pt x="546449" y="188298"/>
                        <a:pt x="546449" y="192013"/>
                      </a:cubicBezTo>
                      <a:cubicBezTo>
                        <a:pt x="545497" y="192394"/>
                        <a:pt x="545306" y="190393"/>
                        <a:pt x="544639" y="190108"/>
                      </a:cubicBezTo>
                      <a:close/>
                      <a:moveTo>
                        <a:pt x="547592" y="184774"/>
                      </a:moveTo>
                      <a:cubicBezTo>
                        <a:pt x="548354" y="184202"/>
                        <a:pt x="548926" y="184678"/>
                        <a:pt x="549401" y="185536"/>
                      </a:cubicBezTo>
                      <a:cubicBezTo>
                        <a:pt x="549592" y="188107"/>
                        <a:pt x="548449" y="187060"/>
                        <a:pt x="548449" y="189155"/>
                      </a:cubicBezTo>
                      <a:cubicBezTo>
                        <a:pt x="547783" y="189060"/>
                        <a:pt x="547592" y="187441"/>
                        <a:pt x="547592" y="184774"/>
                      </a:cubicBezTo>
                      <a:close/>
                      <a:moveTo>
                        <a:pt x="573309" y="447283"/>
                      </a:moveTo>
                      <a:cubicBezTo>
                        <a:pt x="574263" y="444425"/>
                        <a:pt x="571595" y="444616"/>
                        <a:pt x="571976" y="439567"/>
                      </a:cubicBezTo>
                      <a:cubicBezTo>
                        <a:pt x="574738" y="442520"/>
                        <a:pt x="577596" y="435567"/>
                        <a:pt x="580453" y="440996"/>
                      </a:cubicBezTo>
                      <a:cubicBezTo>
                        <a:pt x="580548" y="444806"/>
                        <a:pt x="580644" y="448616"/>
                        <a:pt x="582168" y="447473"/>
                      </a:cubicBezTo>
                      <a:cubicBezTo>
                        <a:pt x="581596" y="451569"/>
                        <a:pt x="582359" y="452902"/>
                        <a:pt x="582454" y="457760"/>
                      </a:cubicBezTo>
                      <a:cubicBezTo>
                        <a:pt x="581406" y="457093"/>
                        <a:pt x="581025" y="453950"/>
                        <a:pt x="580073" y="452617"/>
                      </a:cubicBezTo>
                      <a:cubicBezTo>
                        <a:pt x="578739" y="457379"/>
                        <a:pt x="576738" y="453855"/>
                        <a:pt x="576167" y="456998"/>
                      </a:cubicBezTo>
                      <a:cubicBezTo>
                        <a:pt x="575120" y="456236"/>
                        <a:pt x="574834" y="452712"/>
                        <a:pt x="574452" y="449378"/>
                      </a:cubicBezTo>
                      <a:cubicBezTo>
                        <a:pt x="573214" y="452331"/>
                        <a:pt x="572357" y="451759"/>
                        <a:pt x="571786" y="446521"/>
                      </a:cubicBezTo>
                      <a:cubicBezTo>
                        <a:pt x="572262" y="444901"/>
                        <a:pt x="573120" y="444711"/>
                        <a:pt x="573309" y="447283"/>
                      </a:cubicBezTo>
                      <a:close/>
                      <a:moveTo>
                        <a:pt x="572357" y="449854"/>
                      </a:moveTo>
                      <a:cubicBezTo>
                        <a:pt x="571405" y="455855"/>
                        <a:pt x="573595" y="455760"/>
                        <a:pt x="573786" y="460999"/>
                      </a:cubicBezTo>
                      <a:cubicBezTo>
                        <a:pt x="569405" y="458522"/>
                        <a:pt x="562927" y="466047"/>
                        <a:pt x="560737" y="454807"/>
                      </a:cubicBezTo>
                      <a:cubicBezTo>
                        <a:pt x="559689" y="456522"/>
                        <a:pt x="558926" y="456427"/>
                        <a:pt x="558165" y="454236"/>
                      </a:cubicBezTo>
                      <a:cubicBezTo>
                        <a:pt x="557117" y="455188"/>
                        <a:pt x="558546" y="456617"/>
                        <a:pt x="558260" y="458808"/>
                      </a:cubicBezTo>
                      <a:cubicBezTo>
                        <a:pt x="556927" y="457284"/>
                        <a:pt x="555688" y="455569"/>
                        <a:pt x="555117" y="451474"/>
                      </a:cubicBezTo>
                      <a:cubicBezTo>
                        <a:pt x="558926" y="451474"/>
                        <a:pt x="560165" y="449188"/>
                        <a:pt x="562832" y="450902"/>
                      </a:cubicBezTo>
                      <a:cubicBezTo>
                        <a:pt x="562737" y="449569"/>
                        <a:pt x="562166" y="450140"/>
                        <a:pt x="561689" y="450045"/>
                      </a:cubicBezTo>
                      <a:cubicBezTo>
                        <a:pt x="564070" y="438710"/>
                        <a:pt x="565881" y="449473"/>
                        <a:pt x="570262" y="443568"/>
                      </a:cubicBezTo>
                      <a:cubicBezTo>
                        <a:pt x="570738" y="446140"/>
                        <a:pt x="571023" y="448997"/>
                        <a:pt x="571214" y="452521"/>
                      </a:cubicBezTo>
                      <a:cubicBezTo>
                        <a:pt x="571691" y="451569"/>
                        <a:pt x="571595" y="449664"/>
                        <a:pt x="572357" y="449854"/>
                      </a:cubicBezTo>
                      <a:close/>
                      <a:moveTo>
                        <a:pt x="567119" y="534817"/>
                      </a:moveTo>
                      <a:cubicBezTo>
                        <a:pt x="566738" y="530531"/>
                        <a:pt x="568737" y="530055"/>
                        <a:pt x="568547" y="534532"/>
                      </a:cubicBezTo>
                      <a:lnTo>
                        <a:pt x="567119" y="534817"/>
                      </a:lnTo>
                      <a:close/>
                      <a:moveTo>
                        <a:pt x="559308" y="257735"/>
                      </a:moveTo>
                      <a:cubicBezTo>
                        <a:pt x="559212" y="248877"/>
                        <a:pt x="561975" y="256497"/>
                        <a:pt x="559308" y="257735"/>
                      </a:cubicBezTo>
                      <a:lnTo>
                        <a:pt x="559308" y="257735"/>
                      </a:lnTo>
                      <a:close/>
                      <a:moveTo>
                        <a:pt x="559784" y="262212"/>
                      </a:moveTo>
                      <a:cubicBezTo>
                        <a:pt x="559689" y="258783"/>
                        <a:pt x="561784" y="258688"/>
                        <a:pt x="561594" y="262974"/>
                      </a:cubicBezTo>
                      <a:cubicBezTo>
                        <a:pt x="560737" y="263641"/>
                        <a:pt x="560737" y="261069"/>
                        <a:pt x="559784" y="262212"/>
                      </a:cubicBezTo>
                      <a:close/>
                      <a:moveTo>
                        <a:pt x="568833" y="542437"/>
                      </a:moveTo>
                      <a:cubicBezTo>
                        <a:pt x="570357" y="540818"/>
                        <a:pt x="570357" y="544533"/>
                        <a:pt x="571500" y="544152"/>
                      </a:cubicBezTo>
                      <a:cubicBezTo>
                        <a:pt x="571023" y="546057"/>
                        <a:pt x="570357" y="547295"/>
                        <a:pt x="569405" y="548057"/>
                      </a:cubicBezTo>
                      <a:cubicBezTo>
                        <a:pt x="569023" y="546819"/>
                        <a:pt x="568737" y="545104"/>
                        <a:pt x="568833" y="542437"/>
                      </a:cubicBezTo>
                      <a:close/>
                      <a:moveTo>
                        <a:pt x="577215" y="537103"/>
                      </a:moveTo>
                      <a:cubicBezTo>
                        <a:pt x="577596" y="533960"/>
                        <a:pt x="578358" y="531769"/>
                        <a:pt x="579215" y="529769"/>
                      </a:cubicBezTo>
                      <a:cubicBezTo>
                        <a:pt x="578834" y="524530"/>
                        <a:pt x="578072" y="531769"/>
                        <a:pt x="577692" y="529007"/>
                      </a:cubicBezTo>
                      <a:cubicBezTo>
                        <a:pt x="577310" y="524721"/>
                        <a:pt x="579405" y="527197"/>
                        <a:pt x="580168" y="526150"/>
                      </a:cubicBezTo>
                      <a:cubicBezTo>
                        <a:pt x="580168" y="531103"/>
                        <a:pt x="582073" y="529198"/>
                        <a:pt x="582263" y="533674"/>
                      </a:cubicBezTo>
                      <a:cubicBezTo>
                        <a:pt x="580834" y="533865"/>
                        <a:pt x="579310" y="533674"/>
                        <a:pt x="579405" y="537770"/>
                      </a:cubicBezTo>
                      <a:cubicBezTo>
                        <a:pt x="578358" y="538818"/>
                        <a:pt x="578072" y="536818"/>
                        <a:pt x="577215" y="537103"/>
                      </a:cubicBezTo>
                      <a:close/>
                      <a:moveTo>
                        <a:pt x="573405" y="268213"/>
                      </a:moveTo>
                      <a:cubicBezTo>
                        <a:pt x="573405" y="264688"/>
                        <a:pt x="575215" y="265355"/>
                        <a:pt x="575215" y="268975"/>
                      </a:cubicBezTo>
                      <a:cubicBezTo>
                        <a:pt x="574452" y="269451"/>
                        <a:pt x="573881" y="269070"/>
                        <a:pt x="573405" y="268213"/>
                      </a:cubicBezTo>
                      <a:close/>
                      <a:moveTo>
                        <a:pt x="578262" y="288787"/>
                      </a:moveTo>
                      <a:cubicBezTo>
                        <a:pt x="577596" y="287929"/>
                        <a:pt x="576358" y="289263"/>
                        <a:pt x="576358" y="285834"/>
                      </a:cubicBezTo>
                      <a:cubicBezTo>
                        <a:pt x="577405" y="285643"/>
                        <a:pt x="578644" y="284215"/>
                        <a:pt x="578262" y="288787"/>
                      </a:cubicBezTo>
                      <a:close/>
                      <a:moveTo>
                        <a:pt x="580548" y="280214"/>
                      </a:moveTo>
                      <a:cubicBezTo>
                        <a:pt x="581025" y="284024"/>
                        <a:pt x="582263" y="283167"/>
                        <a:pt x="581120" y="286977"/>
                      </a:cubicBezTo>
                      <a:cubicBezTo>
                        <a:pt x="582549" y="289072"/>
                        <a:pt x="584835" y="283643"/>
                        <a:pt x="585215" y="291739"/>
                      </a:cubicBezTo>
                      <a:cubicBezTo>
                        <a:pt x="582930" y="292787"/>
                        <a:pt x="580168" y="295740"/>
                        <a:pt x="578358" y="288787"/>
                      </a:cubicBezTo>
                      <a:cubicBezTo>
                        <a:pt x="578548" y="286120"/>
                        <a:pt x="579787" y="286405"/>
                        <a:pt x="580358" y="284881"/>
                      </a:cubicBezTo>
                      <a:cubicBezTo>
                        <a:pt x="578834" y="282405"/>
                        <a:pt x="576833" y="280500"/>
                        <a:pt x="575406" y="284977"/>
                      </a:cubicBezTo>
                      <a:cubicBezTo>
                        <a:pt x="574548" y="278309"/>
                        <a:pt x="578644" y="277642"/>
                        <a:pt x="579882" y="281643"/>
                      </a:cubicBezTo>
                      <a:cubicBezTo>
                        <a:pt x="580358" y="281833"/>
                        <a:pt x="581025" y="278023"/>
                        <a:pt x="580168" y="278119"/>
                      </a:cubicBezTo>
                      <a:cubicBezTo>
                        <a:pt x="580834" y="275356"/>
                        <a:pt x="582645" y="278595"/>
                        <a:pt x="583406" y="279643"/>
                      </a:cubicBezTo>
                      <a:cubicBezTo>
                        <a:pt x="583406" y="284786"/>
                        <a:pt x="581025" y="280976"/>
                        <a:pt x="580548" y="280214"/>
                      </a:cubicBezTo>
                      <a:close/>
                      <a:moveTo>
                        <a:pt x="582739" y="465761"/>
                      </a:moveTo>
                      <a:cubicBezTo>
                        <a:pt x="582930" y="460618"/>
                        <a:pt x="584359" y="463951"/>
                        <a:pt x="585215" y="461761"/>
                      </a:cubicBezTo>
                      <a:cubicBezTo>
                        <a:pt x="585120" y="458808"/>
                        <a:pt x="583788" y="460237"/>
                        <a:pt x="583311" y="458808"/>
                      </a:cubicBezTo>
                      <a:cubicBezTo>
                        <a:pt x="583502" y="455093"/>
                        <a:pt x="584168" y="452617"/>
                        <a:pt x="585311" y="451474"/>
                      </a:cubicBezTo>
                      <a:cubicBezTo>
                        <a:pt x="587312" y="458332"/>
                        <a:pt x="586074" y="462808"/>
                        <a:pt x="588169" y="470333"/>
                      </a:cubicBezTo>
                      <a:cubicBezTo>
                        <a:pt x="586454" y="469381"/>
                        <a:pt x="587501" y="475572"/>
                        <a:pt x="585692" y="474334"/>
                      </a:cubicBezTo>
                      <a:cubicBezTo>
                        <a:pt x="586169" y="470619"/>
                        <a:pt x="586263" y="468142"/>
                        <a:pt x="585406" y="465190"/>
                      </a:cubicBezTo>
                      <a:cubicBezTo>
                        <a:pt x="584073" y="466618"/>
                        <a:pt x="583788" y="469000"/>
                        <a:pt x="582739" y="465761"/>
                      </a:cubicBezTo>
                      <a:close/>
                      <a:moveTo>
                        <a:pt x="585120" y="280309"/>
                      </a:moveTo>
                      <a:cubicBezTo>
                        <a:pt x="585788" y="275928"/>
                        <a:pt x="586454" y="279262"/>
                        <a:pt x="587883" y="278500"/>
                      </a:cubicBezTo>
                      <a:cubicBezTo>
                        <a:pt x="587217" y="281548"/>
                        <a:pt x="586169" y="282786"/>
                        <a:pt x="585120" y="280309"/>
                      </a:cubicBezTo>
                      <a:close/>
                      <a:moveTo>
                        <a:pt x="151448" y="225826"/>
                      </a:moveTo>
                      <a:cubicBezTo>
                        <a:pt x="153448" y="225541"/>
                        <a:pt x="154495" y="223445"/>
                        <a:pt x="155352" y="225160"/>
                      </a:cubicBezTo>
                      <a:cubicBezTo>
                        <a:pt x="155163" y="227350"/>
                        <a:pt x="154305" y="227350"/>
                        <a:pt x="154400" y="230970"/>
                      </a:cubicBezTo>
                      <a:cubicBezTo>
                        <a:pt x="153829" y="226017"/>
                        <a:pt x="152114" y="231732"/>
                        <a:pt x="151448" y="225826"/>
                      </a:cubicBezTo>
                      <a:close/>
                      <a:moveTo>
                        <a:pt x="161258" y="240019"/>
                      </a:moveTo>
                      <a:cubicBezTo>
                        <a:pt x="160496" y="244019"/>
                        <a:pt x="159830" y="239542"/>
                        <a:pt x="159639" y="244781"/>
                      </a:cubicBezTo>
                      <a:cubicBezTo>
                        <a:pt x="158019" y="245638"/>
                        <a:pt x="157924" y="243543"/>
                        <a:pt x="156781" y="245257"/>
                      </a:cubicBezTo>
                      <a:cubicBezTo>
                        <a:pt x="157353" y="238780"/>
                        <a:pt x="159544" y="239733"/>
                        <a:pt x="161258" y="240019"/>
                      </a:cubicBezTo>
                      <a:close/>
                      <a:moveTo>
                        <a:pt x="158876" y="236971"/>
                      </a:moveTo>
                      <a:cubicBezTo>
                        <a:pt x="156876" y="235161"/>
                        <a:pt x="159544" y="233351"/>
                        <a:pt x="160401" y="234494"/>
                      </a:cubicBezTo>
                      <a:cubicBezTo>
                        <a:pt x="160019" y="236590"/>
                        <a:pt x="159448" y="238209"/>
                        <a:pt x="158782" y="239352"/>
                      </a:cubicBezTo>
                      <a:cubicBezTo>
                        <a:pt x="158019" y="238685"/>
                        <a:pt x="156972" y="238685"/>
                        <a:pt x="156306" y="237447"/>
                      </a:cubicBezTo>
                      <a:cubicBezTo>
                        <a:pt x="157163" y="232113"/>
                        <a:pt x="157544" y="238209"/>
                        <a:pt x="158876" y="23697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1" name="Freeform: Shape 1010">
                  <a:extLst>
                    <a:ext uri="{FF2B5EF4-FFF2-40B4-BE49-F238E27FC236}">
                      <a16:creationId xmlns:a16="http://schemas.microsoft.com/office/drawing/2014/main" id="{308F1FDA-64FC-473E-A0C2-20990FBC83DC}"/>
                    </a:ext>
                  </a:extLst>
                </p:cNvPr>
                <p:cNvSpPr/>
                <p:nvPr/>
              </p:nvSpPr>
              <p:spPr>
                <a:xfrm>
                  <a:off x="10850974" y="2074718"/>
                  <a:ext cx="6191" cy="13732"/>
                </a:xfrm>
                <a:custGeom>
                  <a:avLst/>
                  <a:gdLst>
                    <a:gd name="connsiteX0" fmla="*/ 2286 w 6191"/>
                    <a:gd name="connsiteY0" fmla="*/ 303 h 13732"/>
                    <a:gd name="connsiteX1" fmla="*/ 3810 w 6191"/>
                    <a:gd name="connsiteY1" fmla="*/ 3446 h 13732"/>
                    <a:gd name="connsiteX2" fmla="*/ 6191 w 6191"/>
                    <a:gd name="connsiteY2" fmla="*/ 10971 h 13732"/>
                    <a:gd name="connsiteX3" fmla="*/ 3906 w 6191"/>
                    <a:gd name="connsiteY3" fmla="*/ 13733 h 13732"/>
                    <a:gd name="connsiteX4" fmla="*/ 0 w 6191"/>
                    <a:gd name="connsiteY4" fmla="*/ 3160 h 13732"/>
                    <a:gd name="connsiteX5" fmla="*/ 2286 w 6191"/>
                    <a:gd name="connsiteY5" fmla="*/ 303 h 13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191" h="13732">
                      <a:moveTo>
                        <a:pt x="2286" y="303"/>
                      </a:moveTo>
                      <a:cubicBezTo>
                        <a:pt x="2191" y="3351"/>
                        <a:pt x="3144" y="3065"/>
                        <a:pt x="3810" y="3446"/>
                      </a:cubicBezTo>
                      <a:cubicBezTo>
                        <a:pt x="2763" y="9256"/>
                        <a:pt x="5716" y="6970"/>
                        <a:pt x="6191" y="10971"/>
                      </a:cubicBezTo>
                      <a:cubicBezTo>
                        <a:pt x="5810" y="12971"/>
                        <a:pt x="4572" y="12495"/>
                        <a:pt x="3906" y="13733"/>
                      </a:cubicBezTo>
                      <a:cubicBezTo>
                        <a:pt x="3906" y="9066"/>
                        <a:pt x="2096" y="207"/>
                        <a:pt x="0" y="3160"/>
                      </a:cubicBezTo>
                      <a:cubicBezTo>
                        <a:pt x="95" y="-2460"/>
                        <a:pt x="953" y="1351"/>
                        <a:pt x="2286" y="30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2" name="Freeform: Shape 1011">
                  <a:extLst>
                    <a:ext uri="{FF2B5EF4-FFF2-40B4-BE49-F238E27FC236}">
                      <a16:creationId xmlns:a16="http://schemas.microsoft.com/office/drawing/2014/main" id="{31A2AD8D-28CB-4F57-85CB-2708B0EA0527}"/>
                    </a:ext>
                  </a:extLst>
                </p:cNvPr>
                <p:cNvSpPr/>
                <p:nvPr/>
              </p:nvSpPr>
              <p:spPr>
                <a:xfrm>
                  <a:off x="10966608" y="1996814"/>
                  <a:ext cx="1551" cy="4483"/>
                </a:xfrm>
                <a:custGeom>
                  <a:avLst/>
                  <a:gdLst>
                    <a:gd name="connsiteX0" fmla="*/ 0 w 1551"/>
                    <a:gd name="connsiteY0" fmla="*/ 1054 h 4483"/>
                    <a:gd name="connsiteX1" fmla="*/ 1524 w 1551"/>
                    <a:gd name="connsiteY1" fmla="*/ 673 h 4483"/>
                    <a:gd name="connsiteX2" fmla="*/ 95 w 1551"/>
                    <a:gd name="connsiteY2" fmla="*/ 4483 h 4483"/>
                    <a:gd name="connsiteX3" fmla="*/ 0 w 1551"/>
                    <a:gd name="connsiteY3" fmla="*/ 1054 h 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51" h="4483">
                      <a:moveTo>
                        <a:pt x="0" y="1054"/>
                      </a:moveTo>
                      <a:cubicBezTo>
                        <a:pt x="0" y="-1899"/>
                        <a:pt x="667" y="2483"/>
                        <a:pt x="1524" y="673"/>
                      </a:cubicBezTo>
                      <a:cubicBezTo>
                        <a:pt x="1715" y="3626"/>
                        <a:pt x="857" y="3816"/>
                        <a:pt x="95" y="4483"/>
                      </a:cubicBezTo>
                      <a:cubicBezTo>
                        <a:pt x="0" y="2483"/>
                        <a:pt x="667" y="1340"/>
                        <a:pt x="0" y="105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Freeform: Shape 1012">
                  <a:extLst>
                    <a:ext uri="{FF2B5EF4-FFF2-40B4-BE49-F238E27FC236}">
                      <a16:creationId xmlns:a16="http://schemas.microsoft.com/office/drawing/2014/main" id="{118870E4-8FED-4AEC-ADA2-7B7B6E3CB1C4}"/>
                    </a:ext>
                  </a:extLst>
                </p:cNvPr>
                <p:cNvSpPr/>
                <p:nvPr/>
              </p:nvSpPr>
              <p:spPr>
                <a:xfrm>
                  <a:off x="10896695" y="1492745"/>
                  <a:ext cx="2095" cy="3768"/>
                </a:xfrm>
                <a:custGeom>
                  <a:avLst/>
                  <a:gdLst>
                    <a:gd name="connsiteX0" fmla="*/ 0 w 2095"/>
                    <a:gd name="connsiteY0" fmla="*/ 1823 h 3768"/>
                    <a:gd name="connsiteX1" fmla="*/ 2095 w 2095"/>
                    <a:gd name="connsiteY1" fmla="*/ 3632 h 3768"/>
                    <a:gd name="connsiteX2" fmla="*/ 1334 w 2095"/>
                    <a:gd name="connsiteY2" fmla="*/ 1537 h 3768"/>
                    <a:gd name="connsiteX3" fmla="*/ 0 w 2095"/>
                    <a:gd name="connsiteY3" fmla="*/ 1823 h 3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5" h="3768">
                      <a:moveTo>
                        <a:pt x="0" y="1823"/>
                      </a:moveTo>
                      <a:cubicBezTo>
                        <a:pt x="381" y="1061"/>
                        <a:pt x="1809" y="-2749"/>
                        <a:pt x="2095" y="3632"/>
                      </a:cubicBezTo>
                      <a:cubicBezTo>
                        <a:pt x="1524" y="4204"/>
                        <a:pt x="1429" y="2870"/>
                        <a:pt x="1334" y="1537"/>
                      </a:cubicBezTo>
                      <a:cubicBezTo>
                        <a:pt x="952" y="2870"/>
                        <a:pt x="571" y="2966"/>
                        <a:pt x="0" y="18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Freeform: Shape 1013">
                  <a:extLst>
                    <a:ext uri="{FF2B5EF4-FFF2-40B4-BE49-F238E27FC236}">
                      <a16:creationId xmlns:a16="http://schemas.microsoft.com/office/drawing/2014/main" id="{E6C1A703-A883-43FF-B9FA-24A406D11B42}"/>
                    </a:ext>
                  </a:extLst>
                </p:cNvPr>
                <p:cNvSpPr/>
                <p:nvPr/>
              </p:nvSpPr>
              <p:spPr>
                <a:xfrm>
                  <a:off x="10527124" y="1678645"/>
                  <a:ext cx="2857" cy="3542"/>
                </a:xfrm>
                <a:custGeom>
                  <a:avLst/>
                  <a:gdLst>
                    <a:gd name="connsiteX0" fmla="*/ 2858 w 2857"/>
                    <a:gd name="connsiteY0" fmla="*/ 2612 h 3542"/>
                    <a:gd name="connsiteX1" fmla="*/ 0 w 2857"/>
                    <a:gd name="connsiteY1" fmla="*/ 1946 h 3542"/>
                    <a:gd name="connsiteX2" fmla="*/ 2858 w 2857"/>
                    <a:gd name="connsiteY2" fmla="*/ 2612 h 35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7" h="3542">
                      <a:moveTo>
                        <a:pt x="2858" y="2612"/>
                      </a:moveTo>
                      <a:cubicBezTo>
                        <a:pt x="2286" y="5184"/>
                        <a:pt x="953" y="1565"/>
                        <a:pt x="0" y="1946"/>
                      </a:cubicBezTo>
                      <a:cubicBezTo>
                        <a:pt x="1334" y="-2531"/>
                        <a:pt x="1524" y="2041"/>
                        <a:pt x="2858" y="261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5" name="Freeform: Shape 1014">
                  <a:extLst>
                    <a:ext uri="{FF2B5EF4-FFF2-40B4-BE49-F238E27FC236}">
                      <a16:creationId xmlns:a16="http://schemas.microsoft.com/office/drawing/2014/main" id="{A475D6F4-EA98-4BF1-B1AE-70C9539079F0}"/>
                    </a:ext>
                  </a:extLst>
                </p:cNvPr>
                <p:cNvSpPr/>
                <p:nvPr/>
              </p:nvSpPr>
              <p:spPr>
                <a:xfrm>
                  <a:off x="10590558" y="1786985"/>
                  <a:ext cx="13720" cy="16627"/>
                </a:xfrm>
                <a:custGeom>
                  <a:avLst/>
                  <a:gdLst>
                    <a:gd name="connsiteX0" fmla="*/ 1528 w 13720"/>
                    <a:gd name="connsiteY0" fmla="*/ 8382 h 16627"/>
                    <a:gd name="connsiteX1" fmla="*/ 8386 w 13720"/>
                    <a:gd name="connsiteY1" fmla="*/ 8382 h 16627"/>
                    <a:gd name="connsiteX2" fmla="*/ 10671 w 13720"/>
                    <a:gd name="connsiteY2" fmla="*/ 5715 h 16627"/>
                    <a:gd name="connsiteX3" fmla="*/ 11148 w 13720"/>
                    <a:gd name="connsiteY3" fmla="*/ 0 h 16627"/>
                    <a:gd name="connsiteX4" fmla="*/ 13720 w 13720"/>
                    <a:gd name="connsiteY4" fmla="*/ 14288 h 16627"/>
                    <a:gd name="connsiteX5" fmla="*/ 10767 w 13720"/>
                    <a:gd name="connsiteY5" fmla="*/ 16002 h 16627"/>
                    <a:gd name="connsiteX6" fmla="*/ 9338 w 13720"/>
                    <a:gd name="connsiteY6" fmla="*/ 14002 h 16627"/>
                    <a:gd name="connsiteX7" fmla="*/ 7624 w 13720"/>
                    <a:gd name="connsiteY7" fmla="*/ 10858 h 16627"/>
                    <a:gd name="connsiteX8" fmla="*/ 7529 w 13720"/>
                    <a:gd name="connsiteY8" fmla="*/ 14288 h 16627"/>
                    <a:gd name="connsiteX9" fmla="*/ 6195 w 13720"/>
                    <a:gd name="connsiteY9" fmla="*/ 8858 h 16627"/>
                    <a:gd name="connsiteX10" fmla="*/ 5432 w 13720"/>
                    <a:gd name="connsiteY10" fmla="*/ 10096 h 16627"/>
                    <a:gd name="connsiteX11" fmla="*/ 5623 w 13720"/>
                    <a:gd name="connsiteY11" fmla="*/ 15716 h 16627"/>
                    <a:gd name="connsiteX12" fmla="*/ 4195 w 13720"/>
                    <a:gd name="connsiteY12" fmla="*/ 14859 h 16627"/>
                    <a:gd name="connsiteX13" fmla="*/ 3242 w 13720"/>
                    <a:gd name="connsiteY13" fmla="*/ 9334 h 16627"/>
                    <a:gd name="connsiteX14" fmla="*/ 289 w 13720"/>
                    <a:gd name="connsiteY14" fmla="*/ 12097 h 16627"/>
                    <a:gd name="connsiteX15" fmla="*/ 3 w 13720"/>
                    <a:gd name="connsiteY15" fmla="*/ 8763 h 16627"/>
                    <a:gd name="connsiteX16" fmla="*/ 1623 w 13720"/>
                    <a:gd name="connsiteY16" fmla="*/ 3905 h 16627"/>
                    <a:gd name="connsiteX17" fmla="*/ 1528 w 13720"/>
                    <a:gd name="connsiteY17" fmla="*/ 8382 h 16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720" h="16627">
                      <a:moveTo>
                        <a:pt x="1528" y="8382"/>
                      </a:moveTo>
                      <a:cubicBezTo>
                        <a:pt x="4004" y="4667"/>
                        <a:pt x="5718" y="7239"/>
                        <a:pt x="8386" y="8382"/>
                      </a:cubicBezTo>
                      <a:cubicBezTo>
                        <a:pt x="9052" y="7810"/>
                        <a:pt x="10195" y="2762"/>
                        <a:pt x="10671" y="5715"/>
                      </a:cubicBezTo>
                      <a:cubicBezTo>
                        <a:pt x="11243" y="4191"/>
                        <a:pt x="9910" y="2572"/>
                        <a:pt x="11148" y="0"/>
                      </a:cubicBezTo>
                      <a:cubicBezTo>
                        <a:pt x="11910" y="6953"/>
                        <a:pt x="11624" y="10954"/>
                        <a:pt x="13720" y="14288"/>
                      </a:cubicBezTo>
                      <a:cubicBezTo>
                        <a:pt x="12767" y="20098"/>
                        <a:pt x="11910" y="12859"/>
                        <a:pt x="10767" y="16002"/>
                      </a:cubicBezTo>
                      <a:cubicBezTo>
                        <a:pt x="11243" y="12478"/>
                        <a:pt x="10005" y="14097"/>
                        <a:pt x="9338" y="14002"/>
                      </a:cubicBezTo>
                      <a:cubicBezTo>
                        <a:pt x="10862" y="7906"/>
                        <a:pt x="7719" y="12954"/>
                        <a:pt x="7624" y="10858"/>
                      </a:cubicBezTo>
                      <a:cubicBezTo>
                        <a:pt x="7052" y="11430"/>
                        <a:pt x="7719" y="12287"/>
                        <a:pt x="7529" y="14288"/>
                      </a:cubicBezTo>
                      <a:cubicBezTo>
                        <a:pt x="6576" y="14097"/>
                        <a:pt x="6386" y="11525"/>
                        <a:pt x="6195" y="8858"/>
                      </a:cubicBezTo>
                      <a:cubicBezTo>
                        <a:pt x="5909" y="9144"/>
                        <a:pt x="5814" y="10096"/>
                        <a:pt x="5432" y="10096"/>
                      </a:cubicBezTo>
                      <a:cubicBezTo>
                        <a:pt x="5243" y="12859"/>
                        <a:pt x="6004" y="12478"/>
                        <a:pt x="5623" y="15716"/>
                      </a:cubicBezTo>
                      <a:cubicBezTo>
                        <a:pt x="4671" y="17335"/>
                        <a:pt x="4575" y="11430"/>
                        <a:pt x="4195" y="14859"/>
                      </a:cubicBezTo>
                      <a:cubicBezTo>
                        <a:pt x="3718" y="13525"/>
                        <a:pt x="3718" y="10573"/>
                        <a:pt x="3242" y="9334"/>
                      </a:cubicBezTo>
                      <a:cubicBezTo>
                        <a:pt x="2194" y="10096"/>
                        <a:pt x="1337" y="11335"/>
                        <a:pt x="289" y="12097"/>
                      </a:cubicBezTo>
                      <a:cubicBezTo>
                        <a:pt x="480" y="8096"/>
                        <a:pt x="1908" y="6953"/>
                        <a:pt x="3" y="8763"/>
                      </a:cubicBezTo>
                      <a:cubicBezTo>
                        <a:pt x="-92" y="5239"/>
                        <a:pt x="1814" y="8001"/>
                        <a:pt x="1623" y="3905"/>
                      </a:cubicBezTo>
                      <a:cubicBezTo>
                        <a:pt x="2671" y="4382"/>
                        <a:pt x="1242" y="6382"/>
                        <a:pt x="1528" y="83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6" name="Freeform: Shape 1015">
                  <a:extLst>
                    <a:ext uri="{FF2B5EF4-FFF2-40B4-BE49-F238E27FC236}">
                      <a16:creationId xmlns:a16="http://schemas.microsoft.com/office/drawing/2014/main" id="{DBDDB135-08CC-4D0B-9044-2DCE47B59E3C}"/>
                    </a:ext>
                  </a:extLst>
                </p:cNvPr>
                <p:cNvSpPr/>
                <p:nvPr/>
              </p:nvSpPr>
              <p:spPr>
                <a:xfrm>
                  <a:off x="10485025" y="1847659"/>
                  <a:ext cx="4285" cy="9334"/>
                </a:xfrm>
                <a:custGeom>
                  <a:avLst/>
                  <a:gdLst>
                    <a:gd name="connsiteX0" fmla="*/ 4286 w 4285"/>
                    <a:gd name="connsiteY0" fmla="*/ 0 h 9334"/>
                    <a:gd name="connsiteX1" fmla="*/ 2477 w 4285"/>
                    <a:gd name="connsiteY1" fmla="*/ 9335 h 9334"/>
                    <a:gd name="connsiteX2" fmla="*/ 0 w 4285"/>
                    <a:gd name="connsiteY2" fmla="*/ 7525 h 9334"/>
                    <a:gd name="connsiteX3" fmla="*/ 4286 w 4285"/>
                    <a:gd name="connsiteY3" fmla="*/ 0 h 9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85" h="9334">
                      <a:moveTo>
                        <a:pt x="4286" y="0"/>
                      </a:moveTo>
                      <a:cubicBezTo>
                        <a:pt x="3429" y="2286"/>
                        <a:pt x="2952" y="5810"/>
                        <a:pt x="2477" y="9335"/>
                      </a:cubicBezTo>
                      <a:cubicBezTo>
                        <a:pt x="1905" y="7906"/>
                        <a:pt x="1334" y="6477"/>
                        <a:pt x="0" y="7525"/>
                      </a:cubicBezTo>
                      <a:cubicBezTo>
                        <a:pt x="1334" y="5239"/>
                        <a:pt x="2857" y="4572"/>
                        <a:pt x="4286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7" name="Freeform: Shape 1016">
                  <a:extLst>
                    <a:ext uri="{FF2B5EF4-FFF2-40B4-BE49-F238E27FC236}">
                      <a16:creationId xmlns:a16="http://schemas.microsoft.com/office/drawing/2014/main" id="{F4DF2E37-1DEC-41D5-9A3F-0863391126C6}"/>
                    </a:ext>
                  </a:extLst>
                </p:cNvPr>
                <p:cNvSpPr/>
                <p:nvPr/>
              </p:nvSpPr>
              <p:spPr>
                <a:xfrm>
                  <a:off x="10393194" y="1813052"/>
                  <a:ext cx="2160" cy="2888"/>
                </a:xfrm>
                <a:custGeom>
                  <a:avLst/>
                  <a:gdLst>
                    <a:gd name="connsiteX0" fmla="*/ 9 w 2160"/>
                    <a:gd name="connsiteY0" fmla="*/ 602 h 2888"/>
                    <a:gd name="connsiteX1" fmla="*/ 2105 w 2160"/>
                    <a:gd name="connsiteY1" fmla="*/ 2603 h 2888"/>
                    <a:gd name="connsiteX2" fmla="*/ 9 w 2160"/>
                    <a:gd name="connsiteY2" fmla="*/ 602 h 28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60" h="2888">
                      <a:moveTo>
                        <a:pt x="9" y="602"/>
                      </a:moveTo>
                      <a:cubicBezTo>
                        <a:pt x="-181" y="-64"/>
                        <a:pt x="2581" y="-922"/>
                        <a:pt x="2105" y="2603"/>
                      </a:cubicBezTo>
                      <a:cubicBezTo>
                        <a:pt x="771" y="3650"/>
                        <a:pt x="676" y="1555"/>
                        <a:pt x="9" y="6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8" name="Freeform: Shape 1017">
                  <a:extLst>
                    <a:ext uri="{FF2B5EF4-FFF2-40B4-BE49-F238E27FC236}">
                      <a16:creationId xmlns:a16="http://schemas.microsoft.com/office/drawing/2014/main" id="{657C1FFE-E768-4A0B-A6F5-60A03DD62489}"/>
                    </a:ext>
                  </a:extLst>
                </p:cNvPr>
                <p:cNvSpPr/>
                <p:nvPr/>
              </p:nvSpPr>
              <p:spPr>
                <a:xfrm>
                  <a:off x="10396060" y="1766506"/>
                  <a:ext cx="2959" cy="8286"/>
                </a:xfrm>
                <a:custGeom>
                  <a:avLst/>
                  <a:gdLst>
                    <a:gd name="connsiteX0" fmla="*/ 1334 w 2959"/>
                    <a:gd name="connsiteY0" fmla="*/ 2476 h 8286"/>
                    <a:gd name="connsiteX1" fmla="*/ 1429 w 2959"/>
                    <a:gd name="connsiteY1" fmla="*/ 8096 h 8286"/>
                    <a:gd name="connsiteX2" fmla="*/ 0 w 2959"/>
                    <a:gd name="connsiteY2" fmla="*/ 8287 h 8286"/>
                    <a:gd name="connsiteX3" fmla="*/ 572 w 2959"/>
                    <a:gd name="connsiteY3" fmla="*/ 3715 h 8286"/>
                    <a:gd name="connsiteX4" fmla="*/ 2953 w 2959"/>
                    <a:gd name="connsiteY4" fmla="*/ 0 h 8286"/>
                    <a:gd name="connsiteX5" fmla="*/ 1334 w 2959"/>
                    <a:gd name="connsiteY5" fmla="*/ 2476 h 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59" h="8286">
                      <a:moveTo>
                        <a:pt x="1334" y="2476"/>
                      </a:moveTo>
                      <a:cubicBezTo>
                        <a:pt x="858" y="5715"/>
                        <a:pt x="1715" y="5334"/>
                        <a:pt x="1429" y="8096"/>
                      </a:cubicBezTo>
                      <a:lnTo>
                        <a:pt x="0" y="8287"/>
                      </a:lnTo>
                      <a:cubicBezTo>
                        <a:pt x="0" y="6763"/>
                        <a:pt x="1715" y="4667"/>
                        <a:pt x="572" y="3715"/>
                      </a:cubicBezTo>
                      <a:cubicBezTo>
                        <a:pt x="1143" y="1810"/>
                        <a:pt x="2001" y="571"/>
                        <a:pt x="2953" y="0"/>
                      </a:cubicBezTo>
                      <a:cubicBezTo>
                        <a:pt x="3049" y="3334"/>
                        <a:pt x="2001" y="2191"/>
                        <a:pt x="1334" y="2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Freeform: Shape 1018">
                  <a:extLst>
                    <a:ext uri="{FF2B5EF4-FFF2-40B4-BE49-F238E27FC236}">
                      <a16:creationId xmlns:a16="http://schemas.microsoft.com/office/drawing/2014/main" id="{D4F72F46-3886-444D-97B0-81727572806B}"/>
                    </a:ext>
                  </a:extLst>
                </p:cNvPr>
                <p:cNvSpPr/>
                <p:nvPr/>
              </p:nvSpPr>
              <p:spPr>
                <a:xfrm>
                  <a:off x="10391013" y="1925859"/>
                  <a:ext cx="4285" cy="7334"/>
                </a:xfrm>
                <a:custGeom>
                  <a:avLst/>
                  <a:gdLst>
                    <a:gd name="connsiteX0" fmla="*/ 190 w 4285"/>
                    <a:gd name="connsiteY0" fmla="*/ 0 h 7334"/>
                    <a:gd name="connsiteX1" fmla="*/ 4286 w 4285"/>
                    <a:gd name="connsiteY1" fmla="*/ 7334 h 7334"/>
                    <a:gd name="connsiteX2" fmla="*/ 0 w 4285"/>
                    <a:gd name="connsiteY2" fmla="*/ 3429 h 7334"/>
                    <a:gd name="connsiteX3" fmla="*/ 190 w 4285"/>
                    <a:gd name="connsiteY3" fmla="*/ 0 h 7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285" h="7334">
                      <a:moveTo>
                        <a:pt x="190" y="0"/>
                      </a:moveTo>
                      <a:cubicBezTo>
                        <a:pt x="-953" y="1905"/>
                        <a:pt x="4000" y="2858"/>
                        <a:pt x="4286" y="7334"/>
                      </a:cubicBezTo>
                      <a:cubicBezTo>
                        <a:pt x="2761" y="4763"/>
                        <a:pt x="2000" y="6572"/>
                        <a:pt x="0" y="3429"/>
                      </a:cubicBez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0" name="Freeform: Shape 1019">
                  <a:extLst>
                    <a:ext uri="{FF2B5EF4-FFF2-40B4-BE49-F238E27FC236}">
                      <a16:creationId xmlns:a16="http://schemas.microsoft.com/office/drawing/2014/main" id="{24734D4E-57B4-4754-BC68-5BC37AD59D52}"/>
                    </a:ext>
                  </a:extLst>
                </p:cNvPr>
                <p:cNvSpPr/>
                <p:nvPr/>
              </p:nvSpPr>
              <p:spPr>
                <a:xfrm>
                  <a:off x="10390536" y="2112359"/>
                  <a:ext cx="8428" cy="6953"/>
                </a:xfrm>
                <a:custGeom>
                  <a:avLst/>
                  <a:gdLst>
                    <a:gd name="connsiteX0" fmla="*/ 4667 w 8428"/>
                    <a:gd name="connsiteY0" fmla="*/ 5239 h 6953"/>
                    <a:gd name="connsiteX1" fmla="*/ 6667 w 8428"/>
                    <a:gd name="connsiteY1" fmla="*/ 2667 h 6953"/>
                    <a:gd name="connsiteX2" fmla="*/ 8382 w 8428"/>
                    <a:gd name="connsiteY2" fmla="*/ 6953 h 6953"/>
                    <a:gd name="connsiteX3" fmla="*/ 0 w 8428"/>
                    <a:gd name="connsiteY3" fmla="*/ 286 h 6953"/>
                    <a:gd name="connsiteX4" fmla="*/ 2286 w 8428"/>
                    <a:gd name="connsiteY4" fmla="*/ 0 h 6953"/>
                    <a:gd name="connsiteX5" fmla="*/ 4667 w 8428"/>
                    <a:gd name="connsiteY5" fmla="*/ 5239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28" h="6953">
                      <a:moveTo>
                        <a:pt x="4667" y="5239"/>
                      </a:moveTo>
                      <a:cubicBezTo>
                        <a:pt x="5810" y="5905"/>
                        <a:pt x="5524" y="2000"/>
                        <a:pt x="6667" y="2667"/>
                      </a:cubicBezTo>
                      <a:cubicBezTo>
                        <a:pt x="6667" y="7525"/>
                        <a:pt x="8763" y="667"/>
                        <a:pt x="8382" y="6953"/>
                      </a:cubicBezTo>
                      <a:cubicBezTo>
                        <a:pt x="5905" y="4191"/>
                        <a:pt x="1524" y="7525"/>
                        <a:pt x="0" y="286"/>
                      </a:cubicBezTo>
                      <a:cubicBezTo>
                        <a:pt x="1238" y="-762"/>
                        <a:pt x="2858" y="5048"/>
                        <a:pt x="2286" y="0"/>
                      </a:cubicBezTo>
                      <a:cubicBezTo>
                        <a:pt x="2763" y="3048"/>
                        <a:pt x="4763" y="-286"/>
                        <a:pt x="4667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1" name="Freeform: Shape 1020">
                  <a:extLst>
                    <a:ext uri="{FF2B5EF4-FFF2-40B4-BE49-F238E27FC236}">
                      <a16:creationId xmlns:a16="http://schemas.microsoft.com/office/drawing/2014/main" id="{9DF1058B-A850-46FB-ADD6-73C1B246A98D}"/>
                    </a:ext>
                  </a:extLst>
                </p:cNvPr>
                <p:cNvSpPr/>
                <p:nvPr/>
              </p:nvSpPr>
              <p:spPr>
                <a:xfrm>
                  <a:off x="10400633" y="1944063"/>
                  <a:ext cx="2381" cy="5368"/>
                </a:xfrm>
                <a:custGeom>
                  <a:avLst/>
                  <a:gdLst>
                    <a:gd name="connsiteX0" fmla="*/ 0 w 2381"/>
                    <a:gd name="connsiteY0" fmla="*/ 846 h 5368"/>
                    <a:gd name="connsiteX1" fmla="*/ 2381 w 2381"/>
                    <a:gd name="connsiteY1" fmla="*/ 5037 h 5368"/>
                    <a:gd name="connsiteX2" fmla="*/ 0 w 2381"/>
                    <a:gd name="connsiteY2" fmla="*/ 846 h 5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381" h="5368">
                      <a:moveTo>
                        <a:pt x="0" y="846"/>
                      </a:moveTo>
                      <a:cubicBezTo>
                        <a:pt x="952" y="-2012"/>
                        <a:pt x="2000" y="3132"/>
                        <a:pt x="2381" y="5037"/>
                      </a:cubicBezTo>
                      <a:cubicBezTo>
                        <a:pt x="380" y="6942"/>
                        <a:pt x="1619" y="-11"/>
                        <a:pt x="0" y="8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2" name="Freeform: Shape 1021">
                  <a:extLst>
                    <a:ext uri="{FF2B5EF4-FFF2-40B4-BE49-F238E27FC236}">
                      <a16:creationId xmlns:a16="http://schemas.microsoft.com/office/drawing/2014/main" id="{CB664CFD-3FF5-46C9-905C-825C9416ABD3}"/>
                    </a:ext>
                  </a:extLst>
                </p:cNvPr>
                <p:cNvSpPr/>
                <p:nvPr/>
              </p:nvSpPr>
              <p:spPr>
                <a:xfrm>
                  <a:off x="10407396" y="1815636"/>
                  <a:ext cx="5143" cy="14212"/>
                </a:xfrm>
                <a:custGeom>
                  <a:avLst/>
                  <a:gdLst>
                    <a:gd name="connsiteX0" fmla="*/ 2952 w 5143"/>
                    <a:gd name="connsiteY0" fmla="*/ 6877 h 14212"/>
                    <a:gd name="connsiteX1" fmla="*/ 1524 w 5143"/>
                    <a:gd name="connsiteY1" fmla="*/ 13830 h 14212"/>
                    <a:gd name="connsiteX2" fmla="*/ 0 w 5143"/>
                    <a:gd name="connsiteY2" fmla="*/ 8401 h 14212"/>
                    <a:gd name="connsiteX3" fmla="*/ 2286 w 5143"/>
                    <a:gd name="connsiteY3" fmla="*/ 6972 h 14212"/>
                    <a:gd name="connsiteX4" fmla="*/ 1524 w 5143"/>
                    <a:gd name="connsiteY4" fmla="*/ 305 h 14212"/>
                    <a:gd name="connsiteX5" fmla="*/ 3620 w 5143"/>
                    <a:gd name="connsiteY5" fmla="*/ 2305 h 14212"/>
                    <a:gd name="connsiteX6" fmla="*/ 5144 w 5143"/>
                    <a:gd name="connsiteY6" fmla="*/ 7734 h 14212"/>
                    <a:gd name="connsiteX7" fmla="*/ 2952 w 5143"/>
                    <a:gd name="connsiteY7" fmla="*/ 6877 h 14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143" h="14212">
                      <a:moveTo>
                        <a:pt x="2952" y="6877"/>
                      </a:moveTo>
                      <a:cubicBezTo>
                        <a:pt x="2095" y="7925"/>
                        <a:pt x="1524" y="9830"/>
                        <a:pt x="1524" y="13830"/>
                      </a:cubicBezTo>
                      <a:cubicBezTo>
                        <a:pt x="952" y="16116"/>
                        <a:pt x="1334" y="7353"/>
                        <a:pt x="0" y="8401"/>
                      </a:cubicBezTo>
                      <a:cubicBezTo>
                        <a:pt x="666" y="6020"/>
                        <a:pt x="1238" y="9354"/>
                        <a:pt x="2286" y="6972"/>
                      </a:cubicBezTo>
                      <a:cubicBezTo>
                        <a:pt x="2857" y="2496"/>
                        <a:pt x="762" y="5353"/>
                        <a:pt x="1524" y="305"/>
                      </a:cubicBezTo>
                      <a:cubicBezTo>
                        <a:pt x="2952" y="-1124"/>
                        <a:pt x="2477" y="2972"/>
                        <a:pt x="3620" y="2305"/>
                      </a:cubicBezTo>
                      <a:cubicBezTo>
                        <a:pt x="2191" y="6496"/>
                        <a:pt x="4667" y="5829"/>
                        <a:pt x="5144" y="7734"/>
                      </a:cubicBezTo>
                      <a:cubicBezTo>
                        <a:pt x="4572" y="8782"/>
                        <a:pt x="3524" y="8973"/>
                        <a:pt x="2952" y="68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3" name="Freeform: Shape 1022">
                  <a:extLst>
                    <a:ext uri="{FF2B5EF4-FFF2-40B4-BE49-F238E27FC236}">
                      <a16:creationId xmlns:a16="http://schemas.microsoft.com/office/drawing/2014/main" id="{C303059B-CF91-4C3A-8434-C09FF9E77D6B}"/>
                    </a:ext>
                  </a:extLst>
                </p:cNvPr>
                <p:cNvSpPr/>
                <p:nvPr/>
              </p:nvSpPr>
              <p:spPr>
                <a:xfrm>
                  <a:off x="10421381" y="1622099"/>
                  <a:ext cx="2598" cy="5342"/>
                </a:xfrm>
                <a:custGeom>
                  <a:avLst/>
                  <a:gdLst>
                    <a:gd name="connsiteX0" fmla="*/ 16 w 2598"/>
                    <a:gd name="connsiteY0" fmla="*/ 866 h 5342"/>
                    <a:gd name="connsiteX1" fmla="*/ 2493 w 2598"/>
                    <a:gd name="connsiteY1" fmla="*/ 1628 h 5342"/>
                    <a:gd name="connsiteX2" fmla="*/ 493 w 2598"/>
                    <a:gd name="connsiteY2" fmla="*/ 5342 h 5342"/>
                    <a:gd name="connsiteX3" fmla="*/ 16 w 2598"/>
                    <a:gd name="connsiteY3" fmla="*/ 866 h 5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8" h="5342">
                      <a:moveTo>
                        <a:pt x="16" y="866"/>
                      </a:moveTo>
                      <a:cubicBezTo>
                        <a:pt x="-174" y="-2468"/>
                        <a:pt x="1350" y="5152"/>
                        <a:pt x="2493" y="1628"/>
                      </a:cubicBezTo>
                      <a:cubicBezTo>
                        <a:pt x="3065" y="2199"/>
                        <a:pt x="1159" y="4676"/>
                        <a:pt x="493" y="5342"/>
                      </a:cubicBezTo>
                      <a:cubicBezTo>
                        <a:pt x="493" y="3247"/>
                        <a:pt x="398" y="1628"/>
                        <a:pt x="16" y="86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4" name="Freeform: Shape 1023">
                  <a:extLst>
                    <a:ext uri="{FF2B5EF4-FFF2-40B4-BE49-F238E27FC236}">
                      <a16:creationId xmlns:a16="http://schemas.microsoft.com/office/drawing/2014/main" id="{88878702-93B7-41D9-961F-D407CAB77D14}"/>
                    </a:ext>
                  </a:extLst>
                </p:cNvPr>
                <p:cNvSpPr/>
                <p:nvPr/>
              </p:nvSpPr>
              <p:spPr>
                <a:xfrm>
                  <a:off x="10414444" y="1815750"/>
                  <a:ext cx="62578" cy="29816"/>
                </a:xfrm>
                <a:custGeom>
                  <a:avLst/>
                  <a:gdLst>
                    <a:gd name="connsiteX0" fmla="*/ 22479 w 62578"/>
                    <a:gd name="connsiteY0" fmla="*/ 24193 h 29816"/>
                    <a:gd name="connsiteX1" fmla="*/ 20574 w 62578"/>
                    <a:gd name="connsiteY1" fmla="*/ 26765 h 29816"/>
                    <a:gd name="connsiteX2" fmla="*/ 25337 w 62578"/>
                    <a:gd name="connsiteY2" fmla="*/ 26003 h 29816"/>
                    <a:gd name="connsiteX3" fmla="*/ 22002 w 62578"/>
                    <a:gd name="connsiteY3" fmla="*/ 26479 h 29816"/>
                    <a:gd name="connsiteX4" fmla="*/ 23240 w 62578"/>
                    <a:gd name="connsiteY4" fmla="*/ 22860 h 29816"/>
                    <a:gd name="connsiteX5" fmla="*/ 25812 w 62578"/>
                    <a:gd name="connsiteY5" fmla="*/ 23622 h 29816"/>
                    <a:gd name="connsiteX6" fmla="*/ 27432 w 62578"/>
                    <a:gd name="connsiteY6" fmla="*/ 29051 h 29816"/>
                    <a:gd name="connsiteX7" fmla="*/ 28384 w 62578"/>
                    <a:gd name="connsiteY7" fmla="*/ 23241 h 29816"/>
                    <a:gd name="connsiteX8" fmla="*/ 32385 w 62578"/>
                    <a:gd name="connsiteY8" fmla="*/ 24860 h 29816"/>
                    <a:gd name="connsiteX9" fmla="*/ 30384 w 62578"/>
                    <a:gd name="connsiteY9" fmla="*/ 29718 h 29816"/>
                    <a:gd name="connsiteX10" fmla="*/ 32765 w 62578"/>
                    <a:gd name="connsiteY10" fmla="*/ 25908 h 29816"/>
                    <a:gd name="connsiteX11" fmla="*/ 34099 w 62578"/>
                    <a:gd name="connsiteY11" fmla="*/ 29146 h 29816"/>
                    <a:gd name="connsiteX12" fmla="*/ 40958 w 62578"/>
                    <a:gd name="connsiteY12" fmla="*/ 22479 h 29816"/>
                    <a:gd name="connsiteX13" fmla="*/ 43053 w 62578"/>
                    <a:gd name="connsiteY13" fmla="*/ 25527 h 29816"/>
                    <a:gd name="connsiteX14" fmla="*/ 41529 w 62578"/>
                    <a:gd name="connsiteY14" fmla="*/ 28004 h 29816"/>
                    <a:gd name="connsiteX15" fmla="*/ 46959 w 62578"/>
                    <a:gd name="connsiteY15" fmla="*/ 21526 h 29816"/>
                    <a:gd name="connsiteX16" fmla="*/ 50483 w 62578"/>
                    <a:gd name="connsiteY16" fmla="*/ 24384 h 29816"/>
                    <a:gd name="connsiteX17" fmla="*/ 49816 w 62578"/>
                    <a:gd name="connsiteY17" fmla="*/ 23336 h 29816"/>
                    <a:gd name="connsiteX18" fmla="*/ 51340 w 62578"/>
                    <a:gd name="connsiteY18" fmla="*/ 22003 h 29816"/>
                    <a:gd name="connsiteX19" fmla="*/ 55912 w 62578"/>
                    <a:gd name="connsiteY19" fmla="*/ 25813 h 29816"/>
                    <a:gd name="connsiteX20" fmla="*/ 57912 w 62578"/>
                    <a:gd name="connsiteY20" fmla="*/ 20955 h 29816"/>
                    <a:gd name="connsiteX21" fmla="*/ 50863 w 62578"/>
                    <a:gd name="connsiteY21" fmla="*/ 15240 h 29816"/>
                    <a:gd name="connsiteX22" fmla="*/ 57531 w 62578"/>
                    <a:gd name="connsiteY22" fmla="*/ 13049 h 29816"/>
                    <a:gd name="connsiteX23" fmla="*/ 56959 w 62578"/>
                    <a:gd name="connsiteY23" fmla="*/ 17621 h 29816"/>
                    <a:gd name="connsiteX24" fmla="*/ 62579 w 62578"/>
                    <a:gd name="connsiteY24" fmla="*/ 13335 h 29816"/>
                    <a:gd name="connsiteX25" fmla="*/ 58770 w 62578"/>
                    <a:gd name="connsiteY25" fmla="*/ 7144 h 29816"/>
                    <a:gd name="connsiteX26" fmla="*/ 56959 w 62578"/>
                    <a:gd name="connsiteY26" fmla="*/ 6286 h 29816"/>
                    <a:gd name="connsiteX27" fmla="*/ 51626 w 62578"/>
                    <a:gd name="connsiteY27" fmla="*/ 10477 h 29816"/>
                    <a:gd name="connsiteX28" fmla="*/ 49054 w 62578"/>
                    <a:gd name="connsiteY28" fmla="*/ 9715 h 29816"/>
                    <a:gd name="connsiteX29" fmla="*/ 47530 w 62578"/>
                    <a:gd name="connsiteY29" fmla="*/ 3143 h 29816"/>
                    <a:gd name="connsiteX30" fmla="*/ 39529 w 62578"/>
                    <a:gd name="connsiteY30" fmla="*/ 2096 h 29816"/>
                    <a:gd name="connsiteX31" fmla="*/ 38577 w 62578"/>
                    <a:gd name="connsiteY31" fmla="*/ 6763 h 29816"/>
                    <a:gd name="connsiteX32" fmla="*/ 36576 w 62578"/>
                    <a:gd name="connsiteY32" fmla="*/ 2572 h 29816"/>
                    <a:gd name="connsiteX33" fmla="*/ 37528 w 62578"/>
                    <a:gd name="connsiteY33" fmla="*/ 5810 h 29816"/>
                    <a:gd name="connsiteX34" fmla="*/ 34671 w 62578"/>
                    <a:gd name="connsiteY34" fmla="*/ 4000 h 29816"/>
                    <a:gd name="connsiteX35" fmla="*/ 33051 w 62578"/>
                    <a:gd name="connsiteY35" fmla="*/ 7620 h 29816"/>
                    <a:gd name="connsiteX36" fmla="*/ 31433 w 62578"/>
                    <a:gd name="connsiteY36" fmla="*/ 3334 h 29816"/>
                    <a:gd name="connsiteX37" fmla="*/ 29909 w 62578"/>
                    <a:gd name="connsiteY37" fmla="*/ 4667 h 29816"/>
                    <a:gd name="connsiteX38" fmla="*/ 23051 w 62578"/>
                    <a:gd name="connsiteY38" fmla="*/ 2286 h 29816"/>
                    <a:gd name="connsiteX39" fmla="*/ 20670 w 62578"/>
                    <a:gd name="connsiteY39" fmla="*/ 7239 h 29816"/>
                    <a:gd name="connsiteX40" fmla="*/ 18384 w 62578"/>
                    <a:gd name="connsiteY40" fmla="*/ 762 h 29816"/>
                    <a:gd name="connsiteX41" fmla="*/ 14001 w 62578"/>
                    <a:gd name="connsiteY41" fmla="*/ 286 h 29816"/>
                    <a:gd name="connsiteX42" fmla="*/ 14097 w 62578"/>
                    <a:gd name="connsiteY42" fmla="*/ 5905 h 29816"/>
                    <a:gd name="connsiteX43" fmla="*/ 11525 w 62578"/>
                    <a:gd name="connsiteY43" fmla="*/ 6286 h 29816"/>
                    <a:gd name="connsiteX44" fmla="*/ 12572 w 62578"/>
                    <a:gd name="connsiteY44" fmla="*/ 476 h 29816"/>
                    <a:gd name="connsiteX45" fmla="*/ 8573 w 62578"/>
                    <a:gd name="connsiteY45" fmla="*/ 0 h 29816"/>
                    <a:gd name="connsiteX46" fmla="*/ 8287 w 62578"/>
                    <a:gd name="connsiteY46" fmla="*/ 5715 h 29816"/>
                    <a:gd name="connsiteX47" fmla="*/ 5905 w 62578"/>
                    <a:gd name="connsiteY47" fmla="*/ 10573 h 29816"/>
                    <a:gd name="connsiteX48" fmla="*/ 4572 w 62578"/>
                    <a:gd name="connsiteY48" fmla="*/ 7429 h 29816"/>
                    <a:gd name="connsiteX49" fmla="*/ 6953 w 62578"/>
                    <a:gd name="connsiteY49" fmla="*/ 2572 h 29816"/>
                    <a:gd name="connsiteX50" fmla="*/ 3620 w 62578"/>
                    <a:gd name="connsiteY50" fmla="*/ 3048 h 29816"/>
                    <a:gd name="connsiteX51" fmla="*/ 3429 w 62578"/>
                    <a:gd name="connsiteY51" fmla="*/ 7620 h 29816"/>
                    <a:gd name="connsiteX52" fmla="*/ 191 w 62578"/>
                    <a:gd name="connsiteY52" fmla="*/ 5810 h 29816"/>
                    <a:gd name="connsiteX53" fmla="*/ 0 w 62578"/>
                    <a:gd name="connsiteY53" fmla="*/ 10382 h 29816"/>
                    <a:gd name="connsiteX54" fmla="*/ 3620 w 62578"/>
                    <a:gd name="connsiteY54" fmla="*/ 10954 h 29816"/>
                    <a:gd name="connsiteX55" fmla="*/ 3810 w 62578"/>
                    <a:gd name="connsiteY55" fmla="*/ 15430 h 29816"/>
                    <a:gd name="connsiteX56" fmla="*/ 7715 w 62578"/>
                    <a:gd name="connsiteY56" fmla="*/ 18193 h 29816"/>
                    <a:gd name="connsiteX57" fmla="*/ 2572 w 62578"/>
                    <a:gd name="connsiteY57" fmla="*/ 18955 h 29816"/>
                    <a:gd name="connsiteX58" fmla="*/ 2667 w 62578"/>
                    <a:gd name="connsiteY58" fmla="*/ 24575 h 29816"/>
                    <a:gd name="connsiteX59" fmla="*/ 4763 w 62578"/>
                    <a:gd name="connsiteY59" fmla="*/ 19717 h 29816"/>
                    <a:gd name="connsiteX60" fmla="*/ 10954 w 62578"/>
                    <a:gd name="connsiteY60" fmla="*/ 21050 h 29816"/>
                    <a:gd name="connsiteX61" fmla="*/ 9525 w 62578"/>
                    <a:gd name="connsiteY61" fmla="*/ 21241 h 29816"/>
                    <a:gd name="connsiteX62" fmla="*/ 9334 w 62578"/>
                    <a:gd name="connsiteY62" fmla="*/ 17907 h 29816"/>
                    <a:gd name="connsiteX63" fmla="*/ 14764 w 62578"/>
                    <a:gd name="connsiteY63" fmla="*/ 11430 h 29816"/>
                    <a:gd name="connsiteX64" fmla="*/ 17716 w 62578"/>
                    <a:gd name="connsiteY64" fmla="*/ 17812 h 29816"/>
                    <a:gd name="connsiteX65" fmla="*/ 22384 w 62578"/>
                    <a:gd name="connsiteY65" fmla="*/ 12573 h 29816"/>
                    <a:gd name="connsiteX66" fmla="*/ 22193 w 62578"/>
                    <a:gd name="connsiteY66" fmla="*/ 16002 h 29816"/>
                    <a:gd name="connsiteX67" fmla="*/ 26384 w 62578"/>
                    <a:gd name="connsiteY67" fmla="*/ 11906 h 29816"/>
                    <a:gd name="connsiteX68" fmla="*/ 26575 w 62578"/>
                    <a:gd name="connsiteY68" fmla="*/ 15240 h 29816"/>
                    <a:gd name="connsiteX69" fmla="*/ 20765 w 62578"/>
                    <a:gd name="connsiteY69" fmla="*/ 14954 h 29816"/>
                    <a:gd name="connsiteX70" fmla="*/ 13240 w 62578"/>
                    <a:gd name="connsiteY70" fmla="*/ 18383 h 29816"/>
                    <a:gd name="connsiteX71" fmla="*/ 13049 w 62578"/>
                    <a:gd name="connsiteY71" fmla="*/ 22955 h 29816"/>
                    <a:gd name="connsiteX72" fmla="*/ 17812 w 62578"/>
                    <a:gd name="connsiteY72" fmla="*/ 23336 h 29816"/>
                    <a:gd name="connsiteX73" fmla="*/ 22479 w 62578"/>
                    <a:gd name="connsiteY73" fmla="*/ 24193 h 29816"/>
                    <a:gd name="connsiteX74" fmla="*/ 14478 w 62578"/>
                    <a:gd name="connsiteY74" fmla="*/ 8477 h 29816"/>
                    <a:gd name="connsiteX75" fmla="*/ 17526 w 62578"/>
                    <a:gd name="connsiteY75" fmla="*/ 5715 h 29816"/>
                    <a:gd name="connsiteX76" fmla="*/ 14478 w 62578"/>
                    <a:gd name="connsiteY76" fmla="*/ 8477 h 29816"/>
                    <a:gd name="connsiteX77" fmla="*/ 28575 w 62578"/>
                    <a:gd name="connsiteY77" fmla="*/ 18764 h 29816"/>
                    <a:gd name="connsiteX78" fmla="*/ 30766 w 62578"/>
                    <a:gd name="connsiteY78" fmla="*/ 10477 h 29816"/>
                    <a:gd name="connsiteX79" fmla="*/ 32481 w 62578"/>
                    <a:gd name="connsiteY79" fmla="*/ 12478 h 29816"/>
                    <a:gd name="connsiteX80" fmla="*/ 28575 w 62578"/>
                    <a:gd name="connsiteY80" fmla="*/ 18764 h 29816"/>
                    <a:gd name="connsiteX81" fmla="*/ 37434 w 62578"/>
                    <a:gd name="connsiteY81" fmla="*/ 17335 h 29816"/>
                    <a:gd name="connsiteX82" fmla="*/ 42196 w 62578"/>
                    <a:gd name="connsiteY82" fmla="*/ 17717 h 29816"/>
                    <a:gd name="connsiteX83" fmla="*/ 37434 w 62578"/>
                    <a:gd name="connsiteY83" fmla="*/ 17335 h 29816"/>
                    <a:gd name="connsiteX84" fmla="*/ 44862 w 62578"/>
                    <a:gd name="connsiteY84" fmla="*/ 15050 h 29816"/>
                    <a:gd name="connsiteX85" fmla="*/ 47434 w 62578"/>
                    <a:gd name="connsiteY85" fmla="*/ 15811 h 29816"/>
                    <a:gd name="connsiteX86" fmla="*/ 44862 w 62578"/>
                    <a:gd name="connsiteY86" fmla="*/ 15050 h 29816"/>
                    <a:gd name="connsiteX87" fmla="*/ 47530 w 62578"/>
                    <a:gd name="connsiteY87" fmla="*/ 20383 h 29816"/>
                    <a:gd name="connsiteX88" fmla="*/ 50577 w 62578"/>
                    <a:gd name="connsiteY88" fmla="*/ 17621 h 29816"/>
                    <a:gd name="connsiteX89" fmla="*/ 47530 w 62578"/>
                    <a:gd name="connsiteY89" fmla="*/ 20383 h 29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</a:cxnLst>
                  <a:rect l="l" t="t" r="r" b="b"/>
                  <a:pathLst>
                    <a:path w="62578" h="29816">
                      <a:moveTo>
                        <a:pt x="22479" y="24193"/>
                      </a:moveTo>
                      <a:cubicBezTo>
                        <a:pt x="21527" y="24193"/>
                        <a:pt x="20670" y="24289"/>
                        <a:pt x="20574" y="26765"/>
                      </a:cubicBezTo>
                      <a:cubicBezTo>
                        <a:pt x="22479" y="30289"/>
                        <a:pt x="23051" y="31623"/>
                        <a:pt x="25337" y="26003"/>
                      </a:cubicBezTo>
                      <a:cubicBezTo>
                        <a:pt x="24099" y="25051"/>
                        <a:pt x="22670" y="29908"/>
                        <a:pt x="22002" y="26479"/>
                      </a:cubicBezTo>
                      <a:cubicBezTo>
                        <a:pt x="22288" y="24765"/>
                        <a:pt x="22670" y="23622"/>
                        <a:pt x="23240" y="22860"/>
                      </a:cubicBezTo>
                      <a:cubicBezTo>
                        <a:pt x="24003" y="25432"/>
                        <a:pt x="24383" y="24384"/>
                        <a:pt x="25812" y="23622"/>
                      </a:cubicBezTo>
                      <a:cubicBezTo>
                        <a:pt x="25241" y="28575"/>
                        <a:pt x="27146" y="26575"/>
                        <a:pt x="27432" y="29051"/>
                      </a:cubicBezTo>
                      <a:cubicBezTo>
                        <a:pt x="28384" y="26670"/>
                        <a:pt x="27051" y="24289"/>
                        <a:pt x="28384" y="23241"/>
                      </a:cubicBezTo>
                      <a:cubicBezTo>
                        <a:pt x="29909" y="24384"/>
                        <a:pt x="31147" y="20288"/>
                        <a:pt x="32385" y="24860"/>
                      </a:cubicBezTo>
                      <a:cubicBezTo>
                        <a:pt x="31718" y="26670"/>
                        <a:pt x="30766" y="27146"/>
                        <a:pt x="30384" y="29718"/>
                      </a:cubicBezTo>
                      <a:cubicBezTo>
                        <a:pt x="31622" y="30099"/>
                        <a:pt x="31433" y="25527"/>
                        <a:pt x="32765" y="25908"/>
                      </a:cubicBezTo>
                      <a:cubicBezTo>
                        <a:pt x="32481" y="28956"/>
                        <a:pt x="33433" y="28765"/>
                        <a:pt x="34099" y="29146"/>
                      </a:cubicBezTo>
                      <a:cubicBezTo>
                        <a:pt x="36100" y="25146"/>
                        <a:pt x="39243" y="28004"/>
                        <a:pt x="40958" y="22479"/>
                      </a:cubicBezTo>
                      <a:cubicBezTo>
                        <a:pt x="41243" y="24575"/>
                        <a:pt x="42576" y="23813"/>
                        <a:pt x="43053" y="25527"/>
                      </a:cubicBezTo>
                      <a:cubicBezTo>
                        <a:pt x="42196" y="25336"/>
                        <a:pt x="41624" y="26003"/>
                        <a:pt x="41529" y="28004"/>
                      </a:cubicBezTo>
                      <a:cubicBezTo>
                        <a:pt x="43815" y="23622"/>
                        <a:pt x="46863" y="29242"/>
                        <a:pt x="46959" y="21526"/>
                      </a:cubicBezTo>
                      <a:cubicBezTo>
                        <a:pt x="48482" y="20860"/>
                        <a:pt x="49054" y="28004"/>
                        <a:pt x="50483" y="24384"/>
                      </a:cubicBezTo>
                      <a:cubicBezTo>
                        <a:pt x="50197" y="24193"/>
                        <a:pt x="49720" y="24479"/>
                        <a:pt x="49816" y="23336"/>
                      </a:cubicBezTo>
                      <a:cubicBezTo>
                        <a:pt x="50483" y="23527"/>
                        <a:pt x="50672" y="21907"/>
                        <a:pt x="51340" y="22003"/>
                      </a:cubicBezTo>
                      <a:cubicBezTo>
                        <a:pt x="51531" y="26956"/>
                        <a:pt x="55150" y="20383"/>
                        <a:pt x="55912" y="25813"/>
                      </a:cubicBezTo>
                      <a:cubicBezTo>
                        <a:pt x="55721" y="21146"/>
                        <a:pt x="57531" y="23527"/>
                        <a:pt x="57912" y="20955"/>
                      </a:cubicBezTo>
                      <a:cubicBezTo>
                        <a:pt x="55721" y="18479"/>
                        <a:pt x="53149" y="17050"/>
                        <a:pt x="50863" y="15240"/>
                      </a:cubicBezTo>
                      <a:cubicBezTo>
                        <a:pt x="53340" y="12859"/>
                        <a:pt x="54864" y="13335"/>
                        <a:pt x="57531" y="13049"/>
                      </a:cubicBezTo>
                      <a:cubicBezTo>
                        <a:pt x="57531" y="14954"/>
                        <a:pt x="55245" y="17812"/>
                        <a:pt x="56959" y="17621"/>
                      </a:cubicBezTo>
                      <a:cubicBezTo>
                        <a:pt x="58484" y="10382"/>
                        <a:pt x="60770" y="17907"/>
                        <a:pt x="62579" y="13335"/>
                      </a:cubicBezTo>
                      <a:cubicBezTo>
                        <a:pt x="60960" y="12287"/>
                        <a:pt x="58484" y="13716"/>
                        <a:pt x="58770" y="7144"/>
                      </a:cubicBezTo>
                      <a:cubicBezTo>
                        <a:pt x="58388" y="12859"/>
                        <a:pt x="57531" y="6286"/>
                        <a:pt x="56959" y="6286"/>
                      </a:cubicBezTo>
                      <a:cubicBezTo>
                        <a:pt x="56293" y="13049"/>
                        <a:pt x="53816" y="7620"/>
                        <a:pt x="51626" y="10477"/>
                      </a:cubicBezTo>
                      <a:cubicBezTo>
                        <a:pt x="51721" y="5715"/>
                        <a:pt x="50768" y="8192"/>
                        <a:pt x="49054" y="9715"/>
                      </a:cubicBezTo>
                      <a:cubicBezTo>
                        <a:pt x="49720" y="4096"/>
                        <a:pt x="47720" y="6191"/>
                        <a:pt x="47530" y="3143"/>
                      </a:cubicBezTo>
                      <a:cubicBezTo>
                        <a:pt x="44767" y="15526"/>
                        <a:pt x="40672" y="4000"/>
                        <a:pt x="39529" y="2096"/>
                      </a:cubicBezTo>
                      <a:cubicBezTo>
                        <a:pt x="40195" y="2000"/>
                        <a:pt x="38766" y="5334"/>
                        <a:pt x="38577" y="6763"/>
                      </a:cubicBezTo>
                      <a:cubicBezTo>
                        <a:pt x="37719" y="6572"/>
                        <a:pt x="37719" y="-1333"/>
                        <a:pt x="36576" y="2572"/>
                      </a:cubicBezTo>
                      <a:cubicBezTo>
                        <a:pt x="36862" y="3715"/>
                        <a:pt x="37909" y="2667"/>
                        <a:pt x="37528" y="5810"/>
                      </a:cubicBezTo>
                      <a:cubicBezTo>
                        <a:pt x="36290" y="6096"/>
                        <a:pt x="34862" y="6763"/>
                        <a:pt x="34671" y="4000"/>
                      </a:cubicBezTo>
                      <a:cubicBezTo>
                        <a:pt x="34290" y="5715"/>
                        <a:pt x="34004" y="7715"/>
                        <a:pt x="33051" y="7620"/>
                      </a:cubicBezTo>
                      <a:cubicBezTo>
                        <a:pt x="31909" y="6953"/>
                        <a:pt x="31338" y="5239"/>
                        <a:pt x="31433" y="3334"/>
                      </a:cubicBezTo>
                      <a:cubicBezTo>
                        <a:pt x="31813" y="5239"/>
                        <a:pt x="28861" y="1905"/>
                        <a:pt x="29909" y="4667"/>
                      </a:cubicBezTo>
                      <a:cubicBezTo>
                        <a:pt x="33528" y="12192"/>
                        <a:pt x="21622" y="10954"/>
                        <a:pt x="23051" y="2286"/>
                      </a:cubicBezTo>
                      <a:cubicBezTo>
                        <a:pt x="22002" y="3048"/>
                        <a:pt x="21908" y="7144"/>
                        <a:pt x="20670" y="7239"/>
                      </a:cubicBezTo>
                      <a:cubicBezTo>
                        <a:pt x="20098" y="4477"/>
                        <a:pt x="18573" y="4667"/>
                        <a:pt x="18384" y="762"/>
                      </a:cubicBezTo>
                      <a:cubicBezTo>
                        <a:pt x="16287" y="1048"/>
                        <a:pt x="14954" y="4572"/>
                        <a:pt x="14001" y="286"/>
                      </a:cubicBezTo>
                      <a:cubicBezTo>
                        <a:pt x="13240" y="2381"/>
                        <a:pt x="14001" y="3619"/>
                        <a:pt x="14097" y="5905"/>
                      </a:cubicBezTo>
                      <a:cubicBezTo>
                        <a:pt x="13145" y="7239"/>
                        <a:pt x="11906" y="9620"/>
                        <a:pt x="11525" y="6286"/>
                      </a:cubicBezTo>
                      <a:cubicBezTo>
                        <a:pt x="12477" y="4763"/>
                        <a:pt x="13811" y="2953"/>
                        <a:pt x="12572" y="476"/>
                      </a:cubicBezTo>
                      <a:cubicBezTo>
                        <a:pt x="11716" y="3429"/>
                        <a:pt x="8763" y="857"/>
                        <a:pt x="8573" y="0"/>
                      </a:cubicBezTo>
                      <a:cubicBezTo>
                        <a:pt x="7430" y="1143"/>
                        <a:pt x="8573" y="3619"/>
                        <a:pt x="8287" y="5715"/>
                      </a:cubicBezTo>
                      <a:cubicBezTo>
                        <a:pt x="7144" y="6382"/>
                        <a:pt x="6667" y="8954"/>
                        <a:pt x="5905" y="10573"/>
                      </a:cubicBezTo>
                      <a:cubicBezTo>
                        <a:pt x="5429" y="9525"/>
                        <a:pt x="4858" y="8858"/>
                        <a:pt x="4572" y="7429"/>
                      </a:cubicBezTo>
                      <a:cubicBezTo>
                        <a:pt x="5239" y="5429"/>
                        <a:pt x="6382" y="4667"/>
                        <a:pt x="6953" y="2572"/>
                      </a:cubicBezTo>
                      <a:cubicBezTo>
                        <a:pt x="5524" y="4953"/>
                        <a:pt x="5049" y="667"/>
                        <a:pt x="3620" y="3048"/>
                      </a:cubicBezTo>
                      <a:cubicBezTo>
                        <a:pt x="2952" y="5715"/>
                        <a:pt x="4381" y="7144"/>
                        <a:pt x="3429" y="7620"/>
                      </a:cubicBezTo>
                      <a:cubicBezTo>
                        <a:pt x="1715" y="7048"/>
                        <a:pt x="1620" y="4381"/>
                        <a:pt x="191" y="5810"/>
                      </a:cubicBezTo>
                      <a:lnTo>
                        <a:pt x="0" y="10382"/>
                      </a:lnTo>
                      <a:cubicBezTo>
                        <a:pt x="1809" y="10954"/>
                        <a:pt x="2286" y="10477"/>
                        <a:pt x="3620" y="10954"/>
                      </a:cubicBezTo>
                      <a:cubicBezTo>
                        <a:pt x="3620" y="12668"/>
                        <a:pt x="3238" y="15145"/>
                        <a:pt x="3810" y="15430"/>
                      </a:cubicBezTo>
                      <a:cubicBezTo>
                        <a:pt x="4858" y="12097"/>
                        <a:pt x="8001" y="11239"/>
                        <a:pt x="7715" y="18193"/>
                      </a:cubicBezTo>
                      <a:cubicBezTo>
                        <a:pt x="5810" y="19526"/>
                        <a:pt x="4953" y="18193"/>
                        <a:pt x="2572" y="18955"/>
                      </a:cubicBezTo>
                      <a:cubicBezTo>
                        <a:pt x="2095" y="21336"/>
                        <a:pt x="952" y="24955"/>
                        <a:pt x="2667" y="24575"/>
                      </a:cubicBezTo>
                      <a:cubicBezTo>
                        <a:pt x="2952" y="23336"/>
                        <a:pt x="3334" y="20383"/>
                        <a:pt x="4763" y="19717"/>
                      </a:cubicBezTo>
                      <a:cubicBezTo>
                        <a:pt x="6001" y="22669"/>
                        <a:pt x="8859" y="22384"/>
                        <a:pt x="10954" y="21050"/>
                      </a:cubicBezTo>
                      <a:cubicBezTo>
                        <a:pt x="10287" y="19240"/>
                        <a:pt x="10477" y="21241"/>
                        <a:pt x="9525" y="21241"/>
                      </a:cubicBezTo>
                      <a:cubicBezTo>
                        <a:pt x="9620" y="19717"/>
                        <a:pt x="9430" y="18764"/>
                        <a:pt x="9334" y="17907"/>
                      </a:cubicBezTo>
                      <a:cubicBezTo>
                        <a:pt x="10763" y="15621"/>
                        <a:pt x="12763" y="14859"/>
                        <a:pt x="14764" y="11430"/>
                      </a:cubicBezTo>
                      <a:cubicBezTo>
                        <a:pt x="16859" y="11525"/>
                        <a:pt x="15335" y="17431"/>
                        <a:pt x="17716" y="17812"/>
                      </a:cubicBezTo>
                      <a:cubicBezTo>
                        <a:pt x="18384" y="10858"/>
                        <a:pt x="20288" y="12287"/>
                        <a:pt x="22384" y="12573"/>
                      </a:cubicBezTo>
                      <a:lnTo>
                        <a:pt x="22193" y="16002"/>
                      </a:lnTo>
                      <a:cubicBezTo>
                        <a:pt x="23813" y="12859"/>
                        <a:pt x="24383" y="17431"/>
                        <a:pt x="26384" y="11906"/>
                      </a:cubicBezTo>
                      <a:cubicBezTo>
                        <a:pt x="26289" y="13430"/>
                        <a:pt x="26480" y="14383"/>
                        <a:pt x="26575" y="15240"/>
                      </a:cubicBezTo>
                      <a:cubicBezTo>
                        <a:pt x="25622" y="18383"/>
                        <a:pt x="19621" y="20479"/>
                        <a:pt x="20765" y="14954"/>
                      </a:cubicBezTo>
                      <a:cubicBezTo>
                        <a:pt x="18002" y="18859"/>
                        <a:pt x="16097" y="22003"/>
                        <a:pt x="13240" y="18383"/>
                      </a:cubicBezTo>
                      <a:cubicBezTo>
                        <a:pt x="13526" y="20479"/>
                        <a:pt x="12002" y="22384"/>
                        <a:pt x="13049" y="22955"/>
                      </a:cubicBezTo>
                      <a:cubicBezTo>
                        <a:pt x="14764" y="21050"/>
                        <a:pt x="16669" y="20574"/>
                        <a:pt x="17812" y="23336"/>
                      </a:cubicBezTo>
                      <a:cubicBezTo>
                        <a:pt x="18764" y="17621"/>
                        <a:pt x="21908" y="20002"/>
                        <a:pt x="22479" y="24193"/>
                      </a:cubicBezTo>
                      <a:close/>
                      <a:moveTo>
                        <a:pt x="14478" y="8477"/>
                      </a:moveTo>
                      <a:cubicBezTo>
                        <a:pt x="14574" y="3143"/>
                        <a:pt x="16669" y="5048"/>
                        <a:pt x="17526" y="5715"/>
                      </a:cubicBezTo>
                      <a:cubicBezTo>
                        <a:pt x="17240" y="9715"/>
                        <a:pt x="14478" y="11525"/>
                        <a:pt x="14478" y="8477"/>
                      </a:cubicBezTo>
                      <a:close/>
                      <a:moveTo>
                        <a:pt x="28575" y="18764"/>
                      </a:moveTo>
                      <a:cubicBezTo>
                        <a:pt x="28575" y="13430"/>
                        <a:pt x="31147" y="16859"/>
                        <a:pt x="30766" y="10477"/>
                      </a:cubicBezTo>
                      <a:cubicBezTo>
                        <a:pt x="31909" y="9430"/>
                        <a:pt x="31052" y="14383"/>
                        <a:pt x="32481" y="12478"/>
                      </a:cubicBezTo>
                      <a:cubicBezTo>
                        <a:pt x="31813" y="18574"/>
                        <a:pt x="29813" y="17240"/>
                        <a:pt x="28575" y="18764"/>
                      </a:cubicBezTo>
                      <a:close/>
                      <a:moveTo>
                        <a:pt x="37434" y="17335"/>
                      </a:moveTo>
                      <a:cubicBezTo>
                        <a:pt x="38862" y="13716"/>
                        <a:pt x="41147" y="14859"/>
                        <a:pt x="42196" y="17717"/>
                      </a:cubicBezTo>
                      <a:cubicBezTo>
                        <a:pt x="41243" y="19907"/>
                        <a:pt x="39052" y="18383"/>
                        <a:pt x="37434" y="17335"/>
                      </a:cubicBezTo>
                      <a:close/>
                      <a:moveTo>
                        <a:pt x="44862" y="15050"/>
                      </a:moveTo>
                      <a:cubicBezTo>
                        <a:pt x="45053" y="11621"/>
                        <a:pt x="48006" y="11049"/>
                        <a:pt x="47434" y="15811"/>
                      </a:cubicBezTo>
                      <a:cubicBezTo>
                        <a:pt x="46387" y="18574"/>
                        <a:pt x="45530" y="16002"/>
                        <a:pt x="44862" y="15050"/>
                      </a:cubicBezTo>
                      <a:close/>
                      <a:moveTo>
                        <a:pt x="47530" y="20383"/>
                      </a:moveTo>
                      <a:cubicBezTo>
                        <a:pt x="48387" y="16573"/>
                        <a:pt x="49245" y="20288"/>
                        <a:pt x="50577" y="17621"/>
                      </a:cubicBezTo>
                      <a:cubicBezTo>
                        <a:pt x="50577" y="24193"/>
                        <a:pt x="48482" y="19812"/>
                        <a:pt x="47530" y="203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5" name="Freeform: Shape 1024">
                  <a:extLst>
                    <a:ext uri="{FF2B5EF4-FFF2-40B4-BE49-F238E27FC236}">
                      <a16:creationId xmlns:a16="http://schemas.microsoft.com/office/drawing/2014/main" id="{E962BE6D-BAC5-4E98-9D1F-9B4490901FEE}"/>
                    </a:ext>
                  </a:extLst>
                </p:cNvPr>
                <p:cNvSpPr/>
                <p:nvPr/>
              </p:nvSpPr>
              <p:spPr>
                <a:xfrm>
                  <a:off x="10414327" y="1922145"/>
                  <a:ext cx="2307" cy="3714"/>
                </a:xfrm>
                <a:custGeom>
                  <a:avLst/>
                  <a:gdLst>
                    <a:gd name="connsiteX0" fmla="*/ 213 w 2307"/>
                    <a:gd name="connsiteY0" fmla="*/ 3715 h 3714"/>
                    <a:gd name="connsiteX1" fmla="*/ 403 w 2307"/>
                    <a:gd name="connsiteY1" fmla="*/ 286 h 3714"/>
                    <a:gd name="connsiteX2" fmla="*/ 2308 w 2307"/>
                    <a:gd name="connsiteY2" fmla="*/ 0 h 3714"/>
                    <a:gd name="connsiteX3" fmla="*/ 213 w 2307"/>
                    <a:gd name="connsiteY3" fmla="*/ 3715 h 3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7" h="3714">
                      <a:moveTo>
                        <a:pt x="213" y="3715"/>
                      </a:moveTo>
                      <a:cubicBezTo>
                        <a:pt x="-359" y="3334"/>
                        <a:pt x="403" y="2286"/>
                        <a:pt x="403" y="286"/>
                      </a:cubicBezTo>
                      <a:lnTo>
                        <a:pt x="2308" y="0"/>
                      </a:lnTo>
                      <a:cubicBezTo>
                        <a:pt x="2213" y="3619"/>
                        <a:pt x="499" y="1143"/>
                        <a:pt x="213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6" name="Freeform: Shape 1025">
                  <a:extLst>
                    <a:ext uri="{FF2B5EF4-FFF2-40B4-BE49-F238E27FC236}">
                      <a16:creationId xmlns:a16="http://schemas.microsoft.com/office/drawing/2014/main" id="{3FB5C386-3272-4ED9-89B3-3A0BF9F403E5}"/>
                    </a:ext>
                  </a:extLst>
                </p:cNvPr>
                <p:cNvSpPr/>
                <p:nvPr/>
              </p:nvSpPr>
              <p:spPr>
                <a:xfrm>
                  <a:off x="10426921" y="1686496"/>
                  <a:ext cx="8858" cy="12477"/>
                </a:xfrm>
                <a:custGeom>
                  <a:avLst/>
                  <a:gdLst>
                    <a:gd name="connsiteX0" fmla="*/ 0 w 8858"/>
                    <a:gd name="connsiteY0" fmla="*/ 12478 h 12477"/>
                    <a:gd name="connsiteX1" fmla="*/ 2477 w 8858"/>
                    <a:gd name="connsiteY1" fmla="*/ 6477 h 12477"/>
                    <a:gd name="connsiteX2" fmla="*/ 5335 w 8858"/>
                    <a:gd name="connsiteY2" fmla="*/ 6001 h 12477"/>
                    <a:gd name="connsiteX3" fmla="*/ 4382 w 8858"/>
                    <a:gd name="connsiteY3" fmla="*/ 2762 h 12477"/>
                    <a:gd name="connsiteX4" fmla="*/ 6859 w 8858"/>
                    <a:gd name="connsiteY4" fmla="*/ 3524 h 12477"/>
                    <a:gd name="connsiteX5" fmla="*/ 7716 w 8858"/>
                    <a:gd name="connsiteY5" fmla="*/ 0 h 12477"/>
                    <a:gd name="connsiteX6" fmla="*/ 8668 w 8858"/>
                    <a:gd name="connsiteY6" fmla="*/ 2096 h 12477"/>
                    <a:gd name="connsiteX7" fmla="*/ 8859 w 8858"/>
                    <a:gd name="connsiteY7" fmla="*/ 5429 h 12477"/>
                    <a:gd name="connsiteX8" fmla="*/ 6096 w 8858"/>
                    <a:gd name="connsiteY8" fmla="*/ 3620 h 12477"/>
                    <a:gd name="connsiteX9" fmla="*/ 0 w 8858"/>
                    <a:gd name="connsiteY9" fmla="*/ 12478 h 12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858" h="12477">
                      <a:moveTo>
                        <a:pt x="0" y="12478"/>
                      </a:moveTo>
                      <a:cubicBezTo>
                        <a:pt x="286" y="8573"/>
                        <a:pt x="2381" y="11144"/>
                        <a:pt x="2477" y="6477"/>
                      </a:cubicBezTo>
                      <a:cubicBezTo>
                        <a:pt x="3906" y="7239"/>
                        <a:pt x="3715" y="6477"/>
                        <a:pt x="5335" y="6001"/>
                      </a:cubicBezTo>
                      <a:cubicBezTo>
                        <a:pt x="5716" y="3048"/>
                        <a:pt x="5430" y="1905"/>
                        <a:pt x="4382" y="2762"/>
                      </a:cubicBezTo>
                      <a:cubicBezTo>
                        <a:pt x="5239" y="762"/>
                        <a:pt x="7239" y="667"/>
                        <a:pt x="6859" y="3524"/>
                      </a:cubicBezTo>
                      <a:cubicBezTo>
                        <a:pt x="7239" y="2667"/>
                        <a:pt x="7525" y="1333"/>
                        <a:pt x="7716" y="0"/>
                      </a:cubicBezTo>
                      <a:cubicBezTo>
                        <a:pt x="8382" y="381"/>
                        <a:pt x="6954" y="3334"/>
                        <a:pt x="8668" y="2096"/>
                      </a:cubicBezTo>
                      <a:cubicBezTo>
                        <a:pt x="8573" y="3715"/>
                        <a:pt x="8477" y="5334"/>
                        <a:pt x="8859" y="5429"/>
                      </a:cubicBezTo>
                      <a:cubicBezTo>
                        <a:pt x="7811" y="9049"/>
                        <a:pt x="7430" y="2286"/>
                        <a:pt x="6096" y="3620"/>
                      </a:cubicBezTo>
                      <a:cubicBezTo>
                        <a:pt x="4573" y="12668"/>
                        <a:pt x="2001" y="8096"/>
                        <a:pt x="0" y="124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7" name="Freeform: Shape 1026">
                  <a:extLst>
                    <a:ext uri="{FF2B5EF4-FFF2-40B4-BE49-F238E27FC236}">
                      <a16:creationId xmlns:a16="http://schemas.microsoft.com/office/drawing/2014/main" id="{1F8E1ADA-15CA-4E3F-9267-66AA850978BC}"/>
                    </a:ext>
                  </a:extLst>
                </p:cNvPr>
                <p:cNvSpPr/>
                <p:nvPr/>
              </p:nvSpPr>
              <p:spPr>
                <a:xfrm>
                  <a:off x="10414825" y="1948587"/>
                  <a:ext cx="9905" cy="19412"/>
                </a:xfrm>
                <a:custGeom>
                  <a:avLst/>
                  <a:gdLst>
                    <a:gd name="connsiteX0" fmla="*/ 8287 w 9905"/>
                    <a:gd name="connsiteY0" fmla="*/ 6609 h 19412"/>
                    <a:gd name="connsiteX1" fmla="*/ 9905 w 9905"/>
                    <a:gd name="connsiteY1" fmla="*/ 10895 h 19412"/>
                    <a:gd name="connsiteX2" fmla="*/ 9620 w 9905"/>
                    <a:gd name="connsiteY2" fmla="*/ 16610 h 19412"/>
                    <a:gd name="connsiteX3" fmla="*/ 8096 w 9905"/>
                    <a:gd name="connsiteY3" fmla="*/ 8895 h 19412"/>
                    <a:gd name="connsiteX4" fmla="*/ 6858 w 9905"/>
                    <a:gd name="connsiteY4" fmla="*/ 11371 h 19412"/>
                    <a:gd name="connsiteX5" fmla="*/ 7810 w 9905"/>
                    <a:gd name="connsiteY5" fmla="*/ 14610 h 19412"/>
                    <a:gd name="connsiteX6" fmla="*/ 6096 w 9905"/>
                    <a:gd name="connsiteY6" fmla="*/ 19372 h 19412"/>
                    <a:gd name="connsiteX7" fmla="*/ 6667 w 9905"/>
                    <a:gd name="connsiteY7" fmla="*/ 15943 h 19412"/>
                    <a:gd name="connsiteX8" fmla="*/ 5047 w 9905"/>
                    <a:gd name="connsiteY8" fmla="*/ 11657 h 19412"/>
                    <a:gd name="connsiteX9" fmla="*/ 4476 w 9905"/>
                    <a:gd name="connsiteY9" fmla="*/ 15181 h 19412"/>
                    <a:gd name="connsiteX10" fmla="*/ 0 w 9905"/>
                    <a:gd name="connsiteY10" fmla="*/ 6799 h 19412"/>
                    <a:gd name="connsiteX11" fmla="*/ 4476 w 9905"/>
                    <a:gd name="connsiteY11" fmla="*/ 6133 h 19412"/>
                    <a:gd name="connsiteX12" fmla="*/ 2666 w 9905"/>
                    <a:gd name="connsiteY12" fmla="*/ 5275 h 19412"/>
                    <a:gd name="connsiteX13" fmla="*/ 8667 w 9905"/>
                    <a:gd name="connsiteY13" fmla="*/ 4418 h 19412"/>
                    <a:gd name="connsiteX14" fmla="*/ 5524 w 9905"/>
                    <a:gd name="connsiteY14" fmla="*/ 418 h 19412"/>
                    <a:gd name="connsiteX15" fmla="*/ 9525 w 9905"/>
                    <a:gd name="connsiteY15" fmla="*/ 2037 h 19412"/>
                    <a:gd name="connsiteX16" fmla="*/ 9334 w 9905"/>
                    <a:gd name="connsiteY16" fmla="*/ 6609 h 19412"/>
                    <a:gd name="connsiteX17" fmla="*/ 8287 w 9905"/>
                    <a:gd name="connsiteY17" fmla="*/ 6609 h 19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9905" h="19412">
                      <a:moveTo>
                        <a:pt x="8287" y="6609"/>
                      </a:moveTo>
                      <a:cubicBezTo>
                        <a:pt x="9144" y="7085"/>
                        <a:pt x="8382" y="12324"/>
                        <a:pt x="9905" y="10895"/>
                      </a:cubicBezTo>
                      <a:cubicBezTo>
                        <a:pt x="9144" y="13181"/>
                        <a:pt x="10001" y="12895"/>
                        <a:pt x="9620" y="16610"/>
                      </a:cubicBezTo>
                      <a:cubicBezTo>
                        <a:pt x="8382" y="14991"/>
                        <a:pt x="8762" y="13276"/>
                        <a:pt x="8096" y="8895"/>
                      </a:cubicBezTo>
                      <a:cubicBezTo>
                        <a:pt x="7715" y="9657"/>
                        <a:pt x="7619" y="11562"/>
                        <a:pt x="6858" y="11371"/>
                      </a:cubicBezTo>
                      <a:cubicBezTo>
                        <a:pt x="7239" y="12419"/>
                        <a:pt x="6762" y="15562"/>
                        <a:pt x="7810" y="14610"/>
                      </a:cubicBezTo>
                      <a:cubicBezTo>
                        <a:pt x="7333" y="16610"/>
                        <a:pt x="6381" y="16705"/>
                        <a:pt x="6096" y="19372"/>
                      </a:cubicBezTo>
                      <a:cubicBezTo>
                        <a:pt x="5333" y="19944"/>
                        <a:pt x="5810" y="14229"/>
                        <a:pt x="6667" y="15943"/>
                      </a:cubicBezTo>
                      <a:cubicBezTo>
                        <a:pt x="6286" y="12038"/>
                        <a:pt x="4476" y="17372"/>
                        <a:pt x="5047" y="11657"/>
                      </a:cubicBezTo>
                      <a:cubicBezTo>
                        <a:pt x="4572" y="11943"/>
                        <a:pt x="4667" y="13753"/>
                        <a:pt x="4476" y="15181"/>
                      </a:cubicBezTo>
                      <a:cubicBezTo>
                        <a:pt x="3143" y="12038"/>
                        <a:pt x="2666" y="6323"/>
                        <a:pt x="0" y="6799"/>
                      </a:cubicBezTo>
                      <a:cubicBezTo>
                        <a:pt x="380" y="1275"/>
                        <a:pt x="4381" y="2132"/>
                        <a:pt x="4476" y="6133"/>
                      </a:cubicBezTo>
                      <a:cubicBezTo>
                        <a:pt x="3524" y="6704"/>
                        <a:pt x="3809" y="4228"/>
                        <a:pt x="2666" y="5275"/>
                      </a:cubicBezTo>
                      <a:cubicBezTo>
                        <a:pt x="3334" y="12229"/>
                        <a:pt x="7144" y="10800"/>
                        <a:pt x="8667" y="4418"/>
                      </a:cubicBezTo>
                      <a:cubicBezTo>
                        <a:pt x="8001" y="1942"/>
                        <a:pt x="5810" y="3847"/>
                        <a:pt x="5524" y="418"/>
                      </a:cubicBezTo>
                      <a:cubicBezTo>
                        <a:pt x="6286" y="-1487"/>
                        <a:pt x="7619" y="3847"/>
                        <a:pt x="9525" y="2037"/>
                      </a:cubicBezTo>
                      <a:lnTo>
                        <a:pt x="9334" y="6609"/>
                      </a:lnTo>
                      <a:lnTo>
                        <a:pt x="8287" y="6609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8" name="Freeform: Shape 1027">
                  <a:extLst>
                    <a:ext uri="{FF2B5EF4-FFF2-40B4-BE49-F238E27FC236}">
                      <a16:creationId xmlns:a16="http://schemas.microsoft.com/office/drawing/2014/main" id="{7B87A608-212E-4A93-871A-0FDD2725A259}"/>
                    </a:ext>
                  </a:extLst>
                </p:cNvPr>
                <p:cNvSpPr/>
                <p:nvPr/>
              </p:nvSpPr>
              <p:spPr>
                <a:xfrm>
                  <a:off x="10415587" y="1958152"/>
                  <a:ext cx="2121" cy="5712"/>
                </a:xfrm>
                <a:custGeom>
                  <a:avLst/>
                  <a:gdLst>
                    <a:gd name="connsiteX0" fmla="*/ 0 w 2121"/>
                    <a:gd name="connsiteY0" fmla="*/ 378 h 5712"/>
                    <a:gd name="connsiteX1" fmla="*/ 2000 w 2121"/>
                    <a:gd name="connsiteY1" fmla="*/ 5712 h 5712"/>
                    <a:gd name="connsiteX2" fmla="*/ 0 w 2121"/>
                    <a:gd name="connsiteY2" fmla="*/ 378 h 5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21" h="5712">
                      <a:moveTo>
                        <a:pt x="0" y="378"/>
                      </a:moveTo>
                      <a:cubicBezTo>
                        <a:pt x="381" y="-860"/>
                        <a:pt x="2667" y="950"/>
                        <a:pt x="2000" y="5712"/>
                      </a:cubicBezTo>
                      <a:cubicBezTo>
                        <a:pt x="1143" y="4379"/>
                        <a:pt x="381" y="2759"/>
                        <a:pt x="0" y="3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9" name="Freeform: Shape 1028">
                  <a:extLst>
                    <a:ext uri="{FF2B5EF4-FFF2-40B4-BE49-F238E27FC236}">
                      <a16:creationId xmlns:a16="http://schemas.microsoft.com/office/drawing/2014/main" id="{3DE31A30-58D8-44DA-B3CF-70D88A8A2C84}"/>
                    </a:ext>
                  </a:extLst>
                </p:cNvPr>
                <p:cNvSpPr/>
                <p:nvPr/>
              </p:nvSpPr>
              <p:spPr>
                <a:xfrm>
                  <a:off x="10411908" y="2117502"/>
                  <a:ext cx="1904" cy="5619"/>
                </a:xfrm>
                <a:custGeom>
                  <a:avLst/>
                  <a:gdLst>
                    <a:gd name="connsiteX0" fmla="*/ 155 w 1904"/>
                    <a:gd name="connsiteY0" fmla="*/ 5620 h 5619"/>
                    <a:gd name="connsiteX1" fmla="*/ 60 w 1904"/>
                    <a:gd name="connsiteY1" fmla="*/ 0 h 5619"/>
                    <a:gd name="connsiteX2" fmla="*/ 155 w 1904"/>
                    <a:gd name="connsiteY2" fmla="*/ 562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5619">
                      <a:moveTo>
                        <a:pt x="155" y="5620"/>
                      </a:moveTo>
                      <a:cubicBezTo>
                        <a:pt x="632" y="2381"/>
                        <a:pt x="-226" y="2762"/>
                        <a:pt x="60" y="0"/>
                      </a:cubicBezTo>
                      <a:cubicBezTo>
                        <a:pt x="1393" y="4286"/>
                        <a:pt x="3393" y="5239"/>
                        <a:pt x="155" y="5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0" name="Freeform: Shape 1029">
                  <a:extLst>
                    <a:ext uri="{FF2B5EF4-FFF2-40B4-BE49-F238E27FC236}">
                      <a16:creationId xmlns:a16="http://schemas.microsoft.com/office/drawing/2014/main" id="{E1658597-CEC6-4C96-9C60-8723A36BC049}"/>
                    </a:ext>
                  </a:extLst>
                </p:cNvPr>
                <p:cNvSpPr/>
                <p:nvPr/>
              </p:nvSpPr>
              <p:spPr>
                <a:xfrm>
                  <a:off x="10425493" y="1840134"/>
                  <a:ext cx="6190" cy="5258"/>
                </a:xfrm>
                <a:custGeom>
                  <a:avLst/>
                  <a:gdLst>
                    <a:gd name="connsiteX0" fmla="*/ 0 w 6190"/>
                    <a:gd name="connsiteY0" fmla="*/ 1524 h 5258"/>
                    <a:gd name="connsiteX1" fmla="*/ 2286 w 6190"/>
                    <a:gd name="connsiteY1" fmla="*/ 0 h 5258"/>
                    <a:gd name="connsiteX2" fmla="*/ 1048 w 6190"/>
                    <a:gd name="connsiteY2" fmla="*/ 2476 h 5258"/>
                    <a:gd name="connsiteX3" fmla="*/ 6190 w 6190"/>
                    <a:gd name="connsiteY3" fmla="*/ 2858 h 5258"/>
                    <a:gd name="connsiteX4" fmla="*/ 0 w 6190"/>
                    <a:gd name="connsiteY4" fmla="*/ 1524 h 5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90" h="5258">
                      <a:moveTo>
                        <a:pt x="0" y="1524"/>
                      </a:moveTo>
                      <a:cubicBezTo>
                        <a:pt x="191" y="-1048"/>
                        <a:pt x="1619" y="762"/>
                        <a:pt x="2286" y="0"/>
                      </a:cubicBezTo>
                      <a:cubicBezTo>
                        <a:pt x="2381" y="5239"/>
                        <a:pt x="1428" y="-1429"/>
                        <a:pt x="1048" y="2476"/>
                      </a:cubicBezTo>
                      <a:cubicBezTo>
                        <a:pt x="2477" y="6667"/>
                        <a:pt x="5238" y="-2858"/>
                        <a:pt x="6190" y="2858"/>
                      </a:cubicBezTo>
                      <a:cubicBezTo>
                        <a:pt x="4572" y="1524"/>
                        <a:pt x="857" y="9811"/>
                        <a:pt x="0" y="1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1" name="Freeform: Shape 1030">
                  <a:extLst>
                    <a:ext uri="{FF2B5EF4-FFF2-40B4-BE49-F238E27FC236}">
                      <a16:creationId xmlns:a16="http://schemas.microsoft.com/office/drawing/2014/main" id="{E3D32AC1-EBFA-4711-B6FF-16B1CD2722E4}"/>
                    </a:ext>
                  </a:extLst>
                </p:cNvPr>
                <p:cNvSpPr/>
                <p:nvPr/>
              </p:nvSpPr>
              <p:spPr>
                <a:xfrm>
                  <a:off x="10427684" y="1790414"/>
                  <a:ext cx="1810" cy="4949"/>
                </a:xfrm>
                <a:custGeom>
                  <a:avLst/>
                  <a:gdLst>
                    <a:gd name="connsiteX0" fmla="*/ 0 w 1810"/>
                    <a:gd name="connsiteY0" fmla="*/ 4572 h 4949"/>
                    <a:gd name="connsiteX1" fmla="*/ 191 w 1810"/>
                    <a:gd name="connsiteY1" fmla="*/ 0 h 4949"/>
                    <a:gd name="connsiteX2" fmla="*/ 0 w 1810"/>
                    <a:gd name="connsiteY2" fmla="*/ 4572 h 4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10" h="4949">
                      <a:moveTo>
                        <a:pt x="0" y="4572"/>
                      </a:moveTo>
                      <a:lnTo>
                        <a:pt x="191" y="0"/>
                      </a:lnTo>
                      <a:cubicBezTo>
                        <a:pt x="952" y="4286"/>
                        <a:pt x="3524" y="5715"/>
                        <a:pt x="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2" name="Freeform: Shape 1031">
                  <a:extLst>
                    <a:ext uri="{FF2B5EF4-FFF2-40B4-BE49-F238E27FC236}">
                      <a16:creationId xmlns:a16="http://schemas.microsoft.com/office/drawing/2014/main" id="{817AB30D-51DB-4AE2-BDF2-C81A52B7C0B6}"/>
                    </a:ext>
                  </a:extLst>
                </p:cNvPr>
                <p:cNvSpPr/>
                <p:nvPr/>
              </p:nvSpPr>
              <p:spPr>
                <a:xfrm>
                  <a:off x="10425954" y="1852166"/>
                  <a:ext cx="3635" cy="3639"/>
                </a:xfrm>
                <a:custGeom>
                  <a:avLst/>
                  <a:gdLst>
                    <a:gd name="connsiteX0" fmla="*/ 15 w 3635"/>
                    <a:gd name="connsiteY0" fmla="*/ 1875 h 3639"/>
                    <a:gd name="connsiteX1" fmla="*/ 3634 w 3635"/>
                    <a:gd name="connsiteY1" fmla="*/ 3589 h 3639"/>
                    <a:gd name="connsiteX2" fmla="*/ 15 w 3635"/>
                    <a:gd name="connsiteY2" fmla="*/ 1875 h 3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35" h="3639">
                      <a:moveTo>
                        <a:pt x="15" y="1875"/>
                      </a:moveTo>
                      <a:cubicBezTo>
                        <a:pt x="-270" y="-2602"/>
                        <a:pt x="3729" y="2160"/>
                        <a:pt x="3634" y="3589"/>
                      </a:cubicBezTo>
                      <a:cubicBezTo>
                        <a:pt x="2300" y="4161"/>
                        <a:pt x="873" y="-411"/>
                        <a:pt x="15" y="18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Freeform: Shape 1032">
                  <a:extLst>
                    <a:ext uri="{FF2B5EF4-FFF2-40B4-BE49-F238E27FC236}">
                      <a16:creationId xmlns:a16="http://schemas.microsoft.com/office/drawing/2014/main" id="{D9D679F9-085D-48B8-B431-707D4870C235}"/>
                    </a:ext>
                  </a:extLst>
                </p:cNvPr>
                <p:cNvSpPr/>
                <p:nvPr/>
              </p:nvSpPr>
              <p:spPr>
                <a:xfrm>
                  <a:off x="10425864" y="1880587"/>
                  <a:ext cx="6105" cy="5399"/>
                </a:xfrm>
                <a:custGeom>
                  <a:avLst/>
                  <a:gdLst>
                    <a:gd name="connsiteX0" fmla="*/ 6105 w 6105"/>
                    <a:gd name="connsiteY0" fmla="*/ 3077 h 5399"/>
                    <a:gd name="connsiteX1" fmla="*/ 200 w 6105"/>
                    <a:gd name="connsiteY1" fmla="*/ 3934 h 5399"/>
                    <a:gd name="connsiteX2" fmla="*/ 6105 w 6105"/>
                    <a:gd name="connsiteY2" fmla="*/ 3077 h 5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105" h="5399">
                      <a:moveTo>
                        <a:pt x="6105" y="3077"/>
                      </a:moveTo>
                      <a:cubicBezTo>
                        <a:pt x="3438" y="6601"/>
                        <a:pt x="2391" y="5458"/>
                        <a:pt x="200" y="3934"/>
                      </a:cubicBezTo>
                      <a:cubicBezTo>
                        <a:pt x="-1134" y="-4543"/>
                        <a:pt x="4582" y="3362"/>
                        <a:pt x="6105" y="307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Freeform: Shape 1033">
                  <a:extLst>
                    <a:ext uri="{FF2B5EF4-FFF2-40B4-BE49-F238E27FC236}">
                      <a16:creationId xmlns:a16="http://schemas.microsoft.com/office/drawing/2014/main" id="{0068D779-B408-4B7B-B814-EC40932D83DE}"/>
                    </a:ext>
                  </a:extLst>
                </p:cNvPr>
                <p:cNvSpPr/>
                <p:nvPr/>
              </p:nvSpPr>
              <p:spPr>
                <a:xfrm>
                  <a:off x="10436923" y="1683543"/>
                  <a:ext cx="44862" cy="23677"/>
                </a:xfrm>
                <a:custGeom>
                  <a:avLst/>
                  <a:gdLst>
                    <a:gd name="connsiteX0" fmla="*/ 4476 w 44862"/>
                    <a:gd name="connsiteY0" fmla="*/ 13240 h 23677"/>
                    <a:gd name="connsiteX1" fmla="*/ 952 w 44862"/>
                    <a:gd name="connsiteY1" fmla="*/ 11525 h 23677"/>
                    <a:gd name="connsiteX2" fmla="*/ 2191 w 44862"/>
                    <a:gd name="connsiteY2" fmla="*/ 0 h 23677"/>
                    <a:gd name="connsiteX3" fmla="*/ 3715 w 44862"/>
                    <a:gd name="connsiteY3" fmla="*/ 5429 h 23677"/>
                    <a:gd name="connsiteX4" fmla="*/ 2286 w 44862"/>
                    <a:gd name="connsiteY4" fmla="*/ 4477 h 23677"/>
                    <a:gd name="connsiteX5" fmla="*/ 1429 w 44862"/>
                    <a:gd name="connsiteY5" fmla="*/ 8001 h 23677"/>
                    <a:gd name="connsiteX6" fmla="*/ 4763 w 44862"/>
                    <a:gd name="connsiteY6" fmla="*/ 5239 h 23677"/>
                    <a:gd name="connsiteX7" fmla="*/ 11145 w 44862"/>
                    <a:gd name="connsiteY7" fmla="*/ 7620 h 23677"/>
                    <a:gd name="connsiteX8" fmla="*/ 10668 w 44862"/>
                    <a:gd name="connsiteY8" fmla="*/ 11144 h 23677"/>
                    <a:gd name="connsiteX9" fmla="*/ 13811 w 44862"/>
                    <a:gd name="connsiteY9" fmla="*/ 12954 h 23677"/>
                    <a:gd name="connsiteX10" fmla="*/ 14764 w 44862"/>
                    <a:gd name="connsiteY10" fmla="*/ 8287 h 23677"/>
                    <a:gd name="connsiteX11" fmla="*/ 18479 w 44862"/>
                    <a:gd name="connsiteY11" fmla="*/ 6572 h 23677"/>
                    <a:gd name="connsiteX12" fmla="*/ 18955 w 44862"/>
                    <a:gd name="connsiteY12" fmla="*/ 12192 h 23677"/>
                    <a:gd name="connsiteX13" fmla="*/ 20479 w 44862"/>
                    <a:gd name="connsiteY13" fmla="*/ 10858 h 23677"/>
                    <a:gd name="connsiteX14" fmla="*/ 19527 w 44862"/>
                    <a:gd name="connsiteY14" fmla="*/ 8763 h 23677"/>
                    <a:gd name="connsiteX15" fmla="*/ 21717 w 44862"/>
                    <a:gd name="connsiteY15" fmla="*/ 8382 h 23677"/>
                    <a:gd name="connsiteX16" fmla="*/ 21241 w 44862"/>
                    <a:gd name="connsiteY16" fmla="*/ 10763 h 23677"/>
                    <a:gd name="connsiteX17" fmla="*/ 22384 w 44862"/>
                    <a:gd name="connsiteY17" fmla="*/ 9430 h 23677"/>
                    <a:gd name="connsiteX18" fmla="*/ 21908 w 44862"/>
                    <a:gd name="connsiteY18" fmla="*/ 12954 h 23677"/>
                    <a:gd name="connsiteX19" fmla="*/ 23908 w 44862"/>
                    <a:gd name="connsiteY19" fmla="*/ 9239 h 23677"/>
                    <a:gd name="connsiteX20" fmla="*/ 28670 w 44862"/>
                    <a:gd name="connsiteY20" fmla="*/ 7334 h 23677"/>
                    <a:gd name="connsiteX21" fmla="*/ 28384 w 44862"/>
                    <a:gd name="connsiteY21" fmla="*/ 13049 h 23677"/>
                    <a:gd name="connsiteX22" fmla="*/ 41149 w 44862"/>
                    <a:gd name="connsiteY22" fmla="*/ 17812 h 23677"/>
                    <a:gd name="connsiteX23" fmla="*/ 44862 w 44862"/>
                    <a:gd name="connsiteY23" fmla="*/ 16097 h 23677"/>
                    <a:gd name="connsiteX24" fmla="*/ 43530 w 44862"/>
                    <a:gd name="connsiteY24" fmla="*/ 23146 h 23677"/>
                    <a:gd name="connsiteX25" fmla="*/ 40672 w 44862"/>
                    <a:gd name="connsiteY25" fmla="*/ 23622 h 23677"/>
                    <a:gd name="connsiteX26" fmla="*/ 39243 w 44862"/>
                    <a:gd name="connsiteY26" fmla="*/ 14764 h 23677"/>
                    <a:gd name="connsiteX27" fmla="*/ 35623 w 44862"/>
                    <a:gd name="connsiteY27" fmla="*/ 15335 h 23677"/>
                    <a:gd name="connsiteX28" fmla="*/ 35148 w 44862"/>
                    <a:gd name="connsiteY28" fmla="*/ 18860 h 23677"/>
                    <a:gd name="connsiteX29" fmla="*/ 27813 w 44862"/>
                    <a:gd name="connsiteY29" fmla="*/ 14383 h 23677"/>
                    <a:gd name="connsiteX30" fmla="*/ 27241 w 44862"/>
                    <a:gd name="connsiteY30" fmla="*/ 20098 h 23677"/>
                    <a:gd name="connsiteX31" fmla="*/ 16003 w 44862"/>
                    <a:gd name="connsiteY31" fmla="*/ 15050 h 23677"/>
                    <a:gd name="connsiteX32" fmla="*/ 16764 w 44862"/>
                    <a:gd name="connsiteY32" fmla="*/ 13811 h 23677"/>
                    <a:gd name="connsiteX33" fmla="*/ 15144 w 44862"/>
                    <a:gd name="connsiteY33" fmla="*/ 17431 h 23677"/>
                    <a:gd name="connsiteX34" fmla="*/ 12668 w 44862"/>
                    <a:gd name="connsiteY34" fmla="*/ 15526 h 23677"/>
                    <a:gd name="connsiteX35" fmla="*/ 10382 w 44862"/>
                    <a:gd name="connsiteY35" fmla="*/ 19240 h 23677"/>
                    <a:gd name="connsiteX36" fmla="*/ 9811 w 44862"/>
                    <a:gd name="connsiteY36" fmla="*/ 15907 h 23677"/>
                    <a:gd name="connsiteX37" fmla="*/ 13145 w 44862"/>
                    <a:gd name="connsiteY37" fmla="*/ 14288 h 23677"/>
                    <a:gd name="connsiteX38" fmla="*/ 6191 w 44862"/>
                    <a:gd name="connsiteY38" fmla="*/ 16478 h 23677"/>
                    <a:gd name="connsiteX39" fmla="*/ 952 w 44862"/>
                    <a:gd name="connsiteY39" fmla="*/ 20669 h 23677"/>
                    <a:gd name="connsiteX40" fmla="*/ 0 w 44862"/>
                    <a:gd name="connsiteY40" fmla="*/ 17431 h 23677"/>
                    <a:gd name="connsiteX41" fmla="*/ 857 w 44862"/>
                    <a:gd name="connsiteY41" fmla="*/ 13906 h 23677"/>
                    <a:gd name="connsiteX42" fmla="*/ 3715 w 44862"/>
                    <a:gd name="connsiteY42" fmla="*/ 14573 h 23677"/>
                    <a:gd name="connsiteX43" fmla="*/ 4476 w 44862"/>
                    <a:gd name="connsiteY43" fmla="*/ 13240 h 23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</a:cxnLst>
                  <a:rect l="l" t="t" r="r" b="b"/>
                  <a:pathLst>
                    <a:path w="44862" h="23677">
                      <a:moveTo>
                        <a:pt x="4476" y="13240"/>
                      </a:moveTo>
                      <a:cubicBezTo>
                        <a:pt x="5335" y="8763"/>
                        <a:pt x="2000" y="11144"/>
                        <a:pt x="952" y="11525"/>
                      </a:cubicBezTo>
                      <a:cubicBezTo>
                        <a:pt x="667" y="3810"/>
                        <a:pt x="857" y="6382"/>
                        <a:pt x="2191" y="0"/>
                      </a:cubicBezTo>
                      <a:cubicBezTo>
                        <a:pt x="2572" y="1810"/>
                        <a:pt x="1715" y="6382"/>
                        <a:pt x="3715" y="5429"/>
                      </a:cubicBezTo>
                      <a:cubicBezTo>
                        <a:pt x="3715" y="7429"/>
                        <a:pt x="1620" y="7810"/>
                        <a:pt x="2286" y="4477"/>
                      </a:cubicBezTo>
                      <a:cubicBezTo>
                        <a:pt x="1905" y="5334"/>
                        <a:pt x="1620" y="6667"/>
                        <a:pt x="1429" y="8001"/>
                      </a:cubicBezTo>
                      <a:cubicBezTo>
                        <a:pt x="2381" y="8763"/>
                        <a:pt x="4763" y="10287"/>
                        <a:pt x="4763" y="5239"/>
                      </a:cubicBezTo>
                      <a:cubicBezTo>
                        <a:pt x="6382" y="8477"/>
                        <a:pt x="8668" y="8858"/>
                        <a:pt x="11145" y="7620"/>
                      </a:cubicBezTo>
                      <a:cubicBezTo>
                        <a:pt x="10954" y="8573"/>
                        <a:pt x="10668" y="9525"/>
                        <a:pt x="10668" y="11144"/>
                      </a:cubicBezTo>
                      <a:cubicBezTo>
                        <a:pt x="11525" y="8573"/>
                        <a:pt x="15049" y="7525"/>
                        <a:pt x="13811" y="12954"/>
                      </a:cubicBezTo>
                      <a:cubicBezTo>
                        <a:pt x="14478" y="12573"/>
                        <a:pt x="14764" y="10858"/>
                        <a:pt x="14764" y="8287"/>
                      </a:cubicBezTo>
                      <a:cubicBezTo>
                        <a:pt x="16383" y="10287"/>
                        <a:pt x="16955" y="9906"/>
                        <a:pt x="18479" y="6572"/>
                      </a:cubicBezTo>
                      <a:cubicBezTo>
                        <a:pt x="18002" y="10096"/>
                        <a:pt x="19622" y="7810"/>
                        <a:pt x="18955" y="12192"/>
                      </a:cubicBezTo>
                      <a:cubicBezTo>
                        <a:pt x="19622" y="12192"/>
                        <a:pt x="19812" y="10668"/>
                        <a:pt x="20479" y="10858"/>
                      </a:cubicBezTo>
                      <a:cubicBezTo>
                        <a:pt x="20288" y="9811"/>
                        <a:pt x="19907" y="9239"/>
                        <a:pt x="19527" y="8763"/>
                      </a:cubicBezTo>
                      <a:cubicBezTo>
                        <a:pt x="20002" y="5620"/>
                        <a:pt x="20574" y="10192"/>
                        <a:pt x="21717" y="8382"/>
                      </a:cubicBezTo>
                      <a:cubicBezTo>
                        <a:pt x="21622" y="9335"/>
                        <a:pt x="21336" y="9620"/>
                        <a:pt x="21241" y="10763"/>
                      </a:cubicBezTo>
                      <a:cubicBezTo>
                        <a:pt x="21527" y="10096"/>
                        <a:pt x="21908" y="9430"/>
                        <a:pt x="22384" y="9430"/>
                      </a:cubicBezTo>
                      <a:cubicBezTo>
                        <a:pt x="22384" y="11240"/>
                        <a:pt x="21908" y="11430"/>
                        <a:pt x="21908" y="12954"/>
                      </a:cubicBezTo>
                      <a:cubicBezTo>
                        <a:pt x="22860" y="12668"/>
                        <a:pt x="23813" y="12478"/>
                        <a:pt x="23908" y="9239"/>
                      </a:cubicBezTo>
                      <a:cubicBezTo>
                        <a:pt x="25146" y="12097"/>
                        <a:pt x="27146" y="10477"/>
                        <a:pt x="28670" y="7334"/>
                      </a:cubicBezTo>
                      <a:cubicBezTo>
                        <a:pt x="27909" y="9620"/>
                        <a:pt x="28480" y="10192"/>
                        <a:pt x="28384" y="13049"/>
                      </a:cubicBezTo>
                      <a:cubicBezTo>
                        <a:pt x="32004" y="15716"/>
                        <a:pt x="37623" y="9620"/>
                        <a:pt x="41149" y="17812"/>
                      </a:cubicBezTo>
                      <a:cubicBezTo>
                        <a:pt x="42386" y="14669"/>
                        <a:pt x="42958" y="15526"/>
                        <a:pt x="44862" y="16097"/>
                      </a:cubicBezTo>
                      <a:cubicBezTo>
                        <a:pt x="44767" y="19812"/>
                        <a:pt x="41910" y="21336"/>
                        <a:pt x="43530" y="23146"/>
                      </a:cubicBezTo>
                      <a:cubicBezTo>
                        <a:pt x="42292" y="25527"/>
                        <a:pt x="42292" y="18860"/>
                        <a:pt x="40672" y="23622"/>
                      </a:cubicBezTo>
                      <a:cubicBezTo>
                        <a:pt x="41720" y="18669"/>
                        <a:pt x="40577" y="15716"/>
                        <a:pt x="39243" y="14764"/>
                      </a:cubicBezTo>
                      <a:cubicBezTo>
                        <a:pt x="39243" y="17145"/>
                        <a:pt x="35909" y="18383"/>
                        <a:pt x="35623" y="15335"/>
                      </a:cubicBezTo>
                      <a:cubicBezTo>
                        <a:pt x="35148" y="15621"/>
                        <a:pt x="35242" y="17431"/>
                        <a:pt x="35148" y="18860"/>
                      </a:cubicBezTo>
                      <a:cubicBezTo>
                        <a:pt x="33051" y="11906"/>
                        <a:pt x="29147" y="20479"/>
                        <a:pt x="27813" y="14383"/>
                      </a:cubicBezTo>
                      <a:cubicBezTo>
                        <a:pt x="27146" y="14573"/>
                        <a:pt x="28194" y="18574"/>
                        <a:pt x="27241" y="20098"/>
                      </a:cubicBezTo>
                      <a:cubicBezTo>
                        <a:pt x="24480" y="11049"/>
                        <a:pt x="19431" y="22003"/>
                        <a:pt x="16003" y="15050"/>
                      </a:cubicBezTo>
                      <a:cubicBezTo>
                        <a:pt x="16098" y="14002"/>
                        <a:pt x="16478" y="14097"/>
                        <a:pt x="16764" y="13811"/>
                      </a:cubicBezTo>
                      <a:cubicBezTo>
                        <a:pt x="16669" y="11335"/>
                        <a:pt x="14860" y="14097"/>
                        <a:pt x="15144" y="17431"/>
                      </a:cubicBezTo>
                      <a:cubicBezTo>
                        <a:pt x="14478" y="16192"/>
                        <a:pt x="13240" y="18764"/>
                        <a:pt x="12668" y="15526"/>
                      </a:cubicBezTo>
                      <a:cubicBezTo>
                        <a:pt x="12859" y="18383"/>
                        <a:pt x="10859" y="18955"/>
                        <a:pt x="10382" y="19240"/>
                      </a:cubicBezTo>
                      <a:cubicBezTo>
                        <a:pt x="9906" y="19050"/>
                        <a:pt x="10382" y="15907"/>
                        <a:pt x="9811" y="15907"/>
                      </a:cubicBezTo>
                      <a:cubicBezTo>
                        <a:pt x="10573" y="14669"/>
                        <a:pt x="11525" y="15145"/>
                        <a:pt x="13145" y="14288"/>
                      </a:cubicBezTo>
                      <a:cubicBezTo>
                        <a:pt x="11906" y="10096"/>
                        <a:pt x="6573" y="10573"/>
                        <a:pt x="6191" y="16478"/>
                      </a:cubicBezTo>
                      <a:cubicBezTo>
                        <a:pt x="4192" y="21622"/>
                        <a:pt x="1334" y="14002"/>
                        <a:pt x="952" y="20669"/>
                      </a:cubicBezTo>
                      <a:cubicBezTo>
                        <a:pt x="95" y="21146"/>
                        <a:pt x="667" y="17431"/>
                        <a:pt x="0" y="17431"/>
                      </a:cubicBezTo>
                      <a:cubicBezTo>
                        <a:pt x="286" y="16288"/>
                        <a:pt x="857" y="16097"/>
                        <a:pt x="857" y="13906"/>
                      </a:cubicBezTo>
                      <a:cubicBezTo>
                        <a:pt x="2191" y="14954"/>
                        <a:pt x="2191" y="13906"/>
                        <a:pt x="3715" y="14573"/>
                      </a:cubicBezTo>
                      <a:cubicBezTo>
                        <a:pt x="3810" y="15050"/>
                        <a:pt x="4381" y="9906"/>
                        <a:pt x="4476" y="132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5" name="Freeform: Shape 1034">
                  <a:extLst>
                    <a:ext uri="{FF2B5EF4-FFF2-40B4-BE49-F238E27FC236}">
                      <a16:creationId xmlns:a16="http://schemas.microsoft.com/office/drawing/2014/main" id="{07622009-EC57-4CEE-8C18-AD12DBD8E236}"/>
                    </a:ext>
                  </a:extLst>
                </p:cNvPr>
                <p:cNvSpPr/>
                <p:nvPr/>
              </p:nvSpPr>
              <p:spPr>
                <a:xfrm>
                  <a:off x="10432160" y="1873167"/>
                  <a:ext cx="2855" cy="7067"/>
                </a:xfrm>
                <a:custGeom>
                  <a:avLst/>
                  <a:gdLst>
                    <a:gd name="connsiteX0" fmla="*/ 0 w 2855"/>
                    <a:gd name="connsiteY0" fmla="*/ 7067 h 7067"/>
                    <a:gd name="connsiteX1" fmla="*/ 2477 w 2855"/>
                    <a:gd name="connsiteY1" fmla="*/ 971 h 7067"/>
                    <a:gd name="connsiteX2" fmla="*/ 0 w 2855"/>
                    <a:gd name="connsiteY2" fmla="*/ 7067 h 7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5" h="7067">
                      <a:moveTo>
                        <a:pt x="0" y="7067"/>
                      </a:moveTo>
                      <a:cubicBezTo>
                        <a:pt x="0" y="2971"/>
                        <a:pt x="4096" y="-2172"/>
                        <a:pt x="2477" y="971"/>
                      </a:cubicBezTo>
                      <a:cubicBezTo>
                        <a:pt x="1620" y="2876"/>
                        <a:pt x="1334" y="6877"/>
                        <a:pt x="0" y="70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6" name="Freeform: Shape 1035">
                  <a:extLst>
                    <a:ext uri="{FF2B5EF4-FFF2-40B4-BE49-F238E27FC236}">
                      <a16:creationId xmlns:a16="http://schemas.microsoft.com/office/drawing/2014/main" id="{C3765FAD-BB14-4E51-8DFB-E1331D3E7C2E}"/>
                    </a:ext>
                  </a:extLst>
                </p:cNvPr>
                <p:cNvSpPr/>
                <p:nvPr/>
              </p:nvSpPr>
              <p:spPr>
                <a:xfrm>
                  <a:off x="10437221" y="1775364"/>
                  <a:ext cx="7418" cy="7238"/>
                </a:xfrm>
                <a:custGeom>
                  <a:avLst/>
                  <a:gdLst>
                    <a:gd name="connsiteX0" fmla="*/ 274 w 7418"/>
                    <a:gd name="connsiteY0" fmla="*/ 4572 h 7238"/>
                    <a:gd name="connsiteX1" fmla="*/ 845 w 7418"/>
                    <a:gd name="connsiteY1" fmla="*/ 0 h 7238"/>
                    <a:gd name="connsiteX2" fmla="*/ 7418 w 7418"/>
                    <a:gd name="connsiteY2" fmla="*/ 95 h 7238"/>
                    <a:gd name="connsiteX3" fmla="*/ 4846 w 7418"/>
                    <a:gd name="connsiteY3" fmla="*/ 1619 h 7238"/>
                    <a:gd name="connsiteX4" fmla="*/ 4941 w 7418"/>
                    <a:gd name="connsiteY4" fmla="*/ 7239 h 7238"/>
                    <a:gd name="connsiteX5" fmla="*/ 274 w 7418"/>
                    <a:gd name="connsiteY5" fmla="*/ 4572 h 7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18" h="7238">
                      <a:moveTo>
                        <a:pt x="274" y="4572"/>
                      </a:moveTo>
                      <a:cubicBezTo>
                        <a:pt x="-584" y="4382"/>
                        <a:pt x="845" y="1429"/>
                        <a:pt x="845" y="0"/>
                      </a:cubicBezTo>
                      <a:cubicBezTo>
                        <a:pt x="3036" y="2096"/>
                        <a:pt x="4751" y="667"/>
                        <a:pt x="7418" y="95"/>
                      </a:cubicBezTo>
                      <a:cubicBezTo>
                        <a:pt x="6751" y="3429"/>
                        <a:pt x="5322" y="4191"/>
                        <a:pt x="4846" y="1619"/>
                      </a:cubicBezTo>
                      <a:cubicBezTo>
                        <a:pt x="4369" y="4858"/>
                        <a:pt x="5226" y="4477"/>
                        <a:pt x="4941" y="7239"/>
                      </a:cubicBezTo>
                      <a:cubicBezTo>
                        <a:pt x="3417" y="4286"/>
                        <a:pt x="1798" y="571"/>
                        <a:pt x="274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7" name="Freeform: Shape 1036">
                  <a:extLst>
                    <a:ext uri="{FF2B5EF4-FFF2-40B4-BE49-F238E27FC236}">
                      <a16:creationId xmlns:a16="http://schemas.microsoft.com/office/drawing/2014/main" id="{4D134655-9041-4D8B-8397-AA8D58B02844}"/>
                    </a:ext>
                  </a:extLst>
                </p:cNvPr>
                <p:cNvSpPr/>
                <p:nvPr/>
              </p:nvSpPr>
              <p:spPr>
                <a:xfrm>
                  <a:off x="10434726" y="1939943"/>
                  <a:ext cx="4483" cy="8476"/>
                </a:xfrm>
                <a:custGeom>
                  <a:avLst/>
                  <a:gdLst>
                    <a:gd name="connsiteX0" fmla="*/ 7 w 4483"/>
                    <a:gd name="connsiteY0" fmla="*/ 5538 h 8476"/>
                    <a:gd name="connsiteX1" fmla="*/ 3722 w 4483"/>
                    <a:gd name="connsiteY1" fmla="*/ 4966 h 8476"/>
                    <a:gd name="connsiteX2" fmla="*/ 2388 w 4483"/>
                    <a:gd name="connsiteY2" fmla="*/ 680 h 8476"/>
                    <a:gd name="connsiteX3" fmla="*/ 4483 w 4483"/>
                    <a:gd name="connsiteY3" fmla="*/ 3728 h 8476"/>
                    <a:gd name="connsiteX4" fmla="*/ 7 w 4483"/>
                    <a:gd name="connsiteY4" fmla="*/ 5538 h 8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83" h="8476">
                      <a:moveTo>
                        <a:pt x="7" y="5538"/>
                      </a:moveTo>
                      <a:cubicBezTo>
                        <a:pt x="1626" y="7729"/>
                        <a:pt x="2102" y="3061"/>
                        <a:pt x="3722" y="4966"/>
                      </a:cubicBezTo>
                      <a:cubicBezTo>
                        <a:pt x="3722" y="2299"/>
                        <a:pt x="2674" y="2585"/>
                        <a:pt x="2388" y="680"/>
                      </a:cubicBezTo>
                      <a:cubicBezTo>
                        <a:pt x="1816" y="-1796"/>
                        <a:pt x="3817" y="3252"/>
                        <a:pt x="4483" y="3728"/>
                      </a:cubicBezTo>
                      <a:cubicBezTo>
                        <a:pt x="3722" y="6109"/>
                        <a:pt x="-184" y="12015"/>
                        <a:pt x="7" y="55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8" name="Freeform: Shape 1037">
                  <a:extLst>
                    <a:ext uri="{FF2B5EF4-FFF2-40B4-BE49-F238E27FC236}">
                      <a16:creationId xmlns:a16="http://schemas.microsoft.com/office/drawing/2014/main" id="{62F26613-D6E3-4865-A1BF-781AB63F6760}"/>
                    </a:ext>
                  </a:extLst>
                </p:cNvPr>
                <p:cNvSpPr/>
                <p:nvPr/>
              </p:nvSpPr>
              <p:spPr>
                <a:xfrm>
                  <a:off x="10449972" y="1664112"/>
                  <a:ext cx="5714" cy="5810"/>
                </a:xfrm>
                <a:custGeom>
                  <a:avLst/>
                  <a:gdLst>
                    <a:gd name="connsiteX0" fmla="*/ 0 w 5714"/>
                    <a:gd name="connsiteY0" fmla="*/ 3048 h 5810"/>
                    <a:gd name="connsiteX1" fmla="*/ 4763 w 5714"/>
                    <a:gd name="connsiteY1" fmla="*/ 0 h 5810"/>
                    <a:gd name="connsiteX2" fmla="*/ 5715 w 5714"/>
                    <a:gd name="connsiteY2" fmla="*/ 2096 h 5810"/>
                    <a:gd name="connsiteX3" fmla="*/ 3715 w 5714"/>
                    <a:gd name="connsiteY3" fmla="*/ 5810 h 5810"/>
                    <a:gd name="connsiteX4" fmla="*/ 0 w 5714"/>
                    <a:gd name="connsiteY4" fmla="*/ 3048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4" h="5810">
                      <a:moveTo>
                        <a:pt x="0" y="3048"/>
                      </a:moveTo>
                      <a:cubicBezTo>
                        <a:pt x="1238" y="-1333"/>
                        <a:pt x="3906" y="6287"/>
                        <a:pt x="4763" y="0"/>
                      </a:cubicBezTo>
                      <a:cubicBezTo>
                        <a:pt x="5049" y="667"/>
                        <a:pt x="5049" y="2572"/>
                        <a:pt x="5715" y="2096"/>
                      </a:cubicBezTo>
                      <a:cubicBezTo>
                        <a:pt x="4858" y="7715"/>
                        <a:pt x="4381" y="-952"/>
                        <a:pt x="3715" y="5810"/>
                      </a:cubicBezTo>
                      <a:cubicBezTo>
                        <a:pt x="3238" y="2858"/>
                        <a:pt x="1715" y="2572"/>
                        <a:pt x="0" y="3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9" name="Freeform: Shape 1038">
                  <a:extLst>
                    <a:ext uri="{FF2B5EF4-FFF2-40B4-BE49-F238E27FC236}">
                      <a16:creationId xmlns:a16="http://schemas.microsoft.com/office/drawing/2014/main" id="{BCA0696B-751A-4225-80C5-5D34AF6E7877}"/>
                    </a:ext>
                  </a:extLst>
                </p:cNvPr>
                <p:cNvSpPr/>
                <p:nvPr/>
              </p:nvSpPr>
              <p:spPr>
                <a:xfrm>
                  <a:off x="10450258" y="1668835"/>
                  <a:ext cx="2775" cy="6135"/>
                </a:xfrm>
                <a:custGeom>
                  <a:avLst/>
                  <a:gdLst>
                    <a:gd name="connsiteX0" fmla="*/ 2667 w 2775"/>
                    <a:gd name="connsiteY0" fmla="*/ 3468 h 6135"/>
                    <a:gd name="connsiteX1" fmla="*/ 0 w 2775"/>
                    <a:gd name="connsiteY1" fmla="*/ 6135 h 6135"/>
                    <a:gd name="connsiteX2" fmla="*/ 191 w 2775"/>
                    <a:gd name="connsiteY2" fmla="*/ 1563 h 6135"/>
                    <a:gd name="connsiteX3" fmla="*/ 2381 w 2775"/>
                    <a:gd name="connsiteY3" fmla="*/ 39 h 6135"/>
                    <a:gd name="connsiteX4" fmla="*/ 2667 w 2775"/>
                    <a:gd name="connsiteY4" fmla="*/ 3468 h 6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75" h="6135">
                      <a:moveTo>
                        <a:pt x="2667" y="3468"/>
                      </a:moveTo>
                      <a:cubicBezTo>
                        <a:pt x="2477" y="6707"/>
                        <a:pt x="1048" y="5754"/>
                        <a:pt x="0" y="6135"/>
                      </a:cubicBezTo>
                      <a:lnTo>
                        <a:pt x="191" y="1563"/>
                      </a:lnTo>
                      <a:cubicBezTo>
                        <a:pt x="1334" y="420"/>
                        <a:pt x="2000" y="1182"/>
                        <a:pt x="2381" y="39"/>
                      </a:cubicBezTo>
                      <a:cubicBezTo>
                        <a:pt x="3620" y="-437"/>
                        <a:pt x="1429" y="3564"/>
                        <a:pt x="2667" y="34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0" name="Freeform: Shape 1039">
                  <a:extLst>
                    <a:ext uri="{FF2B5EF4-FFF2-40B4-BE49-F238E27FC236}">
                      <a16:creationId xmlns:a16="http://schemas.microsoft.com/office/drawing/2014/main" id="{258A88AA-1141-45F5-AFE4-A4681784CA97}"/>
                    </a:ext>
                  </a:extLst>
                </p:cNvPr>
                <p:cNvSpPr/>
                <p:nvPr/>
              </p:nvSpPr>
              <p:spPr>
                <a:xfrm>
                  <a:off x="10446444" y="1784889"/>
                  <a:ext cx="3718" cy="6217"/>
                </a:xfrm>
                <a:custGeom>
                  <a:avLst/>
                  <a:gdLst>
                    <a:gd name="connsiteX0" fmla="*/ 4 w 3718"/>
                    <a:gd name="connsiteY0" fmla="*/ 6096 h 6217"/>
                    <a:gd name="connsiteX1" fmla="*/ 481 w 3718"/>
                    <a:gd name="connsiteY1" fmla="*/ 2572 h 6217"/>
                    <a:gd name="connsiteX2" fmla="*/ 2767 w 3718"/>
                    <a:gd name="connsiteY2" fmla="*/ 0 h 6217"/>
                    <a:gd name="connsiteX3" fmla="*/ 3719 w 3718"/>
                    <a:gd name="connsiteY3" fmla="*/ 3238 h 6217"/>
                    <a:gd name="connsiteX4" fmla="*/ 1624 w 3718"/>
                    <a:gd name="connsiteY4" fmla="*/ 1333 h 6217"/>
                    <a:gd name="connsiteX5" fmla="*/ 4 w 3718"/>
                    <a:gd name="connsiteY5" fmla="*/ 6096 h 6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18" h="6217">
                      <a:moveTo>
                        <a:pt x="4" y="6096"/>
                      </a:moveTo>
                      <a:cubicBezTo>
                        <a:pt x="-91" y="4477"/>
                        <a:pt x="1528" y="3143"/>
                        <a:pt x="481" y="2572"/>
                      </a:cubicBezTo>
                      <a:cubicBezTo>
                        <a:pt x="1052" y="-1619"/>
                        <a:pt x="2290" y="2476"/>
                        <a:pt x="2767" y="0"/>
                      </a:cubicBezTo>
                      <a:cubicBezTo>
                        <a:pt x="3433" y="0"/>
                        <a:pt x="2862" y="3715"/>
                        <a:pt x="3719" y="3238"/>
                      </a:cubicBezTo>
                      <a:cubicBezTo>
                        <a:pt x="2767" y="7239"/>
                        <a:pt x="2481" y="857"/>
                        <a:pt x="1624" y="1333"/>
                      </a:cubicBezTo>
                      <a:cubicBezTo>
                        <a:pt x="861" y="2096"/>
                        <a:pt x="1338" y="7049"/>
                        <a:pt x="4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1" name="Freeform: Shape 1040">
                  <a:extLst>
                    <a:ext uri="{FF2B5EF4-FFF2-40B4-BE49-F238E27FC236}">
                      <a16:creationId xmlns:a16="http://schemas.microsoft.com/office/drawing/2014/main" id="{12EBD730-1F53-4B27-8022-2B15B731628B}"/>
                    </a:ext>
                  </a:extLst>
                </p:cNvPr>
                <p:cNvSpPr/>
                <p:nvPr/>
              </p:nvSpPr>
              <p:spPr>
                <a:xfrm>
                  <a:off x="10443397" y="1914715"/>
                  <a:ext cx="1717" cy="5619"/>
                </a:xfrm>
                <a:custGeom>
                  <a:avLst/>
                  <a:gdLst>
                    <a:gd name="connsiteX0" fmla="*/ 99 w 1717"/>
                    <a:gd name="connsiteY0" fmla="*/ 0 h 5619"/>
                    <a:gd name="connsiteX1" fmla="*/ 1717 w 1717"/>
                    <a:gd name="connsiteY1" fmla="*/ 5429 h 5619"/>
                    <a:gd name="connsiteX2" fmla="*/ 574 w 1717"/>
                    <a:gd name="connsiteY2" fmla="*/ 5620 h 5619"/>
                    <a:gd name="connsiteX3" fmla="*/ 99 w 1717"/>
                    <a:gd name="connsiteY3" fmla="*/ 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17" h="5619">
                      <a:moveTo>
                        <a:pt x="99" y="0"/>
                      </a:moveTo>
                      <a:cubicBezTo>
                        <a:pt x="479" y="2191"/>
                        <a:pt x="1622" y="2381"/>
                        <a:pt x="1717" y="5429"/>
                      </a:cubicBezTo>
                      <a:lnTo>
                        <a:pt x="574" y="5620"/>
                      </a:lnTo>
                      <a:cubicBezTo>
                        <a:pt x="1051" y="2096"/>
                        <a:pt x="-378" y="3524"/>
                        <a:pt x="9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2" name="Freeform: Shape 1041">
                  <a:extLst>
                    <a:ext uri="{FF2B5EF4-FFF2-40B4-BE49-F238E27FC236}">
                      <a16:creationId xmlns:a16="http://schemas.microsoft.com/office/drawing/2014/main" id="{93E92CF1-03AC-4206-98BF-7C8DC225308D}"/>
                    </a:ext>
                  </a:extLst>
                </p:cNvPr>
                <p:cNvSpPr/>
                <p:nvPr/>
              </p:nvSpPr>
              <p:spPr>
                <a:xfrm>
                  <a:off x="10452830" y="1783556"/>
                  <a:ext cx="8286" cy="13255"/>
                </a:xfrm>
                <a:custGeom>
                  <a:avLst/>
                  <a:gdLst>
                    <a:gd name="connsiteX0" fmla="*/ 6667 w 8286"/>
                    <a:gd name="connsiteY0" fmla="*/ 7620 h 13255"/>
                    <a:gd name="connsiteX1" fmla="*/ 6762 w 8286"/>
                    <a:gd name="connsiteY1" fmla="*/ 13240 h 13255"/>
                    <a:gd name="connsiteX2" fmla="*/ 8287 w 8286"/>
                    <a:gd name="connsiteY2" fmla="*/ 11906 h 13255"/>
                    <a:gd name="connsiteX3" fmla="*/ 7715 w 8286"/>
                    <a:gd name="connsiteY3" fmla="*/ 667 h 13255"/>
                    <a:gd name="connsiteX4" fmla="*/ 4858 w 8286"/>
                    <a:gd name="connsiteY4" fmla="*/ 0 h 13255"/>
                    <a:gd name="connsiteX5" fmla="*/ 0 w 8286"/>
                    <a:gd name="connsiteY5" fmla="*/ 3048 h 13255"/>
                    <a:gd name="connsiteX6" fmla="*/ 2666 w 8286"/>
                    <a:gd name="connsiteY6" fmla="*/ 8287 h 13255"/>
                    <a:gd name="connsiteX7" fmla="*/ 1143 w 8286"/>
                    <a:gd name="connsiteY7" fmla="*/ 9620 h 13255"/>
                    <a:gd name="connsiteX8" fmla="*/ 6667 w 8286"/>
                    <a:gd name="connsiteY8" fmla="*/ 7620 h 13255"/>
                    <a:gd name="connsiteX9" fmla="*/ 3524 w 8286"/>
                    <a:gd name="connsiteY9" fmla="*/ 5905 h 13255"/>
                    <a:gd name="connsiteX10" fmla="*/ 6191 w 8286"/>
                    <a:gd name="connsiteY10" fmla="*/ 3238 h 13255"/>
                    <a:gd name="connsiteX11" fmla="*/ 3524 w 8286"/>
                    <a:gd name="connsiteY11" fmla="*/ 5905 h 13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286" h="13255">
                      <a:moveTo>
                        <a:pt x="6667" y="7620"/>
                      </a:moveTo>
                      <a:cubicBezTo>
                        <a:pt x="6191" y="10858"/>
                        <a:pt x="7048" y="10478"/>
                        <a:pt x="6762" y="13240"/>
                      </a:cubicBezTo>
                      <a:cubicBezTo>
                        <a:pt x="7429" y="13430"/>
                        <a:pt x="7619" y="11811"/>
                        <a:pt x="8287" y="11906"/>
                      </a:cubicBezTo>
                      <a:cubicBezTo>
                        <a:pt x="8096" y="5525"/>
                        <a:pt x="7239" y="5715"/>
                        <a:pt x="7715" y="667"/>
                      </a:cubicBezTo>
                      <a:cubicBezTo>
                        <a:pt x="6001" y="476"/>
                        <a:pt x="5524" y="3048"/>
                        <a:pt x="4858" y="0"/>
                      </a:cubicBezTo>
                      <a:cubicBezTo>
                        <a:pt x="4095" y="8096"/>
                        <a:pt x="857" y="381"/>
                        <a:pt x="0" y="3048"/>
                      </a:cubicBezTo>
                      <a:cubicBezTo>
                        <a:pt x="476" y="5905"/>
                        <a:pt x="2952" y="3048"/>
                        <a:pt x="2666" y="8287"/>
                      </a:cubicBezTo>
                      <a:cubicBezTo>
                        <a:pt x="2095" y="11144"/>
                        <a:pt x="1619" y="6382"/>
                        <a:pt x="1143" y="9620"/>
                      </a:cubicBezTo>
                      <a:cubicBezTo>
                        <a:pt x="3047" y="9430"/>
                        <a:pt x="5333" y="11239"/>
                        <a:pt x="6667" y="7620"/>
                      </a:cubicBezTo>
                      <a:close/>
                      <a:moveTo>
                        <a:pt x="3524" y="5905"/>
                      </a:moveTo>
                      <a:cubicBezTo>
                        <a:pt x="4381" y="2953"/>
                        <a:pt x="5333" y="7144"/>
                        <a:pt x="6191" y="3238"/>
                      </a:cubicBezTo>
                      <a:cubicBezTo>
                        <a:pt x="7144" y="6287"/>
                        <a:pt x="4190" y="7715"/>
                        <a:pt x="3524" y="5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3" name="Freeform: Shape 1042">
                  <a:extLst>
                    <a:ext uri="{FF2B5EF4-FFF2-40B4-BE49-F238E27FC236}">
                      <a16:creationId xmlns:a16="http://schemas.microsoft.com/office/drawing/2014/main" id="{356DDEB5-6518-4D54-8C40-71531CE24F65}"/>
                    </a:ext>
                  </a:extLst>
                </p:cNvPr>
                <p:cNvSpPr/>
                <p:nvPr/>
              </p:nvSpPr>
              <p:spPr>
                <a:xfrm>
                  <a:off x="10445313" y="2040064"/>
                  <a:ext cx="16564" cy="13906"/>
                </a:xfrm>
                <a:custGeom>
                  <a:avLst/>
                  <a:gdLst>
                    <a:gd name="connsiteX0" fmla="*/ 277 w 16564"/>
                    <a:gd name="connsiteY0" fmla="*/ 5715 h 13906"/>
                    <a:gd name="connsiteX1" fmla="*/ 564 w 16564"/>
                    <a:gd name="connsiteY1" fmla="*/ 0 h 13906"/>
                    <a:gd name="connsiteX2" fmla="*/ 7612 w 16564"/>
                    <a:gd name="connsiteY2" fmla="*/ 1238 h 13906"/>
                    <a:gd name="connsiteX3" fmla="*/ 9040 w 16564"/>
                    <a:gd name="connsiteY3" fmla="*/ 2191 h 13906"/>
                    <a:gd name="connsiteX4" fmla="*/ 9230 w 16564"/>
                    <a:gd name="connsiteY4" fmla="*/ 5525 h 13906"/>
                    <a:gd name="connsiteX5" fmla="*/ 16565 w 16564"/>
                    <a:gd name="connsiteY5" fmla="*/ 8954 h 13906"/>
                    <a:gd name="connsiteX6" fmla="*/ 15994 w 16564"/>
                    <a:gd name="connsiteY6" fmla="*/ 13621 h 13906"/>
                    <a:gd name="connsiteX7" fmla="*/ 6564 w 16564"/>
                    <a:gd name="connsiteY7" fmla="*/ 13907 h 13906"/>
                    <a:gd name="connsiteX8" fmla="*/ 5992 w 16564"/>
                    <a:gd name="connsiteY8" fmla="*/ 9430 h 13906"/>
                    <a:gd name="connsiteX9" fmla="*/ 2087 w 16564"/>
                    <a:gd name="connsiteY9" fmla="*/ 13430 h 13906"/>
                    <a:gd name="connsiteX10" fmla="*/ 1420 w 16564"/>
                    <a:gd name="connsiteY10" fmla="*/ 3334 h 13906"/>
                    <a:gd name="connsiteX11" fmla="*/ 277 w 16564"/>
                    <a:gd name="connsiteY11" fmla="*/ 5715 h 13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6564" h="13906">
                      <a:moveTo>
                        <a:pt x="277" y="5715"/>
                      </a:moveTo>
                      <a:cubicBezTo>
                        <a:pt x="-579" y="5620"/>
                        <a:pt x="848" y="2762"/>
                        <a:pt x="564" y="0"/>
                      </a:cubicBezTo>
                      <a:cubicBezTo>
                        <a:pt x="2849" y="572"/>
                        <a:pt x="5516" y="3334"/>
                        <a:pt x="7612" y="1238"/>
                      </a:cubicBezTo>
                      <a:cubicBezTo>
                        <a:pt x="7612" y="2858"/>
                        <a:pt x="8946" y="7049"/>
                        <a:pt x="9040" y="2191"/>
                      </a:cubicBezTo>
                      <a:cubicBezTo>
                        <a:pt x="9516" y="2286"/>
                        <a:pt x="9230" y="4191"/>
                        <a:pt x="9230" y="5525"/>
                      </a:cubicBezTo>
                      <a:cubicBezTo>
                        <a:pt x="11898" y="-571"/>
                        <a:pt x="14279" y="10763"/>
                        <a:pt x="16565" y="8954"/>
                      </a:cubicBezTo>
                      <a:cubicBezTo>
                        <a:pt x="15231" y="11716"/>
                        <a:pt x="15613" y="9430"/>
                        <a:pt x="15994" y="13621"/>
                      </a:cubicBezTo>
                      <a:cubicBezTo>
                        <a:pt x="13708" y="9239"/>
                        <a:pt x="9802" y="13049"/>
                        <a:pt x="6564" y="13907"/>
                      </a:cubicBezTo>
                      <a:cubicBezTo>
                        <a:pt x="6088" y="13240"/>
                        <a:pt x="6658" y="9525"/>
                        <a:pt x="5992" y="9430"/>
                      </a:cubicBezTo>
                      <a:cubicBezTo>
                        <a:pt x="6183" y="14954"/>
                        <a:pt x="2659" y="8192"/>
                        <a:pt x="2087" y="13430"/>
                      </a:cubicBezTo>
                      <a:cubicBezTo>
                        <a:pt x="2277" y="8668"/>
                        <a:pt x="944" y="10478"/>
                        <a:pt x="1420" y="3334"/>
                      </a:cubicBezTo>
                      <a:cubicBezTo>
                        <a:pt x="1230" y="4286"/>
                        <a:pt x="468" y="4096"/>
                        <a:pt x="277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4" name="Freeform: Shape 1043">
                  <a:extLst>
                    <a:ext uri="{FF2B5EF4-FFF2-40B4-BE49-F238E27FC236}">
                      <a16:creationId xmlns:a16="http://schemas.microsoft.com/office/drawing/2014/main" id="{30E647A2-ACEE-448A-8531-BB104A65C970}"/>
                    </a:ext>
                  </a:extLst>
                </p:cNvPr>
                <p:cNvSpPr/>
                <p:nvPr/>
              </p:nvSpPr>
              <p:spPr>
                <a:xfrm>
                  <a:off x="10466070" y="1671372"/>
                  <a:ext cx="5428" cy="4141"/>
                </a:xfrm>
                <a:custGeom>
                  <a:avLst/>
                  <a:gdLst>
                    <a:gd name="connsiteX0" fmla="*/ 2857 w 5428"/>
                    <a:gd name="connsiteY0" fmla="*/ 4075 h 4141"/>
                    <a:gd name="connsiteX1" fmla="*/ 0 w 5428"/>
                    <a:gd name="connsiteY1" fmla="*/ 3408 h 4141"/>
                    <a:gd name="connsiteX2" fmla="*/ 5429 w 5428"/>
                    <a:gd name="connsiteY2" fmla="*/ 1408 h 4141"/>
                    <a:gd name="connsiteX3" fmla="*/ 2857 w 5428"/>
                    <a:gd name="connsiteY3" fmla="*/ 4075 h 41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28" h="4141">
                      <a:moveTo>
                        <a:pt x="2857" y="4075"/>
                      </a:moveTo>
                      <a:cubicBezTo>
                        <a:pt x="1714" y="4551"/>
                        <a:pt x="1428" y="2265"/>
                        <a:pt x="0" y="3408"/>
                      </a:cubicBezTo>
                      <a:cubicBezTo>
                        <a:pt x="1619" y="646"/>
                        <a:pt x="4095" y="-1545"/>
                        <a:pt x="5429" y="1408"/>
                      </a:cubicBezTo>
                      <a:cubicBezTo>
                        <a:pt x="4858" y="5789"/>
                        <a:pt x="2571" y="-878"/>
                        <a:pt x="2857" y="407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5" name="Freeform: Shape 1044">
                  <a:extLst>
                    <a:ext uri="{FF2B5EF4-FFF2-40B4-BE49-F238E27FC236}">
                      <a16:creationId xmlns:a16="http://schemas.microsoft.com/office/drawing/2014/main" id="{4E81737F-4CE6-4D52-814C-98DB36E0FFD7}"/>
                    </a:ext>
                  </a:extLst>
                </p:cNvPr>
                <p:cNvSpPr/>
                <p:nvPr/>
              </p:nvSpPr>
              <p:spPr>
                <a:xfrm>
                  <a:off x="10461592" y="1778317"/>
                  <a:ext cx="14506" cy="19240"/>
                </a:xfrm>
                <a:custGeom>
                  <a:avLst/>
                  <a:gdLst>
                    <a:gd name="connsiteX0" fmla="*/ 9049 w 14506"/>
                    <a:gd name="connsiteY0" fmla="*/ 7811 h 19240"/>
                    <a:gd name="connsiteX1" fmla="*/ 8954 w 14506"/>
                    <a:gd name="connsiteY1" fmla="*/ 10096 h 19240"/>
                    <a:gd name="connsiteX2" fmla="*/ 14288 w 14506"/>
                    <a:gd name="connsiteY2" fmla="*/ 13811 h 19240"/>
                    <a:gd name="connsiteX3" fmla="*/ 8763 w 14506"/>
                    <a:gd name="connsiteY3" fmla="*/ 15812 h 19240"/>
                    <a:gd name="connsiteX4" fmla="*/ 10192 w 14506"/>
                    <a:gd name="connsiteY4" fmla="*/ 15621 h 19240"/>
                    <a:gd name="connsiteX5" fmla="*/ 8573 w 14506"/>
                    <a:gd name="connsiteY5" fmla="*/ 19241 h 19240"/>
                    <a:gd name="connsiteX6" fmla="*/ 8382 w 14506"/>
                    <a:gd name="connsiteY6" fmla="*/ 14764 h 19240"/>
                    <a:gd name="connsiteX7" fmla="*/ 5239 w 14506"/>
                    <a:gd name="connsiteY7" fmla="*/ 11906 h 19240"/>
                    <a:gd name="connsiteX8" fmla="*/ 2763 w 14506"/>
                    <a:gd name="connsiteY8" fmla="*/ 19050 h 19240"/>
                    <a:gd name="connsiteX9" fmla="*/ 2667 w 14506"/>
                    <a:gd name="connsiteY9" fmla="*/ 12287 h 19240"/>
                    <a:gd name="connsiteX10" fmla="*/ 0 w 14506"/>
                    <a:gd name="connsiteY10" fmla="*/ 16097 h 19240"/>
                    <a:gd name="connsiteX11" fmla="*/ 1143 w 14506"/>
                    <a:gd name="connsiteY11" fmla="*/ 6858 h 19240"/>
                    <a:gd name="connsiteX12" fmla="*/ 2572 w 14506"/>
                    <a:gd name="connsiteY12" fmla="*/ 7811 h 19240"/>
                    <a:gd name="connsiteX13" fmla="*/ 572 w 14506"/>
                    <a:gd name="connsiteY13" fmla="*/ 3620 h 19240"/>
                    <a:gd name="connsiteX14" fmla="*/ 1810 w 14506"/>
                    <a:gd name="connsiteY14" fmla="*/ 0 h 19240"/>
                    <a:gd name="connsiteX15" fmla="*/ 4573 w 14506"/>
                    <a:gd name="connsiteY15" fmla="*/ 2953 h 19240"/>
                    <a:gd name="connsiteX16" fmla="*/ 3335 w 14506"/>
                    <a:gd name="connsiteY16" fmla="*/ 5429 h 19240"/>
                    <a:gd name="connsiteX17" fmla="*/ 3620 w 14506"/>
                    <a:gd name="connsiteY17" fmla="*/ 7620 h 19240"/>
                    <a:gd name="connsiteX18" fmla="*/ 4858 w 14506"/>
                    <a:gd name="connsiteY18" fmla="*/ 4000 h 19240"/>
                    <a:gd name="connsiteX19" fmla="*/ 8287 w 14506"/>
                    <a:gd name="connsiteY19" fmla="*/ 8001 h 19240"/>
                    <a:gd name="connsiteX20" fmla="*/ 10668 w 14506"/>
                    <a:gd name="connsiteY20" fmla="*/ 4191 h 19240"/>
                    <a:gd name="connsiteX21" fmla="*/ 12764 w 14506"/>
                    <a:gd name="connsiteY21" fmla="*/ 7239 h 19240"/>
                    <a:gd name="connsiteX22" fmla="*/ 11049 w 14506"/>
                    <a:gd name="connsiteY22" fmla="*/ 5239 h 19240"/>
                    <a:gd name="connsiteX23" fmla="*/ 9049 w 14506"/>
                    <a:gd name="connsiteY23" fmla="*/ 7811 h 19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4506" h="19240">
                      <a:moveTo>
                        <a:pt x="9049" y="7811"/>
                      </a:moveTo>
                      <a:lnTo>
                        <a:pt x="8954" y="10096"/>
                      </a:lnTo>
                      <a:cubicBezTo>
                        <a:pt x="10478" y="9716"/>
                        <a:pt x="15621" y="6477"/>
                        <a:pt x="14288" y="13811"/>
                      </a:cubicBezTo>
                      <a:cubicBezTo>
                        <a:pt x="13431" y="12954"/>
                        <a:pt x="10478" y="11621"/>
                        <a:pt x="8763" y="15812"/>
                      </a:cubicBezTo>
                      <a:cubicBezTo>
                        <a:pt x="8859" y="19145"/>
                        <a:pt x="9620" y="14573"/>
                        <a:pt x="10192" y="15621"/>
                      </a:cubicBezTo>
                      <a:cubicBezTo>
                        <a:pt x="10573" y="20003"/>
                        <a:pt x="8573" y="16288"/>
                        <a:pt x="8573" y="19241"/>
                      </a:cubicBezTo>
                      <a:cubicBezTo>
                        <a:pt x="7525" y="18383"/>
                        <a:pt x="8191" y="17621"/>
                        <a:pt x="8382" y="14764"/>
                      </a:cubicBezTo>
                      <a:cubicBezTo>
                        <a:pt x="7716" y="13525"/>
                        <a:pt x="4096" y="17336"/>
                        <a:pt x="5239" y="11906"/>
                      </a:cubicBezTo>
                      <a:cubicBezTo>
                        <a:pt x="3810" y="12192"/>
                        <a:pt x="2953" y="14573"/>
                        <a:pt x="2763" y="19050"/>
                      </a:cubicBezTo>
                      <a:cubicBezTo>
                        <a:pt x="1143" y="18193"/>
                        <a:pt x="2381" y="16288"/>
                        <a:pt x="2667" y="12287"/>
                      </a:cubicBezTo>
                      <a:cubicBezTo>
                        <a:pt x="1334" y="12097"/>
                        <a:pt x="1524" y="17050"/>
                        <a:pt x="0" y="16097"/>
                      </a:cubicBezTo>
                      <a:cubicBezTo>
                        <a:pt x="1143" y="12668"/>
                        <a:pt x="572" y="11716"/>
                        <a:pt x="1143" y="6858"/>
                      </a:cubicBezTo>
                      <a:cubicBezTo>
                        <a:pt x="1906" y="6287"/>
                        <a:pt x="2096" y="7525"/>
                        <a:pt x="2572" y="7811"/>
                      </a:cubicBezTo>
                      <a:cubicBezTo>
                        <a:pt x="3429" y="2000"/>
                        <a:pt x="858" y="6001"/>
                        <a:pt x="572" y="3620"/>
                      </a:cubicBezTo>
                      <a:cubicBezTo>
                        <a:pt x="572" y="953"/>
                        <a:pt x="2192" y="4000"/>
                        <a:pt x="1810" y="0"/>
                      </a:cubicBezTo>
                      <a:cubicBezTo>
                        <a:pt x="2096" y="2762"/>
                        <a:pt x="2953" y="4000"/>
                        <a:pt x="4573" y="2953"/>
                      </a:cubicBezTo>
                      <a:cubicBezTo>
                        <a:pt x="4382" y="4382"/>
                        <a:pt x="4001" y="5334"/>
                        <a:pt x="3335" y="5429"/>
                      </a:cubicBezTo>
                      <a:cubicBezTo>
                        <a:pt x="3335" y="6382"/>
                        <a:pt x="3620" y="6477"/>
                        <a:pt x="3620" y="7620"/>
                      </a:cubicBezTo>
                      <a:cubicBezTo>
                        <a:pt x="4382" y="7715"/>
                        <a:pt x="4858" y="6477"/>
                        <a:pt x="4858" y="4000"/>
                      </a:cubicBezTo>
                      <a:cubicBezTo>
                        <a:pt x="6096" y="7239"/>
                        <a:pt x="7716" y="3238"/>
                        <a:pt x="8287" y="8001"/>
                      </a:cubicBezTo>
                      <a:cubicBezTo>
                        <a:pt x="9430" y="7906"/>
                        <a:pt x="9811" y="5334"/>
                        <a:pt x="10668" y="4191"/>
                      </a:cubicBezTo>
                      <a:cubicBezTo>
                        <a:pt x="11240" y="5620"/>
                        <a:pt x="13049" y="3429"/>
                        <a:pt x="12764" y="7239"/>
                      </a:cubicBezTo>
                      <a:cubicBezTo>
                        <a:pt x="11811" y="7525"/>
                        <a:pt x="11717" y="5620"/>
                        <a:pt x="11049" y="5239"/>
                      </a:cubicBezTo>
                      <a:cubicBezTo>
                        <a:pt x="10288" y="5810"/>
                        <a:pt x="10192" y="8573"/>
                        <a:pt x="9049" y="78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6" name="Freeform: Shape 1045">
                  <a:extLst>
                    <a:ext uri="{FF2B5EF4-FFF2-40B4-BE49-F238E27FC236}">
                      <a16:creationId xmlns:a16="http://schemas.microsoft.com/office/drawing/2014/main" id="{273923B4-48D5-403C-B5D4-0A0BE7771DCC}"/>
                    </a:ext>
                  </a:extLst>
                </p:cNvPr>
                <p:cNvSpPr/>
                <p:nvPr/>
              </p:nvSpPr>
              <p:spPr>
                <a:xfrm>
                  <a:off x="10472642" y="1626870"/>
                  <a:ext cx="7334" cy="10596"/>
                </a:xfrm>
                <a:custGeom>
                  <a:avLst/>
                  <a:gdLst>
                    <a:gd name="connsiteX0" fmla="*/ 4858 w 7334"/>
                    <a:gd name="connsiteY0" fmla="*/ 7620 h 10596"/>
                    <a:gd name="connsiteX1" fmla="*/ 3715 w 7334"/>
                    <a:gd name="connsiteY1" fmla="*/ 10096 h 10596"/>
                    <a:gd name="connsiteX2" fmla="*/ 4667 w 7334"/>
                    <a:gd name="connsiteY2" fmla="*/ 4286 h 10596"/>
                    <a:gd name="connsiteX3" fmla="*/ 0 w 7334"/>
                    <a:gd name="connsiteY3" fmla="*/ 3905 h 10596"/>
                    <a:gd name="connsiteX4" fmla="*/ 3049 w 7334"/>
                    <a:gd name="connsiteY4" fmla="*/ 0 h 10596"/>
                    <a:gd name="connsiteX5" fmla="*/ 6096 w 7334"/>
                    <a:gd name="connsiteY5" fmla="*/ 2857 h 10596"/>
                    <a:gd name="connsiteX6" fmla="*/ 7334 w 7334"/>
                    <a:gd name="connsiteY6" fmla="*/ 7239 h 10596"/>
                    <a:gd name="connsiteX7" fmla="*/ 4858 w 7334"/>
                    <a:gd name="connsiteY7" fmla="*/ 7620 h 105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7334" h="10596">
                      <a:moveTo>
                        <a:pt x="4858" y="7620"/>
                      </a:moveTo>
                      <a:cubicBezTo>
                        <a:pt x="6287" y="9334"/>
                        <a:pt x="4096" y="11620"/>
                        <a:pt x="3715" y="10096"/>
                      </a:cubicBezTo>
                      <a:cubicBezTo>
                        <a:pt x="3620" y="6667"/>
                        <a:pt x="5049" y="8477"/>
                        <a:pt x="4667" y="4286"/>
                      </a:cubicBezTo>
                      <a:cubicBezTo>
                        <a:pt x="3620" y="476"/>
                        <a:pt x="1048" y="7429"/>
                        <a:pt x="0" y="3905"/>
                      </a:cubicBezTo>
                      <a:cubicBezTo>
                        <a:pt x="1143" y="2572"/>
                        <a:pt x="1905" y="3524"/>
                        <a:pt x="3049" y="0"/>
                      </a:cubicBezTo>
                      <a:cubicBezTo>
                        <a:pt x="2667" y="5143"/>
                        <a:pt x="5810" y="-286"/>
                        <a:pt x="6096" y="2857"/>
                      </a:cubicBezTo>
                      <a:cubicBezTo>
                        <a:pt x="4572" y="5239"/>
                        <a:pt x="5619" y="8763"/>
                        <a:pt x="7334" y="7239"/>
                      </a:cubicBezTo>
                      <a:cubicBezTo>
                        <a:pt x="6858" y="12954"/>
                        <a:pt x="5619" y="7239"/>
                        <a:pt x="4858" y="7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7" name="Freeform: Shape 1046">
                  <a:extLst>
                    <a:ext uri="{FF2B5EF4-FFF2-40B4-BE49-F238E27FC236}">
                      <a16:creationId xmlns:a16="http://schemas.microsoft.com/office/drawing/2014/main" id="{94007EB8-20A1-4BCB-A330-FBD4BAB03DC3}"/>
                    </a:ext>
                  </a:extLst>
                </p:cNvPr>
                <p:cNvSpPr/>
                <p:nvPr/>
              </p:nvSpPr>
              <p:spPr>
                <a:xfrm>
                  <a:off x="10473083" y="1747582"/>
                  <a:ext cx="3273" cy="6445"/>
                </a:xfrm>
                <a:custGeom>
                  <a:avLst/>
                  <a:gdLst>
                    <a:gd name="connsiteX0" fmla="*/ 35 w 3273"/>
                    <a:gd name="connsiteY0" fmla="*/ 6446 h 6445"/>
                    <a:gd name="connsiteX1" fmla="*/ 2796 w 3273"/>
                    <a:gd name="connsiteY1" fmla="*/ 350 h 6445"/>
                    <a:gd name="connsiteX2" fmla="*/ 3273 w 3273"/>
                    <a:gd name="connsiteY2" fmla="*/ 5970 h 6445"/>
                    <a:gd name="connsiteX3" fmla="*/ 35 w 3273"/>
                    <a:gd name="connsiteY3" fmla="*/ 6446 h 6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73" h="6445">
                      <a:moveTo>
                        <a:pt x="35" y="6446"/>
                      </a:moveTo>
                      <a:cubicBezTo>
                        <a:pt x="-346" y="2731"/>
                        <a:pt x="2512" y="6351"/>
                        <a:pt x="2796" y="350"/>
                      </a:cubicBezTo>
                      <a:cubicBezTo>
                        <a:pt x="3368" y="-1460"/>
                        <a:pt x="2512" y="4255"/>
                        <a:pt x="3273" y="5970"/>
                      </a:cubicBezTo>
                      <a:cubicBezTo>
                        <a:pt x="1940" y="5303"/>
                        <a:pt x="701" y="5589"/>
                        <a:pt x="35" y="644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BAC0897F-A897-4412-837C-804B3F31BA06}"/>
                    </a:ext>
                  </a:extLst>
                </p:cNvPr>
                <p:cNvSpPr/>
                <p:nvPr/>
              </p:nvSpPr>
              <p:spPr>
                <a:xfrm>
                  <a:off x="10489978" y="1458308"/>
                  <a:ext cx="6857" cy="5182"/>
                </a:xfrm>
                <a:custGeom>
                  <a:avLst/>
                  <a:gdLst>
                    <a:gd name="connsiteX0" fmla="*/ 0 w 6857"/>
                    <a:gd name="connsiteY0" fmla="*/ 2159 h 5182"/>
                    <a:gd name="connsiteX1" fmla="*/ 6858 w 6857"/>
                    <a:gd name="connsiteY1" fmla="*/ 4445 h 5182"/>
                    <a:gd name="connsiteX2" fmla="*/ 0 w 6857"/>
                    <a:gd name="connsiteY2" fmla="*/ 2159 h 5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857" h="5182">
                      <a:moveTo>
                        <a:pt x="0" y="2159"/>
                      </a:moveTo>
                      <a:cubicBezTo>
                        <a:pt x="2000" y="-1651"/>
                        <a:pt x="5333" y="-127"/>
                        <a:pt x="6858" y="4445"/>
                      </a:cubicBezTo>
                      <a:cubicBezTo>
                        <a:pt x="4476" y="7684"/>
                        <a:pt x="3334" y="-984"/>
                        <a:pt x="0" y="215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9" name="Freeform: Shape 1048">
                  <a:extLst>
                    <a:ext uri="{FF2B5EF4-FFF2-40B4-BE49-F238E27FC236}">
                      <a16:creationId xmlns:a16="http://schemas.microsoft.com/office/drawing/2014/main" id="{07D158CF-F4ED-4E61-91D2-EC2EAFC7CD00}"/>
                    </a:ext>
                  </a:extLst>
                </p:cNvPr>
                <p:cNvSpPr/>
                <p:nvPr/>
              </p:nvSpPr>
              <p:spPr>
                <a:xfrm>
                  <a:off x="10483596" y="1614868"/>
                  <a:ext cx="3451" cy="14763"/>
                </a:xfrm>
                <a:custGeom>
                  <a:avLst/>
                  <a:gdLst>
                    <a:gd name="connsiteX0" fmla="*/ 3047 w 3451"/>
                    <a:gd name="connsiteY0" fmla="*/ 14764 h 14763"/>
                    <a:gd name="connsiteX1" fmla="*/ 0 w 3451"/>
                    <a:gd name="connsiteY1" fmla="*/ 10763 h 14763"/>
                    <a:gd name="connsiteX2" fmla="*/ 3334 w 3451"/>
                    <a:gd name="connsiteY2" fmla="*/ 0 h 14763"/>
                    <a:gd name="connsiteX3" fmla="*/ 3047 w 3451"/>
                    <a:gd name="connsiteY3" fmla="*/ 14764 h 14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51" h="14763">
                      <a:moveTo>
                        <a:pt x="3047" y="14764"/>
                      </a:moveTo>
                      <a:cubicBezTo>
                        <a:pt x="2286" y="11525"/>
                        <a:pt x="2000" y="7906"/>
                        <a:pt x="0" y="10763"/>
                      </a:cubicBezTo>
                      <a:cubicBezTo>
                        <a:pt x="857" y="6191"/>
                        <a:pt x="2857" y="5810"/>
                        <a:pt x="3334" y="0"/>
                      </a:cubicBezTo>
                      <a:cubicBezTo>
                        <a:pt x="3810" y="2953"/>
                        <a:pt x="2667" y="10382"/>
                        <a:pt x="3047" y="1476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0" name="Freeform: Shape 1049">
                  <a:extLst>
                    <a:ext uri="{FF2B5EF4-FFF2-40B4-BE49-F238E27FC236}">
                      <a16:creationId xmlns:a16="http://schemas.microsoft.com/office/drawing/2014/main" id="{8101BF9F-60E1-48BA-8FEB-6742834A12D8}"/>
                    </a:ext>
                  </a:extLst>
                </p:cNvPr>
                <p:cNvSpPr/>
                <p:nvPr/>
              </p:nvSpPr>
              <p:spPr>
                <a:xfrm>
                  <a:off x="10477073" y="1777174"/>
                  <a:ext cx="83899" cy="26955"/>
                </a:xfrm>
                <a:custGeom>
                  <a:avLst/>
                  <a:gdLst>
                    <a:gd name="connsiteX0" fmla="*/ 7857 w 83899"/>
                    <a:gd name="connsiteY0" fmla="*/ 6667 h 26955"/>
                    <a:gd name="connsiteX1" fmla="*/ 3189 w 83899"/>
                    <a:gd name="connsiteY1" fmla="*/ 5143 h 26955"/>
                    <a:gd name="connsiteX2" fmla="*/ 45 w 83899"/>
                    <a:gd name="connsiteY2" fmla="*/ 11335 h 26955"/>
                    <a:gd name="connsiteX3" fmla="*/ 236 w 83899"/>
                    <a:gd name="connsiteY3" fmla="*/ 15812 h 26955"/>
                    <a:gd name="connsiteX4" fmla="*/ 2427 w 83899"/>
                    <a:gd name="connsiteY4" fmla="*/ 15430 h 26955"/>
                    <a:gd name="connsiteX5" fmla="*/ 5380 w 83899"/>
                    <a:gd name="connsiteY5" fmla="*/ 13811 h 26955"/>
                    <a:gd name="connsiteX6" fmla="*/ 4808 w 83899"/>
                    <a:gd name="connsiteY6" fmla="*/ 18479 h 26955"/>
                    <a:gd name="connsiteX7" fmla="*/ 6714 w 83899"/>
                    <a:gd name="connsiteY7" fmla="*/ 17050 h 26955"/>
                    <a:gd name="connsiteX8" fmla="*/ 6142 w 83899"/>
                    <a:gd name="connsiteY8" fmla="*/ 12573 h 26955"/>
                    <a:gd name="connsiteX9" fmla="*/ 8047 w 83899"/>
                    <a:gd name="connsiteY9" fmla="*/ 11144 h 26955"/>
                    <a:gd name="connsiteX10" fmla="*/ 13762 w 83899"/>
                    <a:gd name="connsiteY10" fmla="*/ 14764 h 26955"/>
                    <a:gd name="connsiteX11" fmla="*/ 14905 w 83899"/>
                    <a:gd name="connsiteY11" fmla="*/ 22479 h 26955"/>
                    <a:gd name="connsiteX12" fmla="*/ 17191 w 83899"/>
                    <a:gd name="connsiteY12" fmla="*/ 19812 h 26955"/>
                    <a:gd name="connsiteX13" fmla="*/ 17382 w 83899"/>
                    <a:gd name="connsiteY13" fmla="*/ 23146 h 26955"/>
                    <a:gd name="connsiteX14" fmla="*/ 18620 w 83899"/>
                    <a:gd name="connsiteY14" fmla="*/ 19526 h 26955"/>
                    <a:gd name="connsiteX15" fmla="*/ 17286 w 83899"/>
                    <a:gd name="connsiteY15" fmla="*/ 16288 h 26955"/>
                    <a:gd name="connsiteX16" fmla="*/ 27193 w 83899"/>
                    <a:gd name="connsiteY16" fmla="*/ 22574 h 26955"/>
                    <a:gd name="connsiteX17" fmla="*/ 24239 w 83899"/>
                    <a:gd name="connsiteY17" fmla="*/ 23050 h 26955"/>
                    <a:gd name="connsiteX18" fmla="*/ 24144 w 83899"/>
                    <a:gd name="connsiteY18" fmla="*/ 26479 h 26955"/>
                    <a:gd name="connsiteX19" fmla="*/ 28240 w 83899"/>
                    <a:gd name="connsiteY19" fmla="*/ 24670 h 26955"/>
                    <a:gd name="connsiteX20" fmla="*/ 27573 w 83899"/>
                    <a:gd name="connsiteY20" fmla="*/ 22479 h 26955"/>
                    <a:gd name="connsiteX21" fmla="*/ 29859 w 83899"/>
                    <a:gd name="connsiteY21" fmla="*/ 20955 h 26955"/>
                    <a:gd name="connsiteX22" fmla="*/ 35098 w 83899"/>
                    <a:gd name="connsiteY22" fmla="*/ 17812 h 26955"/>
                    <a:gd name="connsiteX23" fmla="*/ 32812 w 83899"/>
                    <a:gd name="connsiteY23" fmla="*/ 20479 h 26955"/>
                    <a:gd name="connsiteX24" fmla="*/ 34621 w 83899"/>
                    <a:gd name="connsiteY24" fmla="*/ 21336 h 26955"/>
                    <a:gd name="connsiteX25" fmla="*/ 34907 w 83899"/>
                    <a:gd name="connsiteY25" fmla="*/ 22384 h 26955"/>
                    <a:gd name="connsiteX26" fmla="*/ 35098 w 83899"/>
                    <a:gd name="connsiteY26" fmla="*/ 17812 h 26955"/>
                    <a:gd name="connsiteX27" fmla="*/ 37384 w 83899"/>
                    <a:gd name="connsiteY27" fmla="*/ 15145 h 26955"/>
                    <a:gd name="connsiteX28" fmla="*/ 39765 w 83899"/>
                    <a:gd name="connsiteY28" fmla="*/ 19336 h 26955"/>
                    <a:gd name="connsiteX29" fmla="*/ 37765 w 83899"/>
                    <a:gd name="connsiteY29" fmla="*/ 14002 h 26955"/>
                    <a:gd name="connsiteX30" fmla="*/ 41003 w 83899"/>
                    <a:gd name="connsiteY30" fmla="*/ 14573 h 26955"/>
                    <a:gd name="connsiteX31" fmla="*/ 41194 w 83899"/>
                    <a:gd name="connsiteY31" fmla="*/ 20193 h 26955"/>
                    <a:gd name="connsiteX32" fmla="*/ 48243 w 83899"/>
                    <a:gd name="connsiteY32" fmla="*/ 16764 h 26955"/>
                    <a:gd name="connsiteX33" fmla="*/ 47386 w 83899"/>
                    <a:gd name="connsiteY33" fmla="*/ 21431 h 26955"/>
                    <a:gd name="connsiteX34" fmla="*/ 62816 w 83899"/>
                    <a:gd name="connsiteY34" fmla="*/ 17812 h 26955"/>
                    <a:gd name="connsiteX35" fmla="*/ 64054 w 83899"/>
                    <a:gd name="connsiteY35" fmla="*/ 23241 h 26955"/>
                    <a:gd name="connsiteX36" fmla="*/ 70055 w 83899"/>
                    <a:gd name="connsiteY36" fmla="*/ 18859 h 26955"/>
                    <a:gd name="connsiteX37" fmla="*/ 70435 w 83899"/>
                    <a:gd name="connsiteY37" fmla="*/ 17621 h 26955"/>
                    <a:gd name="connsiteX38" fmla="*/ 69578 w 83899"/>
                    <a:gd name="connsiteY38" fmla="*/ 22288 h 26955"/>
                    <a:gd name="connsiteX39" fmla="*/ 71769 w 83899"/>
                    <a:gd name="connsiteY39" fmla="*/ 20764 h 26955"/>
                    <a:gd name="connsiteX40" fmla="*/ 71103 w 83899"/>
                    <a:gd name="connsiteY40" fmla="*/ 18574 h 26955"/>
                    <a:gd name="connsiteX41" fmla="*/ 77104 w 83899"/>
                    <a:gd name="connsiteY41" fmla="*/ 23241 h 26955"/>
                    <a:gd name="connsiteX42" fmla="*/ 74912 w 83899"/>
                    <a:gd name="connsiteY42" fmla="*/ 22479 h 26955"/>
                    <a:gd name="connsiteX43" fmla="*/ 75103 w 83899"/>
                    <a:gd name="connsiteY43" fmla="*/ 26956 h 26955"/>
                    <a:gd name="connsiteX44" fmla="*/ 83771 w 83899"/>
                    <a:gd name="connsiteY44" fmla="*/ 17526 h 26955"/>
                    <a:gd name="connsiteX45" fmla="*/ 82818 w 83899"/>
                    <a:gd name="connsiteY45" fmla="*/ 12001 h 26955"/>
                    <a:gd name="connsiteX46" fmla="*/ 80532 w 83899"/>
                    <a:gd name="connsiteY46" fmla="*/ 15812 h 26955"/>
                    <a:gd name="connsiteX47" fmla="*/ 71103 w 83899"/>
                    <a:gd name="connsiteY47" fmla="*/ 16288 h 26955"/>
                    <a:gd name="connsiteX48" fmla="*/ 71960 w 83899"/>
                    <a:gd name="connsiteY48" fmla="*/ 11621 h 26955"/>
                    <a:gd name="connsiteX49" fmla="*/ 70055 w 83899"/>
                    <a:gd name="connsiteY49" fmla="*/ 15335 h 26955"/>
                    <a:gd name="connsiteX50" fmla="*/ 65102 w 83899"/>
                    <a:gd name="connsiteY50" fmla="*/ 10477 h 26955"/>
                    <a:gd name="connsiteX51" fmla="*/ 65293 w 83899"/>
                    <a:gd name="connsiteY51" fmla="*/ 4763 h 26955"/>
                    <a:gd name="connsiteX52" fmla="*/ 57386 w 83899"/>
                    <a:gd name="connsiteY52" fmla="*/ 12859 h 26955"/>
                    <a:gd name="connsiteX53" fmla="*/ 53671 w 83899"/>
                    <a:gd name="connsiteY53" fmla="*/ 15716 h 26955"/>
                    <a:gd name="connsiteX54" fmla="*/ 52719 w 83899"/>
                    <a:gd name="connsiteY54" fmla="*/ 12478 h 26955"/>
                    <a:gd name="connsiteX55" fmla="*/ 48909 w 83899"/>
                    <a:gd name="connsiteY55" fmla="*/ 18764 h 26955"/>
                    <a:gd name="connsiteX56" fmla="*/ 48624 w 83899"/>
                    <a:gd name="connsiteY56" fmla="*/ 15430 h 26955"/>
                    <a:gd name="connsiteX57" fmla="*/ 50528 w 83899"/>
                    <a:gd name="connsiteY57" fmla="*/ 11716 h 26955"/>
                    <a:gd name="connsiteX58" fmla="*/ 41099 w 83899"/>
                    <a:gd name="connsiteY58" fmla="*/ 12097 h 26955"/>
                    <a:gd name="connsiteX59" fmla="*/ 41289 w 83899"/>
                    <a:gd name="connsiteY59" fmla="*/ 6382 h 26955"/>
                    <a:gd name="connsiteX60" fmla="*/ 39099 w 83899"/>
                    <a:gd name="connsiteY60" fmla="*/ 7906 h 26955"/>
                    <a:gd name="connsiteX61" fmla="*/ 37479 w 83899"/>
                    <a:gd name="connsiteY61" fmla="*/ 3620 h 26955"/>
                    <a:gd name="connsiteX62" fmla="*/ 38718 w 83899"/>
                    <a:gd name="connsiteY62" fmla="*/ 10192 h 26955"/>
                    <a:gd name="connsiteX63" fmla="*/ 36527 w 83899"/>
                    <a:gd name="connsiteY63" fmla="*/ 10573 h 26955"/>
                    <a:gd name="connsiteX64" fmla="*/ 36718 w 83899"/>
                    <a:gd name="connsiteY64" fmla="*/ 4858 h 26955"/>
                    <a:gd name="connsiteX65" fmla="*/ 31860 w 83899"/>
                    <a:gd name="connsiteY65" fmla="*/ 0 h 26955"/>
                    <a:gd name="connsiteX66" fmla="*/ 33098 w 83899"/>
                    <a:gd name="connsiteY66" fmla="*/ 5429 h 26955"/>
                    <a:gd name="connsiteX67" fmla="*/ 30906 w 83899"/>
                    <a:gd name="connsiteY67" fmla="*/ 5810 h 26955"/>
                    <a:gd name="connsiteX68" fmla="*/ 30335 w 83899"/>
                    <a:gd name="connsiteY68" fmla="*/ 1333 h 26955"/>
                    <a:gd name="connsiteX69" fmla="*/ 21572 w 83899"/>
                    <a:gd name="connsiteY69" fmla="*/ 11811 h 26955"/>
                    <a:gd name="connsiteX70" fmla="*/ 22524 w 83899"/>
                    <a:gd name="connsiteY70" fmla="*/ 7144 h 26955"/>
                    <a:gd name="connsiteX71" fmla="*/ 21477 w 83899"/>
                    <a:gd name="connsiteY71" fmla="*/ 5048 h 26955"/>
                    <a:gd name="connsiteX72" fmla="*/ 20906 w 83899"/>
                    <a:gd name="connsiteY72" fmla="*/ 9716 h 26955"/>
                    <a:gd name="connsiteX73" fmla="*/ 20620 w 83899"/>
                    <a:gd name="connsiteY73" fmla="*/ 7525 h 26955"/>
                    <a:gd name="connsiteX74" fmla="*/ 18239 w 83899"/>
                    <a:gd name="connsiteY74" fmla="*/ 12383 h 26955"/>
                    <a:gd name="connsiteX75" fmla="*/ 16239 w 83899"/>
                    <a:gd name="connsiteY75" fmla="*/ 8192 h 26955"/>
                    <a:gd name="connsiteX76" fmla="*/ 12905 w 83899"/>
                    <a:gd name="connsiteY76" fmla="*/ 8763 h 26955"/>
                    <a:gd name="connsiteX77" fmla="*/ 14619 w 83899"/>
                    <a:gd name="connsiteY77" fmla="*/ 11906 h 26955"/>
                    <a:gd name="connsiteX78" fmla="*/ 13762 w 83899"/>
                    <a:gd name="connsiteY78" fmla="*/ 14288 h 26955"/>
                    <a:gd name="connsiteX79" fmla="*/ 7857 w 83899"/>
                    <a:gd name="connsiteY79" fmla="*/ 6667 h 26955"/>
                    <a:gd name="connsiteX80" fmla="*/ 17286 w 83899"/>
                    <a:gd name="connsiteY80" fmla="*/ 16383 h 26955"/>
                    <a:gd name="connsiteX81" fmla="*/ 15762 w 83899"/>
                    <a:gd name="connsiteY81" fmla="*/ 17812 h 26955"/>
                    <a:gd name="connsiteX82" fmla="*/ 16239 w 83899"/>
                    <a:gd name="connsiteY82" fmla="*/ 14288 h 26955"/>
                    <a:gd name="connsiteX83" fmla="*/ 15571 w 83899"/>
                    <a:gd name="connsiteY83" fmla="*/ 13240 h 26955"/>
                    <a:gd name="connsiteX84" fmla="*/ 17286 w 83899"/>
                    <a:gd name="connsiteY84" fmla="*/ 16383 h 26955"/>
                    <a:gd name="connsiteX85" fmla="*/ 24525 w 83899"/>
                    <a:gd name="connsiteY85" fmla="*/ 16383 h 26955"/>
                    <a:gd name="connsiteX86" fmla="*/ 28716 w 83899"/>
                    <a:gd name="connsiteY86" fmla="*/ 12287 h 26955"/>
                    <a:gd name="connsiteX87" fmla="*/ 24525 w 83899"/>
                    <a:gd name="connsiteY87" fmla="*/ 16383 h 26955"/>
                    <a:gd name="connsiteX88" fmla="*/ 31669 w 83899"/>
                    <a:gd name="connsiteY88" fmla="*/ 11811 h 26955"/>
                    <a:gd name="connsiteX89" fmla="*/ 33860 w 83899"/>
                    <a:gd name="connsiteY89" fmla="*/ 12573 h 26955"/>
                    <a:gd name="connsiteX90" fmla="*/ 31669 w 83899"/>
                    <a:gd name="connsiteY90" fmla="*/ 11811 h 26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</a:cxnLst>
                  <a:rect l="l" t="t" r="r" b="b"/>
                  <a:pathLst>
                    <a:path w="83899" h="26955">
                      <a:moveTo>
                        <a:pt x="7857" y="6667"/>
                      </a:moveTo>
                      <a:cubicBezTo>
                        <a:pt x="6237" y="4381"/>
                        <a:pt x="3856" y="8382"/>
                        <a:pt x="3189" y="5143"/>
                      </a:cubicBezTo>
                      <a:cubicBezTo>
                        <a:pt x="2903" y="12763"/>
                        <a:pt x="1570" y="8954"/>
                        <a:pt x="45" y="11335"/>
                      </a:cubicBezTo>
                      <a:cubicBezTo>
                        <a:pt x="-145" y="13525"/>
                        <a:pt x="332" y="13811"/>
                        <a:pt x="236" y="15812"/>
                      </a:cubicBezTo>
                      <a:lnTo>
                        <a:pt x="2427" y="15430"/>
                      </a:lnTo>
                      <a:cubicBezTo>
                        <a:pt x="2808" y="10858"/>
                        <a:pt x="5094" y="13621"/>
                        <a:pt x="5380" y="13811"/>
                      </a:cubicBezTo>
                      <a:cubicBezTo>
                        <a:pt x="5189" y="15335"/>
                        <a:pt x="4808" y="16097"/>
                        <a:pt x="4808" y="18479"/>
                      </a:cubicBezTo>
                      <a:cubicBezTo>
                        <a:pt x="5666" y="18764"/>
                        <a:pt x="5666" y="16288"/>
                        <a:pt x="6714" y="17050"/>
                      </a:cubicBezTo>
                      <a:cubicBezTo>
                        <a:pt x="7285" y="13240"/>
                        <a:pt x="5571" y="16383"/>
                        <a:pt x="6142" y="12573"/>
                      </a:cubicBezTo>
                      <a:cubicBezTo>
                        <a:pt x="7094" y="13335"/>
                        <a:pt x="7189" y="10858"/>
                        <a:pt x="8047" y="11144"/>
                      </a:cubicBezTo>
                      <a:cubicBezTo>
                        <a:pt x="9095" y="17526"/>
                        <a:pt x="12047" y="16764"/>
                        <a:pt x="13762" y="14764"/>
                      </a:cubicBezTo>
                      <a:cubicBezTo>
                        <a:pt x="14048" y="17621"/>
                        <a:pt x="14142" y="21146"/>
                        <a:pt x="14905" y="22479"/>
                      </a:cubicBezTo>
                      <a:cubicBezTo>
                        <a:pt x="15191" y="15050"/>
                        <a:pt x="16048" y="23431"/>
                        <a:pt x="17191" y="19812"/>
                      </a:cubicBezTo>
                      <a:cubicBezTo>
                        <a:pt x="16714" y="21526"/>
                        <a:pt x="16714" y="22670"/>
                        <a:pt x="17382" y="23146"/>
                      </a:cubicBezTo>
                      <a:cubicBezTo>
                        <a:pt x="17382" y="20574"/>
                        <a:pt x="18525" y="21717"/>
                        <a:pt x="18620" y="19526"/>
                      </a:cubicBezTo>
                      <a:cubicBezTo>
                        <a:pt x="17953" y="19145"/>
                        <a:pt x="17096" y="19336"/>
                        <a:pt x="17286" y="16288"/>
                      </a:cubicBezTo>
                      <a:cubicBezTo>
                        <a:pt x="21001" y="13906"/>
                        <a:pt x="23096" y="18574"/>
                        <a:pt x="27193" y="22574"/>
                      </a:cubicBezTo>
                      <a:cubicBezTo>
                        <a:pt x="26335" y="26956"/>
                        <a:pt x="24335" y="20955"/>
                        <a:pt x="24239" y="23050"/>
                      </a:cubicBezTo>
                      <a:cubicBezTo>
                        <a:pt x="24811" y="23241"/>
                        <a:pt x="24430" y="25527"/>
                        <a:pt x="24144" y="26479"/>
                      </a:cubicBezTo>
                      <a:cubicBezTo>
                        <a:pt x="26144" y="25622"/>
                        <a:pt x="26907" y="28099"/>
                        <a:pt x="28240" y="24670"/>
                      </a:cubicBezTo>
                      <a:cubicBezTo>
                        <a:pt x="27764" y="24575"/>
                        <a:pt x="27382" y="24479"/>
                        <a:pt x="27573" y="22479"/>
                      </a:cubicBezTo>
                      <a:cubicBezTo>
                        <a:pt x="28907" y="20955"/>
                        <a:pt x="29097" y="23050"/>
                        <a:pt x="29859" y="20955"/>
                      </a:cubicBezTo>
                      <a:cubicBezTo>
                        <a:pt x="28907" y="11621"/>
                        <a:pt x="34050" y="16097"/>
                        <a:pt x="35098" y="17812"/>
                      </a:cubicBezTo>
                      <a:cubicBezTo>
                        <a:pt x="34431" y="19717"/>
                        <a:pt x="33478" y="16764"/>
                        <a:pt x="32812" y="20479"/>
                      </a:cubicBezTo>
                      <a:cubicBezTo>
                        <a:pt x="33288" y="21050"/>
                        <a:pt x="34717" y="18859"/>
                        <a:pt x="34621" y="21336"/>
                      </a:cubicBezTo>
                      <a:cubicBezTo>
                        <a:pt x="34526" y="22574"/>
                        <a:pt x="34717" y="24193"/>
                        <a:pt x="34907" y="22384"/>
                      </a:cubicBezTo>
                      <a:lnTo>
                        <a:pt x="35098" y="17812"/>
                      </a:lnTo>
                      <a:cubicBezTo>
                        <a:pt x="36432" y="18859"/>
                        <a:pt x="36241" y="14859"/>
                        <a:pt x="37384" y="15145"/>
                      </a:cubicBezTo>
                      <a:cubicBezTo>
                        <a:pt x="37384" y="19526"/>
                        <a:pt x="38622" y="21146"/>
                        <a:pt x="39765" y="19336"/>
                      </a:cubicBezTo>
                      <a:cubicBezTo>
                        <a:pt x="40336" y="13811"/>
                        <a:pt x="37670" y="18097"/>
                        <a:pt x="37765" y="14002"/>
                      </a:cubicBezTo>
                      <a:cubicBezTo>
                        <a:pt x="39193" y="13049"/>
                        <a:pt x="39765" y="18097"/>
                        <a:pt x="41003" y="14573"/>
                      </a:cubicBezTo>
                      <a:cubicBezTo>
                        <a:pt x="40147" y="17050"/>
                        <a:pt x="40908" y="18288"/>
                        <a:pt x="41194" y="20193"/>
                      </a:cubicBezTo>
                      <a:cubicBezTo>
                        <a:pt x="44242" y="16954"/>
                        <a:pt x="45671" y="19907"/>
                        <a:pt x="48243" y="16764"/>
                      </a:cubicBezTo>
                      <a:cubicBezTo>
                        <a:pt x="48147" y="19050"/>
                        <a:pt x="47195" y="18383"/>
                        <a:pt x="47386" y="21431"/>
                      </a:cubicBezTo>
                      <a:cubicBezTo>
                        <a:pt x="52528" y="19145"/>
                        <a:pt x="57482" y="21622"/>
                        <a:pt x="62816" y="17812"/>
                      </a:cubicBezTo>
                      <a:cubicBezTo>
                        <a:pt x="62339" y="22288"/>
                        <a:pt x="65864" y="17907"/>
                        <a:pt x="64054" y="23241"/>
                      </a:cubicBezTo>
                      <a:cubicBezTo>
                        <a:pt x="65673" y="16383"/>
                        <a:pt x="67674" y="24575"/>
                        <a:pt x="70055" y="18859"/>
                      </a:cubicBezTo>
                      <a:cubicBezTo>
                        <a:pt x="69674" y="18859"/>
                        <a:pt x="69864" y="17431"/>
                        <a:pt x="70435" y="17621"/>
                      </a:cubicBezTo>
                      <a:cubicBezTo>
                        <a:pt x="70626" y="20669"/>
                        <a:pt x="69674" y="20002"/>
                        <a:pt x="69578" y="22288"/>
                      </a:cubicBezTo>
                      <a:cubicBezTo>
                        <a:pt x="70245" y="21526"/>
                        <a:pt x="71674" y="23336"/>
                        <a:pt x="71769" y="20764"/>
                      </a:cubicBezTo>
                      <a:cubicBezTo>
                        <a:pt x="71292" y="20669"/>
                        <a:pt x="70912" y="20574"/>
                        <a:pt x="71103" y="18574"/>
                      </a:cubicBezTo>
                      <a:cubicBezTo>
                        <a:pt x="73674" y="18383"/>
                        <a:pt x="75389" y="20764"/>
                        <a:pt x="77104" y="23241"/>
                      </a:cubicBezTo>
                      <a:cubicBezTo>
                        <a:pt x="75961" y="24860"/>
                        <a:pt x="75675" y="24384"/>
                        <a:pt x="74912" y="22479"/>
                      </a:cubicBezTo>
                      <a:cubicBezTo>
                        <a:pt x="74722" y="24670"/>
                        <a:pt x="75198" y="24955"/>
                        <a:pt x="75103" y="26956"/>
                      </a:cubicBezTo>
                      <a:cubicBezTo>
                        <a:pt x="78531" y="23622"/>
                        <a:pt x="79865" y="17050"/>
                        <a:pt x="83771" y="17526"/>
                      </a:cubicBezTo>
                      <a:cubicBezTo>
                        <a:pt x="84343" y="12954"/>
                        <a:pt x="82818" y="14954"/>
                        <a:pt x="82818" y="12001"/>
                      </a:cubicBezTo>
                      <a:cubicBezTo>
                        <a:pt x="81771" y="12192"/>
                        <a:pt x="81485" y="15145"/>
                        <a:pt x="80532" y="15812"/>
                      </a:cubicBezTo>
                      <a:cubicBezTo>
                        <a:pt x="78247" y="10858"/>
                        <a:pt x="73484" y="16002"/>
                        <a:pt x="71103" y="16288"/>
                      </a:cubicBezTo>
                      <a:cubicBezTo>
                        <a:pt x="71292" y="14478"/>
                        <a:pt x="72246" y="15145"/>
                        <a:pt x="71960" y="11621"/>
                      </a:cubicBezTo>
                      <a:cubicBezTo>
                        <a:pt x="70912" y="11525"/>
                        <a:pt x="70626" y="14002"/>
                        <a:pt x="70055" y="15335"/>
                      </a:cubicBezTo>
                      <a:cubicBezTo>
                        <a:pt x="69864" y="9525"/>
                        <a:pt x="65673" y="15430"/>
                        <a:pt x="65102" y="10477"/>
                      </a:cubicBezTo>
                      <a:cubicBezTo>
                        <a:pt x="66340" y="10668"/>
                        <a:pt x="66816" y="3620"/>
                        <a:pt x="65293" y="4763"/>
                      </a:cubicBezTo>
                      <a:cubicBezTo>
                        <a:pt x="65959" y="13335"/>
                        <a:pt x="59292" y="12859"/>
                        <a:pt x="57386" y="12859"/>
                      </a:cubicBezTo>
                      <a:cubicBezTo>
                        <a:pt x="57386" y="15716"/>
                        <a:pt x="54434" y="12287"/>
                        <a:pt x="53671" y="15716"/>
                      </a:cubicBezTo>
                      <a:cubicBezTo>
                        <a:pt x="53291" y="14764"/>
                        <a:pt x="53671" y="11525"/>
                        <a:pt x="52719" y="12478"/>
                      </a:cubicBezTo>
                      <a:cubicBezTo>
                        <a:pt x="53005" y="16288"/>
                        <a:pt x="50052" y="16192"/>
                        <a:pt x="48909" y="18764"/>
                      </a:cubicBezTo>
                      <a:cubicBezTo>
                        <a:pt x="48909" y="17335"/>
                        <a:pt x="48529" y="17240"/>
                        <a:pt x="48624" y="15430"/>
                      </a:cubicBezTo>
                      <a:cubicBezTo>
                        <a:pt x="49672" y="15526"/>
                        <a:pt x="50624" y="15240"/>
                        <a:pt x="50528" y="11716"/>
                      </a:cubicBezTo>
                      <a:cubicBezTo>
                        <a:pt x="48147" y="16574"/>
                        <a:pt x="43194" y="7906"/>
                        <a:pt x="41099" y="12097"/>
                      </a:cubicBezTo>
                      <a:cubicBezTo>
                        <a:pt x="41480" y="8572"/>
                        <a:pt x="41480" y="9906"/>
                        <a:pt x="41289" y="6382"/>
                      </a:cubicBezTo>
                      <a:cubicBezTo>
                        <a:pt x="40431" y="6477"/>
                        <a:pt x="40147" y="8477"/>
                        <a:pt x="39099" y="7906"/>
                      </a:cubicBezTo>
                      <a:cubicBezTo>
                        <a:pt x="39479" y="3620"/>
                        <a:pt x="38718" y="2953"/>
                        <a:pt x="37479" y="3620"/>
                      </a:cubicBezTo>
                      <a:cubicBezTo>
                        <a:pt x="38050" y="6382"/>
                        <a:pt x="38241" y="5715"/>
                        <a:pt x="38718" y="10192"/>
                      </a:cubicBezTo>
                      <a:cubicBezTo>
                        <a:pt x="38050" y="10668"/>
                        <a:pt x="37003" y="12001"/>
                        <a:pt x="36527" y="10573"/>
                      </a:cubicBezTo>
                      <a:cubicBezTo>
                        <a:pt x="38336" y="5334"/>
                        <a:pt x="35669" y="10001"/>
                        <a:pt x="36718" y="4858"/>
                      </a:cubicBezTo>
                      <a:cubicBezTo>
                        <a:pt x="34907" y="3715"/>
                        <a:pt x="33478" y="1619"/>
                        <a:pt x="31860" y="0"/>
                      </a:cubicBezTo>
                      <a:cubicBezTo>
                        <a:pt x="31383" y="4381"/>
                        <a:pt x="33764" y="476"/>
                        <a:pt x="33098" y="5429"/>
                      </a:cubicBezTo>
                      <a:lnTo>
                        <a:pt x="30906" y="5810"/>
                      </a:lnTo>
                      <a:cubicBezTo>
                        <a:pt x="31097" y="3143"/>
                        <a:pt x="31002" y="1524"/>
                        <a:pt x="30335" y="1333"/>
                      </a:cubicBezTo>
                      <a:cubicBezTo>
                        <a:pt x="30240" y="12192"/>
                        <a:pt x="23858" y="3334"/>
                        <a:pt x="21572" y="11811"/>
                      </a:cubicBezTo>
                      <a:cubicBezTo>
                        <a:pt x="21858" y="10096"/>
                        <a:pt x="22144" y="8858"/>
                        <a:pt x="22524" y="7144"/>
                      </a:cubicBezTo>
                      <a:cubicBezTo>
                        <a:pt x="21763" y="7620"/>
                        <a:pt x="21858" y="5715"/>
                        <a:pt x="21477" y="5048"/>
                      </a:cubicBezTo>
                      <a:cubicBezTo>
                        <a:pt x="20524" y="6667"/>
                        <a:pt x="21953" y="8382"/>
                        <a:pt x="20906" y="9716"/>
                      </a:cubicBezTo>
                      <a:cubicBezTo>
                        <a:pt x="19382" y="10096"/>
                        <a:pt x="20049" y="9239"/>
                        <a:pt x="20620" y="7525"/>
                      </a:cubicBezTo>
                      <a:cubicBezTo>
                        <a:pt x="19191" y="6858"/>
                        <a:pt x="19763" y="13049"/>
                        <a:pt x="18239" y="12383"/>
                      </a:cubicBezTo>
                      <a:cubicBezTo>
                        <a:pt x="18811" y="5143"/>
                        <a:pt x="16239" y="13240"/>
                        <a:pt x="16239" y="8192"/>
                      </a:cubicBezTo>
                      <a:cubicBezTo>
                        <a:pt x="15191" y="12954"/>
                        <a:pt x="14428" y="8192"/>
                        <a:pt x="12905" y="8763"/>
                      </a:cubicBezTo>
                      <a:cubicBezTo>
                        <a:pt x="12142" y="13621"/>
                        <a:pt x="14810" y="8668"/>
                        <a:pt x="14619" y="11906"/>
                      </a:cubicBezTo>
                      <a:cubicBezTo>
                        <a:pt x="14142" y="12001"/>
                        <a:pt x="14238" y="14002"/>
                        <a:pt x="13762" y="14288"/>
                      </a:cubicBezTo>
                      <a:cubicBezTo>
                        <a:pt x="13095" y="7334"/>
                        <a:pt x="5094" y="12287"/>
                        <a:pt x="7857" y="6667"/>
                      </a:cubicBezTo>
                      <a:close/>
                      <a:moveTo>
                        <a:pt x="17286" y="16383"/>
                      </a:moveTo>
                      <a:cubicBezTo>
                        <a:pt x="16905" y="17335"/>
                        <a:pt x="16429" y="17717"/>
                        <a:pt x="15762" y="17812"/>
                      </a:cubicBezTo>
                      <a:cubicBezTo>
                        <a:pt x="15762" y="16002"/>
                        <a:pt x="16143" y="15812"/>
                        <a:pt x="16239" y="14288"/>
                      </a:cubicBezTo>
                      <a:cubicBezTo>
                        <a:pt x="16239" y="13145"/>
                        <a:pt x="15857" y="13430"/>
                        <a:pt x="15571" y="13240"/>
                      </a:cubicBezTo>
                      <a:cubicBezTo>
                        <a:pt x="16143" y="10287"/>
                        <a:pt x="18048" y="12192"/>
                        <a:pt x="17286" y="16383"/>
                      </a:cubicBezTo>
                      <a:close/>
                      <a:moveTo>
                        <a:pt x="24525" y="16383"/>
                      </a:moveTo>
                      <a:cubicBezTo>
                        <a:pt x="25192" y="12668"/>
                        <a:pt x="27573" y="14478"/>
                        <a:pt x="28716" y="12287"/>
                      </a:cubicBezTo>
                      <a:cubicBezTo>
                        <a:pt x="28240" y="19526"/>
                        <a:pt x="26621" y="15050"/>
                        <a:pt x="24525" y="16383"/>
                      </a:cubicBezTo>
                      <a:close/>
                      <a:moveTo>
                        <a:pt x="31669" y="11811"/>
                      </a:moveTo>
                      <a:cubicBezTo>
                        <a:pt x="32717" y="13335"/>
                        <a:pt x="33098" y="11239"/>
                        <a:pt x="33860" y="12573"/>
                      </a:cubicBezTo>
                      <a:cubicBezTo>
                        <a:pt x="33192" y="16574"/>
                        <a:pt x="31478" y="17145"/>
                        <a:pt x="31669" y="118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1" name="Freeform: Shape 1050">
                  <a:extLst>
                    <a:ext uri="{FF2B5EF4-FFF2-40B4-BE49-F238E27FC236}">
                      <a16:creationId xmlns:a16="http://schemas.microsoft.com/office/drawing/2014/main" id="{86A704E6-E8BB-434C-B527-35EB249941CE}"/>
                    </a:ext>
                  </a:extLst>
                </p:cNvPr>
                <p:cNvSpPr/>
                <p:nvPr/>
              </p:nvSpPr>
              <p:spPr>
                <a:xfrm>
                  <a:off x="10486263" y="1794129"/>
                  <a:ext cx="4667" cy="5713"/>
                </a:xfrm>
                <a:custGeom>
                  <a:avLst/>
                  <a:gdLst>
                    <a:gd name="connsiteX0" fmla="*/ 3143 w 4667"/>
                    <a:gd name="connsiteY0" fmla="*/ 4763 h 5713"/>
                    <a:gd name="connsiteX1" fmla="*/ 4381 w 4667"/>
                    <a:gd name="connsiteY1" fmla="*/ 0 h 5713"/>
                    <a:gd name="connsiteX2" fmla="*/ 4667 w 4667"/>
                    <a:gd name="connsiteY2" fmla="*/ 2191 h 5713"/>
                    <a:gd name="connsiteX3" fmla="*/ 4190 w 4667"/>
                    <a:gd name="connsiteY3" fmla="*/ 5620 h 5713"/>
                    <a:gd name="connsiteX4" fmla="*/ 0 w 4667"/>
                    <a:gd name="connsiteY4" fmla="*/ 667 h 5713"/>
                    <a:gd name="connsiteX5" fmla="*/ 3143 w 4667"/>
                    <a:gd name="connsiteY5" fmla="*/ 4763 h 5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667" h="5713">
                      <a:moveTo>
                        <a:pt x="3143" y="4763"/>
                      </a:moveTo>
                      <a:cubicBezTo>
                        <a:pt x="3809" y="4572"/>
                        <a:pt x="2952" y="0"/>
                        <a:pt x="4381" y="0"/>
                      </a:cubicBezTo>
                      <a:cubicBezTo>
                        <a:pt x="4286" y="1333"/>
                        <a:pt x="4381" y="2000"/>
                        <a:pt x="4667" y="2191"/>
                      </a:cubicBezTo>
                      <a:cubicBezTo>
                        <a:pt x="4667" y="3334"/>
                        <a:pt x="2952" y="4763"/>
                        <a:pt x="4190" y="5620"/>
                      </a:cubicBezTo>
                      <a:cubicBezTo>
                        <a:pt x="3429" y="6191"/>
                        <a:pt x="571" y="4096"/>
                        <a:pt x="0" y="667"/>
                      </a:cubicBezTo>
                      <a:cubicBezTo>
                        <a:pt x="1238" y="1619"/>
                        <a:pt x="2857" y="1429"/>
                        <a:pt x="3143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2" name="Freeform: Shape 1051">
                  <a:extLst>
                    <a:ext uri="{FF2B5EF4-FFF2-40B4-BE49-F238E27FC236}">
                      <a16:creationId xmlns:a16="http://schemas.microsoft.com/office/drawing/2014/main" id="{5AC7843B-3630-4C2A-A7D3-680C607B3890}"/>
                    </a:ext>
                  </a:extLst>
                </p:cNvPr>
                <p:cNvSpPr/>
                <p:nvPr/>
              </p:nvSpPr>
              <p:spPr>
                <a:xfrm>
                  <a:off x="10484626" y="1610580"/>
                  <a:ext cx="2684" cy="3652"/>
                </a:xfrm>
                <a:custGeom>
                  <a:avLst/>
                  <a:gdLst>
                    <a:gd name="connsiteX0" fmla="*/ 113 w 2684"/>
                    <a:gd name="connsiteY0" fmla="*/ 3526 h 3652"/>
                    <a:gd name="connsiteX1" fmla="*/ 2685 w 2684"/>
                    <a:gd name="connsiteY1" fmla="*/ 859 h 3652"/>
                    <a:gd name="connsiteX2" fmla="*/ 113 w 2684"/>
                    <a:gd name="connsiteY2" fmla="*/ 3526 h 3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84" h="3652">
                      <a:moveTo>
                        <a:pt x="113" y="3526"/>
                      </a:moveTo>
                      <a:cubicBezTo>
                        <a:pt x="-554" y="4669"/>
                        <a:pt x="1922" y="-2380"/>
                        <a:pt x="2685" y="859"/>
                      </a:cubicBezTo>
                      <a:cubicBezTo>
                        <a:pt x="2113" y="4383"/>
                        <a:pt x="1542" y="1621"/>
                        <a:pt x="113" y="352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3" name="Freeform: Shape 1052">
                  <a:extLst>
                    <a:ext uri="{FF2B5EF4-FFF2-40B4-BE49-F238E27FC236}">
                      <a16:creationId xmlns:a16="http://schemas.microsoft.com/office/drawing/2014/main" id="{FA12C747-814B-47BC-98BD-E2E633F05759}"/>
                    </a:ext>
                  </a:extLst>
                </p:cNvPr>
                <p:cNvSpPr/>
                <p:nvPr/>
              </p:nvSpPr>
              <p:spPr>
                <a:xfrm>
                  <a:off x="10480105" y="1732133"/>
                  <a:ext cx="2219" cy="4871"/>
                </a:xfrm>
                <a:custGeom>
                  <a:avLst/>
                  <a:gdLst>
                    <a:gd name="connsiteX0" fmla="*/ 537 w 2219"/>
                    <a:gd name="connsiteY0" fmla="*/ 4845 h 4871"/>
                    <a:gd name="connsiteX1" fmla="*/ 2157 w 2219"/>
                    <a:gd name="connsiteY1" fmla="*/ 83 h 4871"/>
                    <a:gd name="connsiteX2" fmla="*/ 537 w 2219"/>
                    <a:gd name="connsiteY2" fmla="*/ 4845 h 4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19" h="4871">
                      <a:moveTo>
                        <a:pt x="537" y="4845"/>
                      </a:moveTo>
                      <a:cubicBezTo>
                        <a:pt x="-986" y="5322"/>
                        <a:pt x="1109" y="-775"/>
                        <a:pt x="2157" y="83"/>
                      </a:cubicBezTo>
                      <a:cubicBezTo>
                        <a:pt x="2633" y="4750"/>
                        <a:pt x="252" y="83"/>
                        <a:pt x="537" y="484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4" name="Freeform: Shape 1053">
                  <a:extLst>
                    <a:ext uri="{FF2B5EF4-FFF2-40B4-BE49-F238E27FC236}">
                      <a16:creationId xmlns:a16="http://schemas.microsoft.com/office/drawing/2014/main" id="{E4851394-31C2-4D14-9176-DDCC0B7200C1}"/>
                    </a:ext>
                  </a:extLst>
                </p:cNvPr>
                <p:cNvSpPr/>
                <p:nvPr/>
              </p:nvSpPr>
              <p:spPr>
                <a:xfrm>
                  <a:off x="10480383" y="1724596"/>
                  <a:ext cx="2450" cy="5619"/>
                </a:xfrm>
                <a:custGeom>
                  <a:avLst/>
                  <a:gdLst>
                    <a:gd name="connsiteX0" fmla="*/ 70 w 2450"/>
                    <a:gd name="connsiteY0" fmla="*/ 0 h 5619"/>
                    <a:gd name="connsiteX1" fmla="*/ 2451 w 2450"/>
                    <a:gd name="connsiteY1" fmla="*/ 4191 h 5619"/>
                    <a:gd name="connsiteX2" fmla="*/ 545 w 2450"/>
                    <a:gd name="connsiteY2" fmla="*/ 5620 h 5619"/>
                    <a:gd name="connsiteX3" fmla="*/ 70 w 2450"/>
                    <a:gd name="connsiteY3" fmla="*/ 0 h 5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50" h="5619">
                      <a:moveTo>
                        <a:pt x="70" y="0"/>
                      </a:moveTo>
                      <a:cubicBezTo>
                        <a:pt x="1212" y="286"/>
                        <a:pt x="545" y="5906"/>
                        <a:pt x="2451" y="4191"/>
                      </a:cubicBezTo>
                      <a:cubicBezTo>
                        <a:pt x="2451" y="6668"/>
                        <a:pt x="1117" y="4953"/>
                        <a:pt x="545" y="5620"/>
                      </a:cubicBezTo>
                      <a:cubicBezTo>
                        <a:pt x="1022" y="2000"/>
                        <a:pt x="-312" y="3524"/>
                        <a:pt x="7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5" name="Freeform: Shape 1054">
                  <a:extLst>
                    <a:ext uri="{FF2B5EF4-FFF2-40B4-BE49-F238E27FC236}">
                      <a16:creationId xmlns:a16="http://schemas.microsoft.com/office/drawing/2014/main" id="{1450130B-2F9B-4873-955A-1B70032A2BCD}"/>
                    </a:ext>
                  </a:extLst>
                </p:cNvPr>
                <p:cNvSpPr/>
                <p:nvPr/>
              </p:nvSpPr>
              <p:spPr>
                <a:xfrm>
                  <a:off x="10483353" y="1651215"/>
                  <a:ext cx="1290" cy="7227"/>
                </a:xfrm>
                <a:custGeom>
                  <a:avLst/>
                  <a:gdLst>
                    <a:gd name="connsiteX0" fmla="*/ 1290 w 1290"/>
                    <a:gd name="connsiteY0" fmla="*/ 229 h 7227"/>
                    <a:gd name="connsiteX1" fmla="*/ 1004 w 1290"/>
                    <a:gd name="connsiteY1" fmla="*/ 5944 h 7227"/>
                    <a:gd name="connsiteX2" fmla="*/ 1290 w 1290"/>
                    <a:gd name="connsiteY2" fmla="*/ 229 h 7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90" h="7227">
                      <a:moveTo>
                        <a:pt x="1290" y="229"/>
                      </a:moveTo>
                      <a:cubicBezTo>
                        <a:pt x="1290" y="2324"/>
                        <a:pt x="-710" y="5753"/>
                        <a:pt x="1004" y="5944"/>
                      </a:cubicBezTo>
                      <a:cubicBezTo>
                        <a:pt x="-43" y="11278"/>
                        <a:pt x="-710" y="-1867"/>
                        <a:pt x="1290" y="2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6" name="Freeform: Shape 1055">
                  <a:extLst>
                    <a:ext uri="{FF2B5EF4-FFF2-40B4-BE49-F238E27FC236}">
                      <a16:creationId xmlns:a16="http://schemas.microsoft.com/office/drawing/2014/main" id="{4037FAD8-A493-4D8A-BFC6-C31796E560C0}"/>
                    </a:ext>
                  </a:extLst>
                </p:cNvPr>
                <p:cNvSpPr/>
                <p:nvPr/>
              </p:nvSpPr>
              <p:spPr>
                <a:xfrm>
                  <a:off x="10485465" y="1632273"/>
                  <a:ext cx="1940" cy="5360"/>
                </a:xfrm>
                <a:custGeom>
                  <a:avLst/>
                  <a:gdLst>
                    <a:gd name="connsiteX0" fmla="*/ 226 w 1940"/>
                    <a:gd name="connsiteY0" fmla="*/ 883 h 5360"/>
                    <a:gd name="connsiteX1" fmla="*/ 1941 w 1940"/>
                    <a:gd name="connsiteY1" fmla="*/ 1741 h 5360"/>
                    <a:gd name="connsiteX2" fmla="*/ 416 w 1940"/>
                    <a:gd name="connsiteY2" fmla="*/ 3074 h 5360"/>
                    <a:gd name="connsiteX3" fmla="*/ 321 w 1940"/>
                    <a:gd name="connsiteY3" fmla="*/ 5360 h 5360"/>
                    <a:gd name="connsiteX4" fmla="*/ 226 w 1940"/>
                    <a:gd name="connsiteY4" fmla="*/ 883 h 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40" h="5360">
                      <a:moveTo>
                        <a:pt x="226" y="883"/>
                      </a:moveTo>
                      <a:cubicBezTo>
                        <a:pt x="-631" y="-1212"/>
                        <a:pt x="1655" y="979"/>
                        <a:pt x="1941" y="1741"/>
                      </a:cubicBezTo>
                      <a:cubicBezTo>
                        <a:pt x="1750" y="3360"/>
                        <a:pt x="987" y="2788"/>
                        <a:pt x="416" y="3074"/>
                      </a:cubicBezTo>
                      <a:lnTo>
                        <a:pt x="321" y="5360"/>
                      </a:lnTo>
                      <a:cubicBezTo>
                        <a:pt x="-822" y="5265"/>
                        <a:pt x="1559" y="979"/>
                        <a:pt x="226" y="8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7" name="Freeform: Shape 1056">
                  <a:extLst>
                    <a:ext uri="{FF2B5EF4-FFF2-40B4-BE49-F238E27FC236}">
                      <a16:creationId xmlns:a16="http://schemas.microsoft.com/office/drawing/2014/main" id="{74BF6A6D-55B0-411E-895A-E7CCD075D179}"/>
                    </a:ext>
                  </a:extLst>
                </p:cNvPr>
                <p:cNvSpPr/>
                <p:nvPr/>
              </p:nvSpPr>
              <p:spPr>
                <a:xfrm>
                  <a:off x="10491876" y="1485687"/>
                  <a:ext cx="3577" cy="2593"/>
                </a:xfrm>
                <a:custGeom>
                  <a:avLst/>
                  <a:gdLst>
                    <a:gd name="connsiteX0" fmla="*/ 102 w 3577"/>
                    <a:gd name="connsiteY0" fmla="*/ 498 h 2593"/>
                    <a:gd name="connsiteX1" fmla="*/ 3531 w 3577"/>
                    <a:gd name="connsiteY1" fmla="*/ 2212 h 2593"/>
                    <a:gd name="connsiteX2" fmla="*/ 1054 w 3577"/>
                    <a:gd name="connsiteY2" fmla="*/ 2593 h 2593"/>
                    <a:gd name="connsiteX3" fmla="*/ 102 w 3577"/>
                    <a:gd name="connsiteY3" fmla="*/ 498 h 2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77" h="2593">
                      <a:moveTo>
                        <a:pt x="102" y="498"/>
                      </a:moveTo>
                      <a:cubicBezTo>
                        <a:pt x="-755" y="-1026"/>
                        <a:pt x="4101" y="1355"/>
                        <a:pt x="3531" y="2212"/>
                      </a:cubicBezTo>
                      <a:lnTo>
                        <a:pt x="1054" y="2593"/>
                      </a:lnTo>
                      <a:cubicBezTo>
                        <a:pt x="863" y="1546"/>
                        <a:pt x="483" y="974"/>
                        <a:pt x="102" y="49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8" name="Freeform: Shape 1057">
                  <a:extLst>
                    <a:ext uri="{FF2B5EF4-FFF2-40B4-BE49-F238E27FC236}">
                      <a16:creationId xmlns:a16="http://schemas.microsoft.com/office/drawing/2014/main" id="{D92F55DE-4650-4D11-98E4-5D7F6817BEFC}"/>
                    </a:ext>
                  </a:extLst>
                </p:cNvPr>
                <p:cNvSpPr/>
                <p:nvPr/>
              </p:nvSpPr>
              <p:spPr>
                <a:xfrm>
                  <a:off x="10488549" y="1640300"/>
                  <a:ext cx="2768" cy="9143"/>
                </a:xfrm>
                <a:custGeom>
                  <a:avLst/>
                  <a:gdLst>
                    <a:gd name="connsiteX0" fmla="*/ 2191 w 2768"/>
                    <a:gd name="connsiteY0" fmla="*/ 1143 h 9143"/>
                    <a:gd name="connsiteX1" fmla="*/ 2761 w 2768"/>
                    <a:gd name="connsiteY1" fmla="*/ 4477 h 9143"/>
                    <a:gd name="connsiteX2" fmla="*/ 1809 w 2768"/>
                    <a:gd name="connsiteY2" fmla="*/ 9144 h 9143"/>
                    <a:gd name="connsiteX3" fmla="*/ 0 w 2768"/>
                    <a:gd name="connsiteY3" fmla="*/ 381 h 9143"/>
                    <a:gd name="connsiteX4" fmla="*/ 2191 w 2768"/>
                    <a:gd name="connsiteY4" fmla="*/ 0 h 9143"/>
                    <a:gd name="connsiteX5" fmla="*/ 2191 w 2768"/>
                    <a:gd name="connsiteY5" fmla="*/ 1143 h 9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68" h="9143">
                      <a:moveTo>
                        <a:pt x="2191" y="1143"/>
                      </a:moveTo>
                      <a:cubicBezTo>
                        <a:pt x="2000" y="3429"/>
                        <a:pt x="2095" y="4667"/>
                        <a:pt x="2761" y="4477"/>
                      </a:cubicBezTo>
                      <a:cubicBezTo>
                        <a:pt x="2857" y="7525"/>
                        <a:pt x="2000" y="6858"/>
                        <a:pt x="1809" y="9144"/>
                      </a:cubicBezTo>
                      <a:cubicBezTo>
                        <a:pt x="2095" y="3715"/>
                        <a:pt x="380" y="4096"/>
                        <a:pt x="0" y="381"/>
                      </a:cubicBezTo>
                      <a:cubicBezTo>
                        <a:pt x="1048" y="-95"/>
                        <a:pt x="1619" y="4572"/>
                        <a:pt x="2191" y="0"/>
                      </a:cubicBezTo>
                      <a:cubicBezTo>
                        <a:pt x="2666" y="95"/>
                        <a:pt x="2381" y="1048"/>
                        <a:pt x="2191" y="1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9" name="Freeform: Shape 1058">
                  <a:extLst>
                    <a:ext uri="{FF2B5EF4-FFF2-40B4-BE49-F238E27FC236}">
                      <a16:creationId xmlns:a16="http://schemas.microsoft.com/office/drawing/2014/main" id="{A781B7AE-6BA7-4884-ADCF-C73C441E6DE2}"/>
                    </a:ext>
                  </a:extLst>
                </p:cNvPr>
                <p:cNvSpPr/>
                <p:nvPr/>
              </p:nvSpPr>
              <p:spPr>
                <a:xfrm>
                  <a:off x="10494454" y="1645802"/>
                  <a:ext cx="7048" cy="11166"/>
                </a:xfrm>
                <a:custGeom>
                  <a:avLst/>
                  <a:gdLst>
                    <a:gd name="connsiteX0" fmla="*/ 3143 w 7048"/>
                    <a:gd name="connsiteY0" fmla="*/ 1261 h 11166"/>
                    <a:gd name="connsiteX1" fmla="*/ 7048 w 7048"/>
                    <a:gd name="connsiteY1" fmla="*/ 1737 h 11166"/>
                    <a:gd name="connsiteX2" fmla="*/ 3047 w 7048"/>
                    <a:gd name="connsiteY2" fmla="*/ 4690 h 11166"/>
                    <a:gd name="connsiteX3" fmla="*/ 5524 w 7048"/>
                    <a:gd name="connsiteY3" fmla="*/ 5452 h 11166"/>
                    <a:gd name="connsiteX4" fmla="*/ 4286 w 7048"/>
                    <a:gd name="connsiteY4" fmla="*/ 10214 h 11166"/>
                    <a:gd name="connsiteX5" fmla="*/ 5810 w 7048"/>
                    <a:gd name="connsiteY5" fmla="*/ 7642 h 11166"/>
                    <a:gd name="connsiteX6" fmla="*/ 5333 w 7048"/>
                    <a:gd name="connsiteY6" fmla="*/ 11167 h 11166"/>
                    <a:gd name="connsiteX7" fmla="*/ 0 w 7048"/>
                    <a:gd name="connsiteY7" fmla="*/ 10976 h 11166"/>
                    <a:gd name="connsiteX8" fmla="*/ 3143 w 7048"/>
                    <a:gd name="connsiteY8" fmla="*/ 1261 h 11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48" h="11166">
                      <a:moveTo>
                        <a:pt x="3143" y="1261"/>
                      </a:moveTo>
                      <a:cubicBezTo>
                        <a:pt x="5810" y="403"/>
                        <a:pt x="5238" y="-1311"/>
                        <a:pt x="7048" y="1737"/>
                      </a:cubicBezTo>
                      <a:cubicBezTo>
                        <a:pt x="6286" y="6881"/>
                        <a:pt x="4381" y="975"/>
                        <a:pt x="3047" y="4690"/>
                      </a:cubicBezTo>
                      <a:cubicBezTo>
                        <a:pt x="3238" y="9071"/>
                        <a:pt x="4286" y="4690"/>
                        <a:pt x="5524" y="5452"/>
                      </a:cubicBezTo>
                      <a:cubicBezTo>
                        <a:pt x="5333" y="7738"/>
                        <a:pt x="4476" y="7833"/>
                        <a:pt x="4286" y="10214"/>
                      </a:cubicBezTo>
                      <a:cubicBezTo>
                        <a:pt x="5429" y="11452"/>
                        <a:pt x="4667" y="6499"/>
                        <a:pt x="5810" y="7642"/>
                      </a:cubicBezTo>
                      <a:cubicBezTo>
                        <a:pt x="5619" y="8595"/>
                        <a:pt x="5333" y="9547"/>
                        <a:pt x="5333" y="11167"/>
                      </a:cubicBezTo>
                      <a:cubicBezTo>
                        <a:pt x="3429" y="8785"/>
                        <a:pt x="2381" y="7738"/>
                        <a:pt x="0" y="10976"/>
                      </a:cubicBezTo>
                      <a:cubicBezTo>
                        <a:pt x="1619" y="4880"/>
                        <a:pt x="2477" y="7262"/>
                        <a:pt x="3143" y="126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0" name="Freeform: Shape 1059">
                  <a:extLst>
                    <a:ext uri="{FF2B5EF4-FFF2-40B4-BE49-F238E27FC236}">
                      <a16:creationId xmlns:a16="http://schemas.microsoft.com/office/drawing/2014/main" id="{35014C1A-F0B4-4D77-8DF0-A73224F468EF}"/>
                    </a:ext>
                  </a:extLst>
                </p:cNvPr>
                <p:cNvSpPr/>
                <p:nvPr/>
              </p:nvSpPr>
              <p:spPr>
                <a:xfrm>
                  <a:off x="10488453" y="1802129"/>
                  <a:ext cx="2667" cy="3633"/>
                </a:xfrm>
                <a:custGeom>
                  <a:avLst/>
                  <a:gdLst>
                    <a:gd name="connsiteX0" fmla="*/ 0 w 2667"/>
                    <a:gd name="connsiteY0" fmla="*/ 2667 h 3633"/>
                    <a:gd name="connsiteX1" fmla="*/ 2667 w 2667"/>
                    <a:gd name="connsiteY1" fmla="*/ 0 h 3633"/>
                    <a:gd name="connsiteX2" fmla="*/ 0 w 2667"/>
                    <a:gd name="connsiteY2" fmla="*/ 2667 h 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7" h="3633">
                      <a:moveTo>
                        <a:pt x="0" y="2667"/>
                      </a:moveTo>
                      <a:cubicBezTo>
                        <a:pt x="952" y="381"/>
                        <a:pt x="1619" y="3238"/>
                        <a:pt x="2667" y="0"/>
                      </a:cubicBezTo>
                      <a:cubicBezTo>
                        <a:pt x="2381" y="3048"/>
                        <a:pt x="762" y="4858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1" name="Freeform: Shape 1060">
                  <a:extLst>
                    <a:ext uri="{FF2B5EF4-FFF2-40B4-BE49-F238E27FC236}">
                      <a16:creationId xmlns:a16="http://schemas.microsoft.com/office/drawing/2014/main" id="{64428017-7204-4810-BDA1-D95EA0480611}"/>
                    </a:ext>
                  </a:extLst>
                </p:cNvPr>
                <p:cNvSpPr/>
                <p:nvPr/>
              </p:nvSpPr>
              <p:spPr>
                <a:xfrm>
                  <a:off x="10483977" y="1936238"/>
                  <a:ext cx="2455" cy="3023"/>
                </a:xfrm>
                <a:custGeom>
                  <a:avLst/>
                  <a:gdLst>
                    <a:gd name="connsiteX0" fmla="*/ 0 w 2455"/>
                    <a:gd name="connsiteY0" fmla="*/ 575 h 3023"/>
                    <a:gd name="connsiteX1" fmla="*/ 0 w 2455"/>
                    <a:gd name="connsiteY1" fmla="*/ 575 h 3023"/>
                    <a:gd name="connsiteX2" fmla="*/ 0 w 2455"/>
                    <a:gd name="connsiteY2" fmla="*/ 575 h 3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55" h="3023">
                      <a:moveTo>
                        <a:pt x="0" y="575"/>
                      </a:moveTo>
                      <a:cubicBezTo>
                        <a:pt x="4667" y="-2377"/>
                        <a:pt x="1523" y="7338"/>
                        <a:pt x="0" y="575"/>
                      </a:cubicBezTo>
                      <a:lnTo>
                        <a:pt x="0" y="575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2" name="Freeform: Shape 1061">
                  <a:extLst>
                    <a:ext uri="{FF2B5EF4-FFF2-40B4-BE49-F238E27FC236}">
                      <a16:creationId xmlns:a16="http://schemas.microsoft.com/office/drawing/2014/main" id="{B77671DA-424F-498E-AD68-170B3A83B123}"/>
                    </a:ext>
                  </a:extLst>
                </p:cNvPr>
                <p:cNvSpPr/>
                <p:nvPr/>
              </p:nvSpPr>
              <p:spPr>
                <a:xfrm>
                  <a:off x="10497597" y="1621345"/>
                  <a:ext cx="4953" cy="8762"/>
                </a:xfrm>
                <a:custGeom>
                  <a:avLst/>
                  <a:gdLst>
                    <a:gd name="connsiteX0" fmla="*/ 0 w 4953"/>
                    <a:gd name="connsiteY0" fmla="*/ 8763 h 8762"/>
                    <a:gd name="connsiteX1" fmla="*/ 4953 w 4953"/>
                    <a:gd name="connsiteY1" fmla="*/ 0 h 8762"/>
                    <a:gd name="connsiteX2" fmla="*/ 0 w 4953"/>
                    <a:gd name="connsiteY2" fmla="*/ 8763 h 8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53" h="8762">
                      <a:moveTo>
                        <a:pt x="0" y="8763"/>
                      </a:moveTo>
                      <a:cubicBezTo>
                        <a:pt x="1048" y="3810"/>
                        <a:pt x="3334" y="2857"/>
                        <a:pt x="4953" y="0"/>
                      </a:cubicBezTo>
                      <a:cubicBezTo>
                        <a:pt x="4476" y="5429"/>
                        <a:pt x="1620" y="4096"/>
                        <a:pt x="0" y="8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3" name="Freeform: Shape 1062">
                  <a:extLst>
                    <a:ext uri="{FF2B5EF4-FFF2-40B4-BE49-F238E27FC236}">
                      <a16:creationId xmlns:a16="http://schemas.microsoft.com/office/drawing/2014/main" id="{17D985B5-03CD-484A-9119-8D514CE5CBEC}"/>
                    </a:ext>
                  </a:extLst>
                </p:cNvPr>
                <p:cNvSpPr/>
                <p:nvPr/>
              </p:nvSpPr>
              <p:spPr>
                <a:xfrm>
                  <a:off x="10487881" y="1915990"/>
                  <a:ext cx="5048" cy="5487"/>
                </a:xfrm>
                <a:custGeom>
                  <a:avLst/>
                  <a:gdLst>
                    <a:gd name="connsiteX0" fmla="*/ 0 w 5048"/>
                    <a:gd name="connsiteY0" fmla="*/ 5488 h 5487"/>
                    <a:gd name="connsiteX1" fmla="*/ 5049 w 5048"/>
                    <a:gd name="connsiteY1" fmla="*/ 154 h 5487"/>
                    <a:gd name="connsiteX2" fmla="*/ 0 w 5048"/>
                    <a:gd name="connsiteY2" fmla="*/ 5488 h 54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48" h="5487">
                      <a:moveTo>
                        <a:pt x="0" y="5488"/>
                      </a:moveTo>
                      <a:cubicBezTo>
                        <a:pt x="286" y="2154"/>
                        <a:pt x="2953" y="-703"/>
                        <a:pt x="5049" y="154"/>
                      </a:cubicBezTo>
                      <a:cubicBezTo>
                        <a:pt x="4096" y="4154"/>
                        <a:pt x="1238" y="2249"/>
                        <a:pt x="0" y="548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4" name="Freeform: Shape 1063">
                  <a:extLst>
                    <a:ext uri="{FF2B5EF4-FFF2-40B4-BE49-F238E27FC236}">
                      <a16:creationId xmlns:a16="http://schemas.microsoft.com/office/drawing/2014/main" id="{63F0E5A5-3764-4145-9B32-2B7E960E0084}"/>
                    </a:ext>
                  </a:extLst>
                </p:cNvPr>
                <p:cNvSpPr/>
                <p:nvPr/>
              </p:nvSpPr>
              <p:spPr>
                <a:xfrm>
                  <a:off x="10500550" y="1642765"/>
                  <a:ext cx="12001" cy="15631"/>
                </a:xfrm>
                <a:custGeom>
                  <a:avLst/>
                  <a:gdLst>
                    <a:gd name="connsiteX0" fmla="*/ 3809 w 12001"/>
                    <a:gd name="connsiteY0" fmla="*/ 15632 h 15631"/>
                    <a:gd name="connsiteX1" fmla="*/ 4667 w 12001"/>
                    <a:gd name="connsiteY1" fmla="*/ 10965 h 15631"/>
                    <a:gd name="connsiteX2" fmla="*/ 0 w 12001"/>
                    <a:gd name="connsiteY2" fmla="*/ 11727 h 15631"/>
                    <a:gd name="connsiteX3" fmla="*/ 1619 w 12001"/>
                    <a:gd name="connsiteY3" fmla="*/ 5821 h 15631"/>
                    <a:gd name="connsiteX4" fmla="*/ 7715 w 12001"/>
                    <a:gd name="connsiteY4" fmla="*/ 4773 h 15631"/>
                    <a:gd name="connsiteX5" fmla="*/ 9620 w 12001"/>
                    <a:gd name="connsiteY5" fmla="*/ 1059 h 15631"/>
                    <a:gd name="connsiteX6" fmla="*/ 8477 w 12001"/>
                    <a:gd name="connsiteY6" fmla="*/ 3535 h 15631"/>
                    <a:gd name="connsiteX7" fmla="*/ 8762 w 12001"/>
                    <a:gd name="connsiteY7" fmla="*/ 5726 h 15631"/>
                    <a:gd name="connsiteX8" fmla="*/ 10668 w 12001"/>
                    <a:gd name="connsiteY8" fmla="*/ 2011 h 15631"/>
                    <a:gd name="connsiteX9" fmla="*/ 12002 w 12001"/>
                    <a:gd name="connsiteY9" fmla="*/ 5154 h 15631"/>
                    <a:gd name="connsiteX10" fmla="*/ 9905 w 12001"/>
                    <a:gd name="connsiteY10" fmla="*/ 12298 h 15631"/>
                    <a:gd name="connsiteX11" fmla="*/ 8572 w 12001"/>
                    <a:gd name="connsiteY11" fmla="*/ 9155 h 15631"/>
                    <a:gd name="connsiteX12" fmla="*/ 8001 w 12001"/>
                    <a:gd name="connsiteY12" fmla="*/ 13727 h 15631"/>
                    <a:gd name="connsiteX13" fmla="*/ 5238 w 12001"/>
                    <a:gd name="connsiteY13" fmla="*/ 10774 h 15631"/>
                    <a:gd name="connsiteX14" fmla="*/ 3809 w 12001"/>
                    <a:gd name="connsiteY14" fmla="*/ 15632 h 15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001" h="15631">
                      <a:moveTo>
                        <a:pt x="3809" y="15632"/>
                      </a:moveTo>
                      <a:cubicBezTo>
                        <a:pt x="3429" y="14394"/>
                        <a:pt x="3620" y="11917"/>
                        <a:pt x="4667" y="10965"/>
                      </a:cubicBezTo>
                      <a:cubicBezTo>
                        <a:pt x="3620" y="4678"/>
                        <a:pt x="1905" y="12870"/>
                        <a:pt x="0" y="11727"/>
                      </a:cubicBezTo>
                      <a:cubicBezTo>
                        <a:pt x="476" y="10107"/>
                        <a:pt x="2191" y="6583"/>
                        <a:pt x="1619" y="5821"/>
                      </a:cubicBezTo>
                      <a:cubicBezTo>
                        <a:pt x="3904" y="2297"/>
                        <a:pt x="4476" y="5345"/>
                        <a:pt x="7715" y="4773"/>
                      </a:cubicBezTo>
                      <a:cubicBezTo>
                        <a:pt x="8287" y="2868"/>
                        <a:pt x="8667" y="-2180"/>
                        <a:pt x="9620" y="1059"/>
                      </a:cubicBezTo>
                      <a:cubicBezTo>
                        <a:pt x="9334" y="2202"/>
                        <a:pt x="8858" y="2868"/>
                        <a:pt x="8477" y="3535"/>
                      </a:cubicBezTo>
                      <a:cubicBezTo>
                        <a:pt x="8477" y="4488"/>
                        <a:pt x="8762" y="4583"/>
                        <a:pt x="8762" y="5726"/>
                      </a:cubicBezTo>
                      <a:cubicBezTo>
                        <a:pt x="9239" y="1821"/>
                        <a:pt x="10096" y="6393"/>
                        <a:pt x="10668" y="2011"/>
                      </a:cubicBezTo>
                      <a:cubicBezTo>
                        <a:pt x="11334" y="2392"/>
                        <a:pt x="10477" y="7250"/>
                        <a:pt x="12002" y="5154"/>
                      </a:cubicBezTo>
                      <a:cubicBezTo>
                        <a:pt x="11811" y="8583"/>
                        <a:pt x="9239" y="10298"/>
                        <a:pt x="9905" y="12298"/>
                      </a:cubicBezTo>
                      <a:cubicBezTo>
                        <a:pt x="9048" y="16394"/>
                        <a:pt x="9239" y="9060"/>
                        <a:pt x="8572" y="9155"/>
                      </a:cubicBezTo>
                      <a:cubicBezTo>
                        <a:pt x="8096" y="9631"/>
                        <a:pt x="8191" y="12012"/>
                        <a:pt x="8001" y="13727"/>
                      </a:cubicBezTo>
                      <a:cubicBezTo>
                        <a:pt x="7239" y="12393"/>
                        <a:pt x="6858" y="9822"/>
                        <a:pt x="5238" y="10774"/>
                      </a:cubicBezTo>
                      <a:cubicBezTo>
                        <a:pt x="4952" y="12584"/>
                        <a:pt x="4381" y="14203"/>
                        <a:pt x="3809" y="1563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5" name="Freeform: Shape 1064">
                  <a:extLst>
                    <a:ext uri="{FF2B5EF4-FFF2-40B4-BE49-F238E27FC236}">
                      <a16:creationId xmlns:a16="http://schemas.microsoft.com/office/drawing/2014/main" id="{E2515647-5383-4F3E-8C4C-726CC22D076C}"/>
                    </a:ext>
                  </a:extLst>
                </p:cNvPr>
                <p:cNvSpPr/>
                <p:nvPr/>
              </p:nvSpPr>
              <p:spPr>
                <a:xfrm>
                  <a:off x="10493216" y="1853007"/>
                  <a:ext cx="2476" cy="7776"/>
                </a:xfrm>
                <a:custGeom>
                  <a:avLst/>
                  <a:gdLst>
                    <a:gd name="connsiteX0" fmla="*/ 2095 w 2476"/>
                    <a:gd name="connsiteY0" fmla="*/ 1605 h 7776"/>
                    <a:gd name="connsiteX1" fmla="*/ 0 w 2476"/>
                    <a:gd name="connsiteY1" fmla="*/ 7606 h 7776"/>
                    <a:gd name="connsiteX2" fmla="*/ 286 w 2476"/>
                    <a:gd name="connsiteY2" fmla="*/ 748 h 7776"/>
                    <a:gd name="connsiteX3" fmla="*/ 2477 w 2476"/>
                    <a:gd name="connsiteY3" fmla="*/ 1510 h 7776"/>
                    <a:gd name="connsiteX4" fmla="*/ 2095 w 2476"/>
                    <a:gd name="connsiteY4" fmla="*/ 1605 h 77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" h="7776">
                      <a:moveTo>
                        <a:pt x="2095" y="1605"/>
                      </a:moveTo>
                      <a:cubicBezTo>
                        <a:pt x="666" y="1033"/>
                        <a:pt x="1714" y="9034"/>
                        <a:pt x="0" y="7606"/>
                      </a:cubicBezTo>
                      <a:cubicBezTo>
                        <a:pt x="476" y="4177"/>
                        <a:pt x="476" y="4081"/>
                        <a:pt x="286" y="748"/>
                      </a:cubicBezTo>
                      <a:cubicBezTo>
                        <a:pt x="1143" y="2748"/>
                        <a:pt x="1619" y="-2396"/>
                        <a:pt x="2477" y="1510"/>
                      </a:cubicBezTo>
                      <a:cubicBezTo>
                        <a:pt x="2286" y="2843"/>
                        <a:pt x="2000" y="2272"/>
                        <a:pt x="2095" y="16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6" name="Freeform: Shape 1065">
                  <a:extLst>
                    <a:ext uri="{FF2B5EF4-FFF2-40B4-BE49-F238E27FC236}">
                      <a16:creationId xmlns:a16="http://schemas.microsoft.com/office/drawing/2014/main" id="{1F30CD0C-E41B-4B01-BA73-81DEE23FBD27}"/>
                    </a:ext>
                  </a:extLst>
                </p:cNvPr>
                <p:cNvSpPr/>
                <p:nvPr/>
              </p:nvSpPr>
              <p:spPr>
                <a:xfrm>
                  <a:off x="10498074" y="1732692"/>
                  <a:ext cx="3999" cy="5333"/>
                </a:xfrm>
                <a:custGeom>
                  <a:avLst/>
                  <a:gdLst>
                    <a:gd name="connsiteX0" fmla="*/ 0 w 3999"/>
                    <a:gd name="connsiteY0" fmla="*/ 3715 h 5333"/>
                    <a:gd name="connsiteX1" fmla="*/ 2000 w 3999"/>
                    <a:gd name="connsiteY1" fmla="*/ 0 h 5333"/>
                    <a:gd name="connsiteX2" fmla="*/ 4000 w 3999"/>
                    <a:gd name="connsiteY2" fmla="*/ 5334 h 5333"/>
                    <a:gd name="connsiteX3" fmla="*/ 0 w 3999"/>
                    <a:gd name="connsiteY3" fmla="*/ 3715 h 5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99" h="5333">
                      <a:moveTo>
                        <a:pt x="0" y="3715"/>
                      </a:moveTo>
                      <a:cubicBezTo>
                        <a:pt x="285" y="1333"/>
                        <a:pt x="1714" y="2667"/>
                        <a:pt x="2000" y="0"/>
                      </a:cubicBezTo>
                      <a:cubicBezTo>
                        <a:pt x="2381" y="2476"/>
                        <a:pt x="3904" y="1905"/>
                        <a:pt x="4000" y="5334"/>
                      </a:cubicBezTo>
                      <a:cubicBezTo>
                        <a:pt x="2572" y="1143"/>
                        <a:pt x="1429" y="4477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7" name="Freeform: Shape 1066">
                  <a:extLst>
                    <a:ext uri="{FF2B5EF4-FFF2-40B4-BE49-F238E27FC236}">
                      <a16:creationId xmlns:a16="http://schemas.microsoft.com/office/drawing/2014/main" id="{E230007A-7999-4853-B21F-AF2CCFEE5370}"/>
                    </a:ext>
                  </a:extLst>
                </p:cNvPr>
                <p:cNvSpPr/>
                <p:nvPr/>
              </p:nvSpPr>
              <p:spPr>
                <a:xfrm>
                  <a:off x="10503503" y="1620678"/>
                  <a:ext cx="2667" cy="3877"/>
                </a:xfrm>
                <a:custGeom>
                  <a:avLst/>
                  <a:gdLst>
                    <a:gd name="connsiteX0" fmla="*/ 0 w 2667"/>
                    <a:gd name="connsiteY0" fmla="*/ 3810 h 3877"/>
                    <a:gd name="connsiteX1" fmla="*/ 477 w 2667"/>
                    <a:gd name="connsiteY1" fmla="*/ 381 h 3877"/>
                    <a:gd name="connsiteX2" fmla="*/ 2667 w 2667"/>
                    <a:gd name="connsiteY2" fmla="*/ 0 h 3877"/>
                    <a:gd name="connsiteX3" fmla="*/ 0 w 2667"/>
                    <a:gd name="connsiteY3" fmla="*/ 3810 h 3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" h="3877">
                      <a:moveTo>
                        <a:pt x="0" y="3810"/>
                      </a:moveTo>
                      <a:cubicBezTo>
                        <a:pt x="191" y="2857"/>
                        <a:pt x="477" y="1905"/>
                        <a:pt x="477" y="381"/>
                      </a:cubicBezTo>
                      <a:cubicBezTo>
                        <a:pt x="1334" y="3334"/>
                        <a:pt x="1524" y="1715"/>
                        <a:pt x="2667" y="0"/>
                      </a:cubicBezTo>
                      <a:cubicBezTo>
                        <a:pt x="2286" y="2953"/>
                        <a:pt x="1334" y="4191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8" name="Freeform: Shape 1067">
                  <a:extLst>
                    <a:ext uri="{FF2B5EF4-FFF2-40B4-BE49-F238E27FC236}">
                      <a16:creationId xmlns:a16="http://schemas.microsoft.com/office/drawing/2014/main" id="{CB4235B3-774D-4D1D-BC52-3D5B268F577C}"/>
                    </a:ext>
                  </a:extLst>
                </p:cNvPr>
                <p:cNvSpPr/>
                <p:nvPr/>
              </p:nvSpPr>
              <p:spPr>
                <a:xfrm>
                  <a:off x="10504075" y="1610898"/>
                  <a:ext cx="3142" cy="6351"/>
                </a:xfrm>
                <a:custGeom>
                  <a:avLst/>
                  <a:gdLst>
                    <a:gd name="connsiteX0" fmla="*/ 0 w 3142"/>
                    <a:gd name="connsiteY0" fmla="*/ 1113 h 6351"/>
                    <a:gd name="connsiteX1" fmla="*/ 1334 w 3142"/>
                    <a:gd name="connsiteY1" fmla="*/ 4256 h 6351"/>
                    <a:gd name="connsiteX2" fmla="*/ 3143 w 3142"/>
                    <a:gd name="connsiteY2" fmla="*/ 2827 h 6351"/>
                    <a:gd name="connsiteX3" fmla="*/ 2286 w 3142"/>
                    <a:gd name="connsiteY3" fmla="*/ 6352 h 6351"/>
                    <a:gd name="connsiteX4" fmla="*/ 571 w 3142"/>
                    <a:gd name="connsiteY4" fmla="*/ 4351 h 6351"/>
                    <a:gd name="connsiteX5" fmla="*/ 0 w 3142"/>
                    <a:gd name="connsiteY5" fmla="*/ 1113 h 6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42" h="6351">
                      <a:moveTo>
                        <a:pt x="0" y="1113"/>
                      </a:moveTo>
                      <a:cubicBezTo>
                        <a:pt x="666" y="-2411"/>
                        <a:pt x="952" y="3494"/>
                        <a:pt x="1334" y="4256"/>
                      </a:cubicBezTo>
                      <a:cubicBezTo>
                        <a:pt x="2095" y="3494"/>
                        <a:pt x="2666" y="827"/>
                        <a:pt x="3143" y="2827"/>
                      </a:cubicBezTo>
                      <a:cubicBezTo>
                        <a:pt x="2857" y="3970"/>
                        <a:pt x="2286" y="4161"/>
                        <a:pt x="2286" y="6352"/>
                      </a:cubicBezTo>
                      <a:cubicBezTo>
                        <a:pt x="1905" y="5304"/>
                        <a:pt x="1048" y="5494"/>
                        <a:pt x="571" y="4351"/>
                      </a:cubicBezTo>
                      <a:cubicBezTo>
                        <a:pt x="666" y="2446"/>
                        <a:pt x="380" y="1494"/>
                        <a:pt x="0" y="111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69" name="Freeform: Shape 1068">
                  <a:extLst>
                    <a:ext uri="{FF2B5EF4-FFF2-40B4-BE49-F238E27FC236}">
                      <a16:creationId xmlns:a16="http://schemas.microsoft.com/office/drawing/2014/main" id="{3B55F55A-F936-47D7-964B-F80485D5A534}"/>
                    </a:ext>
                  </a:extLst>
                </p:cNvPr>
                <p:cNvSpPr/>
                <p:nvPr/>
              </p:nvSpPr>
              <p:spPr>
                <a:xfrm>
                  <a:off x="10494632" y="1854422"/>
                  <a:ext cx="3442" cy="10525"/>
                </a:xfrm>
                <a:custGeom>
                  <a:avLst/>
                  <a:gdLst>
                    <a:gd name="connsiteX0" fmla="*/ 1252 w 3442"/>
                    <a:gd name="connsiteY0" fmla="*/ 3429 h 10525"/>
                    <a:gd name="connsiteX1" fmla="*/ 1346 w 3442"/>
                    <a:gd name="connsiteY1" fmla="*/ 10192 h 10525"/>
                    <a:gd name="connsiteX2" fmla="*/ 13 w 3442"/>
                    <a:gd name="connsiteY2" fmla="*/ 7048 h 10525"/>
                    <a:gd name="connsiteX3" fmla="*/ 1346 w 3442"/>
                    <a:gd name="connsiteY3" fmla="*/ 0 h 10525"/>
                    <a:gd name="connsiteX4" fmla="*/ 3442 w 3442"/>
                    <a:gd name="connsiteY4" fmla="*/ 1905 h 10525"/>
                    <a:gd name="connsiteX5" fmla="*/ 1252 w 3442"/>
                    <a:gd name="connsiteY5" fmla="*/ 3429 h 10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42" h="10525">
                      <a:moveTo>
                        <a:pt x="1252" y="3429"/>
                      </a:moveTo>
                      <a:cubicBezTo>
                        <a:pt x="1156" y="6096"/>
                        <a:pt x="1727" y="6667"/>
                        <a:pt x="1346" y="10192"/>
                      </a:cubicBezTo>
                      <a:cubicBezTo>
                        <a:pt x="-82" y="12097"/>
                        <a:pt x="1441" y="5143"/>
                        <a:pt x="13" y="7048"/>
                      </a:cubicBezTo>
                      <a:cubicBezTo>
                        <a:pt x="-177" y="2667"/>
                        <a:pt x="1727" y="4953"/>
                        <a:pt x="1346" y="0"/>
                      </a:cubicBezTo>
                      <a:cubicBezTo>
                        <a:pt x="1727" y="1524"/>
                        <a:pt x="3061" y="381"/>
                        <a:pt x="3442" y="1905"/>
                      </a:cubicBezTo>
                      <a:cubicBezTo>
                        <a:pt x="3156" y="5810"/>
                        <a:pt x="2013" y="3810"/>
                        <a:pt x="1252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853C9D56-BAD7-4AB8-ABEE-2175A912A57F}"/>
                    </a:ext>
                  </a:extLst>
                </p:cNvPr>
                <p:cNvSpPr/>
                <p:nvPr/>
              </p:nvSpPr>
              <p:spPr>
                <a:xfrm>
                  <a:off x="10494359" y="1887092"/>
                  <a:ext cx="3047" cy="3490"/>
                </a:xfrm>
                <a:custGeom>
                  <a:avLst/>
                  <a:gdLst>
                    <a:gd name="connsiteX0" fmla="*/ 0 w 3047"/>
                    <a:gd name="connsiteY0" fmla="*/ 1619 h 3490"/>
                    <a:gd name="connsiteX1" fmla="*/ 3047 w 3047"/>
                    <a:gd name="connsiteY1" fmla="*/ 0 h 3490"/>
                    <a:gd name="connsiteX2" fmla="*/ 2952 w 3047"/>
                    <a:gd name="connsiteY2" fmla="*/ 2286 h 3490"/>
                    <a:gd name="connsiteX3" fmla="*/ 0 w 3047"/>
                    <a:gd name="connsiteY3" fmla="*/ 1619 h 3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47" h="3490">
                      <a:moveTo>
                        <a:pt x="0" y="1619"/>
                      </a:moveTo>
                      <a:cubicBezTo>
                        <a:pt x="857" y="-1238"/>
                        <a:pt x="1905" y="2953"/>
                        <a:pt x="3047" y="0"/>
                      </a:cubicBezTo>
                      <a:cubicBezTo>
                        <a:pt x="2763" y="1048"/>
                        <a:pt x="2477" y="2096"/>
                        <a:pt x="2952" y="2286"/>
                      </a:cubicBezTo>
                      <a:cubicBezTo>
                        <a:pt x="2572" y="3524"/>
                        <a:pt x="571" y="4477"/>
                        <a:pt x="0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1809BD01-FACF-4015-B289-C877EB37DEAA}"/>
                    </a:ext>
                  </a:extLst>
                </p:cNvPr>
                <p:cNvSpPr/>
                <p:nvPr/>
              </p:nvSpPr>
              <p:spPr>
                <a:xfrm>
                  <a:off x="10501026" y="1754935"/>
                  <a:ext cx="4382" cy="7380"/>
                </a:xfrm>
                <a:custGeom>
                  <a:avLst/>
                  <a:gdLst>
                    <a:gd name="connsiteX0" fmla="*/ 0 w 4382"/>
                    <a:gd name="connsiteY0" fmla="*/ 6999 h 7380"/>
                    <a:gd name="connsiteX1" fmla="*/ 1334 w 4382"/>
                    <a:gd name="connsiteY1" fmla="*/ 1094 h 7380"/>
                    <a:gd name="connsiteX2" fmla="*/ 4382 w 4382"/>
                    <a:gd name="connsiteY2" fmla="*/ 7380 h 7380"/>
                    <a:gd name="connsiteX3" fmla="*/ 0 w 4382"/>
                    <a:gd name="connsiteY3" fmla="*/ 6999 h 7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382" h="7380">
                      <a:moveTo>
                        <a:pt x="0" y="6999"/>
                      </a:moveTo>
                      <a:cubicBezTo>
                        <a:pt x="286" y="5190"/>
                        <a:pt x="2572" y="3761"/>
                        <a:pt x="1334" y="1094"/>
                      </a:cubicBezTo>
                      <a:cubicBezTo>
                        <a:pt x="3049" y="-2907"/>
                        <a:pt x="3620" y="5190"/>
                        <a:pt x="4382" y="7380"/>
                      </a:cubicBezTo>
                      <a:cubicBezTo>
                        <a:pt x="3429" y="5190"/>
                        <a:pt x="2001" y="7666"/>
                        <a:pt x="0" y="699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2" name="Freeform: Shape 1071">
                  <a:extLst>
                    <a:ext uri="{FF2B5EF4-FFF2-40B4-BE49-F238E27FC236}">
                      <a16:creationId xmlns:a16="http://schemas.microsoft.com/office/drawing/2014/main" id="{16E385DE-6034-4F74-8ABD-D541FB236425}"/>
                    </a:ext>
                  </a:extLst>
                </p:cNvPr>
                <p:cNvSpPr/>
                <p:nvPr/>
              </p:nvSpPr>
              <p:spPr>
                <a:xfrm>
                  <a:off x="10504075" y="1698783"/>
                  <a:ext cx="2285" cy="3560"/>
                </a:xfrm>
                <a:custGeom>
                  <a:avLst/>
                  <a:gdLst>
                    <a:gd name="connsiteX0" fmla="*/ 1428 w 2285"/>
                    <a:gd name="connsiteY0" fmla="*/ 3524 h 3560"/>
                    <a:gd name="connsiteX1" fmla="*/ 0 w 2285"/>
                    <a:gd name="connsiteY1" fmla="*/ 2667 h 3560"/>
                    <a:gd name="connsiteX2" fmla="*/ 2286 w 2285"/>
                    <a:gd name="connsiteY2" fmla="*/ 0 h 3560"/>
                    <a:gd name="connsiteX3" fmla="*/ 2191 w 2285"/>
                    <a:gd name="connsiteY3" fmla="*/ 3429 h 3560"/>
                    <a:gd name="connsiteX4" fmla="*/ 1905 w 2285"/>
                    <a:gd name="connsiteY4" fmla="*/ 1238 h 3560"/>
                    <a:gd name="connsiteX5" fmla="*/ 1428 w 2285"/>
                    <a:gd name="connsiteY5" fmla="*/ 3524 h 3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85" h="3560">
                      <a:moveTo>
                        <a:pt x="1428" y="3524"/>
                      </a:moveTo>
                      <a:cubicBezTo>
                        <a:pt x="762" y="3810"/>
                        <a:pt x="762" y="2286"/>
                        <a:pt x="0" y="2667"/>
                      </a:cubicBezTo>
                      <a:cubicBezTo>
                        <a:pt x="476" y="667"/>
                        <a:pt x="1619" y="1143"/>
                        <a:pt x="2286" y="0"/>
                      </a:cubicBezTo>
                      <a:lnTo>
                        <a:pt x="2191" y="3429"/>
                      </a:lnTo>
                      <a:cubicBezTo>
                        <a:pt x="1809" y="3429"/>
                        <a:pt x="2000" y="2096"/>
                        <a:pt x="1905" y="1238"/>
                      </a:cubicBezTo>
                      <a:cubicBezTo>
                        <a:pt x="1523" y="1333"/>
                        <a:pt x="1523" y="2667"/>
                        <a:pt x="1428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3" name="Freeform: Shape 1072">
                  <a:extLst>
                    <a:ext uri="{FF2B5EF4-FFF2-40B4-BE49-F238E27FC236}">
                      <a16:creationId xmlns:a16="http://schemas.microsoft.com/office/drawing/2014/main" id="{9FB997DF-90D0-4908-837C-6EA07FDBD9CE}"/>
                    </a:ext>
                  </a:extLst>
                </p:cNvPr>
                <p:cNvSpPr/>
                <p:nvPr/>
              </p:nvSpPr>
              <p:spPr>
                <a:xfrm>
                  <a:off x="10507127" y="1622527"/>
                  <a:ext cx="2233" cy="4628"/>
                </a:xfrm>
                <a:custGeom>
                  <a:avLst/>
                  <a:gdLst>
                    <a:gd name="connsiteX0" fmla="*/ 281 w 2233"/>
                    <a:gd name="connsiteY0" fmla="*/ 3676 h 4628"/>
                    <a:gd name="connsiteX1" fmla="*/ 1805 w 2233"/>
                    <a:gd name="connsiteY1" fmla="*/ 56 h 4628"/>
                    <a:gd name="connsiteX2" fmla="*/ 1233 w 2233"/>
                    <a:gd name="connsiteY2" fmla="*/ 4628 h 4628"/>
                    <a:gd name="connsiteX3" fmla="*/ 1710 w 2233"/>
                    <a:gd name="connsiteY3" fmla="*/ 1104 h 4628"/>
                    <a:gd name="connsiteX4" fmla="*/ 281 w 2233"/>
                    <a:gd name="connsiteY4" fmla="*/ 3676 h 4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33" h="4628">
                      <a:moveTo>
                        <a:pt x="281" y="3676"/>
                      </a:moveTo>
                      <a:cubicBezTo>
                        <a:pt x="-672" y="2247"/>
                        <a:pt x="1042" y="-420"/>
                        <a:pt x="1805" y="56"/>
                      </a:cubicBezTo>
                      <a:cubicBezTo>
                        <a:pt x="2185" y="1961"/>
                        <a:pt x="2757" y="4342"/>
                        <a:pt x="1233" y="4628"/>
                      </a:cubicBezTo>
                      <a:cubicBezTo>
                        <a:pt x="1424" y="3676"/>
                        <a:pt x="1710" y="2723"/>
                        <a:pt x="1710" y="1104"/>
                      </a:cubicBezTo>
                      <a:cubicBezTo>
                        <a:pt x="947" y="913"/>
                        <a:pt x="376" y="1580"/>
                        <a:pt x="281" y="36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4" name="Freeform: Shape 1073">
                  <a:extLst>
                    <a:ext uri="{FF2B5EF4-FFF2-40B4-BE49-F238E27FC236}">
                      <a16:creationId xmlns:a16="http://schemas.microsoft.com/office/drawing/2014/main" id="{15D72608-FF74-4566-AA71-64B2DCBA21A5}"/>
                    </a:ext>
                  </a:extLst>
                </p:cNvPr>
                <p:cNvSpPr/>
                <p:nvPr/>
              </p:nvSpPr>
              <p:spPr>
                <a:xfrm>
                  <a:off x="10494264" y="2021871"/>
                  <a:ext cx="3777" cy="9525"/>
                </a:xfrm>
                <a:custGeom>
                  <a:avLst/>
                  <a:gdLst>
                    <a:gd name="connsiteX0" fmla="*/ 3334 w 3777"/>
                    <a:gd name="connsiteY0" fmla="*/ 0 h 9525"/>
                    <a:gd name="connsiteX1" fmla="*/ 2763 w 3777"/>
                    <a:gd name="connsiteY1" fmla="*/ 5715 h 9525"/>
                    <a:gd name="connsiteX2" fmla="*/ 0 w 3777"/>
                    <a:gd name="connsiteY2" fmla="*/ 9525 h 9525"/>
                    <a:gd name="connsiteX3" fmla="*/ 1714 w 3777"/>
                    <a:gd name="connsiteY3" fmla="*/ 2476 h 9525"/>
                    <a:gd name="connsiteX4" fmla="*/ 3334 w 3777"/>
                    <a:gd name="connsiteY4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77" h="9525">
                      <a:moveTo>
                        <a:pt x="3334" y="0"/>
                      </a:moveTo>
                      <a:cubicBezTo>
                        <a:pt x="4953" y="2096"/>
                        <a:pt x="1524" y="4858"/>
                        <a:pt x="2763" y="5715"/>
                      </a:cubicBezTo>
                      <a:cubicBezTo>
                        <a:pt x="1809" y="6763"/>
                        <a:pt x="1238" y="9239"/>
                        <a:pt x="0" y="9525"/>
                      </a:cubicBezTo>
                      <a:cubicBezTo>
                        <a:pt x="762" y="7810"/>
                        <a:pt x="477" y="2572"/>
                        <a:pt x="1714" y="2476"/>
                      </a:cubicBezTo>
                      <a:cubicBezTo>
                        <a:pt x="477" y="9239"/>
                        <a:pt x="3143" y="3334"/>
                        <a:pt x="3334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5" name="Freeform: Shape 1074">
                  <a:extLst>
                    <a:ext uri="{FF2B5EF4-FFF2-40B4-BE49-F238E27FC236}">
                      <a16:creationId xmlns:a16="http://schemas.microsoft.com/office/drawing/2014/main" id="{06C947BA-DEBF-4BBA-8DEA-DA34920F40A9}"/>
                    </a:ext>
                  </a:extLst>
                </p:cNvPr>
                <p:cNvSpPr/>
                <p:nvPr/>
              </p:nvSpPr>
              <p:spPr>
                <a:xfrm>
                  <a:off x="10512361" y="1568481"/>
                  <a:ext cx="5428" cy="3619"/>
                </a:xfrm>
                <a:custGeom>
                  <a:avLst/>
                  <a:gdLst>
                    <a:gd name="connsiteX0" fmla="*/ 0 w 5428"/>
                    <a:gd name="connsiteY0" fmla="*/ 3620 h 3619"/>
                    <a:gd name="connsiteX1" fmla="*/ 1238 w 5428"/>
                    <a:gd name="connsiteY1" fmla="*/ 0 h 3619"/>
                    <a:gd name="connsiteX2" fmla="*/ 5429 w 5428"/>
                    <a:gd name="connsiteY2" fmla="*/ 381 h 3619"/>
                    <a:gd name="connsiteX3" fmla="*/ 0 w 5428"/>
                    <a:gd name="connsiteY3" fmla="*/ 3620 h 3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28" h="3619">
                      <a:moveTo>
                        <a:pt x="0" y="3620"/>
                      </a:moveTo>
                      <a:cubicBezTo>
                        <a:pt x="0" y="952"/>
                        <a:pt x="1619" y="4000"/>
                        <a:pt x="1238" y="0"/>
                      </a:cubicBezTo>
                      <a:cubicBezTo>
                        <a:pt x="2666" y="1810"/>
                        <a:pt x="3715" y="1524"/>
                        <a:pt x="5429" y="381"/>
                      </a:cubicBezTo>
                      <a:cubicBezTo>
                        <a:pt x="4000" y="4286"/>
                        <a:pt x="1619" y="2286"/>
                        <a:pt x="0" y="3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6" name="Freeform: Shape 1075">
                  <a:extLst>
                    <a:ext uri="{FF2B5EF4-FFF2-40B4-BE49-F238E27FC236}">
                      <a16:creationId xmlns:a16="http://schemas.microsoft.com/office/drawing/2014/main" id="{A93E68E4-4669-4A43-8392-A82EC0003973}"/>
                    </a:ext>
                  </a:extLst>
                </p:cNvPr>
                <p:cNvSpPr/>
                <p:nvPr/>
              </p:nvSpPr>
              <p:spPr>
                <a:xfrm>
                  <a:off x="10510837" y="1619821"/>
                  <a:ext cx="7809" cy="22193"/>
                </a:xfrm>
                <a:custGeom>
                  <a:avLst/>
                  <a:gdLst>
                    <a:gd name="connsiteX0" fmla="*/ 3047 w 7809"/>
                    <a:gd name="connsiteY0" fmla="*/ 22193 h 22193"/>
                    <a:gd name="connsiteX1" fmla="*/ 2858 w 7809"/>
                    <a:gd name="connsiteY1" fmla="*/ 17717 h 22193"/>
                    <a:gd name="connsiteX2" fmla="*/ 3143 w 7809"/>
                    <a:gd name="connsiteY2" fmla="*/ 19907 h 22193"/>
                    <a:gd name="connsiteX3" fmla="*/ 3906 w 7809"/>
                    <a:gd name="connsiteY3" fmla="*/ 9620 h 22193"/>
                    <a:gd name="connsiteX4" fmla="*/ 0 w 7809"/>
                    <a:gd name="connsiteY4" fmla="*/ 9144 h 22193"/>
                    <a:gd name="connsiteX5" fmla="*/ 572 w 7809"/>
                    <a:gd name="connsiteY5" fmla="*/ 3429 h 22193"/>
                    <a:gd name="connsiteX6" fmla="*/ 7810 w 7809"/>
                    <a:gd name="connsiteY6" fmla="*/ 0 h 22193"/>
                    <a:gd name="connsiteX7" fmla="*/ 5144 w 7809"/>
                    <a:gd name="connsiteY7" fmla="*/ 3810 h 22193"/>
                    <a:gd name="connsiteX8" fmla="*/ 6478 w 7809"/>
                    <a:gd name="connsiteY8" fmla="*/ 5906 h 22193"/>
                    <a:gd name="connsiteX9" fmla="*/ 4572 w 7809"/>
                    <a:gd name="connsiteY9" fmla="*/ 19812 h 22193"/>
                    <a:gd name="connsiteX10" fmla="*/ 3047 w 7809"/>
                    <a:gd name="connsiteY10" fmla="*/ 22193 h 22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809" h="22193">
                      <a:moveTo>
                        <a:pt x="3047" y="22193"/>
                      </a:moveTo>
                      <a:cubicBezTo>
                        <a:pt x="2572" y="21908"/>
                        <a:pt x="2858" y="19431"/>
                        <a:pt x="2858" y="17717"/>
                      </a:cubicBezTo>
                      <a:cubicBezTo>
                        <a:pt x="3238" y="17717"/>
                        <a:pt x="3047" y="19050"/>
                        <a:pt x="3143" y="19907"/>
                      </a:cubicBezTo>
                      <a:cubicBezTo>
                        <a:pt x="4858" y="18098"/>
                        <a:pt x="4001" y="13811"/>
                        <a:pt x="3906" y="9620"/>
                      </a:cubicBezTo>
                      <a:cubicBezTo>
                        <a:pt x="2381" y="14383"/>
                        <a:pt x="1905" y="8858"/>
                        <a:pt x="0" y="9144"/>
                      </a:cubicBezTo>
                      <a:cubicBezTo>
                        <a:pt x="95" y="7715"/>
                        <a:pt x="1238" y="3429"/>
                        <a:pt x="572" y="3429"/>
                      </a:cubicBezTo>
                      <a:cubicBezTo>
                        <a:pt x="2191" y="476"/>
                        <a:pt x="4572" y="3620"/>
                        <a:pt x="7810" y="0"/>
                      </a:cubicBezTo>
                      <a:cubicBezTo>
                        <a:pt x="7525" y="5525"/>
                        <a:pt x="5715" y="1905"/>
                        <a:pt x="5144" y="3810"/>
                      </a:cubicBezTo>
                      <a:cubicBezTo>
                        <a:pt x="5144" y="5906"/>
                        <a:pt x="6287" y="4286"/>
                        <a:pt x="6478" y="5906"/>
                      </a:cubicBezTo>
                      <a:cubicBezTo>
                        <a:pt x="5905" y="12478"/>
                        <a:pt x="5239" y="12478"/>
                        <a:pt x="4572" y="19812"/>
                      </a:cubicBezTo>
                      <a:cubicBezTo>
                        <a:pt x="3810" y="19526"/>
                        <a:pt x="3238" y="20193"/>
                        <a:pt x="3047" y="2219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7" name="Freeform: Shape 1076">
                  <a:extLst>
                    <a:ext uri="{FF2B5EF4-FFF2-40B4-BE49-F238E27FC236}">
                      <a16:creationId xmlns:a16="http://schemas.microsoft.com/office/drawing/2014/main" id="{97CA5FB3-02C7-4349-AEEF-29447AB3CC88}"/>
                    </a:ext>
                  </a:extLst>
                </p:cNvPr>
                <p:cNvSpPr/>
                <p:nvPr/>
              </p:nvSpPr>
              <p:spPr>
                <a:xfrm>
                  <a:off x="10506836" y="1816226"/>
                  <a:ext cx="2157" cy="8137"/>
                </a:xfrm>
                <a:custGeom>
                  <a:avLst/>
                  <a:gdLst>
                    <a:gd name="connsiteX0" fmla="*/ 0 w 2157"/>
                    <a:gd name="connsiteY0" fmla="*/ 3715 h 8137"/>
                    <a:gd name="connsiteX1" fmla="*/ 858 w 2157"/>
                    <a:gd name="connsiteY1" fmla="*/ 191 h 8137"/>
                    <a:gd name="connsiteX2" fmla="*/ 667 w 2157"/>
                    <a:gd name="connsiteY2" fmla="*/ 4763 h 8137"/>
                    <a:gd name="connsiteX3" fmla="*/ 1906 w 2157"/>
                    <a:gd name="connsiteY3" fmla="*/ 0 h 8137"/>
                    <a:gd name="connsiteX4" fmla="*/ 1620 w 2157"/>
                    <a:gd name="connsiteY4" fmla="*/ 8001 h 8137"/>
                    <a:gd name="connsiteX5" fmla="*/ 0 w 2157"/>
                    <a:gd name="connsiteY5" fmla="*/ 3715 h 8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57" h="8137">
                      <a:moveTo>
                        <a:pt x="0" y="3715"/>
                      </a:moveTo>
                      <a:cubicBezTo>
                        <a:pt x="286" y="2477"/>
                        <a:pt x="858" y="2381"/>
                        <a:pt x="858" y="191"/>
                      </a:cubicBezTo>
                      <a:cubicBezTo>
                        <a:pt x="1810" y="191"/>
                        <a:pt x="858" y="4001"/>
                        <a:pt x="667" y="4763"/>
                      </a:cubicBezTo>
                      <a:cubicBezTo>
                        <a:pt x="1620" y="4953"/>
                        <a:pt x="1906" y="2953"/>
                        <a:pt x="1906" y="0"/>
                      </a:cubicBezTo>
                      <a:cubicBezTo>
                        <a:pt x="2572" y="2667"/>
                        <a:pt x="1715" y="6096"/>
                        <a:pt x="1620" y="8001"/>
                      </a:cubicBezTo>
                      <a:cubicBezTo>
                        <a:pt x="286" y="9049"/>
                        <a:pt x="1048" y="3715"/>
                        <a:pt x="0" y="3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8" name="Freeform: Shape 1077">
                  <a:extLst>
                    <a:ext uri="{FF2B5EF4-FFF2-40B4-BE49-F238E27FC236}">
                      <a16:creationId xmlns:a16="http://schemas.microsoft.com/office/drawing/2014/main" id="{211F2575-F4A5-45EB-887D-C461D025EE55}"/>
                    </a:ext>
                  </a:extLst>
                </p:cNvPr>
                <p:cNvSpPr/>
                <p:nvPr/>
              </p:nvSpPr>
              <p:spPr>
                <a:xfrm>
                  <a:off x="10513409" y="1639728"/>
                  <a:ext cx="10763" cy="21335"/>
                </a:xfrm>
                <a:custGeom>
                  <a:avLst/>
                  <a:gdLst>
                    <a:gd name="connsiteX0" fmla="*/ 7430 w 10763"/>
                    <a:gd name="connsiteY0" fmla="*/ 8001 h 21335"/>
                    <a:gd name="connsiteX1" fmla="*/ 6476 w 10763"/>
                    <a:gd name="connsiteY1" fmla="*/ 5905 h 21335"/>
                    <a:gd name="connsiteX2" fmla="*/ 7048 w 10763"/>
                    <a:gd name="connsiteY2" fmla="*/ 1333 h 21335"/>
                    <a:gd name="connsiteX3" fmla="*/ 8573 w 10763"/>
                    <a:gd name="connsiteY3" fmla="*/ 0 h 21335"/>
                    <a:gd name="connsiteX4" fmla="*/ 8382 w 10763"/>
                    <a:gd name="connsiteY4" fmla="*/ 5715 h 21335"/>
                    <a:gd name="connsiteX5" fmla="*/ 10096 w 10763"/>
                    <a:gd name="connsiteY5" fmla="*/ 7715 h 21335"/>
                    <a:gd name="connsiteX6" fmla="*/ 10763 w 10763"/>
                    <a:gd name="connsiteY6" fmla="*/ 9811 h 21335"/>
                    <a:gd name="connsiteX7" fmla="*/ 9906 w 10763"/>
                    <a:gd name="connsiteY7" fmla="*/ 13335 h 21335"/>
                    <a:gd name="connsiteX8" fmla="*/ 6762 w 10763"/>
                    <a:gd name="connsiteY8" fmla="*/ 10477 h 21335"/>
                    <a:gd name="connsiteX9" fmla="*/ 2095 w 10763"/>
                    <a:gd name="connsiteY9" fmla="*/ 12382 h 21335"/>
                    <a:gd name="connsiteX10" fmla="*/ 2477 w 10763"/>
                    <a:gd name="connsiteY10" fmla="*/ 21336 h 21335"/>
                    <a:gd name="connsiteX11" fmla="*/ 0 w 10763"/>
                    <a:gd name="connsiteY11" fmla="*/ 10382 h 21335"/>
                    <a:gd name="connsiteX12" fmla="*/ 571 w 10763"/>
                    <a:gd name="connsiteY12" fmla="*/ 5810 h 21335"/>
                    <a:gd name="connsiteX13" fmla="*/ 3906 w 10763"/>
                    <a:gd name="connsiteY13" fmla="*/ 2953 h 21335"/>
                    <a:gd name="connsiteX14" fmla="*/ 7430 w 10763"/>
                    <a:gd name="connsiteY14" fmla="*/ 8001 h 21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0763" h="21335">
                      <a:moveTo>
                        <a:pt x="7430" y="8001"/>
                      </a:moveTo>
                      <a:cubicBezTo>
                        <a:pt x="7810" y="5620"/>
                        <a:pt x="6667" y="3048"/>
                        <a:pt x="6476" y="5905"/>
                      </a:cubicBezTo>
                      <a:cubicBezTo>
                        <a:pt x="4953" y="4000"/>
                        <a:pt x="9144" y="1429"/>
                        <a:pt x="7048" y="1333"/>
                      </a:cubicBezTo>
                      <a:cubicBezTo>
                        <a:pt x="7239" y="-191"/>
                        <a:pt x="8001" y="190"/>
                        <a:pt x="8573" y="0"/>
                      </a:cubicBezTo>
                      <a:cubicBezTo>
                        <a:pt x="7905" y="4286"/>
                        <a:pt x="10001" y="7334"/>
                        <a:pt x="8382" y="5715"/>
                      </a:cubicBezTo>
                      <a:cubicBezTo>
                        <a:pt x="8191" y="10287"/>
                        <a:pt x="9144" y="8573"/>
                        <a:pt x="10096" y="7715"/>
                      </a:cubicBezTo>
                      <a:cubicBezTo>
                        <a:pt x="9906" y="9620"/>
                        <a:pt x="10287" y="9811"/>
                        <a:pt x="10763" y="9811"/>
                      </a:cubicBezTo>
                      <a:cubicBezTo>
                        <a:pt x="10477" y="10954"/>
                        <a:pt x="9906" y="11144"/>
                        <a:pt x="9906" y="13335"/>
                      </a:cubicBezTo>
                      <a:cubicBezTo>
                        <a:pt x="8953" y="10477"/>
                        <a:pt x="8001" y="15050"/>
                        <a:pt x="6762" y="10477"/>
                      </a:cubicBezTo>
                      <a:cubicBezTo>
                        <a:pt x="4381" y="12192"/>
                        <a:pt x="3429" y="18859"/>
                        <a:pt x="2095" y="12382"/>
                      </a:cubicBezTo>
                      <a:cubicBezTo>
                        <a:pt x="1429" y="13811"/>
                        <a:pt x="2667" y="17907"/>
                        <a:pt x="2477" y="21336"/>
                      </a:cubicBezTo>
                      <a:cubicBezTo>
                        <a:pt x="1238" y="18859"/>
                        <a:pt x="1905" y="10858"/>
                        <a:pt x="0" y="10382"/>
                      </a:cubicBezTo>
                      <a:cubicBezTo>
                        <a:pt x="762" y="8001"/>
                        <a:pt x="-191" y="8192"/>
                        <a:pt x="571" y="5810"/>
                      </a:cubicBezTo>
                      <a:cubicBezTo>
                        <a:pt x="1334" y="8382"/>
                        <a:pt x="3715" y="9049"/>
                        <a:pt x="3906" y="2953"/>
                      </a:cubicBezTo>
                      <a:cubicBezTo>
                        <a:pt x="5238" y="3524"/>
                        <a:pt x="5524" y="8096"/>
                        <a:pt x="7430" y="8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79" name="Freeform: Shape 1078">
                  <a:extLst>
                    <a:ext uri="{FF2B5EF4-FFF2-40B4-BE49-F238E27FC236}">
                      <a16:creationId xmlns:a16="http://schemas.microsoft.com/office/drawing/2014/main" id="{40D38FC8-0D4D-4EA0-ACC8-F86701FC41D6}"/>
                    </a:ext>
                  </a:extLst>
                </p:cNvPr>
                <p:cNvSpPr/>
                <p:nvPr/>
              </p:nvSpPr>
              <p:spPr>
                <a:xfrm>
                  <a:off x="10507884" y="1800225"/>
                  <a:ext cx="1810" cy="6618"/>
                </a:xfrm>
                <a:custGeom>
                  <a:avLst/>
                  <a:gdLst>
                    <a:gd name="connsiteX0" fmla="*/ 1334 w 1810"/>
                    <a:gd name="connsiteY0" fmla="*/ 4572 h 6618"/>
                    <a:gd name="connsiteX1" fmla="*/ 0 w 1810"/>
                    <a:gd name="connsiteY1" fmla="*/ 286 h 6618"/>
                    <a:gd name="connsiteX2" fmla="*/ 1049 w 1810"/>
                    <a:gd name="connsiteY2" fmla="*/ 2381 h 6618"/>
                    <a:gd name="connsiteX3" fmla="*/ 1524 w 1810"/>
                    <a:gd name="connsiteY3" fmla="*/ 0 h 6618"/>
                    <a:gd name="connsiteX4" fmla="*/ 1810 w 1810"/>
                    <a:gd name="connsiteY4" fmla="*/ 3334 h 6618"/>
                    <a:gd name="connsiteX5" fmla="*/ 1334 w 1810"/>
                    <a:gd name="connsiteY5" fmla="*/ 4572 h 6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10" h="6618">
                      <a:moveTo>
                        <a:pt x="1334" y="4572"/>
                      </a:moveTo>
                      <a:cubicBezTo>
                        <a:pt x="477" y="10001"/>
                        <a:pt x="0" y="3238"/>
                        <a:pt x="0" y="286"/>
                      </a:cubicBezTo>
                      <a:cubicBezTo>
                        <a:pt x="667" y="95"/>
                        <a:pt x="953" y="953"/>
                        <a:pt x="1049" y="2381"/>
                      </a:cubicBezTo>
                      <a:cubicBezTo>
                        <a:pt x="1429" y="2286"/>
                        <a:pt x="1429" y="953"/>
                        <a:pt x="1524" y="0"/>
                      </a:cubicBezTo>
                      <a:cubicBezTo>
                        <a:pt x="1906" y="95"/>
                        <a:pt x="1715" y="2000"/>
                        <a:pt x="1810" y="3334"/>
                      </a:cubicBezTo>
                      <a:cubicBezTo>
                        <a:pt x="858" y="1524"/>
                        <a:pt x="-94" y="4286"/>
                        <a:pt x="1334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0" name="Freeform: Shape 1079">
                  <a:extLst>
                    <a:ext uri="{FF2B5EF4-FFF2-40B4-BE49-F238E27FC236}">
                      <a16:creationId xmlns:a16="http://schemas.microsoft.com/office/drawing/2014/main" id="{4B21DC05-D9E9-410C-BD93-14DA91B0EF47}"/>
                    </a:ext>
                  </a:extLst>
                </p:cNvPr>
                <p:cNvSpPr/>
                <p:nvPr/>
              </p:nvSpPr>
              <p:spPr>
                <a:xfrm>
                  <a:off x="10510360" y="1735127"/>
                  <a:ext cx="7143" cy="5566"/>
                </a:xfrm>
                <a:custGeom>
                  <a:avLst/>
                  <a:gdLst>
                    <a:gd name="connsiteX0" fmla="*/ 0 w 7143"/>
                    <a:gd name="connsiteY0" fmla="*/ 423 h 5566"/>
                    <a:gd name="connsiteX1" fmla="*/ 7144 w 7143"/>
                    <a:gd name="connsiteY1" fmla="*/ 1471 h 5566"/>
                    <a:gd name="connsiteX2" fmla="*/ 7048 w 7143"/>
                    <a:gd name="connsiteY2" fmla="*/ 3757 h 5566"/>
                    <a:gd name="connsiteX3" fmla="*/ 3524 w 7143"/>
                    <a:gd name="connsiteY3" fmla="*/ 2042 h 5566"/>
                    <a:gd name="connsiteX4" fmla="*/ 3049 w 7143"/>
                    <a:gd name="connsiteY4" fmla="*/ 5566 h 5566"/>
                    <a:gd name="connsiteX5" fmla="*/ 0 w 7143"/>
                    <a:gd name="connsiteY5" fmla="*/ 423 h 5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43" h="5566">
                      <a:moveTo>
                        <a:pt x="0" y="423"/>
                      </a:moveTo>
                      <a:cubicBezTo>
                        <a:pt x="1715" y="-1196"/>
                        <a:pt x="4573" y="2423"/>
                        <a:pt x="7144" y="1471"/>
                      </a:cubicBezTo>
                      <a:cubicBezTo>
                        <a:pt x="6859" y="2518"/>
                        <a:pt x="6668" y="3566"/>
                        <a:pt x="7048" y="3757"/>
                      </a:cubicBezTo>
                      <a:cubicBezTo>
                        <a:pt x="5716" y="5757"/>
                        <a:pt x="5239" y="899"/>
                        <a:pt x="3524" y="2042"/>
                      </a:cubicBezTo>
                      <a:cubicBezTo>
                        <a:pt x="2667" y="2804"/>
                        <a:pt x="3906" y="3757"/>
                        <a:pt x="3049" y="5566"/>
                      </a:cubicBezTo>
                      <a:cubicBezTo>
                        <a:pt x="1620" y="4995"/>
                        <a:pt x="2192" y="-1482"/>
                        <a:pt x="0" y="42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1" name="Freeform: Shape 1080">
                  <a:extLst>
                    <a:ext uri="{FF2B5EF4-FFF2-40B4-BE49-F238E27FC236}">
                      <a16:creationId xmlns:a16="http://schemas.microsoft.com/office/drawing/2014/main" id="{8D99D4FF-811A-4DFD-B421-FAC71A68FEB1}"/>
                    </a:ext>
                  </a:extLst>
                </p:cNvPr>
                <p:cNvSpPr/>
                <p:nvPr/>
              </p:nvSpPr>
              <p:spPr>
                <a:xfrm>
                  <a:off x="10516552" y="1577477"/>
                  <a:ext cx="3619" cy="3005"/>
                </a:xfrm>
                <a:custGeom>
                  <a:avLst/>
                  <a:gdLst>
                    <a:gd name="connsiteX0" fmla="*/ 0 w 3619"/>
                    <a:gd name="connsiteY0" fmla="*/ 3006 h 3005"/>
                    <a:gd name="connsiteX1" fmla="*/ 3620 w 3619"/>
                    <a:gd name="connsiteY1" fmla="*/ 1291 h 3005"/>
                    <a:gd name="connsiteX2" fmla="*/ 0 w 3619"/>
                    <a:gd name="connsiteY2" fmla="*/ 3006 h 3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619" h="3005">
                      <a:moveTo>
                        <a:pt x="0" y="3006"/>
                      </a:moveTo>
                      <a:cubicBezTo>
                        <a:pt x="1048" y="-2995"/>
                        <a:pt x="1906" y="1958"/>
                        <a:pt x="3620" y="1291"/>
                      </a:cubicBezTo>
                      <a:cubicBezTo>
                        <a:pt x="2381" y="3577"/>
                        <a:pt x="1810" y="1482"/>
                        <a:pt x="0" y="30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2" name="Freeform: Shape 1081">
                  <a:extLst>
                    <a:ext uri="{FF2B5EF4-FFF2-40B4-BE49-F238E27FC236}">
                      <a16:creationId xmlns:a16="http://schemas.microsoft.com/office/drawing/2014/main" id="{256E627C-DCE6-48F1-9508-530D020E54EB}"/>
                    </a:ext>
                  </a:extLst>
                </p:cNvPr>
                <p:cNvSpPr/>
                <p:nvPr/>
              </p:nvSpPr>
              <p:spPr>
                <a:xfrm>
                  <a:off x="10518171" y="1570862"/>
                  <a:ext cx="2476" cy="6845"/>
                </a:xfrm>
                <a:custGeom>
                  <a:avLst/>
                  <a:gdLst>
                    <a:gd name="connsiteX0" fmla="*/ 0 w 2476"/>
                    <a:gd name="connsiteY0" fmla="*/ 4763 h 6845"/>
                    <a:gd name="connsiteX1" fmla="*/ 1619 w 2476"/>
                    <a:gd name="connsiteY1" fmla="*/ 0 h 6845"/>
                    <a:gd name="connsiteX2" fmla="*/ 1524 w 2476"/>
                    <a:gd name="connsiteY2" fmla="*/ 3429 h 6845"/>
                    <a:gd name="connsiteX3" fmla="*/ 2477 w 2476"/>
                    <a:gd name="connsiteY3" fmla="*/ 5525 h 6845"/>
                    <a:gd name="connsiteX4" fmla="*/ 0 w 2476"/>
                    <a:gd name="connsiteY4" fmla="*/ 4763 h 6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6" h="6845">
                      <a:moveTo>
                        <a:pt x="0" y="4763"/>
                      </a:moveTo>
                      <a:cubicBezTo>
                        <a:pt x="381" y="2667"/>
                        <a:pt x="1334" y="2667"/>
                        <a:pt x="1619" y="0"/>
                      </a:cubicBezTo>
                      <a:cubicBezTo>
                        <a:pt x="2191" y="762"/>
                        <a:pt x="1619" y="2096"/>
                        <a:pt x="1524" y="3429"/>
                      </a:cubicBezTo>
                      <a:cubicBezTo>
                        <a:pt x="1714" y="4477"/>
                        <a:pt x="2095" y="5048"/>
                        <a:pt x="2477" y="5525"/>
                      </a:cubicBezTo>
                      <a:cubicBezTo>
                        <a:pt x="1429" y="9716"/>
                        <a:pt x="1524" y="2381"/>
                        <a:pt x="0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3" name="Freeform: Shape 1082">
                  <a:extLst>
                    <a:ext uri="{FF2B5EF4-FFF2-40B4-BE49-F238E27FC236}">
                      <a16:creationId xmlns:a16="http://schemas.microsoft.com/office/drawing/2014/main" id="{559FB0A1-C28E-49ED-B3AC-8DC02B03A8D3}"/>
                    </a:ext>
                  </a:extLst>
                </p:cNvPr>
                <p:cNvSpPr/>
                <p:nvPr/>
              </p:nvSpPr>
              <p:spPr>
                <a:xfrm>
                  <a:off x="10509885" y="1802129"/>
                  <a:ext cx="2856" cy="6849"/>
                </a:xfrm>
                <a:custGeom>
                  <a:avLst/>
                  <a:gdLst>
                    <a:gd name="connsiteX0" fmla="*/ 0 w 2856"/>
                    <a:gd name="connsiteY0" fmla="*/ 4763 h 6849"/>
                    <a:gd name="connsiteX1" fmla="*/ 1619 w 2856"/>
                    <a:gd name="connsiteY1" fmla="*/ 0 h 6849"/>
                    <a:gd name="connsiteX2" fmla="*/ 2857 w 2856"/>
                    <a:gd name="connsiteY2" fmla="*/ 6572 h 6849"/>
                    <a:gd name="connsiteX3" fmla="*/ 2286 w 2856"/>
                    <a:gd name="connsiteY3" fmla="*/ 2096 h 6849"/>
                    <a:gd name="connsiteX4" fmla="*/ 0 w 2856"/>
                    <a:gd name="connsiteY4" fmla="*/ 4763 h 6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6" h="6849">
                      <a:moveTo>
                        <a:pt x="0" y="4763"/>
                      </a:moveTo>
                      <a:cubicBezTo>
                        <a:pt x="380" y="2667"/>
                        <a:pt x="1429" y="2667"/>
                        <a:pt x="1619" y="0"/>
                      </a:cubicBezTo>
                      <a:cubicBezTo>
                        <a:pt x="2381" y="1048"/>
                        <a:pt x="2857" y="3238"/>
                        <a:pt x="2857" y="6572"/>
                      </a:cubicBezTo>
                      <a:cubicBezTo>
                        <a:pt x="1714" y="7906"/>
                        <a:pt x="2286" y="4096"/>
                        <a:pt x="2286" y="2096"/>
                      </a:cubicBezTo>
                      <a:cubicBezTo>
                        <a:pt x="1524" y="3143"/>
                        <a:pt x="857" y="4286"/>
                        <a:pt x="0" y="47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4" name="Freeform: Shape 1083">
                  <a:extLst>
                    <a:ext uri="{FF2B5EF4-FFF2-40B4-BE49-F238E27FC236}">
                      <a16:creationId xmlns:a16="http://schemas.microsoft.com/office/drawing/2014/main" id="{3CA50480-BABA-48A5-8612-0782920A23A3}"/>
                    </a:ext>
                  </a:extLst>
                </p:cNvPr>
                <p:cNvSpPr/>
                <p:nvPr/>
              </p:nvSpPr>
              <p:spPr>
                <a:xfrm>
                  <a:off x="10518167" y="1632966"/>
                  <a:ext cx="2766" cy="8381"/>
                </a:xfrm>
                <a:custGeom>
                  <a:avLst/>
                  <a:gdLst>
                    <a:gd name="connsiteX0" fmla="*/ 4 w 2766"/>
                    <a:gd name="connsiteY0" fmla="*/ 8382 h 8381"/>
                    <a:gd name="connsiteX1" fmla="*/ 2767 w 2766"/>
                    <a:gd name="connsiteY1" fmla="*/ 0 h 8381"/>
                    <a:gd name="connsiteX2" fmla="*/ 1052 w 2766"/>
                    <a:gd name="connsiteY2" fmla="*/ 7048 h 8381"/>
                    <a:gd name="connsiteX3" fmla="*/ 4 w 2766"/>
                    <a:gd name="connsiteY3" fmla="*/ 8382 h 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66" h="8381">
                      <a:moveTo>
                        <a:pt x="4" y="8382"/>
                      </a:moveTo>
                      <a:cubicBezTo>
                        <a:pt x="-91" y="7048"/>
                        <a:pt x="1528" y="667"/>
                        <a:pt x="2767" y="0"/>
                      </a:cubicBezTo>
                      <a:cubicBezTo>
                        <a:pt x="2576" y="3715"/>
                        <a:pt x="956" y="2286"/>
                        <a:pt x="1052" y="7048"/>
                      </a:cubicBezTo>
                      <a:cubicBezTo>
                        <a:pt x="670" y="7048"/>
                        <a:pt x="99" y="7048"/>
                        <a:pt x="4" y="83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5" name="Freeform: Shape 1084">
                  <a:extLst>
                    <a:ext uri="{FF2B5EF4-FFF2-40B4-BE49-F238E27FC236}">
                      <a16:creationId xmlns:a16="http://schemas.microsoft.com/office/drawing/2014/main" id="{508B5FE3-2CF1-44EB-AF21-32726AEDF7A5}"/>
                    </a:ext>
                  </a:extLst>
                </p:cNvPr>
                <p:cNvSpPr/>
                <p:nvPr/>
              </p:nvSpPr>
              <p:spPr>
                <a:xfrm>
                  <a:off x="10511690" y="1822132"/>
                  <a:ext cx="2232" cy="8000"/>
                </a:xfrm>
                <a:custGeom>
                  <a:avLst/>
                  <a:gdLst>
                    <a:gd name="connsiteX0" fmla="*/ 766 w 2232"/>
                    <a:gd name="connsiteY0" fmla="*/ 3619 h 8000"/>
                    <a:gd name="connsiteX1" fmla="*/ 2194 w 2232"/>
                    <a:gd name="connsiteY1" fmla="*/ 5620 h 8000"/>
                    <a:gd name="connsiteX2" fmla="*/ 1337 w 2232"/>
                    <a:gd name="connsiteY2" fmla="*/ 8001 h 8000"/>
                    <a:gd name="connsiteX3" fmla="*/ 4 w 2232"/>
                    <a:gd name="connsiteY3" fmla="*/ 3715 h 8000"/>
                    <a:gd name="connsiteX4" fmla="*/ 2005 w 2232"/>
                    <a:gd name="connsiteY4" fmla="*/ 0 h 8000"/>
                    <a:gd name="connsiteX5" fmla="*/ 766 w 2232"/>
                    <a:gd name="connsiteY5" fmla="*/ 3619 h 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32" h="8000">
                      <a:moveTo>
                        <a:pt x="766" y="3619"/>
                      </a:moveTo>
                      <a:cubicBezTo>
                        <a:pt x="766" y="5620"/>
                        <a:pt x="1337" y="6096"/>
                        <a:pt x="2194" y="5620"/>
                      </a:cubicBezTo>
                      <a:cubicBezTo>
                        <a:pt x="2100" y="6858"/>
                        <a:pt x="1433" y="6477"/>
                        <a:pt x="1337" y="8001"/>
                      </a:cubicBezTo>
                      <a:cubicBezTo>
                        <a:pt x="385" y="8001"/>
                        <a:pt x="956" y="3619"/>
                        <a:pt x="4" y="3715"/>
                      </a:cubicBezTo>
                      <a:cubicBezTo>
                        <a:pt x="-92" y="191"/>
                        <a:pt x="1719" y="2572"/>
                        <a:pt x="2005" y="0"/>
                      </a:cubicBezTo>
                      <a:cubicBezTo>
                        <a:pt x="2766" y="286"/>
                        <a:pt x="1433" y="4096"/>
                        <a:pt x="766" y="3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6" name="Freeform: Shape 1085">
                  <a:extLst>
                    <a:ext uri="{FF2B5EF4-FFF2-40B4-BE49-F238E27FC236}">
                      <a16:creationId xmlns:a16="http://schemas.microsoft.com/office/drawing/2014/main" id="{DF00156E-E947-4F12-AFB9-614B4DE2E1A7}"/>
                    </a:ext>
                  </a:extLst>
                </p:cNvPr>
                <p:cNvSpPr/>
                <p:nvPr/>
              </p:nvSpPr>
              <p:spPr>
                <a:xfrm>
                  <a:off x="10512075" y="1811482"/>
                  <a:ext cx="2667" cy="8554"/>
                </a:xfrm>
                <a:custGeom>
                  <a:avLst/>
                  <a:gdLst>
                    <a:gd name="connsiteX0" fmla="*/ 952 w 2667"/>
                    <a:gd name="connsiteY0" fmla="*/ 8555 h 8554"/>
                    <a:gd name="connsiteX1" fmla="*/ 952 w 2667"/>
                    <a:gd name="connsiteY1" fmla="*/ 7412 h 8554"/>
                    <a:gd name="connsiteX2" fmla="*/ 0 w 2667"/>
                    <a:gd name="connsiteY2" fmla="*/ 3030 h 8554"/>
                    <a:gd name="connsiteX3" fmla="*/ 2667 w 2667"/>
                    <a:gd name="connsiteY3" fmla="*/ 363 h 8554"/>
                    <a:gd name="connsiteX4" fmla="*/ 2000 w 2667"/>
                    <a:gd name="connsiteY4" fmla="*/ 8364 h 8554"/>
                    <a:gd name="connsiteX5" fmla="*/ 952 w 2667"/>
                    <a:gd name="connsiteY5" fmla="*/ 8555 h 85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67" h="8554">
                      <a:moveTo>
                        <a:pt x="952" y="8555"/>
                      </a:moveTo>
                      <a:cubicBezTo>
                        <a:pt x="571" y="8460"/>
                        <a:pt x="762" y="7412"/>
                        <a:pt x="952" y="7412"/>
                      </a:cubicBezTo>
                      <a:cubicBezTo>
                        <a:pt x="1143" y="4554"/>
                        <a:pt x="477" y="3983"/>
                        <a:pt x="0" y="3030"/>
                      </a:cubicBezTo>
                      <a:cubicBezTo>
                        <a:pt x="952" y="78"/>
                        <a:pt x="1238" y="-494"/>
                        <a:pt x="2667" y="363"/>
                      </a:cubicBezTo>
                      <a:cubicBezTo>
                        <a:pt x="1620" y="4269"/>
                        <a:pt x="1334" y="3697"/>
                        <a:pt x="2000" y="8364"/>
                      </a:cubicBezTo>
                      <a:cubicBezTo>
                        <a:pt x="1429" y="8650"/>
                        <a:pt x="1143" y="6554"/>
                        <a:pt x="952" y="855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7" name="Freeform: Shape 1086">
                  <a:extLst>
                    <a:ext uri="{FF2B5EF4-FFF2-40B4-BE49-F238E27FC236}">
                      <a16:creationId xmlns:a16="http://schemas.microsoft.com/office/drawing/2014/main" id="{D643FD27-F4BC-4BA1-A4B2-62E11BA8E65D}"/>
                    </a:ext>
                  </a:extLst>
                </p:cNvPr>
                <p:cNvSpPr/>
                <p:nvPr/>
              </p:nvSpPr>
              <p:spPr>
                <a:xfrm>
                  <a:off x="10520362" y="1596389"/>
                  <a:ext cx="2667" cy="6095"/>
                </a:xfrm>
                <a:custGeom>
                  <a:avLst/>
                  <a:gdLst>
                    <a:gd name="connsiteX0" fmla="*/ 0 w 2667"/>
                    <a:gd name="connsiteY0" fmla="*/ 6096 h 6095"/>
                    <a:gd name="connsiteX1" fmla="*/ 2667 w 2667"/>
                    <a:gd name="connsiteY1" fmla="*/ 0 h 6095"/>
                    <a:gd name="connsiteX2" fmla="*/ 0 w 2667"/>
                    <a:gd name="connsiteY2" fmla="*/ 6096 h 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667" h="6095">
                      <a:moveTo>
                        <a:pt x="0" y="6096"/>
                      </a:moveTo>
                      <a:cubicBezTo>
                        <a:pt x="1143" y="5048"/>
                        <a:pt x="1238" y="191"/>
                        <a:pt x="2667" y="0"/>
                      </a:cubicBezTo>
                      <a:cubicBezTo>
                        <a:pt x="1905" y="2477"/>
                        <a:pt x="1524" y="6096"/>
                        <a:pt x="0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8" name="Freeform: Shape 1087">
                  <a:extLst>
                    <a:ext uri="{FF2B5EF4-FFF2-40B4-BE49-F238E27FC236}">
                      <a16:creationId xmlns:a16="http://schemas.microsoft.com/office/drawing/2014/main" id="{D24A9DC4-156C-4048-93F9-6F159E70ABCC}"/>
                    </a:ext>
                  </a:extLst>
                </p:cNvPr>
                <p:cNvSpPr/>
                <p:nvPr/>
              </p:nvSpPr>
              <p:spPr>
                <a:xfrm>
                  <a:off x="10520934" y="1583816"/>
                  <a:ext cx="9905" cy="6029"/>
                </a:xfrm>
                <a:custGeom>
                  <a:avLst/>
                  <a:gdLst>
                    <a:gd name="connsiteX0" fmla="*/ 9144 w 9905"/>
                    <a:gd name="connsiteY0" fmla="*/ 5715 h 6029"/>
                    <a:gd name="connsiteX1" fmla="*/ 0 w 9905"/>
                    <a:gd name="connsiteY1" fmla="*/ 3810 h 6029"/>
                    <a:gd name="connsiteX2" fmla="*/ 2571 w 9905"/>
                    <a:gd name="connsiteY2" fmla="*/ 0 h 6029"/>
                    <a:gd name="connsiteX3" fmla="*/ 5619 w 9905"/>
                    <a:gd name="connsiteY3" fmla="*/ 4000 h 6029"/>
                    <a:gd name="connsiteX4" fmla="*/ 5333 w 9905"/>
                    <a:gd name="connsiteY4" fmla="*/ 1810 h 6029"/>
                    <a:gd name="connsiteX5" fmla="*/ 9905 w 9905"/>
                    <a:gd name="connsiteY5" fmla="*/ 3334 h 6029"/>
                    <a:gd name="connsiteX6" fmla="*/ 9144 w 9905"/>
                    <a:gd name="connsiteY6" fmla="*/ 5715 h 6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905" h="6029">
                      <a:moveTo>
                        <a:pt x="9144" y="5715"/>
                      </a:moveTo>
                      <a:cubicBezTo>
                        <a:pt x="5619" y="6858"/>
                        <a:pt x="4000" y="4572"/>
                        <a:pt x="0" y="3810"/>
                      </a:cubicBezTo>
                      <a:cubicBezTo>
                        <a:pt x="285" y="571"/>
                        <a:pt x="1809" y="1429"/>
                        <a:pt x="2571" y="0"/>
                      </a:cubicBezTo>
                      <a:cubicBezTo>
                        <a:pt x="3714" y="952"/>
                        <a:pt x="4381" y="3334"/>
                        <a:pt x="5619" y="4000"/>
                      </a:cubicBezTo>
                      <a:cubicBezTo>
                        <a:pt x="6095" y="3524"/>
                        <a:pt x="5715" y="2000"/>
                        <a:pt x="5333" y="1810"/>
                      </a:cubicBezTo>
                      <a:cubicBezTo>
                        <a:pt x="6572" y="1429"/>
                        <a:pt x="9334" y="2286"/>
                        <a:pt x="9905" y="3334"/>
                      </a:cubicBezTo>
                      <a:cubicBezTo>
                        <a:pt x="9334" y="2953"/>
                        <a:pt x="9239" y="4286"/>
                        <a:pt x="9144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89" name="Freeform: Shape 1088">
                  <a:extLst>
                    <a:ext uri="{FF2B5EF4-FFF2-40B4-BE49-F238E27FC236}">
                      <a16:creationId xmlns:a16="http://schemas.microsoft.com/office/drawing/2014/main" id="{A3316FC5-73DE-4C3F-A394-0B04049F518A}"/>
                    </a:ext>
                  </a:extLst>
                </p:cNvPr>
                <p:cNvSpPr/>
                <p:nvPr/>
              </p:nvSpPr>
              <p:spPr>
                <a:xfrm>
                  <a:off x="10523974" y="1531825"/>
                  <a:ext cx="2579" cy="1682"/>
                </a:xfrm>
                <a:custGeom>
                  <a:avLst/>
                  <a:gdLst>
                    <a:gd name="connsiteX0" fmla="*/ 2580 w 2579"/>
                    <a:gd name="connsiteY0" fmla="*/ 557 h 1682"/>
                    <a:gd name="connsiteX1" fmla="*/ 2580 w 2579"/>
                    <a:gd name="connsiteY1" fmla="*/ 557 h 1682"/>
                    <a:gd name="connsiteX2" fmla="*/ 2580 w 2579"/>
                    <a:gd name="connsiteY2" fmla="*/ 557 h 1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79" h="1682">
                      <a:moveTo>
                        <a:pt x="2580" y="557"/>
                      </a:moveTo>
                      <a:cubicBezTo>
                        <a:pt x="-469" y="3986"/>
                        <a:pt x="-1230" y="-1729"/>
                        <a:pt x="2580" y="557"/>
                      </a:cubicBezTo>
                      <a:lnTo>
                        <a:pt x="2580" y="557"/>
                      </a:ln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0" name="Freeform: Shape 1089">
                  <a:extLst>
                    <a:ext uri="{FF2B5EF4-FFF2-40B4-BE49-F238E27FC236}">
                      <a16:creationId xmlns:a16="http://schemas.microsoft.com/office/drawing/2014/main" id="{7EEEF79F-3FB4-44C1-B7FA-2CB524E4CDC4}"/>
                    </a:ext>
                  </a:extLst>
                </p:cNvPr>
                <p:cNvSpPr/>
                <p:nvPr/>
              </p:nvSpPr>
              <p:spPr>
                <a:xfrm>
                  <a:off x="10520648" y="1612292"/>
                  <a:ext cx="2856" cy="2652"/>
                </a:xfrm>
                <a:custGeom>
                  <a:avLst/>
                  <a:gdLst>
                    <a:gd name="connsiteX0" fmla="*/ 0 w 2856"/>
                    <a:gd name="connsiteY0" fmla="*/ 2576 h 2652"/>
                    <a:gd name="connsiteX1" fmla="*/ 2857 w 2856"/>
                    <a:gd name="connsiteY1" fmla="*/ 957 h 2652"/>
                    <a:gd name="connsiteX2" fmla="*/ 0 w 2856"/>
                    <a:gd name="connsiteY2" fmla="*/ 2576 h 2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56" h="2652">
                      <a:moveTo>
                        <a:pt x="0" y="2576"/>
                      </a:moveTo>
                      <a:cubicBezTo>
                        <a:pt x="571" y="576"/>
                        <a:pt x="2286" y="-1139"/>
                        <a:pt x="2857" y="957"/>
                      </a:cubicBezTo>
                      <a:cubicBezTo>
                        <a:pt x="2095" y="5434"/>
                        <a:pt x="1619" y="-758"/>
                        <a:pt x="0" y="25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1" name="Freeform: Shape 1090">
                  <a:extLst>
                    <a:ext uri="{FF2B5EF4-FFF2-40B4-BE49-F238E27FC236}">
                      <a16:creationId xmlns:a16="http://schemas.microsoft.com/office/drawing/2014/main" id="{35EDA805-BA38-46C0-BA28-2D520EF37301}"/>
                    </a:ext>
                  </a:extLst>
                </p:cNvPr>
                <p:cNvSpPr/>
                <p:nvPr/>
              </p:nvSpPr>
              <p:spPr>
                <a:xfrm>
                  <a:off x="10520648" y="1616583"/>
                  <a:ext cx="6108" cy="17049"/>
                </a:xfrm>
                <a:custGeom>
                  <a:avLst/>
                  <a:gdLst>
                    <a:gd name="connsiteX0" fmla="*/ 5905 w 6108"/>
                    <a:gd name="connsiteY0" fmla="*/ 10858 h 17049"/>
                    <a:gd name="connsiteX1" fmla="*/ 4190 w 6108"/>
                    <a:gd name="connsiteY1" fmla="*/ 10001 h 17049"/>
                    <a:gd name="connsiteX2" fmla="*/ 6096 w 6108"/>
                    <a:gd name="connsiteY2" fmla="*/ 15335 h 17049"/>
                    <a:gd name="connsiteX3" fmla="*/ 2857 w 6108"/>
                    <a:gd name="connsiteY3" fmla="*/ 17050 h 17049"/>
                    <a:gd name="connsiteX4" fmla="*/ 3143 w 6108"/>
                    <a:gd name="connsiteY4" fmla="*/ 9049 h 17049"/>
                    <a:gd name="connsiteX5" fmla="*/ 1334 w 6108"/>
                    <a:gd name="connsiteY5" fmla="*/ 10477 h 17049"/>
                    <a:gd name="connsiteX6" fmla="*/ 0 w 6108"/>
                    <a:gd name="connsiteY6" fmla="*/ 8477 h 17049"/>
                    <a:gd name="connsiteX7" fmla="*/ 2572 w 6108"/>
                    <a:gd name="connsiteY7" fmla="*/ 5810 h 17049"/>
                    <a:gd name="connsiteX8" fmla="*/ 2000 w 6108"/>
                    <a:gd name="connsiteY8" fmla="*/ 1333 h 17049"/>
                    <a:gd name="connsiteX9" fmla="*/ 2381 w 6108"/>
                    <a:gd name="connsiteY9" fmla="*/ 95 h 17049"/>
                    <a:gd name="connsiteX10" fmla="*/ 3143 w 6108"/>
                    <a:gd name="connsiteY10" fmla="*/ 0 h 17049"/>
                    <a:gd name="connsiteX11" fmla="*/ 2952 w 6108"/>
                    <a:gd name="connsiteY11" fmla="*/ 4572 h 17049"/>
                    <a:gd name="connsiteX12" fmla="*/ 5905 w 6108"/>
                    <a:gd name="connsiteY12" fmla="*/ 10858 h 170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08" h="17049">
                      <a:moveTo>
                        <a:pt x="5905" y="10858"/>
                      </a:moveTo>
                      <a:cubicBezTo>
                        <a:pt x="5049" y="11335"/>
                        <a:pt x="4572" y="10858"/>
                        <a:pt x="4190" y="10001"/>
                      </a:cubicBezTo>
                      <a:cubicBezTo>
                        <a:pt x="3620" y="15335"/>
                        <a:pt x="5524" y="13430"/>
                        <a:pt x="6096" y="15335"/>
                      </a:cubicBezTo>
                      <a:cubicBezTo>
                        <a:pt x="6286" y="17335"/>
                        <a:pt x="4190" y="14478"/>
                        <a:pt x="2857" y="17050"/>
                      </a:cubicBezTo>
                      <a:cubicBezTo>
                        <a:pt x="2572" y="14002"/>
                        <a:pt x="2667" y="12287"/>
                        <a:pt x="3143" y="9049"/>
                      </a:cubicBezTo>
                      <a:cubicBezTo>
                        <a:pt x="2572" y="9715"/>
                        <a:pt x="1334" y="8001"/>
                        <a:pt x="1334" y="10477"/>
                      </a:cubicBezTo>
                      <a:cubicBezTo>
                        <a:pt x="762" y="10096"/>
                        <a:pt x="1143" y="6953"/>
                        <a:pt x="0" y="8477"/>
                      </a:cubicBezTo>
                      <a:cubicBezTo>
                        <a:pt x="476" y="6382"/>
                        <a:pt x="1905" y="7239"/>
                        <a:pt x="2572" y="5810"/>
                      </a:cubicBezTo>
                      <a:cubicBezTo>
                        <a:pt x="3143" y="2096"/>
                        <a:pt x="1429" y="5144"/>
                        <a:pt x="2000" y="1333"/>
                      </a:cubicBezTo>
                      <a:cubicBezTo>
                        <a:pt x="2286" y="1524"/>
                        <a:pt x="2381" y="857"/>
                        <a:pt x="2381" y="95"/>
                      </a:cubicBezTo>
                      <a:lnTo>
                        <a:pt x="3143" y="0"/>
                      </a:lnTo>
                      <a:cubicBezTo>
                        <a:pt x="3620" y="2191"/>
                        <a:pt x="3047" y="1429"/>
                        <a:pt x="2952" y="4572"/>
                      </a:cubicBezTo>
                      <a:cubicBezTo>
                        <a:pt x="4286" y="2000"/>
                        <a:pt x="5619" y="6953"/>
                        <a:pt x="5905" y="10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2" name="Freeform: Shape 1091">
                  <a:extLst>
                    <a:ext uri="{FF2B5EF4-FFF2-40B4-BE49-F238E27FC236}">
                      <a16:creationId xmlns:a16="http://schemas.microsoft.com/office/drawing/2014/main" id="{97775B73-2DE4-48E5-99F0-5EE11C73B2EF}"/>
                    </a:ext>
                  </a:extLst>
                </p:cNvPr>
                <p:cNvSpPr/>
                <p:nvPr/>
              </p:nvSpPr>
              <p:spPr>
                <a:xfrm>
                  <a:off x="10514171" y="1805844"/>
                  <a:ext cx="2301" cy="4847"/>
                </a:xfrm>
                <a:custGeom>
                  <a:avLst/>
                  <a:gdLst>
                    <a:gd name="connsiteX0" fmla="*/ 1429 w 2301"/>
                    <a:gd name="connsiteY0" fmla="*/ 4667 h 4847"/>
                    <a:gd name="connsiteX1" fmla="*/ 0 w 2301"/>
                    <a:gd name="connsiteY1" fmla="*/ 2572 h 4847"/>
                    <a:gd name="connsiteX2" fmla="*/ 1906 w 2301"/>
                    <a:gd name="connsiteY2" fmla="*/ 0 h 4847"/>
                    <a:gd name="connsiteX3" fmla="*/ 1429 w 2301"/>
                    <a:gd name="connsiteY3" fmla="*/ 4667 h 4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301" h="4847">
                      <a:moveTo>
                        <a:pt x="1429" y="4667"/>
                      </a:moveTo>
                      <a:cubicBezTo>
                        <a:pt x="381" y="5620"/>
                        <a:pt x="763" y="2477"/>
                        <a:pt x="0" y="2572"/>
                      </a:cubicBezTo>
                      <a:cubicBezTo>
                        <a:pt x="572" y="-1048"/>
                        <a:pt x="1620" y="4763"/>
                        <a:pt x="1906" y="0"/>
                      </a:cubicBezTo>
                      <a:cubicBezTo>
                        <a:pt x="3144" y="1619"/>
                        <a:pt x="1048" y="1905"/>
                        <a:pt x="1429" y="4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3" name="Freeform: Shape 1092">
                  <a:extLst>
                    <a:ext uri="{FF2B5EF4-FFF2-40B4-BE49-F238E27FC236}">
                      <a16:creationId xmlns:a16="http://schemas.microsoft.com/office/drawing/2014/main" id="{524DAE66-533D-42E2-92BB-CE2CA778BF60}"/>
                    </a:ext>
                  </a:extLst>
                </p:cNvPr>
                <p:cNvSpPr/>
                <p:nvPr/>
              </p:nvSpPr>
              <p:spPr>
                <a:xfrm>
                  <a:off x="10522934" y="1634626"/>
                  <a:ext cx="3333" cy="4112"/>
                </a:xfrm>
                <a:custGeom>
                  <a:avLst/>
                  <a:gdLst>
                    <a:gd name="connsiteX0" fmla="*/ 0 w 3333"/>
                    <a:gd name="connsiteY0" fmla="*/ 3673 h 4112"/>
                    <a:gd name="connsiteX1" fmla="*/ 3334 w 3333"/>
                    <a:gd name="connsiteY1" fmla="*/ 816 h 4112"/>
                    <a:gd name="connsiteX2" fmla="*/ 0 w 3333"/>
                    <a:gd name="connsiteY2" fmla="*/ 3673 h 4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33" h="4112">
                      <a:moveTo>
                        <a:pt x="0" y="3673"/>
                      </a:moveTo>
                      <a:cubicBezTo>
                        <a:pt x="952" y="2149"/>
                        <a:pt x="2381" y="-1661"/>
                        <a:pt x="3334" y="816"/>
                      </a:cubicBezTo>
                      <a:cubicBezTo>
                        <a:pt x="2191" y="1578"/>
                        <a:pt x="666" y="5388"/>
                        <a:pt x="0" y="367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4" name="Freeform: Shape 1093">
                  <a:extLst>
                    <a:ext uri="{FF2B5EF4-FFF2-40B4-BE49-F238E27FC236}">
                      <a16:creationId xmlns:a16="http://schemas.microsoft.com/office/drawing/2014/main" id="{4B4AF25F-1103-4489-998A-346CBB3E8491}"/>
                    </a:ext>
                  </a:extLst>
                </p:cNvPr>
                <p:cNvSpPr/>
                <p:nvPr/>
              </p:nvSpPr>
              <p:spPr>
                <a:xfrm>
                  <a:off x="10518345" y="1799653"/>
                  <a:ext cx="1468" cy="5475"/>
                </a:xfrm>
                <a:custGeom>
                  <a:avLst/>
                  <a:gdLst>
                    <a:gd name="connsiteX0" fmla="*/ 1160 w 1468"/>
                    <a:gd name="connsiteY0" fmla="*/ 1143 h 5475"/>
                    <a:gd name="connsiteX1" fmla="*/ 1445 w 1468"/>
                    <a:gd name="connsiteY1" fmla="*/ 4477 h 5475"/>
                    <a:gd name="connsiteX2" fmla="*/ 18 w 1468"/>
                    <a:gd name="connsiteY2" fmla="*/ 4763 h 5475"/>
                    <a:gd name="connsiteX3" fmla="*/ 1256 w 1468"/>
                    <a:gd name="connsiteY3" fmla="*/ 0 h 5475"/>
                    <a:gd name="connsiteX4" fmla="*/ 1160 w 1468"/>
                    <a:gd name="connsiteY4" fmla="*/ 1143 h 5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68" h="5475">
                      <a:moveTo>
                        <a:pt x="1160" y="1143"/>
                      </a:moveTo>
                      <a:cubicBezTo>
                        <a:pt x="1351" y="2000"/>
                        <a:pt x="1445" y="2953"/>
                        <a:pt x="1445" y="4477"/>
                      </a:cubicBezTo>
                      <a:cubicBezTo>
                        <a:pt x="493" y="4572"/>
                        <a:pt x="684" y="6477"/>
                        <a:pt x="18" y="4763"/>
                      </a:cubicBezTo>
                      <a:cubicBezTo>
                        <a:pt x="-173" y="1143"/>
                        <a:pt x="1256" y="3048"/>
                        <a:pt x="1256" y="0"/>
                      </a:cubicBezTo>
                      <a:cubicBezTo>
                        <a:pt x="1636" y="191"/>
                        <a:pt x="1445" y="1143"/>
                        <a:pt x="1160" y="114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5" name="Freeform: Shape 1094">
                  <a:extLst>
                    <a:ext uri="{FF2B5EF4-FFF2-40B4-BE49-F238E27FC236}">
                      <a16:creationId xmlns:a16="http://schemas.microsoft.com/office/drawing/2014/main" id="{19B0DC6B-8245-4FAB-B256-DF45861CC881}"/>
                    </a:ext>
                  </a:extLst>
                </p:cNvPr>
                <p:cNvSpPr/>
                <p:nvPr/>
              </p:nvSpPr>
              <p:spPr>
                <a:xfrm>
                  <a:off x="10521219" y="1759648"/>
                  <a:ext cx="3143" cy="9228"/>
                </a:xfrm>
                <a:custGeom>
                  <a:avLst/>
                  <a:gdLst>
                    <a:gd name="connsiteX0" fmla="*/ 1143 w 3143"/>
                    <a:gd name="connsiteY0" fmla="*/ 3334 h 9228"/>
                    <a:gd name="connsiteX1" fmla="*/ 0 w 3143"/>
                    <a:gd name="connsiteY1" fmla="*/ 5810 h 9228"/>
                    <a:gd name="connsiteX2" fmla="*/ 952 w 3143"/>
                    <a:gd name="connsiteY2" fmla="*/ 0 h 9228"/>
                    <a:gd name="connsiteX3" fmla="*/ 3144 w 3143"/>
                    <a:gd name="connsiteY3" fmla="*/ 8668 h 9228"/>
                    <a:gd name="connsiteX4" fmla="*/ 1143 w 3143"/>
                    <a:gd name="connsiteY4" fmla="*/ 3334 h 9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3" h="9228">
                      <a:moveTo>
                        <a:pt x="1143" y="3334"/>
                      </a:moveTo>
                      <a:cubicBezTo>
                        <a:pt x="763" y="4096"/>
                        <a:pt x="667" y="6001"/>
                        <a:pt x="0" y="5810"/>
                      </a:cubicBezTo>
                      <a:cubicBezTo>
                        <a:pt x="381" y="4286"/>
                        <a:pt x="477" y="1524"/>
                        <a:pt x="952" y="0"/>
                      </a:cubicBezTo>
                      <a:cubicBezTo>
                        <a:pt x="1524" y="3429"/>
                        <a:pt x="2381" y="5905"/>
                        <a:pt x="3144" y="8668"/>
                      </a:cubicBezTo>
                      <a:cubicBezTo>
                        <a:pt x="2001" y="10668"/>
                        <a:pt x="858" y="6953"/>
                        <a:pt x="1143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6" name="Freeform: Shape 1095">
                  <a:extLst>
                    <a:ext uri="{FF2B5EF4-FFF2-40B4-BE49-F238E27FC236}">
                      <a16:creationId xmlns:a16="http://schemas.microsoft.com/office/drawing/2014/main" id="{0221022E-595F-4EBB-A9A4-511CA58863CB}"/>
                    </a:ext>
                  </a:extLst>
                </p:cNvPr>
                <p:cNvSpPr/>
                <p:nvPr/>
              </p:nvSpPr>
              <p:spPr>
                <a:xfrm>
                  <a:off x="10527029" y="1619059"/>
                  <a:ext cx="2645" cy="7763"/>
                </a:xfrm>
                <a:custGeom>
                  <a:avLst/>
                  <a:gdLst>
                    <a:gd name="connsiteX0" fmla="*/ 2096 w 2645"/>
                    <a:gd name="connsiteY0" fmla="*/ 5715 h 7763"/>
                    <a:gd name="connsiteX1" fmla="*/ 0 w 2645"/>
                    <a:gd name="connsiteY1" fmla="*/ 4953 h 7763"/>
                    <a:gd name="connsiteX2" fmla="*/ 2286 w 2645"/>
                    <a:gd name="connsiteY2" fmla="*/ 0 h 7763"/>
                    <a:gd name="connsiteX3" fmla="*/ 2096 w 2645"/>
                    <a:gd name="connsiteY3" fmla="*/ 5715 h 7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45" h="7763">
                      <a:moveTo>
                        <a:pt x="2096" y="5715"/>
                      </a:moveTo>
                      <a:cubicBezTo>
                        <a:pt x="1238" y="7334"/>
                        <a:pt x="0" y="9715"/>
                        <a:pt x="0" y="4953"/>
                      </a:cubicBezTo>
                      <a:cubicBezTo>
                        <a:pt x="1049" y="6667"/>
                        <a:pt x="1906" y="4000"/>
                        <a:pt x="2286" y="0"/>
                      </a:cubicBezTo>
                      <a:cubicBezTo>
                        <a:pt x="3335" y="857"/>
                        <a:pt x="1715" y="2953"/>
                        <a:pt x="2096" y="5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7" name="Freeform: Shape 1096">
                  <a:extLst>
                    <a:ext uri="{FF2B5EF4-FFF2-40B4-BE49-F238E27FC236}">
                      <a16:creationId xmlns:a16="http://schemas.microsoft.com/office/drawing/2014/main" id="{5AA14EDE-57F6-4151-9314-C3623408F5F8}"/>
                    </a:ext>
                  </a:extLst>
                </p:cNvPr>
                <p:cNvSpPr/>
                <p:nvPr/>
              </p:nvSpPr>
              <p:spPr>
                <a:xfrm>
                  <a:off x="10524549" y="2016156"/>
                  <a:ext cx="2861" cy="6095"/>
                </a:xfrm>
                <a:custGeom>
                  <a:avLst/>
                  <a:gdLst>
                    <a:gd name="connsiteX0" fmla="*/ 3 w 2861"/>
                    <a:gd name="connsiteY0" fmla="*/ 6096 h 6095"/>
                    <a:gd name="connsiteX1" fmla="*/ 2861 w 2861"/>
                    <a:gd name="connsiteY1" fmla="*/ 0 h 6095"/>
                    <a:gd name="connsiteX2" fmla="*/ 2766 w 2861"/>
                    <a:gd name="connsiteY2" fmla="*/ 2286 h 6095"/>
                    <a:gd name="connsiteX3" fmla="*/ 3 w 2861"/>
                    <a:gd name="connsiteY3" fmla="*/ 6096 h 6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61" h="6095">
                      <a:moveTo>
                        <a:pt x="3" y="6096"/>
                      </a:moveTo>
                      <a:cubicBezTo>
                        <a:pt x="-91" y="5620"/>
                        <a:pt x="1814" y="1048"/>
                        <a:pt x="2861" y="0"/>
                      </a:cubicBezTo>
                      <a:cubicBezTo>
                        <a:pt x="2575" y="1048"/>
                        <a:pt x="2385" y="2096"/>
                        <a:pt x="2766" y="2286"/>
                      </a:cubicBezTo>
                      <a:cubicBezTo>
                        <a:pt x="2385" y="5429"/>
                        <a:pt x="861" y="4667"/>
                        <a:pt x="3" y="6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8" name="Freeform: Shape 1097">
                  <a:extLst>
                    <a:ext uri="{FF2B5EF4-FFF2-40B4-BE49-F238E27FC236}">
                      <a16:creationId xmlns:a16="http://schemas.microsoft.com/office/drawing/2014/main" id="{8E8136D4-8ADF-48E7-A981-84DA84E229B4}"/>
                    </a:ext>
                  </a:extLst>
                </p:cNvPr>
                <p:cNvSpPr/>
                <p:nvPr/>
              </p:nvSpPr>
              <p:spPr>
                <a:xfrm>
                  <a:off x="10540404" y="1597601"/>
                  <a:ext cx="2246" cy="8288"/>
                </a:xfrm>
                <a:custGeom>
                  <a:avLst/>
                  <a:gdLst>
                    <a:gd name="connsiteX0" fmla="*/ 56 w 2246"/>
                    <a:gd name="connsiteY0" fmla="*/ 7170 h 8288"/>
                    <a:gd name="connsiteX1" fmla="*/ 1008 w 2246"/>
                    <a:gd name="connsiteY1" fmla="*/ 217 h 8288"/>
                    <a:gd name="connsiteX2" fmla="*/ 2246 w 2246"/>
                    <a:gd name="connsiteY2" fmla="*/ 6789 h 8288"/>
                    <a:gd name="connsiteX3" fmla="*/ 56 w 2246"/>
                    <a:gd name="connsiteY3" fmla="*/ 7170 h 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46" h="8288">
                      <a:moveTo>
                        <a:pt x="56" y="7170"/>
                      </a:moveTo>
                      <a:cubicBezTo>
                        <a:pt x="-420" y="7075"/>
                        <a:pt x="2342" y="5456"/>
                        <a:pt x="1008" y="217"/>
                      </a:cubicBezTo>
                      <a:cubicBezTo>
                        <a:pt x="1294" y="-1117"/>
                        <a:pt x="2151" y="4027"/>
                        <a:pt x="2246" y="6789"/>
                      </a:cubicBezTo>
                      <a:cubicBezTo>
                        <a:pt x="1961" y="9361"/>
                        <a:pt x="342" y="8027"/>
                        <a:pt x="56" y="717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99" name="Freeform: Shape 1098">
                  <a:extLst>
                    <a:ext uri="{FF2B5EF4-FFF2-40B4-BE49-F238E27FC236}">
                      <a16:creationId xmlns:a16="http://schemas.microsoft.com/office/drawing/2014/main" id="{DDCA21C1-C6B9-4A33-8D51-4C13549A6521}"/>
                    </a:ext>
                  </a:extLst>
                </p:cNvPr>
                <p:cNvSpPr/>
                <p:nvPr/>
              </p:nvSpPr>
              <p:spPr>
                <a:xfrm>
                  <a:off x="10527600" y="2015943"/>
                  <a:ext cx="1948" cy="4543"/>
                </a:xfrm>
                <a:custGeom>
                  <a:avLst/>
                  <a:gdLst>
                    <a:gd name="connsiteX0" fmla="*/ 383 w 1948"/>
                    <a:gd name="connsiteY0" fmla="*/ 3451 h 4543"/>
                    <a:gd name="connsiteX1" fmla="*/ 96 w 1948"/>
                    <a:gd name="connsiteY1" fmla="*/ 1261 h 4543"/>
                    <a:gd name="connsiteX2" fmla="*/ 1525 w 1948"/>
                    <a:gd name="connsiteY2" fmla="*/ 4404 h 4543"/>
                    <a:gd name="connsiteX3" fmla="*/ 858 w 1948"/>
                    <a:gd name="connsiteY3" fmla="*/ 2213 h 4543"/>
                    <a:gd name="connsiteX4" fmla="*/ 383 w 1948"/>
                    <a:gd name="connsiteY4" fmla="*/ 3451 h 45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48" h="4543">
                      <a:moveTo>
                        <a:pt x="383" y="3451"/>
                      </a:moveTo>
                      <a:cubicBezTo>
                        <a:pt x="-666" y="7166"/>
                        <a:pt x="858" y="118"/>
                        <a:pt x="96" y="1261"/>
                      </a:cubicBezTo>
                      <a:cubicBezTo>
                        <a:pt x="667" y="-1978"/>
                        <a:pt x="2859" y="1737"/>
                        <a:pt x="1525" y="4404"/>
                      </a:cubicBezTo>
                      <a:cubicBezTo>
                        <a:pt x="1144" y="4213"/>
                        <a:pt x="1335" y="2213"/>
                        <a:pt x="858" y="2213"/>
                      </a:cubicBezTo>
                      <a:cubicBezTo>
                        <a:pt x="478" y="2118"/>
                        <a:pt x="383" y="2785"/>
                        <a:pt x="383" y="345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0" name="Freeform: Shape 1099">
                  <a:extLst>
                    <a:ext uri="{FF2B5EF4-FFF2-40B4-BE49-F238E27FC236}">
                      <a16:creationId xmlns:a16="http://schemas.microsoft.com/office/drawing/2014/main" id="{B33F599D-9A61-46DB-BD3F-8BA3BC926412}"/>
                    </a:ext>
                  </a:extLst>
                </p:cNvPr>
                <p:cNvSpPr/>
                <p:nvPr/>
              </p:nvSpPr>
              <p:spPr>
                <a:xfrm>
                  <a:off x="10534650" y="1800510"/>
                  <a:ext cx="2667" cy="5810"/>
                </a:xfrm>
                <a:custGeom>
                  <a:avLst/>
                  <a:gdLst>
                    <a:gd name="connsiteX0" fmla="*/ 0 w 2667"/>
                    <a:gd name="connsiteY0" fmla="*/ 5810 h 5810"/>
                    <a:gd name="connsiteX1" fmla="*/ 952 w 2667"/>
                    <a:gd name="connsiteY1" fmla="*/ 0 h 5810"/>
                    <a:gd name="connsiteX2" fmla="*/ 2667 w 2667"/>
                    <a:gd name="connsiteY2" fmla="*/ 3143 h 5810"/>
                    <a:gd name="connsiteX3" fmla="*/ 0 w 2667"/>
                    <a:gd name="connsiteY3" fmla="*/ 5810 h 5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67" h="5810">
                      <a:moveTo>
                        <a:pt x="0" y="5810"/>
                      </a:moveTo>
                      <a:cubicBezTo>
                        <a:pt x="191" y="3620"/>
                        <a:pt x="1143" y="3524"/>
                        <a:pt x="952" y="0"/>
                      </a:cubicBezTo>
                      <a:cubicBezTo>
                        <a:pt x="1524" y="2286"/>
                        <a:pt x="1143" y="5810"/>
                        <a:pt x="2667" y="3143"/>
                      </a:cubicBezTo>
                      <a:cubicBezTo>
                        <a:pt x="2191" y="5525"/>
                        <a:pt x="1143" y="5810"/>
                        <a:pt x="0" y="5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1" name="Freeform: Shape 1100">
                  <a:extLst>
                    <a:ext uri="{FF2B5EF4-FFF2-40B4-BE49-F238E27FC236}">
                      <a16:creationId xmlns:a16="http://schemas.microsoft.com/office/drawing/2014/main" id="{C58C40EE-C154-4224-8C86-76ED643A23E6}"/>
                    </a:ext>
                  </a:extLst>
                </p:cNvPr>
                <p:cNvSpPr/>
                <p:nvPr/>
              </p:nvSpPr>
              <p:spPr>
                <a:xfrm>
                  <a:off x="10539375" y="1688302"/>
                  <a:ext cx="2513" cy="7052"/>
                </a:xfrm>
                <a:custGeom>
                  <a:avLst/>
                  <a:gdLst>
                    <a:gd name="connsiteX0" fmla="*/ 227 w 2513"/>
                    <a:gd name="connsiteY0" fmla="*/ 3814 h 7052"/>
                    <a:gd name="connsiteX1" fmla="*/ 2513 w 2513"/>
                    <a:gd name="connsiteY1" fmla="*/ 4 h 7052"/>
                    <a:gd name="connsiteX2" fmla="*/ 798 w 2513"/>
                    <a:gd name="connsiteY2" fmla="*/ 7052 h 7052"/>
                    <a:gd name="connsiteX3" fmla="*/ 1561 w 2513"/>
                    <a:gd name="connsiteY3" fmla="*/ 4671 h 7052"/>
                    <a:gd name="connsiteX4" fmla="*/ 227 w 2513"/>
                    <a:gd name="connsiteY4" fmla="*/ 3814 h 7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" h="7052">
                      <a:moveTo>
                        <a:pt x="227" y="3814"/>
                      </a:moveTo>
                      <a:cubicBezTo>
                        <a:pt x="-725" y="1718"/>
                        <a:pt x="1561" y="-92"/>
                        <a:pt x="2513" y="4"/>
                      </a:cubicBezTo>
                      <a:cubicBezTo>
                        <a:pt x="1561" y="3242"/>
                        <a:pt x="2227" y="4576"/>
                        <a:pt x="798" y="7052"/>
                      </a:cubicBezTo>
                      <a:cubicBezTo>
                        <a:pt x="-154" y="6766"/>
                        <a:pt x="894" y="3433"/>
                        <a:pt x="1561" y="4671"/>
                      </a:cubicBezTo>
                      <a:cubicBezTo>
                        <a:pt x="1561" y="3718"/>
                        <a:pt x="132" y="2004"/>
                        <a:pt x="227" y="38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2" name="Freeform: Shape 1101">
                  <a:extLst>
                    <a:ext uri="{FF2B5EF4-FFF2-40B4-BE49-F238E27FC236}">
                      <a16:creationId xmlns:a16="http://schemas.microsoft.com/office/drawing/2014/main" id="{F5B7BC27-853C-4719-8AC6-5B085797C986}"/>
                    </a:ext>
                  </a:extLst>
                </p:cNvPr>
                <p:cNvSpPr/>
                <p:nvPr/>
              </p:nvSpPr>
              <p:spPr>
                <a:xfrm>
                  <a:off x="10541862" y="1614011"/>
                  <a:ext cx="4332" cy="7048"/>
                </a:xfrm>
                <a:custGeom>
                  <a:avLst/>
                  <a:gdLst>
                    <a:gd name="connsiteX0" fmla="*/ 4312 w 4332"/>
                    <a:gd name="connsiteY0" fmla="*/ 0 h 7048"/>
                    <a:gd name="connsiteX1" fmla="*/ 2979 w 4332"/>
                    <a:gd name="connsiteY1" fmla="*/ 7049 h 7048"/>
                    <a:gd name="connsiteX2" fmla="*/ 27 w 4332"/>
                    <a:gd name="connsiteY2" fmla="*/ 762 h 7048"/>
                    <a:gd name="connsiteX3" fmla="*/ 2694 w 4332"/>
                    <a:gd name="connsiteY3" fmla="*/ 4858 h 7048"/>
                    <a:gd name="connsiteX4" fmla="*/ 4312 w 4332"/>
                    <a:gd name="connsiteY4" fmla="*/ 0 h 7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32" h="7048">
                      <a:moveTo>
                        <a:pt x="4312" y="0"/>
                      </a:moveTo>
                      <a:cubicBezTo>
                        <a:pt x="4503" y="4382"/>
                        <a:pt x="3265" y="4191"/>
                        <a:pt x="2979" y="7049"/>
                      </a:cubicBezTo>
                      <a:cubicBezTo>
                        <a:pt x="1836" y="6096"/>
                        <a:pt x="-259" y="8096"/>
                        <a:pt x="27" y="762"/>
                      </a:cubicBezTo>
                      <a:cubicBezTo>
                        <a:pt x="597" y="3143"/>
                        <a:pt x="1074" y="5810"/>
                        <a:pt x="2694" y="4858"/>
                      </a:cubicBezTo>
                      <a:cubicBezTo>
                        <a:pt x="1551" y="-857"/>
                        <a:pt x="3265" y="5906"/>
                        <a:pt x="4312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3" name="Freeform: Shape 1102">
                  <a:extLst>
                    <a:ext uri="{FF2B5EF4-FFF2-40B4-BE49-F238E27FC236}">
                      <a16:creationId xmlns:a16="http://schemas.microsoft.com/office/drawing/2014/main" id="{3F14B141-7425-488C-8460-A0FFB9544342}"/>
                    </a:ext>
                  </a:extLst>
                </p:cNvPr>
                <p:cNvSpPr/>
                <p:nvPr/>
              </p:nvSpPr>
              <p:spPr>
                <a:xfrm>
                  <a:off x="10546365" y="1558252"/>
                  <a:ext cx="3428" cy="5657"/>
                </a:xfrm>
                <a:custGeom>
                  <a:avLst/>
                  <a:gdLst>
                    <a:gd name="connsiteX0" fmla="*/ 1238 w 3428"/>
                    <a:gd name="connsiteY0" fmla="*/ 5657 h 5657"/>
                    <a:gd name="connsiteX1" fmla="*/ 0 w 3428"/>
                    <a:gd name="connsiteY1" fmla="*/ 1371 h 5657"/>
                    <a:gd name="connsiteX2" fmla="*/ 3429 w 3428"/>
                    <a:gd name="connsiteY2" fmla="*/ 4133 h 5657"/>
                    <a:gd name="connsiteX3" fmla="*/ 1238 w 3428"/>
                    <a:gd name="connsiteY3" fmla="*/ 5657 h 5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28" h="5657">
                      <a:moveTo>
                        <a:pt x="1238" y="5657"/>
                      </a:moveTo>
                      <a:cubicBezTo>
                        <a:pt x="2191" y="2704"/>
                        <a:pt x="1143" y="799"/>
                        <a:pt x="0" y="1371"/>
                      </a:cubicBezTo>
                      <a:cubicBezTo>
                        <a:pt x="1524" y="-2915"/>
                        <a:pt x="2191" y="4228"/>
                        <a:pt x="3429" y="4133"/>
                      </a:cubicBezTo>
                      <a:cubicBezTo>
                        <a:pt x="2763" y="6514"/>
                        <a:pt x="2191" y="3181"/>
                        <a:pt x="1238" y="565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4" name="Freeform: Shape 1103">
                  <a:extLst>
                    <a:ext uri="{FF2B5EF4-FFF2-40B4-BE49-F238E27FC236}">
                      <a16:creationId xmlns:a16="http://schemas.microsoft.com/office/drawing/2014/main" id="{2C7FD5E4-A7D3-46E8-B2E5-F33E8854525B}"/>
                    </a:ext>
                  </a:extLst>
                </p:cNvPr>
                <p:cNvSpPr/>
                <p:nvPr/>
              </p:nvSpPr>
              <p:spPr>
                <a:xfrm>
                  <a:off x="10548106" y="1522531"/>
                  <a:ext cx="2260" cy="14164"/>
                </a:xfrm>
                <a:custGeom>
                  <a:avLst/>
                  <a:gdLst>
                    <a:gd name="connsiteX0" fmla="*/ 70 w 2260"/>
                    <a:gd name="connsiteY0" fmla="*/ 14041 h 14164"/>
                    <a:gd name="connsiteX1" fmla="*/ 2260 w 2260"/>
                    <a:gd name="connsiteY1" fmla="*/ 39 h 14164"/>
                    <a:gd name="connsiteX2" fmla="*/ 70 w 2260"/>
                    <a:gd name="connsiteY2" fmla="*/ 14041 h 14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260" h="14164">
                      <a:moveTo>
                        <a:pt x="70" y="14041"/>
                      </a:moveTo>
                      <a:cubicBezTo>
                        <a:pt x="-217" y="15756"/>
                        <a:pt x="354" y="-913"/>
                        <a:pt x="2260" y="39"/>
                      </a:cubicBezTo>
                      <a:cubicBezTo>
                        <a:pt x="1022" y="2992"/>
                        <a:pt x="736" y="9279"/>
                        <a:pt x="70" y="1404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5" name="Freeform: Shape 1104">
                  <a:extLst>
                    <a:ext uri="{FF2B5EF4-FFF2-40B4-BE49-F238E27FC236}">
                      <a16:creationId xmlns:a16="http://schemas.microsoft.com/office/drawing/2014/main" id="{1A01D71D-5FF4-48EA-BA58-718D92551FE8}"/>
                    </a:ext>
                  </a:extLst>
                </p:cNvPr>
                <p:cNvSpPr/>
                <p:nvPr/>
              </p:nvSpPr>
              <p:spPr>
                <a:xfrm>
                  <a:off x="10534268" y="2009298"/>
                  <a:ext cx="9620" cy="7048"/>
                </a:xfrm>
                <a:custGeom>
                  <a:avLst/>
                  <a:gdLst>
                    <a:gd name="connsiteX0" fmla="*/ 0 w 9620"/>
                    <a:gd name="connsiteY0" fmla="*/ 0 h 7048"/>
                    <a:gd name="connsiteX1" fmla="*/ 9620 w 9620"/>
                    <a:gd name="connsiteY1" fmla="*/ 4096 h 7048"/>
                    <a:gd name="connsiteX2" fmla="*/ 5430 w 9620"/>
                    <a:gd name="connsiteY2" fmla="*/ 7049 h 7048"/>
                    <a:gd name="connsiteX3" fmla="*/ 0 w 9620"/>
                    <a:gd name="connsiteY3" fmla="*/ 0 h 70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20" h="7048">
                      <a:moveTo>
                        <a:pt x="0" y="0"/>
                      </a:moveTo>
                      <a:cubicBezTo>
                        <a:pt x="3715" y="476"/>
                        <a:pt x="7048" y="2286"/>
                        <a:pt x="9620" y="4096"/>
                      </a:cubicBezTo>
                      <a:cubicBezTo>
                        <a:pt x="8477" y="10668"/>
                        <a:pt x="6478" y="286"/>
                        <a:pt x="5430" y="7049"/>
                      </a:cubicBezTo>
                      <a:cubicBezTo>
                        <a:pt x="4287" y="1048"/>
                        <a:pt x="1334" y="6001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6" name="Freeform: Shape 1105">
                  <a:extLst>
                    <a:ext uri="{FF2B5EF4-FFF2-40B4-BE49-F238E27FC236}">
                      <a16:creationId xmlns:a16="http://schemas.microsoft.com/office/drawing/2014/main" id="{88F39492-59F1-4B35-A4DB-4037D4D3C9C0}"/>
                    </a:ext>
                  </a:extLst>
                </p:cNvPr>
                <p:cNvSpPr/>
                <p:nvPr/>
              </p:nvSpPr>
              <p:spPr>
                <a:xfrm>
                  <a:off x="10552652" y="1530858"/>
                  <a:ext cx="2849" cy="7239"/>
                </a:xfrm>
                <a:custGeom>
                  <a:avLst/>
                  <a:gdLst>
                    <a:gd name="connsiteX0" fmla="*/ 0 w 2849"/>
                    <a:gd name="connsiteY0" fmla="*/ 7239 h 7239"/>
                    <a:gd name="connsiteX1" fmla="*/ 2667 w 2849"/>
                    <a:gd name="connsiteY1" fmla="*/ 0 h 7239"/>
                    <a:gd name="connsiteX2" fmla="*/ 0 w 2849"/>
                    <a:gd name="connsiteY2" fmla="*/ 7239 h 72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49" h="7239">
                      <a:moveTo>
                        <a:pt x="0" y="7239"/>
                      </a:moveTo>
                      <a:cubicBezTo>
                        <a:pt x="476" y="3238"/>
                        <a:pt x="2477" y="4572"/>
                        <a:pt x="2667" y="0"/>
                      </a:cubicBezTo>
                      <a:cubicBezTo>
                        <a:pt x="3524" y="3143"/>
                        <a:pt x="1143" y="6286"/>
                        <a:pt x="0" y="7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7" name="Freeform: Shape 1106">
                  <a:extLst>
                    <a:ext uri="{FF2B5EF4-FFF2-40B4-BE49-F238E27FC236}">
                      <a16:creationId xmlns:a16="http://schemas.microsoft.com/office/drawing/2014/main" id="{B7728F94-B03E-4E5F-A248-C2B191C69DDA}"/>
                    </a:ext>
                  </a:extLst>
                </p:cNvPr>
                <p:cNvSpPr/>
                <p:nvPr/>
              </p:nvSpPr>
              <p:spPr>
                <a:xfrm>
                  <a:off x="10544747" y="1781555"/>
                  <a:ext cx="5142" cy="4083"/>
                </a:xfrm>
                <a:custGeom>
                  <a:avLst/>
                  <a:gdLst>
                    <a:gd name="connsiteX0" fmla="*/ 0 w 5142"/>
                    <a:gd name="connsiteY0" fmla="*/ 3810 h 4083"/>
                    <a:gd name="connsiteX1" fmla="*/ 2666 w 5142"/>
                    <a:gd name="connsiteY1" fmla="*/ 0 h 4083"/>
                    <a:gd name="connsiteX2" fmla="*/ 5143 w 5142"/>
                    <a:gd name="connsiteY2" fmla="*/ 667 h 4083"/>
                    <a:gd name="connsiteX3" fmla="*/ 0 w 5142"/>
                    <a:gd name="connsiteY3" fmla="*/ 3810 h 4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142" h="4083">
                      <a:moveTo>
                        <a:pt x="0" y="3810"/>
                      </a:moveTo>
                      <a:cubicBezTo>
                        <a:pt x="476" y="-1333"/>
                        <a:pt x="2191" y="7525"/>
                        <a:pt x="2666" y="0"/>
                      </a:cubicBezTo>
                      <a:cubicBezTo>
                        <a:pt x="3618" y="1905"/>
                        <a:pt x="3714" y="1619"/>
                        <a:pt x="5143" y="667"/>
                      </a:cubicBezTo>
                      <a:cubicBezTo>
                        <a:pt x="3238" y="3810"/>
                        <a:pt x="2761" y="4572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8" name="Freeform: Shape 1107">
                  <a:extLst>
                    <a:ext uri="{FF2B5EF4-FFF2-40B4-BE49-F238E27FC236}">
                      <a16:creationId xmlns:a16="http://schemas.microsoft.com/office/drawing/2014/main" id="{475B63FB-8BE5-4FCE-9143-8B1134DBDCE7}"/>
                    </a:ext>
                  </a:extLst>
                </p:cNvPr>
                <p:cNvSpPr/>
                <p:nvPr/>
              </p:nvSpPr>
              <p:spPr>
                <a:xfrm>
                  <a:off x="10547985" y="1749647"/>
                  <a:ext cx="6571" cy="3781"/>
                </a:xfrm>
                <a:custGeom>
                  <a:avLst/>
                  <a:gdLst>
                    <a:gd name="connsiteX0" fmla="*/ 0 w 6571"/>
                    <a:gd name="connsiteY0" fmla="*/ 3429 h 3781"/>
                    <a:gd name="connsiteX1" fmla="*/ 6572 w 6571"/>
                    <a:gd name="connsiteY1" fmla="*/ 0 h 3781"/>
                    <a:gd name="connsiteX2" fmla="*/ 0 w 6571"/>
                    <a:gd name="connsiteY2" fmla="*/ 3429 h 3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571" h="3781">
                      <a:moveTo>
                        <a:pt x="0" y="3429"/>
                      </a:moveTo>
                      <a:cubicBezTo>
                        <a:pt x="2381" y="-1048"/>
                        <a:pt x="4763" y="4191"/>
                        <a:pt x="6572" y="0"/>
                      </a:cubicBezTo>
                      <a:cubicBezTo>
                        <a:pt x="5238" y="6858"/>
                        <a:pt x="1809" y="2000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09" name="Freeform: Shape 1108">
                  <a:extLst>
                    <a:ext uri="{FF2B5EF4-FFF2-40B4-BE49-F238E27FC236}">
                      <a16:creationId xmlns:a16="http://schemas.microsoft.com/office/drawing/2014/main" id="{6B171446-C469-4E9D-9CF3-C0035E31BEBA}"/>
                    </a:ext>
                  </a:extLst>
                </p:cNvPr>
                <p:cNvSpPr/>
                <p:nvPr/>
              </p:nvSpPr>
              <p:spPr>
                <a:xfrm>
                  <a:off x="10549985" y="1690298"/>
                  <a:ext cx="1810" cy="6771"/>
                </a:xfrm>
                <a:custGeom>
                  <a:avLst/>
                  <a:gdLst>
                    <a:gd name="connsiteX0" fmla="*/ 0 w 1810"/>
                    <a:gd name="connsiteY0" fmla="*/ 3533 h 6771"/>
                    <a:gd name="connsiteX1" fmla="*/ 95 w 1810"/>
                    <a:gd name="connsiteY1" fmla="*/ 1247 h 6771"/>
                    <a:gd name="connsiteX2" fmla="*/ 1810 w 1810"/>
                    <a:gd name="connsiteY2" fmla="*/ 4295 h 6771"/>
                    <a:gd name="connsiteX3" fmla="*/ 1334 w 1810"/>
                    <a:gd name="connsiteY3" fmla="*/ 6676 h 6771"/>
                    <a:gd name="connsiteX4" fmla="*/ 572 w 1810"/>
                    <a:gd name="connsiteY4" fmla="*/ 6771 h 6771"/>
                    <a:gd name="connsiteX5" fmla="*/ 952 w 1810"/>
                    <a:gd name="connsiteY5" fmla="*/ 5533 h 6771"/>
                    <a:gd name="connsiteX6" fmla="*/ 0 w 1810"/>
                    <a:gd name="connsiteY6" fmla="*/ 3533 h 6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810" h="6771">
                      <a:moveTo>
                        <a:pt x="0" y="3533"/>
                      </a:moveTo>
                      <a:cubicBezTo>
                        <a:pt x="286" y="2485"/>
                        <a:pt x="477" y="1437"/>
                        <a:pt x="95" y="1247"/>
                      </a:cubicBezTo>
                      <a:cubicBezTo>
                        <a:pt x="1143" y="-3230"/>
                        <a:pt x="572" y="5914"/>
                        <a:pt x="1810" y="4295"/>
                      </a:cubicBezTo>
                      <a:cubicBezTo>
                        <a:pt x="1715" y="5247"/>
                        <a:pt x="1429" y="5533"/>
                        <a:pt x="1334" y="6676"/>
                      </a:cubicBezTo>
                      <a:lnTo>
                        <a:pt x="572" y="6771"/>
                      </a:lnTo>
                      <a:cubicBezTo>
                        <a:pt x="572" y="5819"/>
                        <a:pt x="762" y="5628"/>
                        <a:pt x="952" y="5533"/>
                      </a:cubicBezTo>
                      <a:cubicBezTo>
                        <a:pt x="857" y="4199"/>
                        <a:pt x="572" y="3342"/>
                        <a:pt x="0" y="35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0" name="Freeform: Shape 1109">
                  <a:extLst>
                    <a:ext uri="{FF2B5EF4-FFF2-40B4-BE49-F238E27FC236}">
                      <a16:creationId xmlns:a16="http://schemas.microsoft.com/office/drawing/2014/main" id="{E673E02F-1183-4B23-B28D-C0E67F3E638E}"/>
                    </a:ext>
                  </a:extLst>
                </p:cNvPr>
                <p:cNvSpPr/>
                <p:nvPr/>
              </p:nvSpPr>
              <p:spPr>
                <a:xfrm>
                  <a:off x="10553506" y="1818909"/>
                  <a:ext cx="1858" cy="5349"/>
                </a:xfrm>
                <a:custGeom>
                  <a:avLst/>
                  <a:gdLst>
                    <a:gd name="connsiteX0" fmla="*/ 3 w 1858"/>
                    <a:gd name="connsiteY0" fmla="*/ 1222 h 5349"/>
                    <a:gd name="connsiteX1" fmla="*/ 955 w 1858"/>
                    <a:gd name="connsiteY1" fmla="*/ 4461 h 5349"/>
                    <a:gd name="connsiteX2" fmla="*/ 1718 w 1858"/>
                    <a:gd name="connsiteY2" fmla="*/ 3223 h 5349"/>
                    <a:gd name="connsiteX3" fmla="*/ 3 w 1858"/>
                    <a:gd name="connsiteY3" fmla="*/ 1222 h 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8" h="5349">
                      <a:moveTo>
                        <a:pt x="3" y="1222"/>
                      </a:moveTo>
                      <a:cubicBezTo>
                        <a:pt x="479" y="-2207"/>
                        <a:pt x="1146" y="2461"/>
                        <a:pt x="955" y="4461"/>
                      </a:cubicBezTo>
                      <a:cubicBezTo>
                        <a:pt x="1336" y="4556"/>
                        <a:pt x="1622" y="4080"/>
                        <a:pt x="1718" y="3223"/>
                      </a:cubicBezTo>
                      <a:cubicBezTo>
                        <a:pt x="2479" y="7890"/>
                        <a:pt x="-93" y="3794"/>
                        <a:pt x="3" y="122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1" name="Freeform: Shape 1110">
                  <a:extLst>
                    <a:ext uri="{FF2B5EF4-FFF2-40B4-BE49-F238E27FC236}">
                      <a16:creationId xmlns:a16="http://schemas.microsoft.com/office/drawing/2014/main" id="{4464E8D4-CA76-404E-B24A-280B63E07671}"/>
                    </a:ext>
                  </a:extLst>
                </p:cNvPr>
                <p:cNvSpPr/>
                <p:nvPr/>
              </p:nvSpPr>
              <p:spPr>
                <a:xfrm>
                  <a:off x="10554556" y="1807576"/>
                  <a:ext cx="2956" cy="4078"/>
                </a:xfrm>
                <a:custGeom>
                  <a:avLst/>
                  <a:gdLst>
                    <a:gd name="connsiteX0" fmla="*/ 2096 w 2956"/>
                    <a:gd name="connsiteY0" fmla="*/ 4079 h 4078"/>
                    <a:gd name="connsiteX1" fmla="*/ 0 w 2956"/>
                    <a:gd name="connsiteY1" fmla="*/ 1031 h 4078"/>
                    <a:gd name="connsiteX2" fmla="*/ 2572 w 2956"/>
                    <a:gd name="connsiteY2" fmla="*/ 650 h 4078"/>
                    <a:gd name="connsiteX3" fmla="*/ 2096 w 2956"/>
                    <a:gd name="connsiteY3" fmla="*/ 4079 h 4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56" h="4078">
                      <a:moveTo>
                        <a:pt x="2096" y="4079"/>
                      </a:moveTo>
                      <a:cubicBezTo>
                        <a:pt x="1429" y="3127"/>
                        <a:pt x="667" y="1983"/>
                        <a:pt x="0" y="1031"/>
                      </a:cubicBezTo>
                      <a:cubicBezTo>
                        <a:pt x="667" y="-2303"/>
                        <a:pt x="1906" y="3793"/>
                        <a:pt x="2572" y="650"/>
                      </a:cubicBezTo>
                      <a:cubicBezTo>
                        <a:pt x="3810" y="1602"/>
                        <a:pt x="1620" y="1126"/>
                        <a:pt x="2096" y="407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2" name="Freeform: Shape 1111">
                  <a:extLst>
                    <a:ext uri="{FF2B5EF4-FFF2-40B4-BE49-F238E27FC236}">
                      <a16:creationId xmlns:a16="http://schemas.microsoft.com/office/drawing/2014/main" id="{BB838EEB-1DE5-423A-8E8F-A851039F8564}"/>
                    </a:ext>
                  </a:extLst>
                </p:cNvPr>
                <p:cNvSpPr/>
                <p:nvPr/>
              </p:nvSpPr>
              <p:spPr>
                <a:xfrm>
                  <a:off x="10545317" y="2138553"/>
                  <a:ext cx="10027" cy="6000"/>
                </a:xfrm>
                <a:custGeom>
                  <a:avLst/>
                  <a:gdLst>
                    <a:gd name="connsiteX0" fmla="*/ 7905 w 10027"/>
                    <a:gd name="connsiteY0" fmla="*/ 6001 h 6000"/>
                    <a:gd name="connsiteX1" fmla="*/ 0 w 10027"/>
                    <a:gd name="connsiteY1" fmla="*/ 2762 h 6000"/>
                    <a:gd name="connsiteX2" fmla="*/ 10002 w 10027"/>
                    <a:gd name="connsiteY2" fmla="*/ 0 h 6000"/>
                    <a:gd name="connsiteX3" fmla="*/ 7905 w 10027"/>
                    <a:gd name="connsiteY3" fmla="*/ 6001 h 6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27" h="6000">
                      <a:moveTo>
                        <a:pt x="7905" y="6001"/>
                      </a:moveTo>
                      <a:cubicBezTo>
                        <a:pt x="5049" y="5525"/>
                        <a:pt x="2477" y="4381"/>
                        <a:pt x="0" y="2762"/>
                      </a:cubicBezTo>
                      <a:cubicBezTo>
                        <a:pt x="3047" y="-1238"/>
                        <a:pt x="7716" y="7620"/>
                        <a:pt x="10002" y="0"/>
                      </a:cubicBezTo>
                      <a:cubicBezTo>
                        <a:pt x="10287" y="4858"/>
                        <a:pt x="8096" y="2286"/>
                        <a:pt x="7905" y="600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3" name="Freeform: Shape 1112">
                  <a:extLst>
                    <a:ext uri="{FF2B5EF4-FFF2-40B4-BE49-F238E27FC236}">
                      <a16:creationId xmlns:a16="http://schemas.microsoft.com/office/drawing/2014/main" id="{46A7CA13-18C1-42CC-A23E-9E41407C48DF}"/>
                    </a:ext>
                  </a:extLst>
                </p:cNvPr>
                <p:cNvSpPr/>
                <p:nvPr/>
              </p:nvSpPr>
              <p:spPr>
                <a:xfrm>
                  <a:off x="10557033" y="1763433"/>
                  <a:ext cx="11049" cy="25933"/>
                </a:xfrm>
                <a:custGeom>
                  <a:avLst/>
                  <a:gdLst>
                    <a:gd name="connsiteX0" fmla="*/ 3810 w 11049"/>
                    <a:gd name="connsiteY0" fmla="*/ 7836 h 25933"/>
                    <a:gd name="connsiteX1" fmla="*/ 5715 w 11049"/>
                    <a:gd name="connsiteY1" fmla="*/ 5264 h 25933"/>
                    <a:gd name="connsiteX2" fmla="*/ 7716 w 11049"/>
                    <a:gd name="connsiteY2" fmla="*/ 406 h 25933"/>
                    <a:gd name="connsiteX3" fmla="*/ 5715 w 11049"/>
                    <a:gd name="connsiteY3" fmla="*/ 6407 h 25933"/>
                    <a:gd name="connsiteX4" fmla="*/ 6764 w 11049"/>
                    <a:gd name="connsiteY4" fmla="*/ 8503 h 25933"/>
                    <a:gd name="connsiteX5" fmla="*/ 7239 w 11049"/>
                    <a:gd name="connsiteY5" fmla="*/ 4978 h 25933"/>
                    <a:gd name="connsiteX6" fmla="*/ 7906 w 11049"/>
                    <a:gd name="connsiteY6" fmla="*/ 8312 h 25933"/>
                    <a:gd name="connsiteX7" fmla="*/ 10382 w 11049"/>
                    <a:gd name="connsiteY7" fmla="*/ 8979 h 25933"/>
                    <a:gd name="connsiteX8" fmla="*/ 9145 w 11049"/>
                    <a:gd name="connsiteY8" fmla="*/ 12598 h 25933"/>
                    <a:gd name="connsiteX9" fmla="*/ 11049 w 11049"/>
                    <a:gd name="connsiteY9" fmla="*/ 11170 h 25933"/>
                    <a:gd name="connsiteX10" fmla="*/ 5810 w 11049"/>
                    <a:gd name="connsiteY10" fmla="*/ 16599 h 25933"/>
                    <a:gd name="connsiteX11" fmla="*/ 6287 w 11049"/>
                    <a:gd name="connsiteY11" fmla="*/ 12027 h 25933"/>
                    <a:gd name="connsiteX12" fmla="*/ 7334 w 11049"/>
                    <a:gd name="connsiteY12" fmla="*/ 14122 h 25933"/>
                    <a:gd name="connsiteX13" fmla="*/ 7430 w 11049"/>
                    <a:gd name="connsiteY13" fmla="*/ 9550 h 25933"/>
                    <a:gd name="connsiteX14" fmla="*/ 5525 w 11049"/>
                    <a:gd name="connsiteY14" fmla="*/ 10979 h 25933"/>
                    <a:gd name="connsiteX15" fmla="*/ 5049 w 11049"/>
                    <a:gd name="connsiteY15" fmla="*/ 14408 h 25933"/>
                    <a:gd name="connsiteX16" fmla="*/ 3715 w 11049"/>
                    <a:gd name="connsiteY16" fmla="*/ 10122 h 25933"/>
                    <a:gd name="connsiteX17" fmla="*/ 2095 w 11049"/>
                    <a:gd name="connsiteY17" fmla="*/ 16027 h 25933"/>
                    <a:gd name="connsiteX18" fmla="*/ 4001 w 11049"/>
                    <a:gd name="connsiteY18" fmla="*/ 25933 h 25933"/>
                    <a:gd name="connsiteX19" fmla="*/ 667 w 11049"/>
                    <a:gd name="connsiteY19" fmla="*/ 17456 h 25933"/>
                    <a:gd name="connsiteX20" fmla="*/ 2286 w 11049"/>
                    <a:gd name="connsiteY20" fmla="*/ 11551 h 25933"/>
                    <a:gd name="connsiteX21" fmla="*/ 1715 w 11049"/>
                    <a:gd name="connsiteY21" fmla="*/ 7074 h 25933"/>
                    <a:gd name="connsiteX22" fmla="*/ 572 w 11049"/>
                    <a:gd name="connsiteY22" fmla="*/ 8407 h 25933"/>
                    <a:gd name="connsiteX23" fmla="*/ 286 w 11049"/>
                    <a:gd name="connsiteY23" fmla="*/ 7360 h 25933"/>
                    <a:gd name="connsiteX24" fmla="*/ 0 w 11049"/>
                    <a:gd name="connsiteY24" fmla="*/ 6312 h 25933"/>
                    <a:gd name="connsiteX25" fmla="*/ 3334 w 11049"/>
                    <a:gd name="connsiteY25" fmla="*/ 4597 h 25933"/>
                    <a:gd name="connsiteX26" fmla="*/ 3810 w 11049"/>
                    <a:gd name="connsiteY26" fmla="*/ 7836 h 25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049" h="25933">
                      <a:moveTo>
                        <a:pt x="3810" y="7836"/>
                      </a:moveTo>
                      <a:cubicBezTo>
                        <a:pt x="4476" y="7169"/>
                        <a:pt x="4763" y="5169"/>
                        <a:pt x="5715" y="5264"/>
                      </a:cubicBezTo>
                      <a:cubicBezTo>
                        <a:pt x="5144" y="3835"/>
                        <a:pt x="7239" y="-1499"/>
                        <a:pt x="7716" y="406"/>
                      </a:cubicBezTo>
                      <a:cubicBezTo>
                        <a:pt x="7144" y="2597"/>
                        <a:pt x="6478" y="4597"/>
                        <a:pt x="5715" y="6407"/>
                      </a:cubicBezTo>
                      <a:cubicBezTo>
                        <a:pt x="5810" y="7741"/>
                        <a:pt x="6096" y="8693"/>
                        <a:pt x="6764" y="8503"/>
                      </a:cubicBezTo>
                      <a:cubicBezTo>
                        <a:pt x="7239" y="8217"/>
                        <a:pt x="7144" y="6407"/>
                        <a:pt x="7239" y="4978"/>
                      </a:cubicBezTo>
                      <a:cubicBezTo>
                        <a:pt x="7716" y="5455"/>
                        <a:pt x="7906" y="6312"/>
                        <a:pt x="7906" y="8312"/>
                      </a:cubicBezTo>
                      <a:cubicBezTo>
                        <a:pt x="8668" y="5359"/>
                        <a:pt x="10477" y="4312"/>
                        <a:pt x="10382" y="8979"/>
                      </a:cubicBezTo>
                      <a:cubicBezTo>
                        <a:pt x="8859" y="6217"/>
                        <a:pt x="8287" y="8026"/>
                        <a:pt x="9145" y="12598"/>
                      </a:cubicBezTo>
                      <a:cubicBezTo>
                        <a:pt x="10288" y="12979"/>
                        <a:pt x="10192" y="8503"/>
                        <a:pt x="11049" y="11170"/>
                      </a:cubicBezTo>
                      <a:cubicBezTo>
                        <a:pt x="9620" y="17170"/>
                        <a:pt x="7239" y="16218"/>
                        <a:pt x="5810" y="16599"/>
                      </a:cubicBezTo>
                      <a:cubicBezTo>
                        <a:pt x="6096" y="15551"/>
                        <a:pt x="6287" y="13932"/>
                        <a:pt x="6287" y="12027"/>
                      </a:cubicBezTo>
                      <a:cubicBezTo>
                        <a:pt x="6668" y="12694"/>
                        <a:pt x="6573" y="14599"/>
                        <a:pt x="7334" y="14122"/>
                      </a:cubicBezTo>
                      <a:cubicBezTo>
                        <a:pt x="8287" y="13837"/>
                        <a:pt x="7525" y="10217"/>
                        <a:pt x="7430" y="9550"/>
                      </a:cubicBezTo>
                      <a:cubicBezTo>
                        <a:pt x="6573" y="8503"/>
                        <a:pt x="6001" y="14694"/>
                        <a:pt x="5525" y="10979"/>
                      </a:cubicBezTo>
                      <a:cubicBezTo>
                        <a:pt x="4382" y="10789"/>
                        <a:pt x="6382" y="14122"/>
                        <a:pt x="5049" y="14408"/>
                      </a:cubicBezTo>
                      <a:cubicBezTo>
                        <a:pt x="3715" y="14980"/>
                        <a:pt x="5430" y="9836"/>
                        <a:pt x="3715" y="10122"/>
                      </a:cubicBezTo>
                      <a:cubicBezTo>
                        <a:pt x="2381" y="9646"/>
                        <a:pt x="3524" y="16980"/>
                        <a:pt x="2095" y="16027"/>
                      </a:cubicBezTo>
                      <a:cubicBezTo>
                        <a:pt x="2095" y="21361"/>
                        <a:pt x="4001" y="20599"/>
                        <a:pt x="4001" y="25933"/>
                      </a:cubicBezTo>
                      <a:cubicBezTo>
                        <a:pt x="2858" y="23076"/>
                        <a:pt x="1143" y="22028"/>
                        <a:pt x="667" y="17456"/>
                      </a:cubicBezTo>
                      <a:cubicBezTo>
                        <a:pt x="2095" y="18313"/>
                        <a:pt x="1906" y="13932"/>
                        <a:pt x="2286" y="11551"/>
                      </a:cubicBezTo>
                      <a:cubicBezTo>
                        <a:pt x="1524" y="11360"/>
                        <a:pt x="952" y="10979"/>
                        <a:pt x="1715" y="7074"/>
                      </a:cubicBezTo>
                      <a:cubicBezTo>
                        <a:pt x="1238" y="7074"/>
                        <a:pt x="667" y="7074"/>
                        <a:pt x="572" y="8407"/>
                      </a:cubicBezTo>
                      <a:cubicBezTo>
                        <a:pt x="286" y="8693"/>
                        <a:pt x="286" y="8026"/>
                        <a:pt x="286" y="7360"/>
                      </a:cubicBezTo>
                      <a:cubicBezTo>
                        <a:pt x="381" y="6407"/>
                        <a:pt x="191" y="6312"/>
                        <a:pt x="0" y="6312"/>
                      </a:cubicBezTo>
                      <a:cubicBezTo>
                        <a:pt x="952" y="2978"/>
                        <a:pt x="2191" y="7741"/>
                        <a:pt x="3334" y="4597"/>
                      </a:cubicBezTo>
                      <a:cubicBezTo>
                        <a:pt x="2191" y="8979"/>
                        <a:pt x="3810" y="3550"/>
                        <a:pt x="3810" y="783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4" name="Freeform: Shape 1113">
                  <a:extLst>
                    <a:ext uri="{FF2B5EF4-FFF2-40B4-BE49-F238E27FC236}">
                      <a16:creationId xmlns:a16="http://schemas.microsoft.com/office/drawing/2014/main" id="{4E9F10F9-088C-43D8-92C7-4E476E96E5D0}"/>
                    </a:ext>
                  </a:extLst>
                </p:cNvPr>
                <p:cNvSpPr/>
                <p:nvPr/>
              </p:nvSpPr>
              <p:spPr>
                <a:xfrm>
                  <a:off x="10559510" y="1756791"/>
                  <a:ext cx="1524" cy="7715"/>
                </a:xfrm>
                <a:custGeom>
                  <a:avLst/>
                  <a:gdLst>
                    <a:gd name="connsiteX0" fmla="*/ 0 w 1524"/>
                    <a:gd name="connsiteY0" fmla="*/ 0 h 7715"/>
                    <a:gd name="connsiteX1" fmla="*/ 1524 w 1524"/>
                    <a:gd name="connsiteY1" fmla="*/ 7715 h 7715"/>
                    <a:gd name="connsiteX2" fmla="*/ 0 w 1524"/>
                    <a:gd name="connsiteY2" fmla="*/ 0 h 77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524" h="7715">
                      <a:moveTo>
                        <a:pt x="0" y="0"/>
                      </a:moveTo>
                      <a:cubicBezTo>
                        <a:pt x="1238" y="571"/>
                        <a:pt x="1429" y="3905"/>
                        <a:pt x="1524" y="7715"/>
                      </a:cubicBezTo>
                      <a:cubicBezTo>
                        <a:pt x="572" y="6382"/>
                        <a:pt x="381" y="2762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5" name="Freeform: Shape 1114">
                  <a:extLst>
                    <a:ext uri="{FF2B5EF4-FFF2-40B4-BE49-F238E27FC236}">
                      <a16:creationId xmlns:a16="http://schemas.microsoft.com/office/drawing/2014/main" id="{B2409F20-4A01-45F1-ACAF-84110A44F820}"/>
                    </a:ext>
                  </a:extLst>
                </p:cNvPr>
                <p:cNvSpPr/>
                <p:nvPr/>
              </p:nvSpPr>
              <p:spPr>
                <a:xfrm>
                  <a:off x="10558679" y="1802225"/>
                  <a:ext cx="1853" cy="5664"/>
                </a:xfrm>
                <a:custGeom>
                  <a:avLst/>
                  <a:gdLst>
                    <a:gd name="connsiteX0" fmla="*/ 69 w 1853"/>
                    <a:gd name="connsiteY0" fmla="*/ 0 h 5664"/>
                    <a:gd name="connsiteX1" fmla="*/ 1498 w 1853"/>
                    <a:gd name="connsiteY1" fmla="*/ 857 h 5664"/>
                    <a:gd name="connsiteX2" fmla="*/ 640 w 1853"/>
                    <a:gd name="connsiteY2" fmla="*/ 5524 h 5664"/>
                    <a:gd name="connsiteX3" fmla="*/ 69 w 1853"/>
                    <a:gd name="connsiteY3" fmla="*/ 0 h 5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53" h="5664">
                      <a:moveTo>
                        <a:pt x="69" y="0"/>
                      </a:moveTo>
                      <a:cubicBezTo>
                        <a:pt x="355" y="762"/>
                        <a:pt x="1212" y="6382"/>
                        <a:pt x="1498" y="857"/>
                      </a:cubicBezTo>
                      <a:cubicBezTo>
                        <a:pt x="2355" y="1429"/>
                        <a:pt x="1498" y="6572"/>
                        <a:pt x="640" y="5524"/>
                      </a:cubicBezTo>
                      <a:cubicBezTo>
                        <a:pt x="1022" y="2000"/>
                        <a:pt x="-312" y="3524"/>
                        <a:pt x="69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6" name="Freeform: Shape 1115">
                  <a:extLst>
                    <a:ext uri="{FF2B5EF4-FFF2-40B4-BE49-F238E27FC236}">
                      <a16:creationId xmlns:a16="http://schemas.microsoft.com/office/drawing/2014/main" id="{9FE0D420-0F4C-4488-84DC-65C91031696B}"/>
                    </a:ext>
                  </a:extLst>
                </p:cNvPr>
                <p:cNvSpPr/>
                <p:nvPr/>
              </p:nvSpPr>
              <p:spPr>
                <a:xfrm>
                  <a:off x="10561432" y="1758886"/>
                  <a:ext cx="31891" cy="42721"/>
                </a:xfrm>
                <a:custGeom>
                  <a:avLst/>
                  <a:gdLst>
                    <a:gd name="connsiteX0" fmla="*/ 19509 w 31891"/>
                    <a:gd name="connsiteY0" fmla="*/ 18002 h 42721"/>
                    <a:gd name="connsiteX1" fmla="*/ 22081 w 31891"/>
                    <a:gd name="connsiteY1" fmla="*/ 15240 h 42721"/>
                    <a:gd name="connsiteX2" fmla="*/ 21224 w 31891"/>
                    <a:gd name="connsiteY2" fmla="*/ 19907 h 42721"/>
                    <a:gd name="connsiteX3" fmla="*/ 15698 w 31891"/>
                    <a:gd name="connsiteY3" fmla="*/ 24289 h 42721"/>
                    <a:gd name="connsiteX4" fmla="*/ 18842 w 31891"/>
                    <a:gd name="connsiteY4" fmla="*/ 27146 h 42721"/>
                    <a:gd name="connsiteX5" fmla="*/ 19699 w 31891"/>
                    <a:gd name="connsiteY5" fmla="*/ 21336 h 42721"/>
                    <a:gd name="connsiteX6" fmla="*/ 20747 w 31891"/>
                    <a:gd name="connsiteY6" fmla="*/ 21146 h 42721"/>
                    <a:gd name="connsiteX7" fmla="*/ 19413 w 31891"/>
                    <a:gd name="connsiteY7" fmla="*/ 29337 h 42721"/>
                    <a:gd name="connsiteX8" fmla="*/ 22081 w 31891"/>
                    <a:gd name="connsiteY8" fmla="*/ 25432 h 42721"/>
                    <a:gd name="connsiteX9" fmla="*/ 23414 w 31891"/>
                    <a:gd name="connsiteY9" fmla="*/ 29718 h 42721"/>
                    <a:gd name="connsiteX10" fmla="*/ 21414 w 31891"/>
                    <a:gd name="connsiteY10" fmla="*/ 36862 h 42721"/>
                    <a:gd name="connsiteX11" fmla="*/ 21890 w 31891"/>
                    <a:gd name="connsiteY11" fmla="*/ 31147 h 42721"/>
                    <a:gd name="connsiteX12" fmla="*/ 19985 w 31891"/>
                    <a:gd name="connsiteY12" fmla="*/ 36004 h 42721"/>
                    <a:gd name="connsiteX13" fmla="*/ 17127 w 31891"/>
                    <a:gd name="connsiteY13" fmla="*/ 33052 h 42721"/>
                    <a:gd name="connsiteX14" fmla="*/ 16652 w 31891"/>
                    <a:gd name="connsiteY14" fmla="*/ 36576 h 42721"/>
                    <a:gd name="connsiteX15" fmla="*/ 3412 w 31891"/>
                    <a:gd name="connsiteY15" fmla="*/ 28670 h 42721"/>
                    <a:gd name="connsiteX16" fmla="*/ 4555 w 31891"/>
                    <a:gd name="connsiteY16" fmla="*/ 27337 h 42721"/>
                    <a:gd name="connsiteX17" fmla="*/ 3983 w 31891"/>
                    <a:gd name="connsiteY17" fmla="*/ 22860 h 42721"/>
                    <a:gd name="connsiteX18" fmla="*/ 1792 w 31891"/>
                    <a:gd name="connsiteY18" fmla="*/ 34576 h 42721"/>
                    <a:gd name="connsiteX19" fmla="*/ 459 w 31891"/>
                    <a:gd name="connsiteY19" fmla="*/ 30289 h 42721"/>
                    <a:gd name="connsiteX20" fmla="*/ 173 w 31891"/>
                    <a:gd name="connsiteY20" fmla="*/ 39433 h 42721"/>
                    <a:gd name="connsiteX21" fmla="*/ 3888 w 31891"/>
                    <a:gd name="connsiteY21" fmla="*/ 35433 h 42721"/>
                    <a:gd name="connsiteX22" fmla="*/ 2935 w 31891"/>
                    <a:gd name="connsiteY22" fmla="*/ 32194 h 42721"/>
                    <a:gd name="connsiteX23" fmla="*/ 4935 w 31891"/>
                    <a:gd name="connsiteY23" fmla="*/ 38671 h 42721"/>
                    <a:gd name="connsiteX24" fmla="*/ 8555 w 31891"/>
                    <a:gd name="connsiteY24" fmla="*/ 38005 h 42721"/>
                    <a:gd name="connsiteX25" fmla="*/ 8079 w 31891"/>
                    <a:gd name="connsiteY25" fmla="*/ 42672 h 42721"/>
                    <a:gd name="connsiteX26" fmla="*/ 10365 w 31891"/>
                    <a:gd name="connsiteY26" fmla="*/ 37719 h 42721"/>
                    <a:gd name="connsiteX27" fmla="*/ 10936 w 31891"/>
                    <a:gd name="connsiteY27" fmla="*/ 42196 h 42721"/>
                    <a:gd name="connsiteX28" fmla="*/ 14271 w 31891"/>
                    <a:gd name="connsiteY28" fmla="*/ 40481 h 42721"/>
                    <a:gd name="connsiteX29" fmla="*/ 12556 w 31891"/>
                    <a:gd name="connsiteY29" fmla="*/ 37338 h 42721"/>
                    <a:gd name="connsiteX30" fmla="*/ 16461 w 31891"/>
                    <a:gd name="connsiteY30" fmla="*/ 42386 h 42721"/>
                    <a:gd name="connsiteX31" fmla="*/ 16937 w 31891"/>
                    <a:gd name="connsiteY31" fmla="*/ 38957 h 42721"/>
                    <a:gd name="connsiteX32" fmla="*/ 23414 w 31891"/>
                    <a:gd name="connsiteY32" fmla="*/ 41243 h 42721"/>
                    <a:gd name="connsiteX33" fmla="*/ 25700 w 31891"/>
                    <a:gd name="connsiteY33" fmla="*/ 38576 h 42721"/>
                    <a:gd name="connsiteX34" fmla="*/ 25510 w 31891"/>
                    <a:gd name="connsiteY34" fmla="*/ 31813 h 42721"/>
                    <a:gd name="connsiteX35" fmla="*/ 24176 w 31891"/>
                    <a:gd name="connsiteY35" fmla="*/ 27527 h 42721"/>
                    <a:gd name="connsiteX36" fmla="*/ 29510 w 31891"/>
                    <a:gd name="connsiteY36" fmla="*/ 16383 h 42721"/>
                    <a:gd name="connsiteX37" fmla="*/ 24843 w 31891"/>
                    <a:gd name="connsiteY37" fmla="*/ 16097 h 42721"/>
                    <a:gd name="connsiteX38" fmla="*/ 28463 w 31891"/>
                    <a:gd name="connsiteY38" fmla="*/ 16573 h 42721"/>
                    <a:gd name="connsiteX39" fmla="*/ 31892 w 31891"/>
                    <a:gd name="connsiteY39" fmla="*/ 9144 h 42721"/>
                    <a:gd name="connsiteX40" fmla="*/ 27225 w 31891"/>
                    <a:gd name="connsiteY40" fmla="*/ 8858 h 42721"/>
                    <a:gd name="connsiteX41" fmla="*/ 27986 w 31891"/>
                    <a:gd name="connsiteY41" fmla="*/ 6477 h 42721"/>
                    <a:gd name="connsiteX42" fmla="*/ 22367 w 31891"/>
                    <a:gd name="connsiteY42" fmla="*/ 667 h 42721"/>
                    <a:gd name="connsiteX43" fmla="*/ 19890 w 31891"/>
                    <a:gd name="connsiteY43" fmla="*/ 0 h 42721"/>
                    <a:gd name="connsiteX44" fmla="*/ 21795 w 31891"/>
                    <a:gd name="connsiteY44" fmla="*/ 11049 h 42721"/>
                    <a:gd name="connsiteX45" fmla="*/ 20652 w 31891"/>
                    <a:gd name="connsiteY45" fmla="*/ 14668 h 42721"/>
                    <a:gd name="connsiteX46" fmla="*/ 18938 w 31891"/>
                    <a:gd name="connsiteY46" fmla="*/ 11525 h 42721"/>
                    <a:gd name="connsiteX47" fmla="*/ 18461 w 31891"/>
                    <a:gd name="connsiteY47" fmla="*/ 16192 h 42721"/>
                    <a:gd name="connsiteX48" fmla="*/ 20270 w 31891"/>
                    <a:gd name="connsiteY48" fmla="*/ 14764 h 42721"/>
                    <a:gd name="connsiteX49" fmla="*/ 19509 w 31891"/>
                    <a:gd name="connsiteY49" fmla="*/ 18002 h 42721"/>
                    <a:gd name="connsiteX50" fmla="*/ 23985 w 31891"/>
                    <a:gd name="connsiteY50" fmla="*/ 12668 h 42721"/>
                    <a:gd name="connsiteX51" fmla="*/ 26938 w 31891"/>
                    <a:gd name="connsiteY51" fmla="*/ 12192 h 42721"/>
                    <a:gd name="connsiteX52" fmla="*/ 23985 w 31891"/>
                    <a:gd name="connsiteY52" fmla="*/ 12668 h 42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</a:cxnLst>
                  <a:rect l="l" t="t" r="r" b="b"/>
                  <a:pathLst>
                    <a:path w="31891" h="42721">
                      <a:moveTo>
                        <a:pt x="19509" y="18002"/>
                      </a:moveTo>
                      <a:cubicBezTo>
                        <a:pt x="20842" y="18479"/>
                        <a:pt x="20938" y="15335"/>
                        <a:pt x="22081" y="15240"/>
                      </a:cubicBezTo>
                      <a:cubicBezTo>
                        <a:pt x="21985" y="17335"/>
                        <a:pt x="21699" y="19050"/>
                        <a:pt x="21224" y="19907"/>
                      </a:cubicBezTo>
                      <a:cubicBezTo>
                        <a:pt x="19223" y="17812"/>
                        <a:pt x="17223" y="28099"/>
                        <a:pt x="15698" y="24289"/>
                      </a:cubicBezTo>
                      <a:cubicBezTo>
                        <a:pt x="16175" y="28956"/>
                        <a:pt x="17984" y="25432"/>
                        <a:pt x="18842" y="27146"/>
                      </a:cubicBezTo>
                      <a:cubicBezTo>
                        <a:pt x="19509" y="26384"/>
                        <a:pt x="18938" y="21717"/>
                        <a:pt x="19699" y="21336"/>
                      </a:cubicBezTo>
                      <a:lnTo>
                        <a:pt x="20747" y="21146"/>
                      </a:lnTo>
                      <a:cubicBezTo>
                        <a:pt x="20938" y="25908"/>
                        <a:pt x="20176" y="27622"/>
                        <a:pt x="19413" y="29337"/>
                      </a:cubicBezTo>
                      <a:cubicBezTo>
                        <a:pt x="20270" y="31813"/>
                        <a:pt x="20842" y="25813"/>
                        <a:pt x="22081" y="25432"/>
                      </a:cubicBezTo>
                      <a:cubicBezTo>
                        <a:pt x="22557" y="26670"/>
                        <a:pt x="23700" y="26098"/>
                        <a:pt x="23414" y="29718"/>
                      </a:cubicBezTo>
                      <a:cubicBezTo>
                        <a:pt x="22747" y="32004"/>
                        <a:pt x="22271" y="35147"/>
                        <a:pt x="21414" y="36862"/>
                      </a:cubicBezTo>
                      <a:cubicBezTo>
                        <a:pt x="21319" y="34195"/>
                        <a:pt x="21604" y="32480"/>
                        <a:pt x="21890" y="31147"/>
                      </a:cubicBezTo>
                      <a:cubicBezTo>
                        <a:pt x="19699" y="30671"/>
                        <a:pt x="21224" y="34957"/>
                        <a:pt x="19985" y="36004"/>
                      </a:cubicBezTo>
                      <a:cubicBezTo>
                        <a:pt x="18652" y="36290"/>
                        <a:pt x="17889" y="34576"/>
                        <a:pt x="17127" y="33052"/>
                      </a:cubicBezTo>
                      <a:cubicBezTo>
                        <a:pt x="17032" y="34385"/>
                        <a:pt x="17127" y="36290"/>
                        <a:pt x="16652" y="36576"/>
                      </a:cubicBezTo>
                      <a:cubicBezTo>
                        <a:pt x="13032" y="31051"/>
                        <a:pt x="7127" y="34766"/>
                        <a:pt x="3412" y="28670"/>
                      </a:cubicBezTo>
                      <a:cubicBezTo>
                        <a:pt x="3507" y="27337"/>
                        <a:pt x="3983" y="27337"/>
                        <a:pt x="4555" y="27337"/>
                      </a:cubicBezTo>
                      <a:cubicBezTo>
                        <a:pt x="4555" y="25241"/>
                        <a:pt x="4460" y="23622"/>
                        <a:pt x="3983" y="22860"/>
                      </a:cubicBezTo>
                      <a:cubicBezTo>
                        <a:pt x="3031" y="25908"/>
                        <a:pt x="2554" y="30671"/>
                        <a:pt x="1792" y="34576"/>
                      </a:cubicBezTo>
                      <a:cubicBezTo>
                        <a:pt x="-112" y="35052"/>
                        <a:pt x="1792" y="30766"/>
                        <a:pt x="459" y="30289"/>
                      </a:cubicBezTo>
                      <a:cubicBezTo>
                        <a:pt x="-494" y="33147"/>
                        <a:pt x="363" y="35909"/>
                        <a:pt x="173" y="39433"/>
                      </a:cubicBezTo>
                      <a:cubicBezTo>
                        <a:pt x="1602" y="35814"/>
                        <a:pt x="3031" y="39719"/>
                        <a:pt x="3888" y="35433"/>
                      </a:cubicBezTo>
                      <a:cubicBezTo>
                        <a:pt x="3602" y="34290"/>
                        <a:pt x="2554" y="35338"/>
                        <a:pt x="2935" y="32194"/>
                      </a:cubicBezTo>
                      <a:cubicBezTo>
                        <a:pt x="3983" y="33338"/>
                        <a:pt x="4650" y="35433"/>
                        <a:pt x="4935" y="38671"/>
                      </a:cubicBezTo>
                      <a:cubicBezTo>
                        <a:pt x="6364" y="37243"/>
                        <a:pt x="8079" y="37052"/>
                        <a:pt x="8555" y="38005"/>
                      </a:cubicBezTo>
                      <a:cubicBezTo>
                        <a:pt x="9222" y="40196"/>
                        <a:pt x="8364" y="40291"/>
                        <a:pt x="8079" y="42672"/>
                      </a:cubicBezTo>
                      <a:cubicBezTo>
                        <a:pt x="9602" y="43339"/>
                        <a:pt x="8936" y="37052"/>
                        <a:pt x="10365" y="37719"/>
                      </a:cubicBezTo>
                      <a:cubicBezTo>
                        <a:pt x="10365" y="39814"/>
                        <a:pt x="10460" y="41529"/>
                        <a:pt x="10936" y="42196"/>
                      </a:cubicBezTo>
                      <a:cubicBezTo>
                        <a:pt x="10936" y="34385"/>
                        <a:pt x="13413" y="47244"/>
                        <a:pt x="14271" y="40481"/>
                      </a:cubicBezTo>
                      <a:cubicBezTo>
                        <a:pt x="13889" y="38957"/>
                        <a:pt x="12460" y="40291"/>
                        <a:pt x="12556" y="37338"/>
                      </a:cubicBezTo>
                      <a:cubicBezTo>
                        <a:pt x="14651" y="36576"/>
                        <a:pt x="15318" y="40196"/>
                        <a:pt x="16461" y="42386"/>
                      </a:cubicBezTo>
                      <a:cubicBezTo>
                        <a:pt x="16557" y="41053"/>
                        <a:pt x="16461" y="39148"/>
                        <a:pt x="16937" y="38957"/>
                      </a:cubicBezTo>
                      <a:cubicBezTo>
                        <a:pt x="18080" y="43720"/>
                        <a:pt x="20366" y="38100"/>
                        <a:pt x="23414" y="41243"/>
                      </a:cubicBezTo>
                      <a:cubicBezTo>
                        <a:pt x="23605" y="35909"/>
                        <a:pt x="24462" y="38862"/>
                        <a:pt x="25700" y="38576"/>
                      </a:cubicBezTo>
                      <a:cubicBezTo>
                        <a:pt x="26082" y="35052"/>
                        <a:pt x="25128" y="35338"/>
                        <a:pt x="25510" y="31813"/>
                      </a:cubicBezTo>
                      <a:cubicBezTo>
                        <a:pt x="23890" y="33909"/>
                        <a:pt x="24939" y="31242"/>
                        <a:pt x="24176" y="27527"/>
                      </a:cubicBezTo>
                      <a:cubicBezTo>
                        <a:pt x="26557" y="25717"/>
                        <a:pt x="27795" y="20288"/>
                        <a:pt x="29510" y="16383"/>
                      </a:cubicBezTo>
                      <a:cubicBezTo>
                        <a:pt x="27891" y="16288"/>
                        <a:pt x="25796" y="20098"/>
                        <a:pt x="24843" y="16097"/>
                      </a:cubicBezTo>
                      <a:cubicBezTo>
                        <a:pt x="26177" y="15335"/>
                        <a:pt x="27509" y="11525"/>
                        <a:pt x="28463" y="16573"/>
                      </a:cubicBezTo>
                      <a:cubicBezTo>
                        <a:pt x="28367" y="10192"/>
                        <a:pt x="30844" y="12001"/>
                        <a:pt x="31892" y="9144"/>
                      </a:cubicBezTo>
                      <a:cubicBezTo>
                        <a:pt x="30939" y="3048"/>
                        <a:pt x="28272" y="15716"/>
                        <a:pt x="27225" y="8858"/>
                      </a:cubicBezTo>
                      <a:cubicBezTo>
                        <a:pt x="27700" y="8668"/>
                        <a:pt x="28081" y="8382"/>
                        <a:pt x="27986" y="6477"/>
                      </a:cubicBezTo>
                      <a:cubicBezTo>
                        <a:pt x="26366" y="5334"/>
                        <a:pt x="22747" y="9144"/>
                        <a:pt x="22367" y="667"/>
                      </a:cubicBezTo>
                      <a:cubicBezTo>
                        <a:pt x="21128" y="4763"/>
                        <a:pt x="20461" y="4667"/>
                        <a:pt x="19890" y="0"/>
                      </a:cubicBezTo>
                      <a:cubicBezTo>
                        <a:pt x="19890" y="5715"/>
                        <a:pt x="20556" y="9049"/>
                        <a:pt x="21795" y="11049"/>
                      </a:cubicBezTo>
                      <a:cubicBezTo>
                        <a:pt x="21128" y="11239"/>
                        <a:pt x="21414" y="14859"/>
                        <a:pt x="20652" y="14668"/>
                      </a:cubicBezTo>
                      <a:cubicBezTo>
                        <a:pt x="20081" y="13716"/>
                        <a:pt x="19699" y="12097"/>
                        <a:pt x="18938" y="11525"/>
                      </a:cubicBezTo>
                      <a:cubicBezTo>
                        <a:pt x="18938" y="13525"/>
                        <a:pt x="18747" y="15050"/>
                        <a:pt x="18461" y="16192"/>
                      </a:cubicBezTo>
                      <a:cubicBezTo>
                        <a:pt x="19509" y="16954"/>
                        <a:pt x="19413" y="14383"/>
                        <a:pt x="20270" y="14764"/>
                      </a:cubicBezTo>
                      <a:cubicBezTo>
                        <a:pt x="20176" y="16097"/>
                        <a:pt x="19699" y="16478"/>
                        <a:pt x="19509" y="18002"/>
                      </a:cubicBezTo>
                      <a:close/>
                      <a:moveTo>
                        <a:pt x="23985" y="12668"/>
                      </a:moveTo>
                      <a:cubicBezTo>
                        <a:pt x="24081" y="7810"/>
                        <a:pt x="27414" y="5429"/>
                        <a:pt x="26938" y="12192"/>
                      </a:cubicBezTo>
                      <a:cubicBezTo>
                        <a:pt x="25223" y="10668"/>
                        <a:pt x="25986" y="11049"/>
                        <a:pt x="23985" y="126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7" name="Freeform: Shape 1116">
                  <a:extLst>
                    <a:ext uri="{FF2B5EF4-FFF2-40B4-BE49-F238E27FC236}">
                      <a16:creationId xmlns:a16="http://schemas.microsoft.com/office/drawing/2014/main" id="{5A4DF2E4-BFC0-477C-B56B-702F57EE9D28}"/>
                    </a:ext>
                  </a:extLst>
                </p:cNvPr>
                <p:cNvSpPr/>
                <p:nvPr/>
              </p:nvSpPr>
              <p:spPr>
                <a:xfrm>
                  <a:off x="10561655" y="1800320"/>
                  <a:ext cx="1569" cy="8191"/>
                </a:xfrm>
                <a:custGeom>
                  <a:avLst/>
                  <a:gdLst>
                    <a:gd name="connsiteX0" fmla="*/ 235 w 1569"/>
                    <a:gd name="connsiteY0" fmla="*/ 8192 h 8191"/>
                    <a:gd name="connsiteX1" fmla="*/ 997 w 1569"/>
                    <a:gd name="connsiteY1" fmla="*/ 6953 h 8191"/>
                    <a:gd name="connsiteX2" fmla="*/ 45 w 1569"/>
                    <a:gd name="connsiteY2" fmla="*/ 2572 h 8191"/>
                    <a:gd name="connsiteX3" fmla="*/ 1569 w 1569"/>
                    <a:gd name="connsiteY3" fmla="*/ 0 h 8191"/>
                    <a:gd name="connsiteX4" fmla="*/ 1378 w 1569"/>
                    <a:gd name="connsiteY4" fmla="*/ 6858 h 8191"/>
                    <a:gd name="connsiteX5" fmla="*/ 235 w 1569"/>
                    <a:gd name="connsiteY5" fmla="*/ 8192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69" h="8191">
                      <a:moveTo>
                        <a:pt x="235" y="8192"/>
                      </a:moveTo>
                      <a:cubicBezTo>
                        <a:pt x="-431" y="7429"/>
                        <a:pt x="521" y="6953"/>
                        <a:pt x="997" y="6953"/>
                      </a:cubicBezTo>
                      <a:cubicBezTo>
                        <a:pt x="1474" y="1524"/>
                        <a:pt x="235" y="4000"/>
                        <a:pt x="45" y="2572"/>
                      </a:cubicBezTo>
                      <a:cubicBezTo>
                        <a:pt x="-240" y="-762"/>
                        <a:pt x="903" y="381"/>
                        <a:pt x="1569" y="0"/>
                      </a:cubicBezTo>
                      <a:cubicBezTo>
                        <a:pt x="712" y="2572"/>
                        <a:pt x="1664" y="3239"/>
                        <a:pt x="1378" y="6858"/>
                      </a:cubicBezTo>
                      <a:cubicBezTo>
                        <a:pt x="997" y="7525"/>
                        <a:pt x="712" y="8096"/>
                        <a:pt x="235" y="819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8" name="Freeform: Shape 1117">
                  <a:extLst>
                    <a:ext uri="{FF2B5EF4-FFF2-40B4-BE49-F238E27FC236}">
                      <a16:creationId xmlns:a16="http://schemas.microsoft.com/office/drawing/2014/main" id="{8C19EBD1-FEA4-439C-94BF-9B9A14420CF6}"/>
                    </a:ext>
                  </a:extLst>
                </p:cNvPr>
                <p:cNvSpPr/>
                <p:nvPr/>
              </p:nvSpPr>
              <p:spPr>
                <a:xfrm>
                  <a:off x="10556557" y="2015503"/>
                  <a:ext cx="5238" cy="6654"/>
                </a:xfrm>
                <a:custGeom>
                  <a:avLst/>
                  <a:gdLst>
                    <a:gd name="connsiteX0" fmla="*/ 0 w 5238"/>
                    <a:gd name="connsiteY0" fmla="*/ 368 h 6654"/>
                    <a:gd name="connsiteX1" fmla="*/ 5238 w 5238"/>
                    <a:gd name="connsiteY1" fmla="*/ 1797 h 6654"/>
                    <a:gd name="connsiteX2" fmla="*/ 3238 w 5238"/>
                    <a:gd name="connsiteY2" fmla="*/ 6654 h 6654"/>
                    <a:gd name="connsiteX3" fmla="*/ 0 w 5238"/>
                    <a:gd name="connsiteY3" fmla="*/ 368 h 6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238" h="6654">
                      <a:moveTo>
                        <a:pt x="0" y="368"/>
                      </a:moveTo>
                      <a:cubicBezTo>
                        <a:pt x="2381" y="-585"/>
                        <a:pt x="1905" y="463"/>
                        <a:pt x="5238" y="1797"/>
                      </a:cubicBezTo>
                      <a:cubicBezTo>
                        <a:pt x="4952" y="10464"/>
                        <a:pt x="2191" y="-966"/>
                        <a:pt x="3238" y="6654"/>
                      </a:cubicBezTo>
                      <a:cubicBezTo>
                        <a:pt x="2000" y="2368"/>
                        <a:pt x="1048" y="4178"/>
                        <a:pt x="0" y="3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Freeform: Shape 1118">
                  <a:extLst>
                    <a:ext uri="{FF2B5EF4-FFF2-40B4-BE49-F238E27FC236}">
                      <a16:creationId xmlns:a16="http://schemas.microsoft.com/office/drawing/2014/main" id="{34A09AED-9FCA-4222-B556-2ACE65681FAA}"/>
                    </a:ext>
                  </a:extLst>
                </p:cNvPr>
                <p:cNvSpPr/>
                <p:nvPr/>
              </p:nvSpPr>
              <p:spPr>
                <a:xfrm>
                  <a:off x="10567425" y="1696212"/>
                  <a:ext cx="5419" cy="6953"/>
                </a:xfrm>
                <a:custGeom>
                  <a:avLst/>
                  <a:gdLst>
                    <a:gd name="connsiteX0" fmla="*/ 181 w 5419"/>
                    <a:gd name="connsiteY0" fmla="*/ 6953 h 6953"/>
                    <a:gd name="connsiteX1" fmla="*/ 1134 w 5419"/>
                    <a:gd name="connsiteY1" fmla="*/ 0 h 6953"/>
                    <a:gd name="connsiteX2" fmla="*/ 5420 w 5419"/>
                    <a:gd name="connsiteY2" fmla="*/ 381 h 6953"/>
                    <a:gd name="connsiteX3" fmla="*/ 181 w 5419"/>
                    <a:gd name="connsiteY3" fmla="*/ 6953 h 6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19" h="6953">
                      <a:moveTo>
                        <a:pt x="181" y="6953"/>
                      </a:moveTo>
                      <a:cubicBezTo>
                        <a:pt x="-581" y="5905"/>
                        <a:pt x="1324" y="3334"/>
                        <a:pt x="1134" y="0"/>
                      </a:cubicBezTo>
                      <a:cubicBezTo>
                        <a:pt x="1991" y="4096"/>
                        <a:pt x="3515" y="0"/>
                        <a:pt x="5420" y="381"/>
                      </a:cubicBezTo>
                      <a:cubicBezTo>
                        <a:pt x="4086" y="4000"/>
                        <a:pt x="1610" y="3715"/>
                        <a:pt x="181" y="695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0" name="Freeform: Shape 1119">
                  <a:extLst>
                    <a:ext uri="{FF2B5EF4-FFF2-40B4-BE49-F238E27FC236}">
                      <a16:creationId xmlns:a16="http://schemas.microsoft.com/office/drawing/2014/main" id="{89EEE8EB-94FE-44AF-A31D-DBB3D3749577}"/>
                    </a:ext>
                  </a:extLst>
                </p:cNvPr>
                <p:cNvSpPr/>
                <p:nvPr/>
              </p:nvSpPr>
              <p:spPr>
                <a:xfrm>
                  <a:off x="10564900" y="1823751"/>
                  <a:ext cx="1753" cy="6631"/>
                </a:xfrm>
                <a:custGeom>
                  <a:avLst/>
                  <a:gdLst>
                    <a:gd name="connsiteX0" fmla="*/ 420 w 1753"/>
                    <a:gd name="connsiteY0" fmla="*/ 4572 h 6631"/>
                    <a:gd name="connsiteX1" fmla="*/ 515 w 1753"/>
                    <a:gd name="connsiteY1" fmla="*/ 0 h 6631"/>
                    <a:gd name="connsiteX2" fmla="*/ 1753 w 1753"/>
                    <a:gd name="connsiteY2" fmla="*/ 6572 h 6631"/>
                    <a:gd name="connsiteX3" fmla="*/ 420 w 1753"/>
                    <a:gd name="connsiteY3" fmla="*/ 4572 h 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53" h="6631">
                      <a:moveTo>
                        <a:pt x="420" y="4572"/>
                      </a:moveTo>
                      <a:cubicBezTo>
                        <a:pt x="-532" y="4572"/>
                        <a:pt x="420" y="762"/>
                        <a:pt x="515" y="0"/>
                      </a:cubicBezTo>
                      <a:cubicBezTo>
                        <a:pt x="1183" y="1333"/>
                        <a:pt x="1658" y="3524"/>
                        <a:pt x="1753" y="6572"/>
                      </a:cubicBezTo>
                      <a:cubicBezTo>
                        <a:pt x="1087" y="7334"/>
                        <a:pt x="1183" y="476"/>
                        <a:pt x="420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1" name="Freeform: Shape 1120">
                  <a:extLst>
                    <a:ext uri="{FF2B5EF4-FFF2-40B4-BE49-F238E27FC236}">
                      <a16:creationId xmlns:a16="http://schemas.microsoft.com/office/drawing/2014/main" id="{2E85A9B0-4142-47CB-AC76-39334921D255}"/>
                    </a:ext>
                  </a:extLst>
                </p:cNvPr>
                <p:cNvSpPr/>
                <p:nvPr/>
              </p:nvSpPr>
              <p:spPr>
                <a:xfrm>
                  <a:off x="10563230" y="1921587"/>
                  <a:ext cx="8376" cy="9130"/>
                </a:xfrm>
                <a:custGeom>
                  <a:avLst/>
                  <a:gdLst>
                    <a:gd name="connsiteX0" fmla="*/ 7329 w 8376"/>
                    <a:gd name="connsiteY0" fmla="*/ 6844 h 9130"/>
                    <a:gd name="connsiteX1" fmla="*/ 7424 w 8376"/>
                    <a:gd name="connsiteY1" fmla="*/ 2272 h 9130"/>
                    <a:gd name="connsiteX2" fmla="*/ 185 w 8376"/>
                    <a:gd name="connsiteY2" fmla="*/ 9130 h 9130"/>
                    <a:gd name="connsiteX3" fmla="*/ 3614 w 8376"/>
                    <a:gd name="connsiteY3" fmla="*/ 5130 h 9130"/>
                    <a:gd name="connsiteX4" fmla="*/ 2566 w 8376"/>
                    <a:gd name="connsiteY4" fmla="*/ 1891 h 9130"/>
                    <a:gd name="connsiteX5" fmla="*/ 8376 w 8376"/>
                    <a:gd name="connsiteY5" fmla="*/ 4273 h 9130"/>
                    <a:gd name="connsiteX6" fmla="*/ 7329 w 8376"/>
                    <a:gd name="connsiteY6" fmla="*/ 6844 h 9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376" h="9130">
                      <a:moveTo>
                        <a:pt x="7329" y="6844"/>
                      </a:moveTo>
                      <a:cubicBezTo>
                        <a:pt x="6376" y="6749"/>
                        <a:pt x="7899" y="4749"/>
                        <a:pt x="7424" y="2272"/>
                      </a:cubicBezTo>
                      <a:cubicBezTo>
                        <a:pt x="4947" y="5511"/>
                        <a:pt x="2471" y="8368"/>
                        <a:pt x="185" y="9130"/>
                      </a:cubicBezTo>
                      <a:cubicBezTo>
                        <a:pt x="-863" y="5797"/>
                        <a:pt x="2852" y="6749"/>
                        <a:pt x="3614" y="5130"/>
                      </a:cubicBezTo>
                      <a:cubicBezTo>
                        <a:pt x="3900" y="2082"/>
                        <a:pt x="3614" y="1034"/>
                        <a:pt x="2566" y="1891"/>
                      </a:cubicBezTo>
                      <a:cubicBezTo>
                        <a:pt x="4566" y="653"/>
                        <a:pt x="8185" y="-2681"/>
                        <a:pt x="8376" y="4273"/>
                      </a:cubicBezTo>
                      <a:cubicBezTo>
                        <a:pt x="7804" y="4368"/>
                        <a:pt x="7519" y="5415"/>
                        <a:pt x="7329" y="684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2" name="Freeform: Shape 1121">
                  <a:extLst>
                    <a:ext uri="{FF2B5EF4-FFF2-40B4-BE49-F238E27FC236}">
                      <a16:creationId xmlns:a16="http://schemas.microsoft.com/office/drawing/2014/main" id="{415AFA77-F02D-407E-8B7E-60061DAD1880}"/>
                    </a:ext>
                  </a:extLst>
                </p:cNvPr>
                <p:cNvSpPr/>
                <p:nvPr/>
              </p:nvSpPr>
              <p:spPr>
                <a:xfrm>
                  <a:off x="10568534" y="1754881"/>
                  <a:ext cx="1557" cy="8453"/>
                </a:xfrm>
                <a:custGeom>
                  <a:avLst/>
                  <a:gdLst>
                    <a:gd name="connsiteX0" fmla="*/ 25 w 1557"/>
                    <a:gd name="connsiteY0" fmla="*/ 1433 h 8453"/>
                    <a:gd name="connsiteX1" fmla="*/ 1548 w 1557"/>
                    <a:gd name="connsiteY1" fmla="*/ 4 h 8453"/>
                    <a:gd name="connsiteX2" fmla="*/ 405 w 1557"/>
                    <a:gd name="connsiteY2" fmla="*/ 2481 h 8453"/>
                    <a:gd name="connsiteX3" fmla="*/ 1357 w 1557"/>
                    <a:gd name="connsiteY3" fmla="*/ 8005 h 8453"/>
                    <a:gd name="connsiteX4" fmla="*/ 25 w 1557"/>
                    <a:gd name="connsiteY4" fmla="*/ 1433 h 84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57" h="8453">
                      <a:moveTo>
                        <a:pt x="25" y="1433"/>
                      </a:moveTo>
                      <a:cubicBezTo>
                        <a:pt x="691" y="1433"/>
                        <a:pt x="786" y="-91"/>
                        <a:pt x="1548" y="4"/>
                      </a:cubicBezTo>
                      <a:cubicBezTo>
                        <a:pt x="1643" y="2386"/>
                        <a:pt x="977" y="2290"/>
                        <a:pt x="405" y="2481"/>
                      </a:cubicBezTo>
                      <a:cubicBezTo>
                        <a:pt x="500" y="5053"/>
                        <a:pt x="1072" y="6005"/>
                        <a:pt x="1357" y="8005"/>
                      </a:cubicBezTo>
                      <a:cubicBezTo>
                        <a:pt x="786" y="10005"/>
                        <a:pt x="-166" y="4862"/>
                        <a:pt x="25" y="143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Freeform: Shape 1122">
                  <a:extLst>
                    <a:ext uri="{FF2B5EF4-FFF2-40B4-BE49-F238E27FC236}">
                      <a16:creationId xmlns:a16="http://schemas.microsoft.com/office/drawing/2014/main" id="{4822052F-0867-4F7B-8FD0-915F752BD5FF}"/>
                    </a:ext>
                  </a:extLst>
                </p:cNvPr>
                <p:cNvSpPr/>
                <p:nvPr/>
              </p:nvSpPr>
              <p:spPr>
                <a:xfrm>
                  <a:off x="10562368" y="2016785"/>
                  <a:ext cx="5524" cy="7256"/>
                </a:xfrm>
                <a:custGeom>
                  <a:avLst/>
                  <a:gdLst>
                    <a:gd name="connsiteX0" fmla="*/ 4858 w 5524"/>
                    <a:gd name="connsiteY0" fmla="*/ 5182 h 7256"/>
                    <a:gd name="connsiteX1" fmla="*/ 1809 w 5524"/>
                    <a:gd name="connsiteY1" fmla="*/ 6801 h 7256"/>
                    <a:gd name="connsiteX2" fmla="*/ 1523 w 5524"/>
                    <a:gd name="connsiteY2" fmla="*/ 2324 h 7256"/>
                    <a:gd name="connsiteX3" fmla="*/ 1048 w 5524"/>
                    <a:gd name="connsiteY3" fmla="*/ 4705 h 7256"/>
                    <a:gd name="connsiteX4" fmla="*/ 0 w 5524"/>
                    <a:gd name="connsiteY4" fmla="*/ 1467 h 7256"/>
                    <a:gd name="connsiteX5" fmla="*/ 1523 w 5524"/>
                    <a:gd name="connsiteY5" fmla="*/ 38 h 7256"/>
                    <a:gd name="connsiteX6" fmla="*/ 2572 w 5524"/>
                    <a:gd name="connsiteY6" fmla="*/ 4420 h 7256"/>
                    <a:gd name="connsiteX7" fmla="*/ 4858 w 5524"/>
                    <a:gd name="connsiteY7" fmla="*/ 2896 h 7256"/>
                    <a:gd name="connsiteX8" fmla="*/ 5524 w 5524"/>
                    <a:gd name="connsiteY8" fmla="*/ 6134 h 7256"/>
                    <a:gd name="connsiteX9" fmla="*/ 4858 w 5524"/>
                    <a:gd name="connsiteY9" fmla="*/ 5182 h 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524" h="7256">
                      <a:moveTo>
                        <a:pt x="4858" y="5182"/>
                      </a:moveTo>
                      <a:cubicBezTo>
                        <a:pt x="4476" y="10039"/>
                        <a:pt x="2572" y="3753"/>
                        <a:pt x="1809" y="6801"/>
                      </a:cubicBezTo>
                      <a:cubicBezTo>
                        <a:pt x="1334" y="6515"/>
                        <a:pt x="1619" y="4039"/>
                        <a:pt x="1523" y="2324"/>
                      </a:cubicBezTo>
                      <a:cubicBezTo>
                        <a:pt x="1143" y="2420"/>
                        <a:pt x="1238" y="3753"/>
                        <a:pt x="1048" y="4705"/>
                      </a:cubicBezTo>
                      <a:cubicBezTo>
                        <a:pt x="191" y="5182"/>
                        <a:pt x="762" y="1467"/>
                        <a:pt x="0" y="1467"/>
                      </a:cubicBezTo>
                      <a:cubicBezTo>
                        <a:pt x="191" y="-2534"/>
                        <a:pt x="1619" y="3277"/>
                        <a:pt x="1523" y="38"/>
                      </a:cubicBezTo>
                      <a:cubicBezTo>
                        <a:pt x="1809" y="3848"/>
                        <a:pt x="2381" y="1086"/>
                        <a:pt x="2572" y="4420"/>
                      </a:cubicBezTo>
                      <a:cubicBezTo>
                        <a:pt x="3715" y="5087"/>
                        <a:pt x="4000" y="2991"/>
                        <a:pt x="4858" y="2896"/>
                      </a:cubicBezTo>
                      <a:cubicBezTo>
                        <a:pt x="4763" y="4801"/>
                        <a:pt x="5047" y="5753"/>
                        <a:pt x="5524" y="6134"/>
                      </a:cubicBezTo>
                      <a:cubicBezTo>
                        <a:pt x="5238" y="8230"/>
                        <a:pt x="4667" y="7087"/>
                        <a:pt x="4858" y="51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4" name="Freeform: Shape 1123">
                  <a:extLst>
                    <a:ext uri="{FF2B5EF4-FFF2-40B4-BE49-F238E27FC236}">
                      <a16:creationId xmlns:a16="http://schemas.microsoft.com/office/drawing/2014/main" id="{BA78CC4E-808B-48A5-8CF9-66CA0E90C227}"/>
                    </a:ext>
                  </a:extLst>
                </p:cNvPr>
                <p:cNvSpPr/>
                <p:nvPr/>
              </p:nvSpPr>
              <p:spPr>
                <a:xfrm>
                  <a:off x="10571511" y="1777936"/>
                  <a:ext cx="3333" cy="4293"/>
                </a:xfrm>
                <a:custGeom>
                  <a:avLst/>
                  <a:gdLst>
                    <a:gd name="connsiteX0" fmla="*/ 381 w 3333"/>
                    <a:gd name="connsiteY0" fmla="*/ 476 h 4293"/>
                    <a:gd name="connsiteX1" fmla="*/ 3334 w 3333"/>
                    <a:gd name="connsiteY1" fmla="*/ 0 h 4293"/>
                    <a:gd name="connsiteX2" fmla="*/ 0 w 3333"/>
                    <a:gd name="connsiteY2" fmla="*/ 4000 h 4293"/>
                    <a:gd name="connsiteX3" fmla="*/ 762 w 3333"/>
                    <a:gd name="connsiteY3" fmla="*/ 2762 h 4293"/>
                    <a:gd name="connsiteX4" fmla="*/ 381 w 3333"/>
                    <a:gd name="connsiteY4" fmla="*/ 476 h 4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33" h="4293">
                      <a:moveTo>
                        <a:pt x="381" y="476"/>
                      </a:moveTo>
                      <a:cubicBezTo>
                        <a:pt x="572" y="286"/>
                        <a:pt x="2000" y="2191"/>
                        <a:pt x="3334" y="0"/>
                      </a:cubicBezTo>
                      <a:cubicBezTo>
                        <a:pt x="2858" y="5905"/>
                        <a:pt x="1524" y="4000"/>
                        <a:pt x="0" y="4000"/>
                      </a:cubicBezTo>
                      <a:cubicBezTo>
                        <a:pt x="0" y="2858"/>
                        <a:pt x="477" y="3048"/>
                        <a:pt x="762" y="2762"/>
                      </a:cubicBezTo>
                      <a:cubicBezTo>
                        <a:pt x="572" y="1810"/>
                        <a:pt x="286" y="1619"/>
                        <a:pt x="381" y="47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5" name="Freeform: Shape 1124">
                  <a:extLst>
                    <a:ext uri="{FF2B5EF4-FFF2-40B4-BE49-F238E27FC236}">
                      <a16:creationId xmlns:a16="http://schemas.microsoft.com/office/drawing/2014/main" id="{FBEC8578-E71D-4CC7-B50C-9B3498B8611A}"/>
                    </a:ext>
                  </a:extLst>
                </p:cNvPr>
                <p:cNvSpPr/>
                <p:nvPr/>
              </p:nvSpPr>
              <p:spPr>
                <a:xfrm>
                  <a:off x="10575011" y="1758505"/>
                  <a:ext cx="1947" cy="5656"/>
                </a:xfrm>
                <a:custGeom>
                  <a:avLst/>
                  <a:gdLst>
                    <a:gd name="connsiteX0" fmla="*/ 215 w 1947"/>
                    <a:gd name="connsiteY0" fmla="*/ 3429 h 5656"/>
                    <a:gd name="connsiteX1" fmla="*/ 310 w 1947"/>
                    <a:gd name="connsiteY1" fmla="*/ 0 h 5656"/>
                    <a:gd name="connsiteX2" fmla="*/ 1929 w 1947"/>
                    <a:gd name="connsiteY2" fmla="*/ 5429 h 5656"/>
                    <a:gd name="connsiteX3" fmla="*/ 215 w 1947"/>
                    <a:gd name="connsiteY3" fmla="*/ 3429 h 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47" h="5656">
                      <a:moveTo>
                        <a:pt x="215" y="3429"/>
                      </a:moveTo>
                      <a:cubicBezTo>
                        <a:pt x="-357" y="3048"/>
                        <a:pt x="405" y="1905"/>
                        <a:pt x="310" y="0"/>
                      </a:cubicBezTo>
                      <a:cubicBezTo>
                        <a:pt x="786" y="2000"/>
                        <a:pt x="2119" y="1429"/>
                        <a:pt x="1929" y="5429"/>
                      </a:cubicBezTo>
                      <a:cubicBezTo>
                        <a:pt x="881" y="6953"/>
                        <a:pt x="786" y="191"/>
                        <a:pt x="215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6" name="Freeform: Shape 1125">
                  <a:extLst>
                    <a:ext uri="{FF2B5EF4-FFF2-40B4-BE49-F238E27FC236}">
                      <a16:creationId xmlns:a16="http://schemas.microsoft.com/office/drawing/2014/main" id="{4D299824-FF82-49C9-9AEA-CFE919B19909}"/>
                    </a:ext>
                  </a:extLst>
                </p:cNvPr>
                <p:cNvSpPr/>
                <p:nvPr/>
              </p:nvSpPr>
              <p:spPr>
                <a:xfrm>
                  <a:off x="10577352" y="1828189"/>
                  <a:ext cx="1968" cy="8263"/>
                </a:xfrm>
                <a:custGeom>
                  <a:avLst/>
                  <a:gdLst>
                    <a:gd name="connsiteX0" fmla="*/ 160 w 1968"/>
                    <a:gd name="connsiteY0" fmla="*/ 8230 h 8263"/>
                    <a:gd name="connsiteX1" fmla="*/ 1398 w 1968"/>
                    <a:gd name="connsiteY1" fmla="*/ 4611 h 8263"/>
                    <a:gd name="connsiteX2" fmla="*/ 64 w 1968"/>
                    <a:gd name="connsiteY2" fmla="*/ 1467 h 8263"/>
                    <a:gd name="connsiteX3" fmla="*/ 1969 w 1968"/>
                    <a:gd name="connsiteY3" fmla="*/ 39 h 8263"/>
                    <a:gd name="connsiteX4" fmla="*/ 160 w 1968"/>
                    <a:gd name="connsiteY4" fmla="*/ 8230 h 8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68" h="8263">
                      <a:moveTo>
                        <a:pt x="160" y="8230"/>
                      </a:moveTo>
                      <a:cubicBezTo>
                        <a:pt x="255" y="6040"/>
                        <a:pt x="1398" y="7278"/>
                        <a:pt x="1398" y="4611"/>
                      </a:cubicBezTo>
                      <a:cubicBezTo>
                        <a:pt x="1112" y="1849"/>
                        <a:pt x="-317" y="7087"/>
                        <a:pt x="64" y="1467"/>
                      </a:cubicBezTo>
                      <a:cubicBezTo>
                        <a:pt x="1112" y="2229"/>
                        <a:pt x="1017" y="-342"/>
                        <a:pt x="1969" y="39"/>
                      </a:cubicBezTo>
                      <a:cubicBezTo>
                        <a:pt x="1207" y="1849"/>
                        <a:pt x="2255" y="8802"/>
                        <a:pt x="160" y="823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Freeform: Shape 1126">
                  <a:extLst>
                    <a:ext uri="{FF2B5EF4-FFF2-40B4-BE49-F238E27FC236}">
                      <a16:creationId xmlns:a16="http://schemas.microsoft.com/office/drawing/2014/main" id="{55BDF098-A0B5-4CF4-8601-A7B0C527A2DA}"/>
                    </a:ext>
                  </a:extLst>
                </p:cNvPr>
                <p:cNvSpPr/>
                <p:nvPr/>
              </p:nvSpPr>
              <p:spPr>
                <a:xfrm>
                  <a:off x="10573988" y="2018061"/>
                  <a:ext cx="5827" cy="8858"/>
                </a:xfrm>
                <a:custGeom>
                  <a:avLst/>
                  <a:gdLst>
                    <a:gd name="connsiteX0" fmla="*/ 4667 w 5827"/>
                    <a:gd name="connsiteY0" fmla="*/ 8858 h 8858"/>
                    <a:gd name="connsiteX1" fmla="*/ 2952 w 5827"/>
                    <a:gd name="connsiteY1" fmla="*/ 4572 h 8858"/>
                    <a:gd name="connsiteX2" fmla="*/ 666 w 5827"/>
                    <a:gd name="connsiteY2" fmla="*/ 7239 h 8858"/>
                    <a:gd name="connsiteX3" fmla="*/ 0 w 5827"/>
                    <a:gd name="connsiteY3" fmla="*/ 5048 h 8858"/>
                    <a:gd name="connsiteX4" fmla="*/ 3143 w 5827"/>
                    <a:gd name="connsiteY4" fmla="*/ 0 h 8858"/>
                    <a:gd name="connsiteX5" fmla="*/ 5715 w 5827"/>
                    <a:gd name="connsiteY5" fmla="*/ 2953 h 8858"/>
                    <a:gd name="connsiteX6" fmla="*/ 4667 w 5827"/>
                    <a:gd name="connsiteY6" fmla="*/ 8858 h 8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827" h="8858">
                      <a:moveTo>
                        <a:pt x="4667" y="8858"/>
                      </a:moveTo>
                      <a:cubicBezTo>
                        <a:pt x="3715" y="7144"/>
                        <a:pt x="4572" y="5144"/>
                        <a:pt x="2952" y="4572"/>
                      </a:cubicBezTo>
                      <a:cubicBezTo>
                        <a:pt x="2572" y="8763"/>
                        <a:pt x="2763" y="7334"/>
                        <a:pt x="666" y="7239"/>
                      </a:cubicBezTo>
                      <a:cubicBezTo>
                        <a:pt x="1238" y="5144"/>
                        <a:pt x="1048" y="4572"/>
                        <a:pt x="0" y="5048"/>
                      </a:cubicBezTo>
                      <a:cubicBezTo>
                        <a:pt x="95" y="191"/>
                        <a:pt x="3143" y="7239"/>
                        <a:pt x="3143" y="0"/>
                      </a:cubicBezTo>
                      <a:cubicBezTo>
                        <a:pt x="3620" y="2000"/>
                        <a:pt x="4572" y="6001"/>
                        <a:pt x="5715" y="2953"/>
                      </a:cubicBezTo>
                      <a:cubicBezTo>
                        <a:pt x="6287" y="1048"/>
                        <a:pt x="4476" y="7049"/>
                        <a:pt x="4667" y="885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8" name="Freeform: Shape 1127">
                  <a:extLst>
                    <a:ext uri="{FF2B5EF4-FFF2-40B4-BE49-F238E27FC236}">
                      <a16:creationId xmlns:a16="http://schemas.microsoft.com/office/drawing/2014/main" id="{2502CB5F-70AD-4EEF-ABB5-C1D2CBE434D1}"/>
                    </a:ext>
                  </a:extLst>
                </p:cNvPr>
                <p:cNvSpPr/>
                <p:nvPr/>
              </p:nvSpPr>
              <p:spPr>
                <a:xfrm>
                  <a:off x="10591428" y="1522095"/>
                  <a:ext cx="3704" cy="7619"/>
                </a:xfrm>
                <a:custGeom>
                  <a:avLst/>
                  <a:gdLst>
                    <a:gd name="connsiteX0" fmla="*/ 944 w 3704"/>
                    <a:gd name="connsiteY0" fmla="*/ 2095 h 7619"/>
                    <a:gd name="connsiteX1" fmla="*/ 467 w 3704"/>
                    <a:gd name="connsiteY1" fmla="*/ 5620 h 7619"/>
                    <a:gd name="connsiteX2" fmla="*/ 276 w 3704"/>
                    <a:gd name="connsiteY2" fmla="*/ 0 h 7619"/>
                    <a:gd name="connsiteX3" fmla="*/ 3705 w 3704"/>
                    <a:gd name="connsiteY3" fmla="*/ 3905 h 7619"/>
                    <a:gd name="connsiteX4" fmla="*/ 2181 w 3704"/>
                    <a:gd name="connsiteY4" fmla="*/ 7620 h 7619"/>
                    <a:gd name="connsiteX5" fmla="*/ 944 w 3704"/>
                    <a:gd name="connsiteY5" fmla="*/ 2095 h 7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04" h="7619">
                      <a:moveTo>
                        <a:pt x="944" y="2095"/>
                      </a:moveTo>
                      <a:cubicBezTo>
                        <a:pt x="562" y="2381"/>
                        <a:pt x="562" y="4191"/>
                        <a:pt x="467" y="5620"/>
                      </a:cubicBezTo>
                      <a:cubicBezTo>
                        <a:pt x="-10" y="4286"/>
                        <a:pt x="-201" y="1429"/>
                        <a:pt x="276" y="0"/>
                      </a:cubicBezTo>
                      <a:cubicBezTo>
                        <a:pt x="1324" y="1429"/>
                        <a:pt x="2086" y="4096"/>
                        <a:pt x="3705" y="3905"/>
                      </a:cubicBezTo>
                      <a:cubicBezTo>
                        <a:pt x="3514" y="6286"/>
                        <a:pt x="2181" y="4477"/>
                        <a:pt x="2181" y="7620"/>
                      </a:cubicBezTo>
                      <a:cubicBezTo>
                        <a:pt x="1800" y="5810"/>
                        <a:pt x="1324" y="4096"/>
                        <a:pt x="944" y="209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9" name="Freeform: Shape 1128">
                  <a:extLst>
                    <a:ext uri="{FF2B5EF4-FFF2-40B4-BE49-F238E27FC236}">
                      <a16:creationId xmlns:a16="http://schemas.microsoft.com/office/drawing/2014/main" id="{66AE29B5-32DE-4803-B2CC-DB90873F0048}"/>
                    </a:ext>
                  </a:extLst>
                </p:cNvPr>
                <p:cNvSpPr/>
                <p:nvPr/>
              </p:nvSpPr>
              <p:spPr>
                <a:xfrm>
                  <a:off x="10596467" y="1547717"/>
                  <a:ext cx="4571" cy="5756"/>
                </a:xfrm>
                <a:custGeom>
                  <a:avLst/>
                  <a:gdLst>
                    <a:gd name="connsiteX0" fmla="*/ 0 w 4571"/>
                    <a:gd name="connsiteY0" fmla="*/ 5239 h 5756"/>
                    <a:gd name="connsiteX1" fmla="*/ 1048 w 4571"/>
                    <a:gd name="connsiteY1" fmla="*/ 3905 h 5756"/>
                    <a:gd name="connsiteX2" fmla="*/ 762 w 4571"/>
                    <a:gd name="connsiteY2" fmla="*/ 2858 h 5756"/>
                    <a:gd name="connsiteX3" fmla="*/ 3620 w 4571"/>
                    <a:gd name="connsiteY3" fmla="*/ 95 h 5756"/>
                    <a:gd name="connsiteX4" fmla="*/ 4286 w 4571"/>
                    <a:gd name="connsiteY4" fmla="*/ 0 h 5756"/>
                    <a:gd name="connsiteX5" fmla="*/ 4572 w 4571"/>
                    <a:gd name="connsiteY5" fmla="*/ 3334 h 5756"/>
                    <a:gd name="connsiteX6" fmla="*/ 0 w 4571"/>
                    <a:gd name="connsiteY6" fmla="*/ 5239 h 5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71" h="5756">
                      <a:moveTo>
                        <a:pt x="0" y="5239"/>
                      </a:moveTo>
                      <a:cubicBezTo>
                        <a:pt x="95" y="3905"/>
                        <a:pt x="667" y="4191"/>
                        <a:pt x="1048" y="3905"/>
                      </a:cubicBezTo>
                      <a:cubicBezTo>
                        <a:pt x="1143" y="2953"/>
                        <a:pt x="952" y="2858"/>
                        <a:pt x="762" y="2858"/>
                      </a:cubicBezTo>
                      <a:cubicBezTo>
                        <a:pt x="1429" y="1048"/>
                        <a:pt x="3906" y="6763"/>
                        <a:pt x="3620" y="95"/>
                      </a:cubicBezTo>
                      <a:lnTo>
                        <a:pt x="4286" y="0"/>
                      </a:lnTo>
                      <a:cubicBezTo>
                        <a:pt x="4476" y="857"/>
                        <a:pt x="4572" y="1810"/>
                        <a:pt x="4572" y="3334"/>
                      </a:cubicBezTo>
                      <a:cubicBezTo>
                        <a:pt x="2953" y="3905"/>
                        <a:pt x="1334" y="6953"/>
                        <a:pt x="0" y="5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0" name="Freeform: Shape 1129">
                  <a:extLst>
                    <a:ext uri="{FF2B5EF4-FFF2-40B4-BE49-F238E27FC236}">
                      <a16:creationId xmlns:a16="http://schemas.microsoft.com/office/drawing/2014/main" id="{912A2F92-0C62-4998-9351-5DC3A6BC8B36}"/>
                    </a:ext>
                  </a:extLst>
                </p:cNvPr>
                <p:cNvSpPr/>
                <p:nvPr/>
              </p:nvSpPr>
              <p:spPr>
                <a:xfrm>
                  <a:off x="10590657" y="1802415"/>
                  <a:ext cx="3238" cy="7151"/>
                </a:xfrm>
                <a:custGeom>
                  <a:avLst/>
                  <a:gdLst>
                    <a:gd name="connsiteX0" fmla="*/ 0 w 3238"/>
                    <a:gd name="connsiteY0" fmla="*/ 3429 h 7151"/>
                    <a:gd name="connsiteX1" fmla="*/ 286 w 3238"/>
                    <a:gd name="connsiteY1" fmla="*/ 5620 h 7151"/>
                    <a:gd name="connsiteX2" fmla="*/ 95 w 3238"/>
                    <a:gd name="connsiteY2" fmla="*/ 0 h 7151"/>
                    <a:gd name="connsiteX3" fmla="*/ 2286 w 3238"/>
                    <a:gd name="connsiteY3" fmla="*/ 762 h 7151"/>
                    <a:gd name="connsiteX4" fmla="*/ 3238 w 3238"/>
                    <a:gd name="connsiteY4" fmla="*/ 6287 h 7151"/>
                    <a:gd name="connsiteX5" fmla="*/ 0 w 3238"/>
                    <a:gd name="connsiteY5" fmla="*/ 3429 h 7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38" h="7151">
                      <a:moveTo>
                        <a:pt x="0" y="3429"/>
                      </a:moveTo>
                      <a:cubicBezTo>
                        <a:pt x="381" y="3429"/>
                        <a:pt x="286" y="4763"/>
                        <a:pt x="286" y="5620"/>
                      </a:cubicBezTo>
                      <a:cubicBezTo>
                        <a:pt x="1620" y="3334"/>
                        <a:pt x="-286" y="2572"/>
                        <a:pt x="95" y="0"/>
                      </a:cubicBezTo>
                      <a:cubicBezTo>
                        <a:pt x="762" y="953"/>
                        <a:pt x="1620" y="5810"/>
                        <a:pt x="2286" y="762"/>
                      </a:cubicBezTo>
                      <a:cubicBezTo>
                        <a:pt x="2667" y="2381"/>
                        <a:pt x="3238" y="3334"/>
                        <a:pt x="3238" y="6287"/>
                      </a:cubicBezTo>
                      <a:cubicBezTo>
                        <a:pt x="1715" y="4858"/>
                        <a:pt x="477" y="10668"/>
                        <a:pt x="0" y="342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Freeform: Shape 1130">
                  <a:extLst>
                    <a:ext uri="{FF2B5EF4-FFF2-40B4-BE49-F238E27FC236}">
                      <a16:creationId xmlns:a16="http://schemas.microsoft.com/office/drawing/2014/main" id="{AB9339D8-7F0C-4823-9511-F1CD5504AD66}"/>
                    </a:ext>
                  </a:extLst>
                </p:cNvPr>
                <p:cNvSpPr/>
                <p:nvPr/>
              </p:nvSpPr>
              <p:spPr>
                <a:xfrm>
                  <a:off x="10592561" y="1757457"/>
                  <a:ext cx="2606" cy="4953"/>
                </a:xfrm>
                <a:custGeom>
                  <a:avLst/>
                  <a:gdLst>
                    <a:gd name="connsiteX0" fmla="*/ 2192 w 2606"/>
                    <a:gd name="connsiteY0" fmla="*/ 4572 h 4953"/>
                    <a:gd name="connsiteX1" fmla="*/ 0 w 2606"/>
                    <a:gd name="connsiteY1" fmla="*/ 4953 h 4953"/>
                    <a:gd name="connsiteX2" fmla="*/ 2286 w 2606"/>
                    <a:gd name="connsiteY2" fmla="*/ 0 h 4953"/>
                    <a:gd name="connsiteX3" fmla="*/ 2192 w 2606"/>
                    <a:gd name="connsiteY3" fmla="*/ 4572 h 4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06" h="4953">
                      <a:moveTo>
                        <a:pt x="2192" y="4572"/>
                      </a:moveTo>
                      <a:cubicBezTo>
                        <a:pt x="1524" y="2477"/>
                        <a:pt x="858" y="4477"/>
                        <a:pt x="0" y="4953"/>
                      </a:cubicBezTo>
                      <a:cubicBezTo>
                        <a:pt x="191" y="-857"/>
                        <a:pt x="1429" y="4000"/>
                        <a:pt x="2286" y="0"/>
                      </a:cubicBezTo>
                      <a:cubicBezTo>
                        <a:pt x="3239" y="95"/>
                        <a:pt x="1715" y="2096"/>
                        <a:pt x="2192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2" name="Freeform: Shape 1131">
                  <a:extLst>
                    <a:ext uri="{FF2B5EF4-FFF2-40B4-BE49-F238E27FC236}">
                      <a16:creationId xmlns:a16="http://schemas.microsoft.com/office/drawing/2014/main" id="{7F2241C9-8559-4110-B97D-01952DE36986}"/>
                    </a:ext>
                  </a:extLst>
                </p:cNvPr>
                <p:cNvSpPr/>
                <p:nvPr/>
              </p:nvSpPr>
              <p:spPr>
                <a:xfrm>
                  <a:off x="10593799" y="1761934"/>
                  <a:ext cx="4857" cy="8191"/>
                </a:xfrm>
                <a:custGeom>
                  <a:avLst/>
                  <a:gdLst>
                    <a:gd name="connsiteX0" fmla="*/ 1429 w 4857"/>
                    <a:gd name="connsiteY0" fmla="*/ 7906 h 8191"/>
                    <a:gd name="connsiteX1" fmla="*/ 0 w 4857"/>
                    <a:gd name="connsiteY1" fmla="*/ 8192 h 8191"/>
                    <a:gd name="connsiteX2" fmla="*/ 1620 w 4857"/>
                    <a:gd name="connsiteY2" fmla="*/ 0 h 8191"/>
                    <a:gd name="connsiteX3" fmla="*/ 4858 w 4857"/>
                    <a:gd name="connsiteY3" fmla="*/ 1715 h 8191"/>
                    <a:gd name="connsiteX4" fmla="*/ 1906 w 4857"/>
                    <a:gd name="connsiteY4" fmla="*/ 2191 h 8191"/>
                    <a:gd name="connsiteX5" fmla="*/ 1429 w 4857"/>
                    <a:gd name="connsiteY5" fmla="*/ 7906 h 8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857" h="8191">
                      <a:moveTo>
                        <a:pt x="1429" y="7906"/>
                      </a:moveTo>
                      <a:lnTo>
                        <a:pt x="0" y="8192"/>
                      </a:lnTo>
                      <a:cubicBezTo>
                        <a:pt x="191" y="4286"/>
                        <a:pt x="1238" y="3239"/>
                        <a:pt x="1620" y="0"/>
                      </a:cubicBezTo>
                      <a:cubicBezTo>
                        <a:pt x="1906" y="3524"/>
                        <a:pt x="3715" y="-762"/>
                        <a:pt x="4858" y="1715"/>
                      </a:cubicBezTo>
                      <a:cubicBezTo>
                        <a:pt x="4382" y="4477"/>
                        <a:pt x="1715" y="3143"/>
                        <a:pt x="1906" y="2191"/>
                      </a:cubicBezTo>
                      <a:cubicBezTo>
                        <a:pt x="1238" y="2096"/>
                        <a:pt x="1715" y="6287"/>
                        <a:pt x="1429" y="790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3" name="Freeform: Shape 1132">
                  <a:extLst>
                    <a:ext uri="{FF2B5EF4-FFF2-40B4-BE49-F238E27FC236}">
                      <a16:creationId xmlns:a16="http://schemas.microsoft.com/office/drawing/2014/main" id="{BC715B35-50BA-448C-A234-7E9FC6C45420}"/>
                    </a:ext>
                  </a:extLst>
                </p:cNvPr>
                <p:cNvSpPr/>
                <p:nvPr/>
              </p:nvSpPr>
              <p:spPr>
                <a:xfrm>
                  <a:off x="10595499" y="1810607"/>
                  <a:ext cx="2491" cy="6477"/>
                </a:xfrm>
                <a:custGeom>
                  <a:avLst/>
                  <a:gdLst>
                    <a:gd name="connsiteX0" fmla="*/ 15 w 2491"/>
                    <a:gd name="connsiteY0" fmla="*/ 4572 h 6477"/>
                    <a:gd name="connsiteX1" fmla="*/ 491 w 2491"/>
                    <a:gd name="connsiteY1" fmla="*/ 0 h 6477"/>
                    <a:gd name="connsiteX2" fmla="*/ 2492 w 2491"/>
                    <a:gd name="connsiteY2" fmla="*/ 6477 h 6477"/>
                    <a:gd name="connsiteX3" fmla="*/ 15 w 2491"/>
                    <a:gd name="connsiteY3" fmla="*/ 4572 h 6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91" h="6477">
                      <a:moveTo>
                        <a:pt x="15" y="4572"/>
                      </a:moveTo>
                      <a:cubicBezTo>
                        <a:pt x="-80" y="2191"/>
                        <a:pt x="301" y="1524"/>
                        <a:pt x="491" y="0"/>
                      </a:cubicBezTo>
                      <a:cubicBezTo>
                        <a:pt x="2301" y="667"/>
                        <a:pt x="1539" y="2953"/>
                        <a:pt x="2492" y="6477"/>
                      </a:cubicBezTo>
                      <a:cubicBezTo>
                        <a:pt x="1920" y="3143"/>
                        <a:pt x="1063" y="6858"/>
                        <a:pt x="15" y="4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4" name="Freeform: Shape 1133">
                  <a:extLst>
                    <a:ext uri="{FF2B5EF4-FFF2-40B4-BE49-F238E27FC236}">
                      <a16:creationId xmlns:a16="http://schemas.microsoft.com/office/drawing/2014/main" id="{B636CDA1-81BA-4C49-91F2-77FAAF362DDC}"/>
                    </a:ext>
                  </a:extLst>
                </p:cNvPr>
                <p:cNvSpPr/>
                <p:nvPr/>
              </p:nvSpPr>
              <p:spPr>
                <a:xfrm>
                  <a:off x="10599729" y="1765458"/>
                  <a:ext cx="2738" cy="7810"/>
                </a:xfrm>
                <a:custGeom>
                  <a:avLst/>
                  <a:gdLst>
                    <a:gd name="connsiteX0" fmla="*/ 166 w 2738"/>
                    <a:gd name="connsiteY0" fmla="*/ 7048 h 7810"/>
                    <a:gd name="connsiteX1" fmla="*/ 1405 w 2738"/>
                    <a:gd name="connsiteY1" fmla="*/ 0 h 7810"/>
                    <a:gd name="connsiteX2" fmla="*/ 1309 w 2738"/>
                    <a:gd name="connsiteY2" fmla="*/ 2286 h 7810"/>
                    <a:gd name="connsiteX3" fmla="*/ 2738 w 2738"/>
                    <a:gd name="connsiteY3" fmla="*/ 4286 h 7810"/>
                    <a:gd name="connsiteX4" fmla="*/ 1881 w 2738"/>
                    <a:gd name="connsiteY4" fmla="*/ 7810 h 7810"/>
                    <a:gd name="connsiteX5" fmla="*/ 166 w 2738"/>
                    <a:gd name="connsiteY5" fmla="*/ 7048 h 7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38" h="7810">
                      <a:moveTo>
                        <a:pt x="166" y="7048"/>
                      </a:moveTo>
                      <a:cubicBezTo>
                        <a:pt x="-500" y="8096"/>
                        <a:pt x="1023" y="1238"/>
                        <a:pt x="1405" y="0"/>
                      </a:cubicBezTo>
                      <a:cubicBezTo>
                        <a:pt x="1881" y="381"/>
                        <a:pt x="1309" y="952"/>
                        <a:pt x="1309" y="2286"/>
                      </a:cubicBezTo>
                      <a:cubicBezTo>
                        <a:pt x="1500" y="6096"/>
                        <a:pt x="2072" y="2286"/>
                        <a:pt x="2738" y="4286"/>
                      </a:cubicBezTo>
                      <a:cubicBezTo>
                        <a:pt x="2452" y="5524"/>
                        <a:pt x="1881" y="5620"/>
                        <a:pt x="1881" y="7810"/>
                      </a:cubicBezTo>
                      <a:cubicBezTo>
                        <a:pt x="1881" y="6572"/>
                        <a:pt x="643" y="3715"/>
                        <a:pt x="166" y="7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5" name="Freeform: Shape 1134">
                  <a:extLst>
                    <a:ext uri="{FF2B5EF4-FFF2-40B4-BE49-F238E27FC236}">
                      <a16:creationId xmlns:a16="http://schemas.microsoft.com/office/drawing/2014/main" id="{6CB8FD4A-8228-45EE-BD1D-945F04B54E98}"/>
                    </a:ext>
                  </a:extLst>
                </p:cNvPr>
                <p:cNvSpPr/>
                <p:nvPr/>
              </p:nvSpPr>
              <p:spPr>
                <a:xfrm>
                  <a:off x="10602944" y="1806360"/>
                  <a:ext cx="3390" cy="3186"/>
                </a:xfrm>
                <a:custGeom>
                  <a:avLst/>
                  <a:gdLst>
                    <a:gd name="connsiteX0" fmla="*/ 0 w 3390"/>
                    <a:gd name="connsiteY0" fmla="*/ 3008 h 3186"/>
                    <a:gd name="connsiteX1" fmla="*/ 3334 w 3390"/>
                    <a:gd name="connsiteY1" fmla="*/ 151 h 3186"/>
                    <a:gd name="connsiteX2" fmla="*/ 0 w 3390"/>
                    <a:gd name="connsiteY2" fmla="*/ 3008 h 3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390" h="3186">
                      <a:moveTo>
                        <a:pt x="0" y="3008"/>
                      </a:moveTo>
                      <a:cubicBezTo>
                        <a:pt x="1143" y="246"/>
                        <a:pt x="952" y="-325"/>
                        <a:pt x="3334" y="151"/>
                      </a:cubicBezTo>
                      <a:cubicBezTo>
                        <a:pt x="3904" y="818"/>
                        <a:pt x="0" y="3961"/>
                        <a:pt x="0" y="30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6" name="Freeform: Shape 1135">
                  <a:extLst>
                    <a:ext uri="{FF2B5EF4-FFF2-40B4-BE49-F238E27FC236}">
                      <a16:creationId xmlns:a16="http://schemas.microsoft.com/office/drawing/2014/main" id="{6D307C42-BDD5-4BFC-8116-3216B7E7CEF1}"/>
                    </a:ext>
                  </a:extLst>
                </p:cNvPr>
                <p:cNvSpPr/>
                <p:nvPr/>
              </p:nvSpPr>
              <p:spPr>
                <a:xfrm>
                  <a:off x="10603696" y="1814798"/>
                  <a:ext cx="1217" cy="8096"/>
                </a:xfrm>
                <a:custGeom>
                  <a:avLst/>
                  <a:gdLst>
                    <a:gd name="connsiteX0" fmla="*/ 9 w 1217"/>
                    <a:gd name="connsiteY0" fmla="*/ 8096 h 8096"/>
                    <a:gd name="connsiteX1" fmla="*/ 581 w 1217"/>
                    <a:gd name="connsiteY1" fmla="*/ 0 h 8096"/>
                    <a:gd name="connsiteX2" fmla="*/ 771 w 1217"/>
                    <a:gd name="connsiteY2" fmla="*/ 7906 h 8096"/>
                    <a:gd name="connsiteX3" fmla="*/ 9 w 1217"/>
                    <a:gd name="connsiteY3" fmla="*/ 8096 h 8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7" h="8096">
                      <a:moveTo>
                        <a:pt x="9" y="8096"/>
                      </a:moveTo>
                      <a:cubicBezTo>
                        <a:pt x="-86" y="7239"/>
                        <a:pt x="581" y="2191"/>
                        <a:pt x="581" y="0"/>
                      </a:cubicBezTo>
                      <a:cubicBezTo>
                        <a:pt x="1343" y="762"/>
                        <a:pt x="1438" y="5810"/>
                        <a:pt x="771" y="7906"/>
                      </a:cubicBezTo>
                      <a:cubicBezTo>
                        <a:pt x="486" y="7334"/>
                        <a:pt x="200" y="6667"/>
                        <a:pt x="9" y="8096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7" name="Freeform: Shape 1136">
                  <a:extLst>
                    <a:ext uri="{FF2B5EF4-FFF2-40B4-BE49-F238E27FC236}">
                      <a16:creationId xmlns:a16="http://schemas.microsoft.com/office/drawing/2014/main" id="{E40650C2-E916-47BD-BDBE-91ADAEB04FDC}"/>
                    </a:ext>
                  </a:extLst>
                </p:cNvPr>
                <p:cNvSpPr/>
                <p:nvPr/>
              </p:nvSpPr>
              <p:spPr>
                <a:xfrm>
                  <a:off x="10613040" y="1800688"/>
                  <a:ext cx="1348" cy="9156"/>
                </a:xfrm>
                <a:custGeom>
                  <a:avLst/>
                  <a:gdLst>
                    <a:gd name="connsiteX0" fmla="*/ 0 w 1348"/>
                    <a:gd name="connsiteY0" fmla="*/ 108 h 9156"/>
                    <a:gd name="connsiteX1" fmla="*/ 191 w 1348"/>
                    <a:gd name="connsiteY1" fmla="*/ 9157 h 9156"/>
                    <a:gd name="connsiteX2" fmla="*/ 0 w 1348"/>
                    <a:gd name="connsiteY2" fmla="*/ 108 h 9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48" h="9156">
                      <a:moveTo>
                        <a:pt x="0" y="108"/>
                      </a:moveTo>
                      <a:cubicBezTo>
                        <a:pt x="1715" y="-1130"/>
                        <a:pt x="1810" y="8681"/>
                        <a:pt x="191" y="9157"/>
                      </a:cubicBezTo>
                      <a:cubicBezTo>
                        <a:pt x="-286" y="5252"/>
                        <a:pt x="1620" y="3251"/>
                        <a:pt x="0" y="10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8" name="Freeform: Shape 1137">
                  <a:extLst>
                    <a:ext uri="{FF2B5EF4-FFF2-40B4-BE49-F238E27FC236}">
                      <a16:creationId xmlns:a16="http://schemas.microsoft.com/office/drawing/2014/main" id="{CC47BCF1-F37D-4649-BBAB-0440719ED185}"/>
                    </a:ext>
                  </a:extLst>
                </p:cNvPr>
                <p:cNvSpPr/>
                <p:nvPr/>
              </p:nvSpPr>
              <p:spPr>
                <a:xfrm>
                  <a:off x="10624660" y="1434716"/>
                  <a:ext cx="7642" cy="4797"/>
                </a:xfrm>
                <a:custGeom>
                  <a:avLst/>
                  <a:gdLst>
                    <a:gd name="connsiteX0" fmla="*/ 2381 w 7642"/>
                    <a:gd name="connsiteY0" fmla="*/ 1463 h 4797"/>
                    <a:gd name="connsiteX1" fmla="*/ 0 w 7642"/>
                    <a:gd name="connsiteY1" fmla="*/ 1940 h 4797"/>
                    <a:gd name="connsiteX2" fmla="*/ 3810 w 7642"/>
                    <a:gd name="connsiteY2" fmla="*/ 2321 h 4797"/>
                    <a:gd name="connsiteX3" fmla="*/ 5905 w 7642"/>
                    <a:gd name="connsiteY3" fmla="*/ 1940 h 4797"/>
                    <a:gd name="connsiteX4" fmla="*/ 3049 w 7642"/>
                    <a:gd name="connsiteY4" fmla="*/ 4797 h 4797"/>
                    <a:gd name="connsiteX5" fmla="*/ 2381 w 7642"/>
                    <a:gd name="connsiteY5" fmla="*/ 1463 h 4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642" h="4797">
                      <a:moveTo>
                        <a:pt x="2381" y="1463"/>
                      </a:moveTo>
                      <a:cubicBezTo>
                        <a:pt x="1810" y="3178"/>
                        <a:pt x="953" y="5464"/>
                        <a:pt x="0" y="1940"/>
                      </a:cubicBezTo>
                      <a:cubicBezTo>
                        <a:pt x="1524" y="-1775"/>
                        <a:pt x="2477" y="701"/>
                        <a:pt x="3810" y="2321"/>
                      </a:cubicBezTo>
                      <a:cubicBezTo>
                        <a:pt x="2763" y="-1585"/>
                        <a:pt x="11145" y="1559"/>
                        <a:pt x="5905" y="1940"/>
                      </a:cubicBezTo>
                      <a:cubicBezTo>
                        <a:pt x="4858" y="5178"/>
                        <a:pt x="3906" y="2321"/>
                        <a:pt x="3049" y="4797"/>
                      </a:cubicBezTo>
                      <a:cubicBezTo>
                        <a:pt x="2763" y="3940"/>
                        <a:pt x="2572" y="2702"/>
                        <a:pt x="2381" y="146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39" name="Freeform: Shape 1138">
                  <a:extLst>
                    <a:ext uri="{FF2B5EF4-FFF2-40B4-BE49-F238E27FC236}">
                      <a16:creationId xmlns:a16="http://schemas.microsoft.com/office/drawing/2014/main" id="{3DDAA0A6-F166-458A-89FC-275430963533}"/>
                    </a:ext>
                  </a:extLst>
                </p:cNvPr>
                <p:cNvSpPr/>
                <p:nvPr/>
              </p:nvSpPr>
              <p:spPr>
                <a:xfrm>
                  <a:off x="10616374" y="1810245"/>
                  <a:ext cx="4000" cy="5203"/>
                </a:xfrm>
                <a:custGeom>
                  <a:avLst/>
                  <a:gdLst>
                    <a:gd name="connsiteX0" fmla="*/ 0 w 4000"/>
                    <a:gd name="connsiteY0" fmla="*/ 1314 h 5203"/>
                    <a:gd name="connsiteX1" fmla="*/ 4001 w 4000"/>
                    <a:gd name="connsiteY1" fmla="*/ 2838 h 5203"/>
                    <a:gd name="connsiteX2" fmla="*/ 0 w 4000"/>
                    <a:gd name="connsiteY2" fmla="*/ 1314 h 52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00" h="5203">
                      <a:moveTo>
                        <a:pt x="0" y="1314"/>
                      </a:moveTo>
                      <a:cubicBezTo>
                        <a:pt x="1620" y="-3353"/>
                        <a:pt x="1620" y="6172"/>
                        <a:pt x="4001" y="2838"/>
                      </a:cubicBezTo>
                      <a:cubicBezTo>
                        <a:pt x="2763" y="9125"/>
                        <a:pt x="1524" y="838"/>
                        <a:pt x="0" y="13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0" name="Freeform: Shape 1139">
                  <a:extLst>
                    <a:ext uri="{FF2B5EF4-FFF2-40B4-BE49-F238E27FC236}">
                      <a16:creationId xmlns:a16="http://schemas.microsoft.com/office/drawing/2014/main" id="{AD76BC5B-5F07-4C90-AA98-64E08FE78EEC}"/>
                    </a:ext>
                  </a:extLst>
                </p:cNvPr>
                <p:cNvSpPr/>
                <p:nvPr/>
              </p:nvSpPr>
              <p:spPr>
                <a:xfrm>
                  <a:off x="10619518" y="2042255"/>
                  <a:ext cx="2680" cy="13716"/>
                </a:xfrm>
                <a:custGeom>
                  <a:avLst/>
                  <a:gdLst>
                    <a:gd name="connsiteX0" fmla="*/ 0 w 2680"/>
                    <a:gd name="connsiteY0" fmla="*/ 2667 h 13716"/>
                    <a:gd name="connsiteX1" fmla="*/ 2286 w 2680"/>
                    <a:gd name="connsiteY1" fmla="*/ 0 h 13716"/>
                    <a:gd name="connsiteX2" fmla="*/ 2000 w 2680"/>
                    <a:gd name="connsiteY2" fmla="*/ 13716 h 13716"/>
                    <a:gd name="connsiteX3" fmla="*/ 857 w 2680"/>
                    <a:gd name="connsiteY3" fmla="*/ 12763 h 13716"/>
                    <a:gd name="connsiteX4" fmla="*/ 2477 w 2680"/>
                    <a:gd name="connsiteY4" fmla="*/ 5620 h 13716"/>
                    <a:gd name="connsiteX5" fmla="*/ 0 w 2680"/>
                    <a:gd name="connsiteY5" fmla="*/ 2667 h 13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80" h="13716">
                      <a:moveTo>
                        <a:pt x="0" y="2667"/>
                      </a:moveTo>
                      <a:cubicBezTo>
                        <a:pt x="380" y="762"/>
                        <a:pt x="1619" y="1143"/>
                        <a:pt x="2286" y="0"/>
                      </a:cubicBezTo>
                      <a:cubicBezTo>
                        <a:pt x="3238" y="5239"/>
                        <a:pt x="2191" y="9525"/>
                        <a:pt x="2000" y="13716"/>
                      </a:cubicBezTo>
                      <a:cubicBezTo>
                        <a:pt x="1714" y="13144"/>
                        <a:pt x="1429" y="12668"/>
                        <a:pt x="857" y="12763"/>
                      </a:cubicBezTo>
                      <a:cubicBezTo>
                        <a:pt x="2095" y="12573"/>
                        <a:pt x="1048" y="5334"/>
                        <a:pt x="2477" y="5620"/>
                      </a:cubicBezTo>
                      <a:cubicBezTo>
                        <a:pt x="1905" y="3143"/>
                        <a:pt x="1619" y="3810"/>
                        <a:pt x="0" y="266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1" name="Freeform: Shape 1140">
                  <a:extLst>
                    <a:ext uri="{FF2B5EF4-FFF2-40B4-BE49-F238E27FC236}">
                      <a16:creationId xmlns:a16="http://schemas.microsoft.com/office/drawing/2014/main" id="{EDD110D6-2853-4273-9993-1A615122D697}"/>
                    </a:ext>
                  </a:extLst>
                </p:cNvPr>
                <p:cNvSpPr/>
                <p:nvPr/>
              </p:nvSpPr>
              <p:spPr>
                <a:xfrm>
                  <a:off x="10659141" y="2086641"/>
                  <a:ext cx="2571" cy="5854"/>
                </a:xfrm>
                <a:custGeom>
                  <a:avLst/>
                  <a:gdLst>
                    <a:gd name="connsiteX0" fmla="*/ 0 w 2571"/>
                    <a:gd name="connsiteY0" fmla="*/ 2572 h 5854"/>
                    <a:gd name="connsiteX1" fmla="*/ 1524 w 2571"/>
                    <a:gd name="connsiteY1" fmla="*/ 0 h 5854"/>
                    <a:gd name="connsiteX2" fmla="*/ 1143 w 2571"/>
                    <a:gd name="connsiteY2" fmla="*/ 1238 h 5854"/>
                    <a:gd name="connsiteX3" fmla="*/ 2572 w 2571"/>
                    <a:gd name="connsiteY3" fmla="*/ 4381 h 5854"/>
                    <a:gd name="connsiteX4" fmla="*/ 0 w 2571"/>
                    <a:gd name="connsiteY4" fmla="*/ 2572 h 5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71" h="5854">
                      <a:moveTo>
                        <a:pt x="0" y="2572"/>
                      </a:moveTo>
                      <a:cubicBezTo>
                        <a:pt x="286" y="952"/>
                        <a:pt x="858" y="286"/>
                        <a:pt x="1524" y="0"/>
                      </a:cubicBezTo>
                      <a:cubicBezTo>
                        <a:pt x="1620" y="952"/>
                        <a:pt x="1334" y="1048"/>
                        <a:pt x="1143" y="1238"/>
                      </a:cubicBezTo>
                      <a:cubicBezTo>
                        <a:pt x="1238" y="3524"/>
                        <a:pt x="2096" y="3334"/>
                        <a:pt x="2572" y="4381"/>
                      </a:cubicBezTo>
                      <a:cubicBezTo>
                        <a:pt x="1334" y="9144"/>
                        <a:pt x="1429" y="667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2" name="Freeform: Shape 1141">
                  <a:extLst>
                    <a:ext uri="{FF2B5EF4-FFF2-40B4-BE49-F238E27FC236}">
                      <a16:creationId xmlns:a16="http://schemas.microsoft.com/office/drawing/2014/main" id="{45F4E307-0F1C-43DB-A1D8-41013D6C0B85}"/>
                    </a:ext>
                  </a:extLst>
                </p:cNvPr>
                <p:cNvSpPr/>
                <p:nvPr/>
              </p:nvSpPr>
              <p:spPr>
                <a:xfrm>
                  <a:off x="10673885" y="2150363"/>
                  <a:ext cx="14116" cy="8096"/>
                </a:xfrm>
                <a:custGeom>
                  <a:avLst/>
                  <a:gdLst>
                    <a:gd name="connsiteX0" fmla="*/ 5354 w 14116"/>
                    <a:gd name="connsiteY0" fmla="*/ 1238 h 8096"/>
                    <a:gd name="connsiteX1" fmla="*/ 14116 w 14116"/>
                    <a:gd name="connsiteY1" fmla="*/ 4191 h 8096"/>
                    <a:gd name="connsiteX2" fmla="*/ 4877 w 14116"/>
                    <a:gd name="connsiteY2" fmla="*/ 8096 h 8096"/>
                    <a:gd name="connsiteX3" fmla="*/ 4496 w 14116"/>
                    <a:gd name="connsiteY3" fmla="*/ 4763 h 8096"/>
                    <a:gd name="connsiteX4" fmla="*/ 306 w 14116"/>
                    <a:gd name="connsiteY4" fmla="*/ 2096 h 8096"/>
                    <a:gd name="connsiteX5" fmla="*/ 2210 w 14116"/>
                    <a:gd name="connsiteY5" fmla="*/ 572 h 8096"/>
                    <a:gd name="connsiteX6" fmla="*/ 5259 w 14116"/>
                    <a:gd name="connsiteY6" fmla="*/ 0 h 8096"/>
                    <a:gd name="connsiteX7" fmla="*/ 5354 w 14116"/>
                    <a:gd name="connsiteY7" fmla="*/ 1238 h 8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116" h="8096">
                      <a:moveTo>
                        <a:pt x="5354" y="1238"/>
                      </a:moveTo>
                      <a:cubicBezTo>
                        <a:pt x="6402" y="10478"/>
                        <a:pt x="11544" y="381"/>
                        <a:pt x="14116" y="4191"/>
                      </a:cubicBezTo>
                      <a:cubicBezTo>
                        <a:pt x="12307" y="4763"/>
                        <a:pt x="8020" y="6763"/>
                        <a:pt x="4877" y="8096"/>
                      </a:cubicBezTo>
                      <a:cubicBezTo>
                        <a:pt x="4591" y="6001"/>
                        <a:pt x="3734" y="7525"/>
                        <a:pt x="4496" y="4763"/>
                      </a:cubicBezTo>
                      <a:cubicBezTo>
                        <a:pt x="2305" y="3620"/>
                        <a:pt x="-1028" y="9716"/>
                        <a:pt x="306" y="2096"/>
                      </a:cubicBezTo>
                      <a:cubicBezTo>
                        <a:pt x="781" y="5429"/>
                        <a:pt x="1830" y="3715"/>
                        <a:pt x="2210" y="572"/>
                      </a:cubicBezTo>
                      <a:cubicBezTo>
                        <a:pt x="3639" y="1905"/>
                        <a:pt x="4211" y="5525"/>
                        <a:pt x="5259" y="0"/>
                      </a:cubicBezTo>
                      <a:cubicBezTo>
                        <a:pt x="5734" y="286"/>
                        <a:pt x="5544" y="1238"/>
                        <a:pt x="5354" y="123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3" name="Freeform: Shape 1142">
                  <a:extLst>
                    <a:ext uri="{FF2B5EF4-FFF2-40B4-BE49-F238E27FC236}">
                      <a16:creationId xmlns:a16="http://schemas.microsoft.com/office/drawing/2014/main" id="{B7C1D92A-7D69-41D2-95EA-41E6CDDFB867}"/>
                    </a:ext>
                  </a:extLst>
                </p:cNvPr>
                <p:cNvSpPr/>
                <p:nvPr/>
              </p:nvSpPr>
              <p:spPr>
                <a:xfrm>
                  <a:off x="10683716" y="1433893"/>
                  <a:ext cx="23335" cy="15144"/>
                </a:xfrm>
                <a:custGeom>
                  <a:avLst/>
                  <a:gdLst>
                    <a:gd name="connsiteX0" fmla="*/ 95 w 23335"/>
                    <a:gd name="connsiteY0" fmla="*/ 15145 h 15144"/>
                    <a:gd name="connsiteX1" fmla="*/ 0 w 23335"/>
                    <a:gd name="connsiteY1" fmla="*/ 381 h 15144"/>
                    <a:gd name="connsiteX2" fmla="*/ 7619 w 23335"/>
                    <a:gd name="connsiteY2" fmla="*/ 0 h 15144"/>
                    <a:gd name="connsiteX3" fmla="*/ 18573 w 23335"/>
                    <a:gd name="connsiteY3" fmla="*/ 1238 h 15144"/>
                    <a:gd name="connsiteX4" fmla="*/ 23336 w 23335"/>
                    <a:gd name="connsiteY4" fmla="*/ 4858 h 15144"/>
                    <a:gd name="connsiteX5" fmla="*/ 15716 w 23335"/>
                    <a:gd name="connsiteY5" fmla="*/ 5239 h 15144"/>
                    <a:gd name="connsiteX6" fmla="*/ 16001 w 23335"/>
                    <a:gd name="connsiteY6" fmla="*/ 7429 h 15144"/>
                    <a:gd name="connsiteX7" fmla="*/ 8762 w 23335"/>
                    <a:gd name="connsiteY7" fmla="*/ 8858 h 15144"/>
                    <a:gd name="connsiteX8" fmla="*/ 9430 w 23335"/>
                    <a:gd name="connsiteY8" fmla="*/ 9811 h 15144"/>
                    <a:gd name="connsiteX9" fmla="*/ 95 w 23335"/>
                    <a:gd name="connsiteY9" fmla="*/ 15145 h 1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335" h="15144">
                      <a:moveTo>
                        <a:pt x="95" y="15145"/>
                      </a:moveTo>
                      <a:cubicBezTo>
                        <a:pt x="2857" y="9620"/>
                        <a:pt x="1238" y="3048"/>
                        <a:pt x="0" y="381"/>
                      </a:cubicBezTo>
                      <a:cubicBezTo>
                        <a:pt x="1619" y="2667"/>
                        <a:pt x="5333" y="6858"/>
                        <a:pt x="7619" y="0"/>
                      </a:cubicBezTo>
                      <a:cubicBezTo>
                        <a:pt x="10954" y="5525"/>
                        <a:pt x="15430" y="-286"/>
                        <a:pt x="18573" y="1238"/>
                      </a:cubicBezTo>
                      <a:cubicBezTo>
                        <a:pt x="18859" y="7715"/>
                        <a:pt x="21622" y="1619"/>
                        <a:pt x="23336" y="4858"/>
                      </a:cubicBezTo>
                      <a:cubicBezTo>
                        <a:pt x="21336" y="11430"/>
                        <a:pt x="18669" y="2667"/>
                        <a:pt x="15716" y="5239"/>
                      </a:cubicBezTo>
                      <a:cubicBezTo>
                        <a:pt x="15621" y="6572"/>
                        <a:pt x="15812" y="7239"/>
                        <a:pt x="16001" y="7429"/>
                      </a:cubicBezTo>
                      <a:cubicBezTo>
                        <a:pt x="14192" y="7715"/>
                        <a:pt x="11239" y="7810"/>
                        <a:pt x="8762" y="8858"/>
                      </a:cubicBezTo>
                      <a:cubicBezTo>
                        <a:pt x="8762" y="9906"/>
                        <a:pt x="9144" y="9620"/>
                        <a:pt x="9430" y="9811"/>
                      </a:cubicBezTo>
                      <a:cubicBezTo>
                        <a:pt x="6858" y="11335"/>
                        <a:pt x="3238" y="11335"/>
                        <a:pt x="95" y="1514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4" name="Freeform: Shape 1143">
                  <a:extLst>
                    <a:ext uri="{FF2B5EF4-FFF2-40B4-BE49-F238E27FC236}">
                      <a16:creationId xmlns:a16="http://schemas.microsoft.com/office/drawing/2014/main" id="{406DCE91-F5EA-4B28-8826-652BFDA49C87}"/>
                    </a:ext>
                  </a:extLst>
                </p:cNvPr>
                <p:cNvSpPr/>
                <p:nvPr/>
              </p:nvSpPr>
              <p:spPr>
                <a:xfrm>
                  <a:off x="10707624" y="1433920"/>
                  <a:ext cx="5524" cy="7592"/>
                </a:xfrm>
                <a:custGeom>
                  <a:avLst/>
                  <a:gdLst>
                    <a:gd name="connsiteX0" fmla="*/ 95 w 5524"/>
                    <a:gd name="connsiteY0" fmla="*/ 68 h 7592"/>
                    <a:gd name="connsiteX1" fmla="*/ 380 w 5524"/>
                    <a:gd name="connsiteY1" fmla="*/ 1116 h 7592"/>
                    <a:gd name="connsiteX2" fmla="*/ 5524 w 5524"/>
                    <a:gd name="connsiteY2" fmla="*/ 3497 h 7592"/>
                    <a:gd name="connsiteX3" fmla="*/ 2381 w 5524"/>
                    <a:gd name="connsiteY3" fmla="*/ 7593 h 7592"/>
                    <a:gd name="connsiteX4" fmla="*/ 0 w 5524"/>
                    <a:gd name="connsiteY4" fmla="*/ 5783 h 7592"/>
                    <a:gd name="connsiteX5" fmla="*/ 95 w 5524"/>
                    <a:gd name="connsiteY5" fmla="*/ 68 h 7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24" h="7592">
                      <a:moveTo>
                        <a:pt x="95" y="68"/>
                      </a:moveTo>
                      <a:cubicBezTo>
                        <a:pt x="380" y="-218"/>
                        <a:pt x="380" y="449"/>
                        <a:pt x="380" y="1116"/>
                      </a:cubicBezTo>
                      <a:cubicBezTo>
                        <a:pt x="1429" y="1782"/>
                        <a:pt x="3143" y="4354"/>
                        <a:pt x="5524" y="3497"/>
                      </a:cubicBezTo>
                      <a:cubicBezTo>
                        <a:pt x="5047" y="10641"/>
                        <a:pt x="2191" y="-885"/>
                        <a:pt x="2381" y="7593"/>
                      </a:cubicBezTo>
                      <a:cubicBezTo>
                        <a:pt x="1905" y="5783"/>
                        <a:pt x="476" y="7593"/>
                        <a:pt x="0" y="5783"/>
                      </a:cubicBezTo>
                      <a:cubicBezTo>
                        <a:pt x="762" y="3497"/>
                        <a:pt x="95" y="2925"/>
                        <a:pt x="95" y="6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5" name="Freeform: Shape 1144">
                  <a:extLst>
                    <a:ext uri="{FF2B5EF4-FFF2-40B4-BE49-F238E27FC236}">
                      <a16:creationId xmlns:a16="http://schemas.microsoft.com/office/drawing/2014/main" id="{6A89F30E-D0DB-4502-8398-96FD4472C789}"/>
                    </a:ext>
                  </a:extLst>
                </p:cNvPr>
                <p:cNvSpPr/>
                <p:nvPr/>
              </p:nvSpPr>
              <p:spPr>
                <a:xfrm>
                  <a:off x="10751725" y="2227230"/>
                  <a:ext cx="2285" cy="4191"/>
                </a:xfrm>
                <a:custGeom>
                  <a:avLst/>
                  <a:gdLst>
                    <a:gd name="connsiteX0" fmla="*/ 0 w 2285"/>
                    <a:gd name="connsiteY0" fmla="*/ 3524 h 4191"/>
                    <a:gd name="connsiteX1" fmla="*/ 380 w 2285"/>
                    <a:gd name="connsiteY1" fmla="*/ 0 h 4191"/>
                    <a:gd name="connsiteX2" fmla="*/ 2286 w 2285"/>
                    <a:gd name="connsiteY2" fmla="*/ 4191 h 4191"/>
                    <a:gd name="connsiteX3" fmla="*/ 0 w 2285"/>
                    <a:gd name="connsiteY3" fmla="*/ 3524 h 4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4191">
                      <a:moveTo>
                        <a:pt x="0" y="3524"/>
                      </a:moveTo>
                      <a:cubicBezTo>
                        <a:pt x="191" y="2572"/>
                        <a:pt x="380" y="1619"/>
                        <a:pt x="380" y="0"/>
                      </a:cubicBezTo>
                      <a:cubicBezTo>
                        <a:pt x="1334" y="571"/>
                        <a:pt x="2191" y="1238"/>
                        <a:pt x="2286" y="4191"/>
                      </a:cubicBezTo>
                      <a:cubicBezTo>
                        <a:pt x="1523" y="2381"/>
                        <a:pt x="1143" y="1905"/>
                        <a:pt x="0" y="352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6" name="Freeform: Shape 1145">
                  <a:extLst>
                    <a:ext uri="{FF2B5EF4-FFF2-40B4-BE49-F238E27FC236}">
                      <a16:creationId xmlns:a16="http://schemas.microsoft.com/office/drawing/2014/main" id="{6525177A-45FA-458D-929C-CFC8EB73F424}"/>
                    </a:ext>
                  </a:extLst>
                </p:cNvPr>
                <p:cNvSpPr/>
                <p:nvPr/>
              </p:nvSpPr>
              <p:spPr>
                <a:xfrm>
                  <a:off x="10754477" y="2225855"/>
                  <a:ext cx="1437" cy="5480"/>
                </a:xfrm>
                <a:custGeom>
                  <a:avLst/>
                  <a:gdLst>
                    <a:gd name="connsiteX0" fmla="*/ 295 w 1437"/>
                    <a:gd name="connsiteY0" fmla="*/ 899 h 5480"/>
                    <a:gd name="connsiteX1" fmla="*/ 1438 w 1437"/>
                    <a:gd name="connsiteY1" fmla="*/ 709 h 5480"/>
                    <a:gd name="connsiteX2" fmla="*/ 295 w 1437"/>
                    <a:gd name="connsiteY2" fmla="*/ 5471 h 5480"/>
                    <a:gd name="connsiteX3" fmla="*/ 295 w 1437"/>
                    <a:gd name="connsiteY3" fmla="*/ 899 h 5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7" h="5480">
                      <a:moveTo>
                        <a:pt x="295" y="899"/>
                      </a:moveTo>
                      <a:cubicBezTo>
                        <a:pt x="-658" y="-1006"/>
                        <a:pt x="962" y="709"/>
                        <a:pt x="1438" y="709"/>
                      </a:cubicBezTo>
                      <a:cubicBezTo>
                        <a:pt x="1247" y="2899"/>
                        <a:pt x="1342" y="5662"/>
                        <a:pt x="295" y="5471"/>
                      </a:cubicBezTo>
                      <a:cubicBezTo>
                        <a:pt x="-87" y="3375"/>
                        <a:pt x="1438" y="1471"/>
                        <a:pt x="295" y="89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7" name="Freeform: Shape 1146">
                  <a:extLst>
                    <a:ext uri="{FF2B5EF4-FFF2-40B4-BE49-F238E27FC236}">
                      <a16:creationId xmlns:a16="http://schemas.microsoft.com/office/drawing/2014/main" id="{347C2D7C-3151-48CC-AB3E-07E34A869768}"/>
                    </a:ext>
                  </a:extLst>
                </p:cNvPr>
                <p:cNvSpPr/>
                <p:nvPr/>
              </p:nvSpPr>
              <p:spPr>
                <a:xfrm>
                  <a:off x="10762011" y="1427283"/>
                  <a:ext cx="4480" cy="7675"/>
                </a:xfrm>
                <a:custGeom>
                  <a:avLst/>
                  <a:gdLst>
                    <a:gd name="connsiteX0" fmla="*/ 2763 w 4480"/>
                    <a:gd name="connsiteY0" fmla="*/ 609 h 7675"/>
                    <a:gd name="connsiteX1" fmla="*/ 4476 w 4480"/>
                    <a:gd name="connsiteY1" fmla="*/ 3657 h 7675"/>
                    <a:gd name="connsiteX2" fmla="*/ 1715 w 4480"/>
                    <a:gd name="connsiteY2" fmla="*/ 7658 h 7675"/>
                    <a:gd name="connsiteX3" fmla="*/ 0 w 4480"/>
                    <a:gd name="connsiteY3" fmla="*/ 4610 h 7675"/>
                    <a:gd name="connsiteX4" fmla="*/ 2763 w 4480"/>
                    <a:gd name="connsiteY4" fmla="*/ 5181 h 7675"/>
                    <a:gd name="connsiteX5" fmla="*/ 2763 w 4480"/>
                    <a:gd name="connsiteY5" fmla="*/ 609 h 7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80" h="7675">
                      <a:moveTo>
                        <a:pt x="2763" y="609"/>
                      </a:moveTo>
                      <a:cubicBezTo>
                        <a:pt x="2858" y="-1010"/>
                        <a:pt x="4572" y="800"/>
                        <a:pt x="4476" y="3657"/>
                      </a:cubicBezTo>
                      <a:cubicBezTo>
                        <a:pt x="3429" y="4705"/>
                        <a:pt x="3143" y="7944"/>
                        <a:pt x="1715" y="7658"/>
                      </a:cubicBezTo>
                      <a:cubicBezTo>
                        <a:pt x="2191" y="3086"/>
                        <a:pt x="952" y="4419"/>
                        <a:pt x="0" y="4610"/>
                      </a:cubicBezTo>
                      <a:cubicBezTo>
                        <a:pt x="95" y="-1962"/>
                        <a:pt x="2095" y="3848"/>
                        <a:pt x="2763" y="5181"/>
                      </a:cubicBezTo>
                      <a:cubicBezTo>
                        <a:pt x="3715" y="4610"/>
                        <a:pt x="3334" y="1562"/>
                        <a:pt x="2763" y="60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EF3DA0C9-57EE-486C-A6CC-87BB4557CD6C}"/>
                    </a:ext>
                  </a:extLst>
                </p:cNvPr>
                <p:cNvSpPr/>
                <p:nvPr/>
              </p:nvSpPr>
              <p:spPr>
                <a:xfrm>
                  <a:off x="10765406" y="2192654"/>
                  <a:ext cx="1758" cy="10096"/>
                </a:xfrm>
                <a:custGeom>
                  <a:avLst/>
                  <a:gdLst>
                    <a:gd name="connsiteX0" fmla="*/ 891 w 1758"/>
                    <a:gd name="connsiteY0" fmla="*/ 0 h 10096"/>
                    <a:gd name="connsiteX1" fmla="*/ 1654 w 1758"/>
                    <a:gd name="connsiteY1" fmla="*/ 10096 h 10096"/>
                    <a:gd name="connsiteX2" fmla="*/ 891 w 1758"/>
                    <a:gd name="connsiteY2" fmla="*/ 0 h 10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758" h="10096">
                      <a:moveTo>
                        <a:pt x="891" y="0"/>
                      </a:moveTo>
                      <a:cubicBezTo>
                        <a:pt x="225" y="6763"/>
                        <a:pt x="2225" y="953"/>
                        <a:pt x="1654" y="10096"/>
                      </a:cubicBezTo>
                      <a:cubicBezTo>
                        <a:pt x="1177" y="7715"/>
                        <a:pt x="-1299" y="667"/>
                        <a:pt x="891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3C07EC5B-D712-4597-B39E-0F1A6A537EF0}"/>
                    </a:ext>
                  </a:extLst>
                </p:cNvPr>
                <p:cNvSpPr/>
                <p:nvPr/>
              </p:nvSpPr>
              <p:spPr>
                <a:xfrm>
                  <a:off x="10766774" y="1421320"/>
                  <a:ext cx="8572" cy="16478"/>
                </a:xfrm>
                <a:custGeom>
                  <a:avLst/>
                  <a:gdLst>
                    <a:gd name="connsiteX0" fmla="*/ 0 w 8572"/>
                    <a:gd name="connsiteY0" fmla="*/ 16478 h 16478"/>
                    <a:gd name="connsiteX1" fmla="*/ 381 w 8572"/>
                    <a:gd name="connsiteY1" fmla="*/ 7239 h 16478"/>
                    <a:gd name="connsiteX2" fmla="*/ 7620 w 8572"/>
                    <a:gd name="connsiteY2" fmla="*/ 0 h 16478"/>
                    <a:gd name="connsiteX3" fmla="*/ 8573 w 8572"/>
                    <a:gd name="connsiteY3" fmla="*/ 11144 h 16478"/>
                    <a:gd name="connsiteX4" fmla="*/ 6858 w 8572"/>
                    <a:gd name="connsiteY4" fmla="*/ 10382 h 16478"/>
                    <a:gd name="connsiteX5" fmla="*/ 8191 w 8572"/>
                    <a:gd name="connsiteY5" fmla="*/ 8954 h 16478"/>
                    <a:gd name="connsiteX6" fmla="*/ 6858 w 8572"/>
                    <a:gd name="connsiteY6" fmla="*/ 5810 h 16478"/>
                    <a:gd name="connsiteX7" fmla="*/ 0 w 8572"/>
                    <a:gd name="connsiteY7" fmla="*/ 16478 h 164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572" h="16478">
                      <a:moveTo>
                        <a:pt x="0" y="16478"/>
                      </a:moveTo>
                      <a:cubicBezTo>
                        <a:pt x="381" y="12478"/>
                        <a:pt x="2286" y="9239"/>
                        <a:pt x="381" y="7239"/>
                      </a:cubicBezTo>
                      <a:cubicBezTo>
                        <a:pt x="1905" y="8763"/>
                        <a:pt x="7048" y="10668"/>
                        <a:pt x="7620" y="0"/>
                      </a:cubicBezTo>
                      <a:cubicBezTo>
                        <a:pt x="7430" y="5620"/>
                        <a:pt x="7810" y="5048"/>
                        <a:pt x="8573" y="11144"/>
                      </a:cubicBezTo>
                      <a:cubicBezTo>
                        <a:pt x="7716" y="11811"/>
                        <a:pt x="7810" y="9239"/>
                        <a:pt x="6858" y="10382"/>
                      </a:cubicBezTo>
                      <a:cubicBezTo>
                        <a:pt x="6953" y="8858"/>
                        <a:pt x="7716" y="9239"/>
                        <a:pt x="8191" y="8954"/>
                      </a:cubicBezTo>
                      <a:cubicBezTo>
                        <a:pt x="8096" y="6667"/>
                        <a:pt x="6953" y="8096"/>
                        <a:pt x="6858" y="5810"/>
                      </a:cubicBezTo>
                      <a:cubicBezTo>
                        <a:pt x="5429" y="14002"/>
                        <a:pt x="2572" y="13430"/>
                        <a:pt x="0" y="164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8683BA14-9078-4410-A264-18DE702F2EAF}"/>
                    </a:ext>
                  </a:extLst>
                </p:cNvPr>
                <p:cNvSpPr/>
                <p:nvPr/>
              </p:nvSpPr>
              <p:spPr>
                <a:xfrm>
                  <a:off x="10789430" y="1420463"/>
                  <a:ext cx="2108" cy="5618"/>
                </a:xfrm>
                <a:custGeom>
                  <a:avLst/>
                  <a:gdLst>
                    <a:gd name="connsiteX0" fmla="*/ 13 w 2108"/>
                    <a:gd name="connsiteY0" fmla="*/ 0 h 5618"/>
                    <a:gd name="connsiteX1" fmla="*/ 2108 w 2108"/>
                    <a:gd name="connsiteY1" fmla="*/ 5239 h 5618"/>
                    <a:gd name="connsiteX2" fmla="*/ 13 w 2108"/>
                    <a:gd name="connsiteY2" fmla="*/ 0 h 56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108" h="5618">
                      <a:moveTo>
                        <a:pt x="13" y="0"/>
                      </a:moveTo>
                      <a:cubicBezTo>
                        <a:pt x="870" y="953"/>
                        <a:pt x="1156" y="4286"/>
                        <a:pt x="2108" y="5239"/>
                      </a:cubicBezTo>
                      <a:cubicBezTo>
                        <a:pt x="1822" y="6572"/>
                        <a:pt x="-178" y="4286"/>
                        <a:pt x="13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11A288C6-F96B-45E7-BE6A-628CD7FD9491}"/>
                    </a:ext>
                  </a:extLst>
                </p:cNvPr>
                <p:cNvSpPr/>
                <p:nvPr/>
              </p:nvSpPr>
              <p:spPr>
                <a:xfrm>
                  <a:off x="10809732" y="2136076"/>
                  <a:ext cx="7461" cy="7909"/>
                </a:xfrm>
                <a:custGeom>
                  <a:avLst/>
                  <a:gdLst>
                    <a:gd name="connsiteX0" fmla="*/ 6191 w 7461"/>
                    <a:gd name="connsiteY0" fmla="*/ 3620 h 7909"/>
                    <a:gd name="connsiteX1" fmla="*/ 7334 w 7461"/>
                    <a:gd name="connsiteY1" fmla="*/ 7906 h 7909"/>
                    <a:gd name="connsiteX2" fmla="*/ 0 w 7461"/>
                    <a:gd name="connsiteY2" fmla="*/ 3620 h 7909"/>
                    <a:gd name="connsiteX3" fmla="*/ 4953 w 7461"/>
                    <a:gd name="connsiteY3" fmla="*/ 4953 h 7909"/>
                    <a:gd name="connsiteX4" fmla="*/ 6858 w 7461"/>
                    <a:gd name="connsiteY4" fmla="*/ 0 h 7909"/>
                    <a:gd name="connsiteX5" fmla="*/ 6191 w 7461"/>
                    <a:gd name="connsiteY5" fmla="*/ 3620 h 7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61" h="7909">
                      <a:moveTo>
                        <a:pt x="6191" y="3620"/>
                      </a:moveTo>
                      <a:cubicBezTo>
                        <a:pt x="6382" y="5810"/>
                        <a:pt x="7905" y="3334"/>
                        <a:pt x="7334" y="7906"/>
                      </a:cubicBezTo>
                      <a:cubicBezTo>
                        <a:pt x="5049" y="8001"/>
                        <a:pt x="2477" y="6096"/>
                        <a:pt x="0" y="3620"/>
                      </a:cubicBezTo>
                      <a:cubicBezTo>
                        <a:pt x="1048" y="-952"/>
                        <a:pt x="3143" y="4953"/>
                        <a:pt x="4953" y="4953"/>
                      </a:cubicBezTo>
                      <a:cubicBezTo>
                        <a:pt x="6096" y="4667"/>
                        <a:pt x="6382" y="2096"/>
                        <a:pt x="6858" y="0"/>
                      </a:cubicBezTo>
                      <a:cubicBezTo>
                        <a:pt x="7905" y="286"/>
                        <a:pt x="7048" y="4477"/>
                        <a:pt x="6191" y="362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2" name="Freeform: Shape 1151">
                  <a:extLst>
                    <a:ext uri="{FF2B5EF4-FFF2-40B4-BE49-F238E27FC236}">
                      <a16:creationId xmlns:a16="http://schemas.microsoft.com/office/drawing/2014/main" id="{6DF6A2B7-871F-43B5-9114-F4483324FB75}"/>
                    </a:ext>
                  </a:extLst>
                </p:cNvPr>
                <p:cNvSpPr/>
                <p:nvPr/>
              </p:nvSpPr>
              <p:spPr>
                <a:xfrm>
                  <a:off x="10818684" y="2134171"/>
                  <a:ext cx="1810" cy="8382"/>
                </a:xfrm>
                <a:custGeom>
                  <a:avLst/>
                  <a:gdLst>
                    <a:gd name="connsiteX0" fmla="*/ 0 w 1810"/>
                    <a:gd name="connsiteY0" fmla="*/ 8382 h 8382"/>
                    <a:gd name="connsiteX1" fmla="*/ 1810 w 1810"/>
                    <a:gd name="connsiteY1" fmla="*/ 0 h 8382"/>
                    <a:gd name="connsiteX2" fmla="*/ 0 w 1810"/>
                    <a:gd name="connsiteY2" fmla="*/ 8382 h 8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810" h="8382">
                      <a:moveTo>
                        <a:pt x="0" y="8382"/>
                      </a:moveTo>
                      <a:cubicBezTo>
                        <a:pt x="667" y="3810"/>
                        <a:pt x="95" y="2286"/>
                        <a:pt x="1810" y="0"/>
                      </a:cubicBezTo>
                      <a:cubicBezTo>
                        <a:pt x="1810" y="4477"/>
                        <a:pt x="858" y="6287"/>
                        <a:pt x="0" y="838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3" name="Freeform: Shape 1152">
                  <a:extLst>
                    <a:ext uri="{FF2B5EF4-FFF2-40B4-BE49-F238E27FC236}">
                      <a16:creationId xmlns:a16="http://schemas.microsoft.com/office/drawing/2014/main" id="{6A031ACB-960D-412F-AD76-C27D443D6C6B}"/>
                    </a:ext>
                  </a:extLst>
                </p:cNvPr>
                <p:cNvSpPr/>
                <p:nvPr/>
              </p:nvSpPr>
              <p:spPr>
                <a:xfrm>
                  <a:off x="10834687" y="2076154"/>
                  <a:ext cx="1904" cy="3488"/>
                </a:xfrm>
                <a:custGeom>
                  <a:avLst/>
                  <a:gdLst>
                    <a:gd name="connsiteX0" fmla="*/ 0 w 1904"/>
                    <a:gd name="connsiteY0" fmla="*/ 391 h 3488"/>
                    <a:gd name="connsiteX1" fmla="*/ 1905 w 1904"/>
                    <a:gd name="connsiteY1" fmla="*/ 2296 h 3488"/>
                    <a:gd name="connsiteX2" fmla="*/ 0 w 1904"/>
                    <a:gd name="connsiteY2" fmla="*/ 391 h 34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904" h="3488">
                      <a:moveTo>
                        <a:pt x="0" y="391"/>
                      </a:moveTo>
                      <a:cubicBezTo>
                        <a:pt x="1238" y="-848"/>
                        <a:pt x="1429" y="1153"/>
                        <a:pt x="1905" y="2296"/>
                      </a:cubicBezTo>
                      <a:cubicBezTo>
                        <a:pt x="1809" y="3058"/>
                        <a:pt x="0" y="5344"/>
                        <a:pt x="0" y="3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4" name="Freeform: Shape 1153">
                  <a:extLst>
                    <a:ext uri="{FF2B5EF4-FFF2-40B4-BE49-F238E27FC236}">
                      <a16:creationId xmlns:a16="http://schemas.microsoft.com/office/drawing/2014/main" id="{726438BF-285A-459C-A567-A83491F3B495}"/>
                    </a:ext>
                  </a:extLst>
                </p:cNvPr>
                <p:cNvSpPr/>
                <p:nvPr/>
              </p:nvSpPr>
              <p:spPr>
                <a:xfrm>
                  <a:off x="10853642" y="2125044"/>
                  <a:ext cx="5818" cy="7327"/>
                </a:xfrm>
                <a:custGeom>
                  <a:avLst/>
                  <a:gdLst>
                    <a:gd name="connsiteX0" fmla="*/ 0 w 5818"/>
                    <a:gd name="connsiteY0" fmla="*/ 174 h 7327"/>
                    <a:gd name="connsiteX1" fmla="*/ 5810 w 5818"/>
                    <a:gd name="connsiteY1" fmla="*/ 2460 h 7327"/>
                    <a:gd name="connsiteX2" fmla="*/ 2000 w 5818"/>
                    <a:gd name="connsiteY2" fmla="*/ 5508 h 7327"/>
                    <a:gd name="connsiteX3" fmla="*/ 0 w 5818"/>
                    <a:gd name="connsiteY3" fmla="*/ 174 h 73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818" h="7327">
                      <a:moveTo>
                        <a:pt x="0" y="174"/>
                      </a:moveTo>
                      <a:cubicBezTo>
                        <a:pt x="2858" y="-398"/>
                        <a:pt x="3238" y="460"/>
                        <a:pt x="5810" y="2460"/>
                      </a:cubicBezTo>
                      <a:cubicBezTo>
                        <a:pt x="6001" y="8746"/>
                        <a:pt x="2953" y="7984"/>
                        <a:pt x="2000" y="5508"/>
                      </a:cubicBezTo>
                      <a:cubicBezTo>
                        <a:pt x="2858" y="555"/>
                        <a:pt x="952" y="1984"/>
                        <a:pt x="0" y="17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5" name="Freeform: Shape 1154">
                  <a:extLst>
                    <a:ext uri="{FF2B5EF4-FFF2-40B4-BE49-F238E27FC236}">
                      <a16:creationId xmlns:a16="http://schemas.microsoft.com/office/drawing/2014/main" id="{A4362323-E7EB-4B6B-B05B-708413D4BE02}"/>
                    </a:ext>
                  </a:extLst>
                </p:cNvPr>
                <p:cNvSpPr/>
                <p:nvPr/>
              </p:nvSpPr>
              <p:spPr>
                <a:xfrm>
                  <a:off x="10875168" y="2135170"/>
                  <a:ext cx="1635" cy="5953"/>
                </a:xfrm>
                <a:custGeom>
                  <a:avLst/>
                  <a:gdLst>
                    <a:gd name="connsiteX0" fmla="*/ 0 w 1635"/>
                    <a:gd name="connsiteY0" fmla="*/ 525 h 5953"/>
                    <a:gd name="connsiteX1" fmla="*/ 1620 w 1635"/>
                    <a:gd name="connsiteY1" fmla="*/ 5954 h 5953"/>
                    <a:gd name="connsiteX2" fmla="*/ 95 w 1635"/>
                    <a:gd name="connsiteY2" fmla="*/ 3954 h 5953"/>
                    <a:gd name="connsiteX3" fmla="*/ 0 w 1635"/>
                    <a:gd name="connsiteY3" fmla="*/ 525 h 5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35" h="5953">
                      <a:moveTo>
                        <a:pt x="0" y="525"/>
                      </a:moveTo>
                      <a:cubicBezTo>
                        <a:pt x="286" y="-1380"/>
                        <a:pt x="1809" y="2239"/>
                        <a:pt x="1620" y="5954"/>
                      </a:cubicBezTo>
                      <a:cubicBezTo>
                        <a:pt x="1048" y="5478"/>
                        <a:pt x="666" y="4430"/>
                        <a:pt x="95" y="3954"/>
                      </a:cubicBezTo>
                      <a:cubicBezTo>
                        <a:pt x="381" y="3001"/>
                        <a:pt x="666" y="715"/>
                        <a:pt x="0" y="5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6" name="Freeform: Shape 1155">
                  <a:extLst>
                    <a:ext uri="{FF2B5EF4-FFF2-40B4-BE49-F238E27FC236}">
                      <a16:creationId xmlns:a16="http://schemas.microsoft.com/office/drawing/2014/main" id="{9B398EC7-24BA-45A0-96EB-3648A29E1A74}"/>
                    </a:ext>
                  </a:extLst>
                </p:cNvPr>
                <p:cNvSpPr/>
                <p:nvPr/>
              </p:nvSpPr>
              <p:spPr>
                <a:xfrm>
                  <a:off x="10884789" y="2033587"/>
                  <a:ext cx="2586" cy="2886"/>
                </a:xfrm>
                <a:custGeom>
                  <a:avLst/>
                  <a:gdLst>
                    <a:gd name="connsiteX0" fmla="*/ 0 w 2586"/>
                    <a:gd name="connsiteY0" fmla="*/ 1714 h 2886"/>
                    <a:gd name="connsiteX1" fmla="*/ 2572 w 2586"/>
                    <a:gd name="connsiteY1" fmla="*/ 0 h 2886"/>
                    <a:gd name="connsiteX2" fmla="*/ 0 w 2586"/>
                    <a:gd name="connsiteY2" fmla="*/ 1714 h 2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86" h="2886">
                      <a:moveTo>
                        <a:pt x="0" y="1714"/>
                      </a:moveTo>
                      <a:cubicBezTo>
                        <a:pt x="762" y="-1619"/>
                        <a:pt x="1714" y="2476"/>
                        <a:pt x="2572" y="0"/>
                      </a:cubicBezTo>
                      <a:cubicBezTo>
                        <a:pt x="2763" y="1714"/>
                        <a:pt x="1048" y="4477"/>
                        <a:pt x="0" y="171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5A24ED4A-7C83-45D3-9DF6-A7F7A090AA73}"/>
                    </a:ext>
                  </a:extLst>
                </p:cNvPr>
                <p:cNvSpPr/>
                <p:nvPr/>
              </p:nvSpPr>
              <p:spPr>
                <a:xfrm>
                  <a:off x="10885616" y="1527714"/>
                  <a:ext cx="2687" cy="8001"/>
                </a:xfrm>
                <a:custGeom>
                  <a:avLst/>
                  <a:gdLst>
                    <a:gd name="connsiteX0" fmla="*/ 29 w 2687"/>
                    <a:gd name="connsiteY0" fmla="*/ 2572 h 8001"/>
                    <a:gd name="connsiteX1" fmla="*/ 1363 w 2687"/>
                    <a:gd name="connsiteY1" fmla="*/ 0 h 8001"/>
                    <a:gd name="connsiteX2" fmla="*/ 2125 w 2687"/>
                    <a:gd name="connsiteY2" fmla="*/ 2096 h 8001"/>
                    <a:gd name="connsiteX3" fmla="*/ 1172 w 2687"/>
                    <a:gd name="connsiteY3" fmla="*/ 8001 h 8001"/>
                    <a:gd name="connsiteX4" fmla="*/ 29 w 2687"/>
                    <a:gd name="connsiteY4" fmla="*/ 2572 h 8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87" h="8001">
                      <a:moveTo>
                        <a:pt x="29" y="2572"/>
                      </a:moveTo>
                      <a:cubicBezTo>
                        <a:pt x="-257" y="-476"/>
                        <a:pt x="1649" y="3048"/>
                        <a:pt x="1363" y="0"/>
                      </a:cubicBezTo>
                      <a:cubicBezTo>
                        <a:pt x="1744" y="476"/>
                        <a:pt x="1649" y="7715"/>
                        <a:pt x="2125" y="2096"/>
                      </a:cubicBezTo>
                      <a:cubicBezTo>
                        <a:pt x="3458" y="2858"/>
                        <a:pt x="2125" y="7715"/>
                        <a:pt x="1172" y="8001"/>
                      </a:cubicBezTo>
                      <a:cubicBezTo>
                        <a:pt x="1554" y="4286"/>
                        <a:pt x="1268" y="2477"/>
                        <a:pt x="29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8" name="Freeform: Shape 1157">
                  <a:extLst>
                    <a:ext uri="{FF2B5EF4-FFF2-40B4-BE49-F238E27FC236}">
                      <a16:creationId xmlns:a16="http://schemas.microsoft.com/office/drawing/2014/main" id="{BD85C113-1C02-40F3-A556-526F6C994CB1}"/>
                    </a:ext>
                  </a:extLst>
                </p:cNvPr>
                <p:cNvSpPr/>
                <p:nvPr/>
              </p:nvSpPr>
              <p:spPr>
                <a:xfrm>
                  <a:off x="10887836" y="1512855"/>
                  <a:ext cx="4098" cy="6572"/>
                </a:xfrm>
                <a:custGeom>
                  <a:avLst/>
                  <a:gdLst>
                    <a:gd name="connsiteX0" fmla="*/ 0 w 4098"/>
                    <a:gd name="connsiteY0" fmla="*/ 6572 h 6572"/>
                    <a:gd name="connsiteX1" fmla="*/ 3715 w 4098"/>
                    <a:gd name="connsiteY1" fmla="*/ 0 h 6572"/>
                    <a:gd name="connsiteX2" fmla="*/ 3429 w 4098"/>
                    <a:gd name="connsiteY2" fmla="*/ 5810 h 6572"/>
                    <a:gd name="connsiteX3" fmla="*/ 0 w 4098"/>
                    <a:gd name="connsiteY3" fmla="*/ 6572 h 6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098" h="6572">
                      <a:moveTo>
                        <a:pt x="0" y="6572"/>
                      </a:moveTo>
                      <a:cubicBezTo>
                        <a:pt x="477" y="2096"/>
                        <a:pt x="2572" y="2572"/>
                        <a:pt x="3715" y="0"/>
                      </a:cubicBezTo>
                      <a:cubicBezTo>
                        <a:pt x="4858" y="1429"/>
                        <a:pt x="3049" y="2953"/>
                        <a:pt x="3429" y="5810"/>
                      </a:cubicBezTo>
                      <a:cubicBezTo>
                        <a:pt x="2477" y="571"/>
                        <a:pt x="1524" y="4953"/>
                        <a:pt x="0" y="6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9" name="Freeform: Shape 1158">
                  <a:extLst>
                    <a:ext uri="{FF2B5EF4-FFF2-40B4-BE49-F238E27FC236}">
                      <a16:creationId xmlns:a16="http://schemas.microsoft.com/office/drawing/2014/main" id="{3A053755-E838-413D-83B4-C2D481D19201}"/>
                    </a:ext>
                  </a:extLst>
                </p:cNvPr>
                <p:cNvSpPr/>
                <p:nvPr/>
              </p:nvSpPr>
              <p:spPr>
                <a:xfrm>
                  <a:off x="10897933" y="2027586"/>
                  <a:ext cx="2762" cy="16002"/>
                </a:xfrm>
                <a:custGeom>
                  <a:avLst/>
                  <a:gdLst>
                    <a:gd name="connsiteX0" fmla="*/ 1714 w 2762"/>
                    <a:gd name="connsiteY0" fmla="*/ 16002 h 16002"/>
                    <a:gd name="connsiteX1" fmla="*/ 0 w 2762"/>
                    <a:gd name="connsiteY1" fmla="*/ 4953 h 16002"/>
                    <a:gd name="connsiteX2" fmla="*/ 1809 w 2762"/>
                    <a:gd name="connsiteY2" fmla="*/ 0 h 16002"/>
                    <a:gd name="connsiteX3" fmla="*/ 2763 w 2762"/>
                    <a:gd name="connsiteY3" fmla="*/ 7811 h 16002"/>
                    <a:gd name="connsiteX4" fmla="*/ 1714 w 2762"/>
                    <a:gd name="connsiteY4" fmla="*/ 16002 h 16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2" h="16002">
                      <a:moveTo>
                        <a:pt x="1714" y="16002"/>
                      </a:moveTo>
                      <a:cubicBezTo>
                        <a:pt x="-477" y="13621"/>
                        <a:pt x="3143" y="4667"/>
                        <a:pt x="0" y="4953"/>
                      </a:cubicBezTo>
                      <a:cubicBezTo>
                        <a:pt x="191" y="-667"/>
                        <a:pt x="2381" y="9239"/>
                        <a:pt x="1809" y="0"/>
                      </a:cubicBezTo>
                      <a:cubicBezTo>
                        <a:pt x="2572" y="953"/>
                        <a:pt x="2667" y="4191"/>
                        <a:pt x="2763" y="7811"/>
                      </a:cubicBezTo>
                      <a:cubicBezTo>
                        <a:pt x="286" y="9239"/>
                        <a:pt x="3429" y="13240"/>
                        <a:pt x="1714" y="1600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0" name="Freeform: Shape 1159">
                  <a:extLst>
                    <a:ext uri="{FF2B5EF4-FFF2-40B4-BE49-F238E27FC236}">
                      <a16:creationId xmlns:a16="http://schemas.microsoft.com/office/drawing/2014/main" id="{599D206A-6D00-4B9E-A7E3-2BBA3528B303}"/>
                    </a:ext>
                  </a:extLst>
                </p:cNvPr>
                <p:cNvSpPr/>
                <p:nvPr/>
              </p:nvSpPr>
              <p:spPr>
                <a:xfrm>
                  <a:off x="10887361" y="1401362"/>
                  <a:ext cx="2285" cy="6110"/>
                </a:xfrm>
                <a:custGeom>
                  <a:avLst/>
                  <a:gdLst>
                    <a:gd name="connsiteX0" fmla="*/ 1619 w 2285"/>
                    <a:gd name="connsiteY0" fmla="*/ 3385 h 6110"/>
                    <a:gd name="connsiteX1" fmla="*/ 0 w 2285"/>
                    <a:gd name="connsiteY1" fmla="*/ 6052 h 6110"/>
                    <a:gd name="connsiteX2" fmla="*/ 286 w 2285"/>
                    <a:gd name="connsiteY2" fmla="*/ 242 h 6110"/>
                    <a:gd name="connsiteX3" fmla="*/ 2286 w 2285"/>
                    <a:gd name="connsiteY3" fmla="*/ 908 h 6110"/>
                    <a:gd name="connsiteX4" fmla="*/ 1619 w 2285"/>
                    <a:gd name="connsiteY4" fmla="*/ 2242 h 6110"/>
                    <a:gd name="connsiteX5" fmla="*/ 2000 w 2285"/>
                    <a:gd name="connsiteY5" fmla="*/ 3290 h 6110"/>
                    <a:gd name="connsiteX6" fmla="*/ 1619 w 2285"/>
                    <a:gd name="connsiteY6" fmla="*/ 3385 h 6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285" h="6110">
                      <a:moveTo>
                        <a:pt x="1619" y="3385"/>
                      </a:moveTo>
                      <a:cubicBezTo>
                        <a:pt x="571" y="2813"/>
                        <a:pt x="1048" y="6623"/>
                        <a:pt x="0" y="6052"/>
                      </a:cubicBezTo>
                      <a:cubicBezTo>
                        <a:pt x="286" y="4623"/>
                        <a:pt x="380" y="2909"/>
                        <a:pt x="286" y="242"/>
                      </a:cubicBezTo>
                      <a:cubicBezTo>
                        <a:pt x="1334" y="-806"/>
                        <a:pt x="1334" y="1956"/>
                        <a:pt x="2286" y="908"/>
                      </a:cubicBezTo>
                      <a:cubicBezTo>
                        <a:pt x="2286" y="2051"/>
                        <a:pt x="1905" y="1861"/>
                        <a:pt x="1619" y="2242"/>
                      </a:cubicBezTo>
                      <a:cubicBezTo>
                        <a:pt x="1619" y="3194"/>
                        <a:pt x="1809" y="3290"/>
                        <a:pt x="2000" y="3290"/>
                      </a:cubicBezTo>
                      <a:cubicBezTo>
                        <a:pt x="1905" y="4623"/>
                        <a:pt x="1619" y="4052"/>
                        <a:pt x="1619" y="338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1" name="Freeform: Shape 1160">
                  <a:extLst>
                    <a:ext uri="{FF2B5EF4-FFF2-40B4-BE49-F238E27FC236}">
                      <a16:creationId xmlns:a16="http://schemas.microsoft.com/office/drawing/2014/main" id="{6BE9B2C2-825B-497C-8EB3-1B53ADF28A0D}"/>
                    </a:ext>
                  </a:extLst>
                </p:cNvPr>
                <p:cNvSpPr/>
                <p:nvPr/>
              </p:nvSpPr>
              <p:spPr>
                <a:xfrm>
                  <a:off x="10895361" y="1511920"/>
                  <a:ext cx="5619" cy="9252"/>
                </a:xfrm>
                <a:custGeom>
                  <a:avLst/>
                  <a:gdLst>
                    <a:gd name="connsiteX0" fmla="*/ 0 w 5619"/>
                    <a:gd name="connsiteY0" fmla="*/ 3507 h 9252"/>
                    <a:gd name="connsiteX1" fmla="*/ 3143 w 5619"/>
                    <a:gd name="connsiteY1" fmla="*/ 6174 h 9252"/>
                    <a:gd name="connsiteX2" fmla="*/ 5619 w 5619"/>
                    <a:gd name="connsiteY2" fmla="*/ 9031 h 9252"/>
                    <a:gd name="connsiteX3" fmla="*/ 0 w 5619"/>
                    <a:gd name="connsiteY3" fmla="*/ 3507 h 9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619" h="9252">
                      <a:moveTo>
                        <a:pt x="0" y="3507"/>
                      </a:moveTo>
                      <a:cubicBezTo>
                        <a:pt x="381" y="-4589"/>
                        <a:pt x="2667" y="3507"/>
                        <a:pt x="3143" y="6174"/>
                      </a:cubicBezTo>
                      <a:cubicBezTo>
                        <a:pt x="4381" y="745"/>
                        <a:pt x="4001" y="8841"/>
                        <a:pt x="5619" y="9031"/>
                      </a:cubicBezTo>
                      <a:cubicBezTo>
                        <a:pt x="4286" y="10365"/>
                        <a:pt x="1715" y="5317"/>
                        <a:pt x="0" y="3507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2" name="Freeform: Shape 1161">
                  <a:extLst>
                    <a:ext uri="{FF2B5EF4-FFF2-40B4-BE49-F238E27FC236}">
                      <a16:creationId xmlns:a16="http://schemas.microsoft.com/office/drawing/2014/main" id="{ACD13F99-228C-41D5-A8F6-0BA57FFFFC7D}"/>
                    </a:ext>
                  </a:extLst>
                </p:cNvPr>
                <p:cNvSpPr/>
                <p:nvPr/>
              </p:nvSpPr>
              <p:spPr>
                <a:xfrm>
                  <a:off x="10900790" y="1510379"/>
                  <a:ext cx="8572" cy="28827"/>
                </a:xfrm>
                <a:custGeom>
                  <a:avLst/>
                  <a:gdLst>
                    <a:gd name="connsiteX0" fmla="*/ 4953 w 8572"/>
                    <a:gd name="connsiteY0" fmla="*/ 23241 h 28827"/>
                    <a:gd name="connsiteX1" fmla="*/ 4001 w 8572"/>
                    <a:gd name="connsiteY1" fmla="*/ 25717 h 28827"/>
                    <a:gd name="connsiteX2" fmla="*/ 5811 w 8572"/>
                    <a:gd name="connsiteY2" fmla="*/ 28765 h 28827"/>
                    <a:gd name="connsiteX3" fmla="*/ 5335 w 8572"/>
                    <a:gd name="connsiteY3" fmla="*/ 23146 h 28827"/>
                    <a:gd name="connsiteX4" fmla="*/ 6478 w 8572"/>
                    <a:gd name="connsiteY4" fmla="*/ 27432 h 28827"/>
                    <a:gd name="connsiteX5" fmla="*/ 8573 w 8572"/>
                    <a:gd name="connsiteY5" fmla="*/ 26956 h 28827"/>
                    <a:gd name="connsiteX6" fmla="*/ 7430 w 8572"/>
                    <a:gd name="connsiteY6" fmla="*/ 20383 h 28827"/>
                    <a:gd name="connsiteX7" fmla="*/ 6096 w 8572"/>
                    <a:gd name="connsiteY7" fmla="*/ 21812 h 28827"/>
                    <a:gd name="connsiteX8" fmla="*/ 4668 w 8572"/>
                    <a:gd name="connsiteY8" fmla="*/ 19812 h 28827"/>
                    <a:gd name="connsiteX9" fmla="*/ 4287 w 8572"/>
                    <a:gd name="connsiteY9" fmla="*/ 16478 h 28827"/>
                    <a:gd name="connsiteX10" fmla="*/ 6668 w 8572"/>
                    <a:gd name="connsiteY10" fmla="*/ 13621 h 28827"/>
                    <a:gd name="connsiteX11" fmla="*/ 6573 w 8572"/>
                    <a:gd name="connsiteY11" fmla="*/ 9049 h 28827"/>
                    <a:gd name="connsiteX12" fmla="*/ 4096 w 8572"/>
                    <a:gd name="connsiteY12" fmla="*/ 5048 h 28827"/>
                    <a:gd name="connsiteX13" fmla="*/ 4478 w 8572"/>
                    <a:gd name="connsiteY13" fmla="*/ 7239 h 28827"/>
                    <a:gd name="connsiteX14" fmla="*/ 1238 w 8572"/>
                    <a:gd name="connsiteY14" fmla="*/ 0 h 28827"/>
                    <a:gd name="connsiteX15" fmla="*/ 0 w 8572"/>
                    <a:gd name="connsiteY15" fmla="*/ 4858 h 28827"/>
                    <a:gd name="connsiteX16" fmla="*/ 1429 w 8572"/>
                    <a:gd name="connsiteY16" fmla="*/ 6858 h 28827"/>
                    <a:gd name="connsiteX17" fmla="*/ 381 w 8572"/>
                    <a:gd name="connsiteY17" fmla="*/ 8287 h 28827"/>
                    <a:gd name="connsiteX18" fmla="*/ 1144 w 8572"/>
                    <a:gd name="connsiteY18" fmla="*/ 12668 h 28827"/>
                    <a:gd name="connsiteX19" fmla="*/ 3430 w 8572"/>
                    <a:gd name="connsiteY19" fmla="*/ 7525 h 28827"/>
                    <a:gd name="connsiteX20" fmla="*/ 3239 w 8572"/>
                    <a:gd name="connsiteY20" fmla="*/ 13335 h 28827"/>
                    <a:gd name="connsiteX21" fmla="*/ 2192 w 8572"/>
                    <a:gd name="connsiteY21" fmla="*/ 12478 h 28827"/>
                    <a:gd name="connsiteX22" fmla="*/ 953 w 8572"/>
                    <a:gd name="connsiteY22" fmla="*/ 19621 h 28827"/>
                    <a:gd name="connsiteX23" fmla="*/ 2667 w 8572"/>
                    <a:gd name="connsiteY23" fmla="*/ 16954 h 28827"/>
                    <a:gd name="connsiteX24" fmla="*/ 4953 w 8572"/>
                    <a:gd name="connsiteY24" fmla="*/ 23241 h 28827"/>
                    <a:gd name="connsiteX25" fmla="*/ 4763 w 8572"/>
                    <a:gd name="connsiteY25" fmla="*/ 11811 h 28827"/>
                    <a:gd name="connsiteX26" fmla="*/ 3810 w 8572"/>
                    <a:gd name="connsiteY26" fmla="*/ 16573 h 28827"/>
                    <a:gd name="connsiteX27" fmla="*/ 4763 w 8572"/>
                    <a:gd name="connsiteY27" fmla="*/ 11811 h 28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8572" h="28827">
                      <a:moveTo>
                        <a:pt x="4953" y="23241"/>
                      </a:moveTo>
                      <a:cubicBezTo>
                        <a:pt x="4382" y="23336"/>
                        <a:pt x="4096" y="24289"/>
                        <a:pt x="4001" y="25717"/>
                      </a:cubicBezTo>
                      <a:cubicBezTo>
                        <a:pt x="4573" y="26860"/>
                        <a:pt x="4763" y="29242"/>
                        <a:pt x="5811" y="28765"/>
                      </a:cubicBezTo>
                      <a:cubicBezTo>
                        <a:pt x="5907" y="26003"/>
                        <a:pt x="5144" y="26479"/>
                        <a:pt x="5335" y="23146"/>
                      </a:cubicBezTo>
                      <a:cubicBezTo>
                        <a:pt x="6191" y="26479"/>
                        <a:pt x="6954" y="22003"/>
                        <a:pt x="6478" y="27432"/>
                      </a:cubicBezTo>
                      <a:cubicBezTo>
                        <a:pt x="7334" y="27623"/>
                        <a:pt x="7906" y="29337"/>
                        <a:pt x="8573" y="26956"/>
                      </a:cubicBezTo>
                      <a:cubicBezTo>
                        <a:pt x="8193" y="24765"/>
                        <a:pt x="7811" y="22479"/>
                        <a:pt x="7430" y="20383"/>
                      </a:cubicBezTo>
                      <a:cubicBezTo>
                        <a:pt x="7430" y="22098"/>
                        <a:pt x="6573" y="21622"/>
                        <a:pt x="6096" y="21812"/>
                      </a:cubicBezTo>
                      <a:cubicBezTo>
                        <a:pt x="6382" y="18288"/>
                        <a:pt x="5335" y="20002"/>
                        <a:pt x="4668" y="19812"/>
                      </a:cubicBezTo>
                      <a:cubicBezTo>
                        <a:pt x="4668" y="18193"/>
                        <a:pt x="4478" y="17335"/>
                        <a:pt x="4287" y="16478"/>
                      </a:cubicBezTo>
                      <a:cubicBezTo>
                        <a:pt x="5335" y="16383"/>
                        <a:pt x="6191" y="15526"/>
                        <a:pt x="6668" y="13621"/>
                      </a:cubicBezTo>
                      <a:cubicBezTo>
                        <a:pt x="5621" y="13049"/>
                        <a:pt x="6001" y="10287"/>
                        <a:pt x="6573" y="9049"/>
                      </a:cubicBezTo>
                      <a:cubicBezTo>
                        <a:pt x="5621" y="8858"/>
                        <a:pt x="4858" y="1619"/>
                        <a:pt x="4096" y="5048"/>
                      </a:cubicBezTo>
                      <a:cubicBezTo>
                        <a:pt x="4478" y="5239"/>
                        <a:pt x="4953" y="6763"/>
                        <a:pt x="4478" y="7239"/>
                      </a:cubicBezTo>
                      <a:cubicBezTo>
                        <a:pt x="3239" y="5334"/>
                        <a:pt x="381" y="6477"/>
                        <a:pt x="1238" y="0"/>
                      </a:cubicBezTo>
                      <a:cubicBezTo>
                        <a:pt x="286" y="95"/>
                        <a:pt x="477" y="3429"/>
                        <a:pt x="0" y="4858"/>
                      </a:cubicBezTo>
                      <a:cubicBezTo>
                        <a:pt x="286" y="6382"/>
                        <a:pt x="1334" y="4667"/>
                        <a:pt x="1429" y="6858"/>
                      </a:cubicBezTo>
                      <a:cubicBezTo>
                        <a:pt x="1429" y="8192"/>
                        <a:pt x="953" y="8192"/>
                        <a:pt x="381" y="8287"/>
                      </a:cubicBezTo>
                      <a:cubicBezTo>
                        <a:pt x="477" y="10382"/>
                        <a:pt x="667" y="12097"/>
                        <a:pt x="1144" y="12668"/>
                      </a:cubicBezTo>
                      <a:cubicBezTo>
                        <a:pt x="858" y="7239"/>
                        <a:pt x="2667" y="11240"/>
                        <a:pt x="3430" y="7525"/>
                      </a:cubicBezTo>
                      <a:cubicBezTo>
                        <a:pt x="3620" y="10382"/>
                        <a:pt x="4001" y="11430"/>
                        <a:pt x="3239" y="13335"/>
                      </a:cubicBezTo>
                      <a:cubicBezTo>
                        <a:pt x="2763" y="13335"/>
                        <a:pt x="2763" y="12002"/>
                        <a:pt x="2192" y="12478"/>
                      </a:cubicBezTo>
                      <a:cubicBezTo>
                        <a:pt x="3239" y="17240"/>
                        <a:pt x="1144" y="15716"/>
                        <a:pt x="953" y="19621"/>
                      </a:cubicBezTo>
                      <a:cubicBezTo>
                        <a:pt x="1715" y="21812"/>
                        <a:pt x="2096" y="18479"/>
                        <a:pt x="2667" y="16954"/>
                      </a:cubicBezTo>
                      <a:cubicBezTo>
                        <a:pt x="3620" y="17907"/>
                        <a:pt x="4478" y="19717"/>
                        <a:pt x="4953" y="23241"/>
                      </a:cubicBezTo>
                      <a:close/>
                      <a:moveTo>
                        <a:pt x="4763" y="11811"/>
                      </a:moveTo>
                      <a:cubicBezTo>
                        <a:pt x="5144" y="15431"/>
                        <a:pt x="3906" y="14383"/>
                        <a:pt x="3810" y="16573"/>
                      </a:cubicBezTo>
                      <a:cubicBezTo>
                        <a:pt x="2858" y="15526"/>
                        <a:pt x="3620" y="10573"/>
                        <a:pt x="4763" y="118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3" name="Freeform: Shape 1162">
                  <a:extLst>
                    <a:ext uri="{FF2B5EF4-FFF2-40B4-BE49-F238E27FC236}">
                      <a16:creationId xmlns:a16="http://schemas.microsoft.com/office/drawing/2014/main" id="{A90FA38D-3635-4BD4-8CE3-DB8B8E9699D7}"/>
                    </a:ext>
                  </a:extLst>
                </p:cNvPr>
                <p:cNvSpPr/>
                <p:nvPr/>
              </p:nvSpPr>
              <p:spPr>
                <a:xfrm>
                  <a:off x="10894884" y="1408556"/>
                  <a:ext cx="3165" cy="9143"/>
                </a:xfrm>
                <a:custGeom>
                  <a:avLst/>
                  <a:gdLst>
                    <a:gd name="connsiteX0" fmla="*/ 0 w 3165"/>
                    <a:gd name="connsiteY0" fmla="*/ 1715 h 9143"/>
                    <a:gd name="connsiteX1" fmla="*/ 2381 w 3165"/>
                    <a:gd name="connsiteY1" fmla="*/ 0 h 9143"/>
                    <a:gd name="connsiteX2" fmla="*/ 3144 w 3165"/>
                    <a:gd name="connsiteY2" fmla="*/ 5525 h 9143"/>
                    <a:gd name="connsiteX3" fmla="*/ 2192 w 3165"/>
                    <a:gd name="connsiteY3" fmla="*/ 9144 h 9143"/>
                    <a:gd name="connsiteX4" fmla="*/ 0 w 3165"/>
                    <a:gd name="connsiteY4" fmla="*/ 1715 h 9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65" h="9143">
                      <a:moveTo>
                        <a:pt x="0" y="1715"/>
                      </a:moveTo>
                      <a:cubicBezTo>
                        <a:pt x="191" y="-1048"/>
                        <a:pt x="2287" y="5525"/>
                        <a:pt x="2381" y="0"/>
                      </a:cubicBezTo>
                      <a:cubicBezTo>
                        <a:pt x="3524" y="1048"/>
                        <a:pt x="2381" y="4477"/>
                        <a:pt x="3144" y="5525"/>
                      </a:cubicBezTo>
                      <a:cubicBezTo>
                        <a:pt x="3335" y="8096"/>
                        <a:pt x="2192" y="7049"/>
                        <a:pt x="2192" y="9144"/>
                      </a:cubicBezTo>
                      <a:cubicBezTo>
                        <a:pt x="2287" y="4953"/>
                        <a:pt x="1334" y="3143"/>
                        <a:pt x="0" y="171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4" name="Freeform: Shape 1163">
                  <a:extLst>
                    <a:ext uri="{FF2B5EF4-FFF2-40B4-BE49-F238E27FC236}">
                      <a16:creationId xmlns:a16="http://schemas.microsoft.com/office/drawing/2014/main" id="{15173FA7-DE40-452B-AABB-D3D901CCE9DD}"/>
                    </a:ext>
                  </a:extLst>
                </p:cNvPr>
                <p:cNvSpPr/>
                <p:nvPr/>
              </p:nvSpPr>
              <p:spPr>
                <a:xfrm>
                  <a:off x="10908792" y="2058542"/>
                  <a:ext cx="1548" cy="5905"/>
                </a:xfrm>
                <a:custGeom>
                  <a:avLst/>
                  <a:gdLst>
                    <a:gd name="connsiteX0" fmla="*/ 0 w 1548"/>
                    <a:gd name="connsiteY0" fmla="*/ 2572 h 5905"/>
                    <a:gd name="connsiteX1" fmla="*/ 286 w 1548"/>
                    <a:gd name="connsiteY1" fmla="*/ 191 h 5905"/>
                    <a:gd name="connsiteX2" fmla="*/ 1048 w 1548"/>
                    <a:gd name="connsiteY2" fmla="*/ 0 h 5905"/>
                    <a:gd name="connsiteX3" fmla="*/ 1523 w 1548"/>
                    <a:gd name="connsiteY3" fmla="*/ 4477 h 5905"/>
                    <a:gd name="connsiteX4" fmla="*/ 1143 w 1548"/>
                    <a:gd name="connsiteY4" fmla="*/ 5715 h 5905"/>
                    <a:gd name="connsiteX5" fmla="*/ 380 w 1548"/>
                    <a:gd name="connsiteY5" fmla="*/ 5906 h 5905"/>
                    <a:gd name="connsiteX6" fmla="*/ 762 w 1548"/>
                    <a:gd name="connsiteY6" fmla="*/ 4667 h 5905"/>
                    <a:gd name="connsiteX7" fmla="*/ 0 w 1548"/>
                    <a:gd name="connsiteY7" fmla="*/ 2572 h 5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48" h="5905">
                      <a:moveTo>
                        <a:pt x="0" y="2572"/>
                      </a:moveTo>
                      <a:cubicBezTo>
                        <a:pt x="95" y="1619"/>
                        <a:pt x="380" y="1333"/>
                        <a:pt x="286" y="191"/>
                      </a:cubicBezTo>
                      <a:lnTo>
                        <a:pt x="1048" y="0"/>
                      </a:lnTo>
                      <a:cubicBezTo>
                        <a:pt x="1048" y="2858"/>
                        <a:pt x="380" y="3715"/>
                        <a:pt x="1523" y="4477"/>
                      </a:cubicBezTo>
                      <a:cubicBezTo>
                        <a:pt x="1619" y="5429"/>
                        <a:pt x="1429" y="5620"/>
                        <a:pt x="1143" y="5715"/>
                      </a:cubicBezTo>
                      <a:lnTo>
                        <a:pt x="380" y="5906"/>
                      </a:lnTo>
                      <a:cubicBezTo>
                        <a:pt x="286" y="4953"/>
                        <a:pt x="476" y="4763"/>
                        <a:pt x="762" y="4667"/>
                      </a:cubicBezTo>
                      <a:cubicBezTo>
                        <a:pt x="571" y="3620"/>
                        <a:pt x="380" y="2667"/>
                        <a:pt x="0" y="257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5" name="Freeform: Shape 1164">
                  <a:extLst>
                    <a:ext uri="{FF2B5EF4-FFF2-40B4-BE49-F238E27FC236}">
                      <a16:creationId xmlns:a16="http://schemas.microsoft.com/office/drawing/2014/main" id="{41D6E9EA-5A0C-4DA3-92DB-D866E93EFB43}"/>
                    </a:ext>
                  </a:extLst>
                </p:cNvPr>
                <p:cNvSpPr/>
                <p:nvPr/>
              </p:nvSpPr>
              <p:spPr>
                <a:xfrm>
                  <a:off x="10912696" y="1643117"/>
                  <a:ext cx="3905" cy="9088"/>
                </a:xfrm>
                <a:custGeom>
                  <a:avLst/>
                  <a:gdLst>
                    <a:gd name="connsiteX0" fmla="*/ 477 w 3905"/>
                    <a:gd name="connsiteY0" fmla="*/ 9089 h 9088"/>
                    <a:gd name="connsiteX1" fmla="*/ 0 w 3905"/>
                    <a:gd name="connsiteY1" fmla="*/ 4612 h 9088"/>
                    <a:gd name="connsiteX2" fmla="*/ 381 w 3905"/>
                    <a:gd name="connsiteY2" fmla="*/ 6803 h 9088"/>
                    <a:gd name="connsiteX3" fmla="*/ 2096 w 3905"/>
                    <a:gd name="connsiteY3" fmla="*/ 2993 h 9088"/>
                    <a:gd name="connsiteX4" fmla="*/ 1049 w 3905"/>
                    <a:gd name="connsiteY4" fmla="*/ 2136 h 9088"/>
                    <a:gd name="connsiteX5" fmla="*/ 3906 w 3905"/>
                    <a:gd name="connsiteY5" fmla="*/ 2612 h 9088"/>
                    <a:gd name="connsiteX6" fmla="*/ 477 w 3905"/>
                    <a:gd name="connsiteY6" fmla="*/ 9089 h 90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05" h="9088">
                      <a:moveTo>
                        <a:pt x="477" y="9089"/>
                      </a:moveTo>
                      <a:cubicBezTo>
                        <a:pt x="-94" y="8232"/>
                        <a:pt x="572" y="7374"/>
                        <a:pt x="0" y="4612"/>
                      </a:cubicBezTo>
                      <a:cubicBezTo>
                        <a:pt x="381" y="4517"/>
                        <a:pt x="286" y="5946"/>
                        <a:pt x="381" y="6803"/>
                      </a:cubicBezTo>
                      <a:cubicBezTo>
                        <a:pt x="1238" y="6422"/>
                        <a:pt x="1524" y="4422"/>
                        <a:pt x="2096" y="2993"/>
                      </a:cubicBezTo>
                      <a:cubicBezTo>
                        <a:pt x="2001" y="-1008"/>
                        <a:pt x="953" y="5660"/>
                        <a:pt x="1049" y="2136"/>
                      </a:cubicBezTo>
                      <a:cubicBezTo>
                        <a:pt x="1144" y="-3103"/>
                        <a:pt x="3049" y="2993"/>
                        <a:pt x="3906" y="2612"/>
                      </a:cubicBezTo>
                      <a:cubicBezTo>
                        <a:pt x="3144" y="5850"/>
                        <a:pt x="1429" y="6422"/>
                        <a:pt x="477" y="90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6" name="Freeform: Shape 1165">
                  <a:extLst>
                    <a:ext uri="{FF2B5EF4-FFF2-40B4-BE49-F238E27FC236}">
                      <a16:creationId xmlns:a16="http://schemas.microsoft.com/office/drawing/2014/main" id="{08307774-F42C-4D5E-BFAD-FB6D5983F9E6}"/>
                    </a:ext>
                  </a:extLst>
                </p:cNvPr>
                <p:cNvSpPr/>
                <p:nvPr/>
              </p:nvSpPr>
              <p:spPr>
                <a:xfrm>
                  <a:off x="10922221" y="2028683"/>
                  <a:ext cx="4191" cy="16333"/>
                </a:xfrm>
                <a:custGeom>
                  <a:avLst/>
                  <a:gdLst>
                    <a:gd name="connsiteX0" fmla="*/ 1906 w 4191"/>
                    <a:gd name="connsiteY0" fmla="*/ 8428 h 16333"/>
                    <a:gd name="connsiteX1" fmla="*/ 572 w 4191"/>
                    <a:gd name="connsiteY1" fmla="*/ 713 h 16333"/>
                    <a:gd name="connsiteX2" fmla="*/ 3620 w 4191"/>
                    <a:gd name="connsiteY2" fmla="*/ 2332 h 16333"/>
                    <a:gd name="connsiteX3" fmla="*/ 4192 w 4191"/>
                    <a:gd name="connsiteY3" fmla="*/ 11381 h 16333"/>
                    <a:gd name="connsiteX4" fmla="*/ 3430 w 4191"/>
                    <a:gd name="connsiteY4" fmla="*/ 11571 h 16333"/>
                    <a:gd name="connsiteX5" fmla="*/ 2763 w 4191"/>
                    <a:gd name="connsiteY5" fmla="*/ 16334 h 16333"/>
                    <a:gd name="connsiteX6" fmla="*/ 0 w 4191"/>
                    <a:gd name="connsiteY6" fmla="*/ 11190 h 16333"/>
                    <a:gd name="connsiteX7" fmla="*/ 1906 w 4191"/>
                    <a:gd name="connsiteY7" fmla="*/ 8428 h 1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191" h="16333">
                      <a:moveTo>
                        <a:pt x="1906" y="8428"/>
                      </a:moveTo>
                      <a:cubicBezTo>
                        <a:pt x="1238" y="4427"/>
                        <a:pt x="2192" y="1856"/>
                        <a:pt x="572" y="713"/>
                      </a:cubicBezTo>
                      <a:cubicBezTo>
                        <a:pt x="-94" y="-1669"/>
                        <a:pt x="2667" y="2713"/>
                        <a:pt x="3620" y="2332"/>
                      </a:cubicBezTo>
                      <a:cubicBezTo>
                        <a:pt x="2001" y="4427"/>
                        <a:pt x="2667" y="10809"/>
                        <a:pt x="4192" y="11381"/>
                      </a:cubicBezTo>
                      <a:cubicBezTo>
                        <a:pt x="4096" y="13095"/>
                        <a:pt x="3810" y="11381"/>
                        <a:pt x="3430" y="11571"/>
                      </a:cubicBezTo>
                      <a:cubicBezTo>
                        <a:pt x="2953" y="12428"/>
                        <a:pt x="2763" y="14143"/>
                        <a:pt x="2763" y="16334"/>
                      </a:cubicBezTo>
                      <a:cubicBezTo>
                        <a:pt x="1334" y="13667"/>
                        <a:pt x="477" y="15762"/>
                        <a:pt x="0" y="11190"/>
                      </a:cubicBezTo>
                      <a:cubicBezTo>
                        <a:pt x="2287" y="11666"/>
                        <a:pt x="381" y="7380"/>
                        <a:pt x="1906" y="842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7" name="Freeform: Shape 1166">
                  <a:extLst>
                    <a:ext uri="{FF2B5EF4-FFF2-40B4-BE49-F238E27FC236}">
                      <a16:creationId xmlns:a16="http://schemas.microsoft.com/office/drawing/2014/main" id="{89734A6D-6E90-4D9C-AC6A-4B3CCAA6DAD7}"/>
                    </a:ext>
                  </a:extLst>
                </p:cNvPr>
                <p:cNvSpPr/>
                <p:nvPr/>
              </p:nvSpPr>
              <p:spPr>
                <a:xfrm>
                  <a:off x="10926508" y="1557432"/>
                  <a:ext cx="7869" cy="12668"/>
                </a:xfrm>
                <a:custGeom>
                  <a:avLst/>
                  <a:gdLst>
                    <a:gd name="connsiteX0" fmla="*/ 0 w 7869"/>
                    <a:gd name="connsiteY0" fmla="*/ 3334 h 12668"/>
                    <a:gd name="connsiteX1" fmla="*/ 4476 w 7869"/>
                    <a:gd name="connsiteY1" fmla="*/ 0 h 12668"/>
                    <a:gd name="connsiteX2" fmla="*/ 4763 w 7869"/>
                    <a:gd name="connsiteY2" fmla="*/ 11430 h 12668"/>
                    <a:gd name="connsiteX3" fmla="*/ 7810 w 7869"/>
                    <a:gd name="connsiteY3" fmla="*/ 8382 h 12668"/>
                    <a:gd name="connsiteX4" fmla="*/ 4095 w 7869"/>
                    <a:gd name="connsiteY4" fmla="*/ 12668 h 12668"/>
                    <a:gd name="connsiteX5" fmla="*/ 0 w 7869"/>
                    <a:gd name="connsiteY5" fmla="*/ 3334 h 12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869" h="12668">
                      <a:moveTo>
                        <a:pt x="0" y="3334"/>
                      </a:moveTo>
                      <a:cubicBezTo>
                        <a:pt x="1238" y="-286"/>
                        <a:pt x="3047" y="762"/>
                        <a:pt x="4476" y="0"/>
                      </a:cubicBezTo>
                      <a:cubicBezTo>
                        <a:pt x="4286" y="2857"/>
                        <a:pt x="4001" y="8953"/>
                        <a:pt x="4763" y="11430"/>
                      </a:cubicBezTo>
                      <a:cubicBezTo>
                        <a:pt x="5429" y="8096"/>
                        <a:pt x="7144" y="10001"/>
                        <a:pt x="7810" y="8382"/>
                      </a:cubicBezTo>
                      <a:cubicBezTo>
                        <a:pt x="8287" y="12859"/>
                        <a:pt x="5810" y="11240"/>
                        <a:pt x="4095" y="12668"/>
                      </a:cubicBezTo>
                      <a:cubicBezTo>
                        <a:pt x="4190" y="4667"/>
                        <a:pt x="3524" y="-857"/>
                        <a:pt x="0" y="3334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8" name="Freeform: Shape 1167">
                  <a:extLst>
                    <a:ext uri="{FF2B5EF4-FFF2-40B4-BE49-F238E27FC236}">
                      <a16:creationId xmlns:a16="http://schemas.microsoft.com/office/drawing/2014/main" id="{D14952AB-BD1F-4346-832A-A355616AB24D}"/>
                    </a:ext>
                  </a:extLst>
                </p:cNvPr>
                <p:cNvSpPr/>
                <p:nvPr/>
              </p:nvSpPr>
              <p:spPr>
                <a:xfrm>
                  <a:off x="10937081" y="1635156"/>
                  <a:ext cx="2476" cy="2946"/>
                </a:xfrm>
                <a:custGeom>
                  <a:avLst/>
                  <a:gdLst>
                    <a:gd name="connsiteX0" fmla="*/ 0 w 2476"/>
                    <a:gd name="connsiteY0" fmla="*/ 0 h 2946"/>
                    <a:gd name="connsiteX1" fmla="*/ 2477 w 2476"/>
                    <a:gd name="connsiteY1" fmla="*/ 572 h 2946"/>
                    <a:gd name="connsiteX2" fmla="*/ 0 w 2476"/>
                    <a:gd name="connsiteY2" fmla="*/ 0 h 29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476" h="2946">
                      <a:moveTo>
                        <a:pt x="0" y="0"/>
                      </a:moveTo>
                      <a:cubicBezTo>
                        <a:pt x="1334" y="857"/>
                        <a:pt x="952" y="2191"/>
                        <a:pt x="2477" y="572"/>
                      </a:cubicBezTo>
                      <a:cubicBezTo>
                        <a:pt x="2477" y="4096"/>
                        <a:pt x="477" y="3524"/>
                        <a:pt x="0" y="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9" name="Freeform: Shape 1168">
                  <a:extLst>
                    <a:ext uri="{FF2B5EF4-FFF2-40B4-BE49-F238E27FC236}">
                      <a16:creationId xmlns:a16="http://schemas.microsoft.com/office/drawing/2014/main" id="{EB730660-1F7B-41F9-B8DD-CFFAEA3C4C06}"/>
                    </a:ext>
                  </a:extLst>
                </p:cNvPr>
                <p:cNvSpPr/>
                <p:nvPr/>
              </p:nvSpPr>
              <p:spPr>
                <a:xfrm>
                  <a:off x="10936795" y="1624964"/>
                  <a:ext cx="7836" cy="16764"/>
                </a:xfrm>
                <a:custGeom>
                  <a:avLst/>
                  <a:gdLst>
                    <a:gd name="connsiteX0" fmla="*/ 2953 w 7836"/>
                    <a:gd name="connsiteY0" fmla="*/ 16383 h 16764"/>
                    <a:gd name="connsiteX1" fmla="*/ 4667 w 7836"/>
                    <a:gd name="connsiteY1" fmla="*/ 13716 h 16764"/>
                    <a:gd name="connsiteX2" fmla="*/ 3906 w 7836"/>
                    <a:gd name="connsiteY2" fmla="*/ 12764 h 16764"/>
                    <a:gd name="connsiteX3" fmla="*/ 3049 w 7836"/>
                    <a:gd name="connsiteY3" fmla="*/ 7239 h 16764"/>
                    <a:gd name="connsiteX4" fmla="*/ 286 w 7836"/>
                    <a:gd name="connsiteY4" fmla="*/ 9049 h 16764"/>
                    <a:gd name="connsiteX5" fmla="*/ 191 w 7836"/>
                    <a:gd name="connsiteY5" fmla="*/ 4477 h 16764"/>
                    <a:gd name="connsiteX6" fmla="*/ 1620 w 7836"/>
                    <a:gd name="connsiteY6" fmla="*/ 6477 h 16764"/>
                    <a:gd name="connsiteX7" fmla="*/ 0 w 7836"/>
                    <a:gd name="connsiteY7" fmla="*/ 0 h 16764"/>
                    <a:gd name="connsiteX8" fmla="*/ 6096 w 7836"/>
                    <a:gd name="connsiteY8" fmla="*/ 3143 h 16764"/>
                    <a:gd name="connsiteX9" fmla="*/ 6953 w 7836"/>
                    <a:gd name="connsiteY9" fmla="*/ 8668 h 16764"/>
                    <a:gd name="connsiteX10" fmla="*/ 6287 w 7836"/>
                    <a:gd name="connsiteY10" fmla="*/ 11144 h 16764"/>
                    <a:gd name="connsiteX11" fmla="*/ 7811 w 7836"/>
                    <a:gd name="connsiteY11" fmla="*/ 14288 h 16764"/>
                    <a:gd name="connsiteX12" fmla="*/ 7525 w 7836"/>
                    <a:gd name="connsiteY12" fmla="*/ 15526 h 16764"/>
                    <a:gd name="connsiteX13" fmla="*/ 7239 w 7836"/>
                    <a:gd name="connsiteY13" fmla="*/ 16764 h 16764"/>
                    <a:gd name="connsiteX14" fmla="*/ 2953 w 7836"/>
                    <a:gd name="connsiteY14" fmla="*/ 16383 h 16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7836" h="16764">
                      <a:moveTo>
                        <a:pt x="2953" y="16383"/>
                      </a:moveTo>
                      <a:cubicBezTo>
                        <a:pt x="3239" y="14573"/>
                        <a:pt x="3810" y="13716"/>
                        <a:pt x="4667" y="13716"/>
                      </a:cubicBezTo>
                      <a:cubicBezTo>
                        <a:pt x="4476" y="12383"/>
                        <a:pt x="4001" y="10954"/>
                        <a:pt x="3906" y="12764"/>
                      </a:cubicBezTo>
                      <a:cubicBezTo>
                        <a:pt x="3144" y="12668"/>
                        <a:pt x="3715" y="7810"/>
                        <a:pt x="3049" y="7239"/>
                      </a:cubicBezTo>
                      <a:cubicBezTo>
                        <a:pt x="1715" y="6668"/>
                        <a:pt x="1429" y="9049"/>
                        <a:pt x="286" y="9049"/>
                      </a:cubicBezTo>
                      <a:lnTo>
                        <a:pt x="191" y="4477"/>
                      </a:lnTo>
                      <a:cubicBezTo>
                        <a:pt x="858" y="4286"/>
                        <a:pt x="763" y="7429"/>
                        <a:pt x="1620" y="6477"/>
                      </a:cubicBezTo>
                      <a:cubicBezTo>
                        <a:pt x="1715" y="1810"/>
                        <a:pt x="95" y="4000"/>
                        <a:pt x="0" y="0"/>
                      </a:cubicBezTo>
                      <a:cubicBezTo>
                        <a:pt x="2286" y="2381"/>
                        <a:pt x="4287" y="1905"/>
                        <a:pt x="6096" y="3143"/>
                      </a:cubicBezTo>
                      <a:cubicBezTo>
                        <a:pt x="6096" y="6001"/>
                        <a:pt x="6191" y="8668"/>
                        <a:pt x="6953" y="8668"/>
                      </a:cubicBezTo>
                      <a:cubicBezTo>
                        <a:pt x="6858" y="9906"/>
                        <a:pt x="6287" y="9620"/>
                        <a:pt x="6287" y="11144"/>
                      </a:cubicBezTo>
                      <a:cubicBezTo>
                        <a:pt x="6764" y="11716"/>
                        <a:pt x="7239" y="11525"/>
                        <a:pt x="7811" y="14288"/>
                      </a:cubicBezTo>
                      <a:cubicBezTo>
                        <a:pt x="7906" y="15240"/>
                        <a:pt x="7716" y="15431"/>
                        <a:pt x="7525" y="15526"/>
                      </a:cubicBezTo>
                      <a:cubicBezTo>
                        <a:pt x="7239" y="15431"/>
                        <a:pt x="7239" y="16097"/>
                        <a:pt x="7239" y="16764"/>
                      </a:cubicBezTo>
                      <a:cubicBezTo>
                        <a:pt x="6668" y="10668"/>
                        <a:pt x="4382" y="15716"/>
                        <a:pt x="2953" y="1638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0" name="Freeform: Shape 1169">
                  <a:extLst>
                    <a:ext uri="{FF2B5EF4-FFF2-40B4-BE49-F238E27FC236}">
                      <a16:creationId xmlns:a16="http://schemas.microsoft.com/office/drawing/2014/main" id="{DD3F7A08-0422-4699-88C4-88DD5BF652C8}"/>
                    </a:ext>
                  </a:extLst>
                </p:cNvPr>
                <p:cNvSpPr/>
                <p:nvPr/>
              </p:nvSpPr>
              <p:spPr>
                <a:xfrm>
                  <a:off x="10940507" y="1546617"/>
                  <a:ext cx="3633" cy="3576"/>
                </a:xfrm>
                <a:custGeom>
                  <a:avLst/>
                  <a:gdLst>
                    <a:gd name="connsiteX0" fmla="*/ 289 w 3633"/>
                    <a:gd name="connsiteY0" fmla="*/ 2719 h 3576"/>
                    <a:gd name="connsiteX1" fmla="*/ 1909 w 3633"/>
                    <a:gd name="connsiteY1" fmla="*/ 52 h 3576"/>
                    <a:gd name="connsiteX2" fmla="*/ 1623 w 3633"/>
                    <a:gd name="connsiteY2" fmla="*/ 3577 h 3576"/>
                    <a:gd name="connsiteX3" fmla="*/ 289 w 3633"/>
                    <a:gd name="connsiteY3" fmla="*/ 2719 h 35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33" h="3576">
                      <a:moveTo>
                        <a:pt x="289" y="2719"/>
                      </a:moveTo>
                      <a:cubicBezTo>
                        <a:pt x="-759" y="4434"/>
                        <a:pt x="1337" y="338"/>
                        <a:pt x="1909" y="52"/>
                      </a:cubicBezTo>
                      <a:cubicBezTo>
                        <a:pt x="5718" y="52"/>
                        <a:pt x="2098" y="-710"/>
                        <a:pt x="1623" y="3577"/>
                      </a:cubicBezTo>
                      <a:cubicBezTo>
                        <a:pt x="1337" y="2719"/>
                        <a:pt x="860" y="2529"/>
                        <a:pt x="289" y="27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1" name="Freeform: Shape 1170">
                  <a:extLst>
                    <a:ext uri="{FF2B5EF4-FFF2-40B4-BE49-F238E27FC236}">
                      <a16:creationId xmlns:a16="http://schemas.microsoft.com/office/drawing/2014/main" id="{72A66671-C31C-4417-A7FD-26D9170F0AC8}"/>
                    </a:ext>
                  </a:extLst>
                </p:cNvPr>
                <p:cNvSpPr/>
                <p:nvPr/>
              </p:nvSpPr>
              <p:spPr>
                <a:xfrm>
                  <a:off x="10949736" y="1639633"/>
                  <a:ext cx="5633" cy="7620"/>
                </a:xfrm>
                <a:custGeom>
                  <a:avLst/>
                  <a:gdLst>
                    <a:gd name="connsiteX0" fmla="*/ 204 w 5633"/>
                    <a:gd name="connsiteY0" fmla="*/ 1619 h 7620"/>
                    <a:gd name="connsiteX1" fmla="*/ 2299 w 5633"/>
                    <a:gd name="connsiteY1" fmla="*/ 0 h 7620"/>
                    <a:gd name="connsiteX2" fmla="*/ 5634 w 5633"/>
                    <a:gd name="connsiteY2" fmla="*/ 4953 h 7620"/>
                    <a:gd name="connsiteX3" fmla="*/ 4300 w 5633"/>
                    <a:gd name="connsiteY3" fmla="*/ 7620 h 7620"/>
                    <a:gd name="connsiteX4" fmla="*/ 394 w 5633"/>
                    <a:gd name="connsiteY4" fmla="*/ 6287 h 7620"/>
                    <a:gd name="connsiteX5" fmla="*/ 204 w 5633"/>
                    <a:gd name="connsiteY5" fmla="*/ 1619 h 7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633" h="7620">
                      <a:moveTo>
                        <a:pt x="204" y="1619"/>
                      </a:moveTo>
                      <a:cubicBezTo>
                        <a:pt x="-558" y="2477"/>
                        <a:pt x="966" y="381"/>
                        <a:pt x="2299" y="0"/>
                      </a:cubicBezTo>
                      <a:cubicBezTo>
                        <a:pt x="1061" y="8668"/>
                        <a:pt x="5252" y="857"/>
                        <a:pt x="5634" y="4953"/>
                      </a:cubicBezTo>
                      <a:cubicBezTo>
                        <a:pt x="5443" y="6572"/>
                        <a:pt x="4966" y="7239"/>
                        <a:pt x="4300" y="7620"/>
                      </a:cubicBezTo>
                      <a:cubicBezTo>
                        <a:pt x="3633" y="2572"/>
                        <a:pt x="1728" y="9144"/>
                        <a:pt x="394" y="6287"/>
                      </a:cubicBezTo>
                      <a:cubicBezTo>
                        <a:pt x="585" y="4096"/>
                        <a:pt x="1442" y="2381"/>
                        <a:pt x="204" y="161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2" name="Freeform: Shape 1171">
                  <a:extLst>
                    <a:ext uri="{FF2B5EF4-FFF2-40B4-BE49-F238E27FC236}">
                      <a16:creationId xmlns:a16="http://schemas.microsoft.com/office/drawing/2014/main" id="{AA3D0020-A7E7-40F2-AC72-47918C974247}"/>
                    </a:ext>
                  </a:extLst>
                </p:cNvPr>
                <p:cNvSpPr/>
                <p:nvPr/>
              </p:nvSpPr>
              <p:spPr>
                <a:xfrm>
                  <a:off x="10982757" y="1828926"/>
                  <a:ext cx="2710" cy="3969"/>
                </a:xfrm>
                <a:custGeom>
                  <a:avLst/>
                  <a:gdLst>
                    <a:gd name="connsiteX0" fmla="*/ 140 w 2710"/>
                    <a:gd name="connsiteY0" fmla="*/ 1969 h 3969"/>
                    <a:gd name="connsiteX1" fmla="*/ 2711 w 2710"/>
                    <a:gd name="connsiteY1" fmla="*/ 1398 h 3969"/>
                    <a:gd name="connsiteX2" fmla="*/ 1663 w 2710"/>
                    <a:gd name="connsiteY2" fmla="*/ 3969 h 3969"/>
                    <a:gd name="connsiteX3" fmla="*/ 1187 w 2710"/>
                    <a:gd name="connsiteY3" fmla="*/ 636 h 3969"/>
                    <a:gd name="connsiteX4" fmla="*/ 140 w 2710"/>
                    <a:gd name="connsiteY4" fmla="*/ 1969 h 3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10" h="3969">
                      <a:moveTo>
                        <a:pt x="140" y="1969"/>
                      </a:moveTo>
                      <a:cubicBezTo>
                        <a:pt x="-623" y="-603"/>
                        <a:pt x="1949" y="-507"/>
                        <a:pt x="2711" y="1398"/>
                      </a:cubicBezTo>
                      <a:cubicBezTo>
                        <a:pt x="2711" y="3017"/>
                        <a:pt x="1663" y="2064"/>
                        <a:pt x="1663" y="3969"/>
                      </a:cubicBezTo>
                      <a:cubicBezTo>
                        <a:pt x="901" y="3493"/>
                        <a:pt x="806" y="2350"/>
                        <a:pt x="1187" y="636"/>
                      </a:cubicBezTo>
                      <a:cubicBezTo>
                        <a:pt x="520" y="445"/>
                        <a:pt x="520" y="1779"/>
                        <a:pt x="140" y="196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3" name="Freeform: Shape 1172">
                  <a:extLst>
                    <a:ext uri="{FF2B5EF4-FFF2-40B4-BE49-F238E27FC236}">
                      <a16:creationId xmlns:a16="http://schemas.microsoft.com/office/drawing/2014/main" id="{41663FEE-67E4-406E-94E5-2D10E5F1561A}"/>
                    </a:ext>
                  </a:extLst>
                </p:cNvPr>
                <p:cNvSpPr/>
                <p:nvPr/>
              </p:nvSpPr>
              <p:spPr>
                <a:xfrm>
                  <a:off x="10975181" y="1605152"/>
                  <a:ext cx="9048" cy="14287"/>
                </a:xfrm>
                <a:custGeom>
                  <a:avLst/>
                  <a:gdLst>
                    <a:gd name="connsiteX0" fmla="*/ 8763 w 9048"/>
                    <a:gd name="connsiteY0" fmla="*/ 10573 h 14287"/>
                    <a:gd name="connsiteX1" fmla="*/ 7810 w 9048"/>
                    <a:gd name="connsiteY1" fmla="*/ 14288 h 14287"/>
                    <a:gd name="connsiteX2" fmla="*/ 0 w 9048"/>
                    <a:gd name="connsiteY2" fmla="*/ 11621 h 14287"/>
                    <a:gd name="connsiteX3" fmla="*/ 5239 w 9048"/>
                    <a:gd name="connsiteY3" fmla="*/ 0 h 14287"/>
                    <a:gd name="connsiteX4" fmla="*/ 7716 w 9048"/>
                    <a:gd name="connsiteY4" fmla="*/ 1715 h 14287"/>
                    <a:gd name="connsiteX5" fmla="*/ 6478 w 9048"/>
                    <a:gd name="connsiteY5" fmla="*/ 6572 h 14287"/>
                    <a:gd name="connsiteX6" fmla="*/ 7620 w 9048"/>
                    <a:gd name="connsiteY6" fmla="*/ 9716 h 14287"/>
                    <a:gd name="connsiteX7" fmla="*/ 8573 w 9048"/>
                    <a:gd name="connsiteY7" fmla="*/ 6096 h 14287"/>
                    <a:gd name="connsiteX8" fmla="*/ 9048 w 9048"/>
                    <a:gd name="connsiteY8" fmla="*/ 10573 h 14287"/>
                    <a:gd name="connsiteX9" fmla="*/ 8763 w 9048"/>
                    <a:gd name="connsiteY9" fmla="*/ 10573 h 142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048" h="14287">
                      <a:moveTo>
                        <a:pt x="8763" y="10573"/>
                      </a:moveTo>
                      <a:cubicBezTo>
                        <a:pt x="7810" y="10001"/>
                        <a:pt x="8191" y="13049"/>
                        <a:pt x="7810" y="14288"/>
                      </a:cubicBezTo>
                      <a:cubicBezTo>
                        <a:pt x="5429" y="11906"/>
                        <a:pt x="3047" y="13335"/>
                        <a:pt x="0" y="11621"/>
                      </a:cubicBezTo>
                      <a:cubicBezTo>
                        <a:pt x="762" y="3905"/>
                        <a:pt x="5810" y="5715"/>
                        <a:pt x="5239" y="0"/>
                      </a:cubicBezTo>
                      <a:cubicBezTo>
                        <a:pt x="5810" y="1810"/>
                        <a:pt x="7239" y="-95"/>
                        <a:pt x="7716" y="1715"/>
                      </a:cubicBezTo>
                      <a:cubicBezTo>
                        <a:pt x="7810" y="4667"/>
                        <a:pt x="6382" y="3715"/>
                        <a:pt x="6478" y="6572"/>
                      </a:cubicBezTo>
                      <a:cubicBezTo>
                        <a:pt x="6478" y="11525"/>
                        <a:pt x="7430" y="7810"/>
                        <a:pt x="7620" y="9716"/>
                      </a:cubicBezTo>
                      <a:cubicBezTo>
                        <a:pt x="8477" y="10001"/>
                        <a:pt x="7239" y="4572"/>
                        <a:pt x="8573" y="6096"/>
                      </a:cubicBezTo>
                      <a:cubicBezTo>
                        <a:pt x="8668" y="8954"/>
                        <a:pt x="8001" y="9811"/>
                        <a:pt x="9048" y="10573"/>
                      </a:cubicBezTo>
                      <a:cubicBezTo>
                        <a:pt x="9048" y="11811"/>
                        <a:pt x="8763" y="11240"/>
                        <a:pt x="8763" y="10573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4" name="Freeform: Shape 1173">
                  <a:extLst>
                    <a:ext uri="{FF2B5EF4-FFF2-40B4-BE49-F238E27FC236}">
                      <a16:creationId xmlns:a16="http://schemas.microsoft.com/office/drawing/2014/main" id="{B8010598-AB0B-43DA-8890-91D96133CBD2}"/>
                    </a:ext>
                  </a:extLst>
                </p:cNvPr>
                <p:cNvSpPr/>
                <p:nvPr/>
              </p:nvSpPr>
              <p:spPr>
                <a:xfrm>
                  <a:off x="10984420" y="1625441"/>
                  <a:ext cx="2476" cy="4777"/>
                </a:xfrm>
                <a:custGeom>
                  <a:avLst/>
                  <a:gdLst>
                    <a:gd name="connsiteX0" fmla="*/ 0 w 2476"/>
                    <a:gd name="connsiteY0" fmla="*/ 4000 h 4777"/>
                    <a:gd name="connsiteX1" fmla="*/ 572 w 2476"/>
                    <a:gd name="connsiteY1" fmla="*/ 381 h 4777"/>
                    <a:gd name="connsiteX2" fmla="*/ 2001 w 2476"/>
                    <a:gd name="connsiteY2" fmla="*/ 0 h 4777"/>
                    <a:gd name="connsiteX3" fmla="*/ 2477 w 2476"/>
                    <a:gd name="connsiteY3" fmla="*/ 3334 h 4777"/>
                    <a:gd name="connsiteX4" fmla="*/ 1715 w 2476"/>
                    <a:gd name="connsiteY4" fmla="*/ 1238 h 4777"/>
                    <a:gd name="connsiteX5" fmla="*/ 0 w 2476"/>
                    <a:gd name="connsiteY5" fmla="*/ 4000 h 4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76" h="4777">
                      <a:moveTo>
                        <a:pt x="0" y="4000"/>
                      </a:moveTo>
                      <a:cubicBezTo>
                        <a:pt x="191" y="2762"/>
                        <a:pt x="763" y="2667"/>
                        <a:pt x="572" y="381"/>
                      </a:cubicBezTo>
                      <a:cubicBezTo>
                        <a:pt x="1334" y="2096"/>
                        <a:pt x="1048" y="190"/>
                        <a:pt x="2001" y="0"/>
                      </a:cubicBezTo>
                      <a:cubicBezTo>
                        <a:pt x="2001" y="1905"/>
                        <a:pt x="2381" y="1905"/>
                        <a:pt x="2477" y="3334"/>
                      </a:cubicBezTo>
                      <a:cubicBezTo>
                        <a:pt x="2381" y="6667"/>
                        <a:pt x="1906" y="1619"/>
                        <a:pt x="1715" y="1238"/>
                      </a:cubicBezTo>
                      <a:cubicBezTo>
                        <a:pt x="858" y="2000"/>
                        <a:pt x="858" y="6572"/>
                        <a:pt x="0" y="4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5" name="Freeform: Shape 1174">
                  <a:extLst>
                    <a:ext uri="{FF2B5EF4-FFF2-40B4-BE49-F238E27FC236}">
                      <a16:creationId xmlns:a16="http://schemas.microsoft.com/office/drawing/2014/main" id="{9B8F64CC-9402-4240-B6DE-22C7FAFB65F9}"/>
                    </a:ext>
                  </a:extLst>
                </p:cNvPr>
                <p:cNvSpPr/>
                <p:nvPr/>
              </p:nvSpPr>
              <p:spPr>
                <a:xfrm>
                  <a:off x="11031949" y="1537406"/>
                  <a:ext cx="16573" cy="30123"/>
                </a:xfrm>
                <a:custGeom>
                  <a:avLst/>
                  <a:gdLst>
                    <a:gd name="connsiteX0" fmla="*/ 0 w 16573"/>
                    <a:gd name="connsiteY0" fmla="*/ 9740 h 30123"/>
                    <a:gd name="connsiteX1" fmla="*/ 13431 w 16573"/>
                    <a:gd name="connsiteY1" fmla="*/ 8502 h 30123"/>
                    <a:gd name="connsiteX2" fmla="*/ 13049 w 16573"/>
                    <a:gd name="connsiteY2" fmla="*/ 15550 h 30123"/>
                    <a:gd name="connsiteX3" fmla="*/ 16573 w 16573"/>
                    <a:gd name="connsiteY3" fmla="*/ 24980 h 30123"/>
                    <a:gd name="connsiteX4" fmla="*/ 13526 w 16573"/>
                    <a:gd name="connsiteY4" fmla="*/ 25742 h 30123"/>
                    <a:gd name="connsiteX5" fmla="*/ 14383 w 16573"/>
                    <a:gd name="connsiteY5" fmla="*/ 30123 h 30123"/>
                    <a:gd name="connsiteX6" fmla="*/ 0 w 16573"/>
                    <a:gd name="connsiteY6" fmla="*/ 9740 h 30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573" h="30123">
                      <a:moveTo>
                        <a:pt x="0" y="9740"/>
                      </a:moveTo>
                      <a:cubicBezTo>
                        <a:pt x="1620" y="-7977"/>
                        <a:pt x="9525" y="2786"/>
                        <a:pt x="13431" y="8502"/>
                      </a:cubicBezTo>
                      <a:cubicBezTo>
                        <a:pt x="13717" y="12026"/>
                        <a:pt x="13145" y="13073"/>
                        <a:pt x="13049" y="15550"/>
                      </a:cubicBezTo>
                      <a:cubicBezTo>
                        <a:pt x="14383" y="18217"/>
                        <a:pt x="15621" y="20884"/>
                        <a:pt x="16573" y="24980"/>
                      </a:cubicBezTo>
                      <a:cubicBezTo>
                        <a:pt x="15335" y="26027"/>
                        <a:pt x="14288" y="22598"/>
                        <a:pt x="13526" y="25742"/>
                      </a:cubicBezTo>
                      <a:cubicBezTo>
                        <a:pt x="13621" y="28028"/>
                        <a:pt x="14478" y="26980"/>
                        <a:pt x="14383" y="30123"/>
                      </a:cubicBezTo>
                      <a:cubicBezTo>
                        <a:pt x="10002" y="21456"/>
                        <a:pt x="3049" y="23837"/>
                        <a:pt x="0" y="974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6" name="Freeform: Shape 1175">
                  <a:extLst>
                    <a:ext uri="{FF2B5EF4-FFF2-40B4-BE49-F238E27FC236}">
                      <a16:creationId xmlns:a16="http://schemas.microsoft.com/office/drawing/2014/main" id="{092D72D3-2A96-4FFB-A8AE-3B8E98E6EFEB}"/>
                    </a:ext>
                  </a:extLst>
                </p:cNvPr>
                <p:cNvSpPr/>
                <p:nvPr/>
              </p:nvSpPr>
              <p:spPr>
                <a:xfrm>
                  <a:off x="11047380" y="1564385"/>
                  <a:ext cx="4572" cy="11324"/>
                </a:xfrm>
                <a:custGeom>
                  <a:avLst/>
                  <a:gdLst>
                    <a:gd name="connsiteX0" fmla="*/ 3144 w 4572"/>
                    <a:gd name="connsiteY0" fmla="*/ 3239 h 11324"/>
                    <a:gd name="connsiteX1" fmla="*/ 1620 w 4572"/>
                    <a:gd name="connsiteY1" fmla="*/ 7144 h 11324"/>
                    <a:gd name="connsiteX2" fmla="*/ 0 w 4572"/>
                    <a:gd name="connsiteY2" fmla="*/ 2953 h 11324"/>
                    <a:gd name="connsiteX3" fmla="*/ 2667 w 4572"/>
                    <a:gd name="connsiteY3" fmla="*/ 0 h 11324"/>
                    <a:gd name="connsiteX4" fmla="*/ 4573 w 4572"/>
                    <a:gd name="connsiteY4" fmla="*/ 11049 h 11324"/>
                    <a:gd name="connsiteX5" fmla="*/ 2477 w 4572"/>
                    <a:gd name="connsiteY5" fmla="*/ 10477 h 11324"/>
                    <a:gd name="connsiteX6" fmla="*/ 3144 w 4572"/>
                    <a:gd name="connsiteY6" fmla="*/ 3239 h 113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572" h="11324">
                      <a:moveTo>
                        <a:pt x="3144" y="3239"/>
                      </a:moveTo>
                      <a:cubicBezTo>
                        <a:pt x="1810" y="2381"/>
                        <a:pt x="2192" y="5906"/>
                        <a:pt x="1620" y="7144"/>
                      </a:cubicBezTo>
                      <a:cubicBezTo>
                        <a:pt x="858" y="6858"/>
                        <a:pt x="286" y="5429"/>
                        <a:pt x="0" y="2953"/>
                      </a:cubicBezTo>
                      <a:cubicBezTo>
                        <a:pt x="858" y="2000"/>
                        <a:pt x="2096" y="1905"/>
                        <a:pt x="2667" y="0"/>
                      </a:cubicBezTo>
                      <a:cubicBezTo>
                        <a:pt x="3239" y="3810"/>
                        <a:pt x="4382" y="5334"/>
                        <a:pt x="4573" y="11049"/>
                      </a:cubicBezTo>
                      <a:cubicBezTo>
                        <a:pt x="3524" y="12192"/>
                        <a:pt x="3429" y="9335"/>
                        <a:pt x="2477" y="10477"/>
                      </a:cubicBezTo>
                      <a:cubicBezTo>
                        <a:pt x="3049" y="8954"/>
                        <a:pt x="3715" y="7810"/>
                        <a:pt x="3144" y="32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7" name="Freeform: Shape 1176">
                  <a:extLst>
                    <a:ext uri="{FF2B5EF4-FFF2-40B4-BE49-F238E27FC236}">
                      <a16:creationId xmlns:a16="http://schemas.microsoft.com/office/drawing/2014/main" id="{C334BCE3-F3B2-4DAD-B4D7-55882FA8D1EE}"/>
                    </a:ext>
                  </a:extLst>
                </p:cNvPr>
                <p:cNvSpPr/>
                <p:nvPr/>
              </p:nvSpPr>
              <p:spPr>
                <a:xfrm>
                  <a:off x="10315956" y="1807083"/>
                  <a:ext cx="4636" cy="10833"/>
                </a:xfrm>
                <a:custGeom>
                  <a:avLst/>
                  <a:gdLst>
                    <a:gd name="connsiteX0" fmla="*/ 0 w 4636"/>
                    <a:gd name="connsiteY0" fmla="*/ 4000 h 10833"/>
                    <a:gd name="connsiteX1" fmla="*/ 952 w 4636"/>
                    <a:gd name="connsiteY1" fmla="*/ 476 h 10833"/>
                    <a:gd name="connsiteX2" fmla="*/ 4286 w 4636"/>
                    <a:gd name="connsiteY2" fmla="*/ 0 h 10833"/>
                    <a:gd name="connsiteX3" fmla="*/ 3524 w 4636"/>
                    <a:gd name="connsiteY3" fmla="*/ 5715 h 10833"/>
                    <a:gd name="connsiteX4" fmla="*/ 1048 w 4636"/>
                    <a:gd name="connsiteY4" fmla="*/ 4953 h 10833"/>
                    <a:gd name="connsiteX5" fmla="*/ 1428 w 4636"/>
                    <a:gd name="connsiteY5" fmla="*/ 10573 h 10833"/>
                    <a:gd name="connsiteX6" fmla="*/ 0 w 4636"/>
                    <a:gd name="connsiteY6" fmla="*/ 4000 h 10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636" h="10833">
                      <a:moveTo>
                        <a:pt x="0" y="4000"/>
                      </a:moveTo>
                      <a:cubicBezTo>
                        <a:pt x="285" y="2858"/>
                        <a:pt x="952" y="2667"/>
                        <a:pt x="952" y="476"/>
                      </a:cubicBezTo>
                      <a:cubicBezTo>
                        <a:pt x="2000" y="191"/>
                        <a:pt x="3429" y="3810"/>
                        <a:pt x="4286" y="0"/>
                      </a:cubicBezTo>
                      <a:cubicBezTo>
                        <a:pt x="5238" y="1048"/>
                        <a:pt x="4000" y="5239"/>
                        <a:pt x="3524" y="5715"/>
                      </a:cubicBezTo>
                      <a:cubicBezTo>
                        <a:pt x="2286" y="6477"/>
                        <a:pt x="2381" y="3810"/>
                        <a:pt x="1048" y="4953"/>
                      </a:cubicBezTo>
                      <a:cubicBezTo>
                        <a:pt x="571" y="8477"/>
                        <a:pt x="1905" y="6953"/>
                        <a:pt x="1428" y="10573"/>
                      </a:cubicBezTo>
                      <a:cubicBezTo>
                        <a:pt x="-1238" y="12383"/>
                        <a:pt x="1428" y="4191"/>
                        <a:pt x="0" y="400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8" name="Freeform: Shape 1177">
                  <a:extLst>
                    <a:ext uri="{FF2B5EF4-FFF2-40B4-BE49-F238E27FC236}">
                      <a16:creationId xmlns:a16="http://schemas.microsoft.com/office/drawing/2014/main" id="{6F252CF2-A972-4B57-9505-2465D6711DFC}"/>
                    </a:ext>
                  </a:extLst>
                </p:cNvPr>
                <p:cNvSpPr/>
                <p:nvPr/>
              </p:nvSpPr>
              <p:spPr>
                <a:xfrm>
                  <a:off x="10381488" y="2077212"/>
                  <a:ext cx="44374" cy="32041"/>
                </a:xfrm>
                <a:custGeom>
                  <a:avLst/>
                  <a:gdLst>
                    <a:gd name="connsiteX0" fmla="*/ 0 w 44374"/>
                    <a:gd name="connsiteY0" fmla="*/ 3905 h 32041"/>
                    <a:gd name="connsiteX1" fmla="*/ 3620 w 44374"/>
                    <a:gd name="connsiteY1" fmla="*/ 0 h 32041"/>
                    <a:gd name="connsiteX2" fmla="*/ 19050 w 44374"/>
                    <a:gd name="connsiteY2" fmla="*/ 8001 h 32041"/>
                    <a:gd name="connsiteX3" fmla="*/ 19907 w 44374"/>
                    <a:gd name="connsiteY3" fmla="*/ 5620 h 32041"/>
                    <a:gd name="connsiteX4" fmla="*/ 23526 w 44374"/>
                    <a:gd name="connsiteY4" fmla="*/ 8477 h 32041"/>
                    <a:gd name="connsiteX5" fmla="*/ 30861 w 44374"/>
                    <a:gd name="connsiteY5" fmla="*/ 13049 h 32041"/>
                    <a:gd name="connsiteX6" fmla="*/ 40577 w 44374"/>
                    <a:gd name="connsiteY6" fmla="*/ 22955 h 32041"/>
                    <a:gd name="connsiteX7" fmla="*/ 42958 w 44374"/>
                    <a:gd name="connsiteY7" fmla="*/ 28289 h 32041"/>
                    <a:gd name="connsiteX8" fmla="*/ 44196 w 44374"/>
                    <a:gd name="connsiteY8" fmla="*/ 25813 h 32041"/>
                    <a:gd name="connsiteX9" fmla="*/ 42386 w 44374"/>
                    <a:gd name="connsiteY9" fmla="*/ 31718 h 32041"/>
                    <a:gd name="connsiteX10" fmla="*/ 41243 w 44374"/>
                    <a:gd name="connsiteY10" fmla="*/ 31909 h 32041"/>
                    <a:gd name="connsiteX11" fmla="*/ 41529 w 44374"/>
                    <a:gd name="connsiteY11" fmla="*/ 26194 h 32041"/>
                    <a:gd name="connsiteX12" fmla="*/ 39909 w 44374"/>
                    <a:gd name="connsiteY12" fmla="*/ 27527 h 32041"/>
                    <a:gd name="connsiteX13" fmla="*/ 39528 w 44374"/>
                    <a:gd name="connsiteY13" fmla="*/ 27622 h 32041"/>
                    <a:gd name="connsiteX14" fmla="*/ 37814 w 44374"/>
                    <a:gd name="connsiteY14" fmla="*/ 31242 h 32041"/>
                    <a:gd name="connsiteX15" fmla="*/ 28670 w 44374"/>
                    <a:gd name="connsiteY15" fmla="*/ 24670 h 32041"/>
                    <a:gd name="connsiteX16" fmla="*/ 24955 w 44374"/>
                    <a:gd name="connsiteY16" fmla="*/ 22955 h 32041"/>
                    <a:gd name="connsiteX17" fmla="*/ 19907 w 44374"/>
                    <a:gd name="connsiteY17" fmla="*/ 24765 h 32041"/>
                    <a:gd name="connsiteX18" fmla="*/ 19335 w 44374"/>
                    <a:gd name="connsiteY18" fmla="*/ 21431 h 32041"/>
                    <a:gd name="connsiteX19" fmla="*/ 2666 w 44374"/>
                    <a:gd name="connsiteY19" fmla="*/ 14764 h 32041"/>
                    <a:gd name="connsiteX20" fmla="*/ 4381 w 44374"/>
                    <a:gd name="connsiteY20" fmla="*/ 10001 h 32041"/>
                    <a:gd name="connsiteX21" fmla="*/ 3429 w 44374"/>
                    <a:gd name="connsiteY21" fmla="*/ 5620 h 32041"/>
                    <a:gd name="connsiteX22" fmla="*/ 2857 w 44374"/>
                    <a:gd name="connsiteY22" fmla="*/ 9049 h 32041"/>
                    <a:gd name="connsiteX23" fmla="*/ 0 w 44374"/>
                    <a:gd name="connsiteY23" fmla="*/ 3905 h 32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44374" h="32041">
                      <a:moveTo>
                        <a:pt x="0" y="3905"/>
                      </a:moveTo>
                      <a:cubicBezTo>
                        <a:pt x="857" y="1143"/>
                        <a:pt x="3047" y="6096"/>
                        <a:pt x="3620" y="0"/>
                      </a:cubicBezTo>
                      <a:cubicBezTo>
                        <a:pt x="8667" y="5620"/>
                        <a:pt x="14288" y="1333"/>
                        <a:pt x="19050" y="8001"/>
                      </a:cubicBezTo>
                      <a:cubicBezTo>
                        <a:pt x="19716" y="8287"/>
                        <a:pt x="19812" y="7049"/>
                        <a:pt x="19907" y="5620"/>
                      </a:cubicBezTo>
                      <a:cubicBezTo>
                        <a:pt x="20669" y="7715"/>
                        <a:pt x="23431" y="4381"/>
                        <a:pt x="23526" y="8477"/>
                      </a:cubicBezTo>
                      <a:cubicBezTo>
                        <a:pt x="26098" y="3620"/>
                        <a:pt x="28860" y="10192"/>
                        <a:pt x="30861" y="13049"/>
                      </a:cubicBezTo>
                      <a:cubicBezTo>
                        <a:pt x="35433" y="8954"/>
                        <a:pt x="38957" y="15526"/>
                        <a:pt x="40577" y="22955"/>
                      </a:cubicBezTo>
                      <a:cubicBezTo>
                        <a:pt x="41720" y="17907"/>
                        <a:pt x="43243" y="23622"/>
                        <a:pt x="42958" y="28289"/>
                      </a:cubicBezTo>
                      <a:cubicBezTo>
                        <a:pt x="43338" y="27527"/>
                        <a:pt x="43433" y="25622"/>
                        <a:pt x="44196" y="25813"/>
                      </a:cubicBezTo>
                      <a:cubicBezTo>
                        <a:pt x="44862" y="28004"/>
                        <a:pt x="43529" y="31147"/>
                        <a:pt x="42386" y="31718"/>
                      </a:cubicBezTo>
                      <a:cubicBezTo>
                        <a:pt x="42481" y="26289"/>
                        <a:pt x="42195" y="33052"/>
                        <a:pt x="41243" y="31909"/>
                      </a:cubicBezTo>
                      <a:cubicBezTo>
                        <a:pt x="40577" y="29813"/>
                        <a:pt x="41529" y="29813"/>
                        <a:pt x="41529" y="26194"/>
                      </a:cubicBezTo>
                      <a:cubicBezTo>
                        <a:pt x="41147" y="27146"/>
                        <a:pt x="40577" y="27527"/>
                        <a:pt x="39909" y="27527"/>
                      </a:cubicBezTo>
                      <a:cubicBezTo>
                        <a:pt x="40577" y="31147"/>
                        <a:pt x="39148" y="32671"/>
                        <a:pt x="39528" y="27622"/>
                      </a:cubicBezTo>
                      <a:cubicBezTo>
                        <a:pt x="39243" y="29623"/>
                        <a:pt x="38290" y="29623"/>
                        <a:pt x="37814" y="31242"/>
                      </a:cubicBezTo>
                      <a:cubicBezTo>
                        <a:pt x="34956" y="25908"/>
                        <a:pt x="30766" y="32195"/>
                        <a:pt x="28670" y="24670"/>
                      </a:cubicBezTo>
                      <a:cubicBezTo>
                        <a:pt x="27717" y="25622"/>
                        <a:pt x="24479" y="28766"/>
                        <a:pt x="24955" y="22955"/>
                      </a:cubicBezTo>
                      <a:cubicBezTo>
                        <a:pt x="23526" y="29051"/>
                        <a:pt x="21621" y="18479"/>
                        <a:pt x="19907" y="24765"/>
                      </a:cubicBezTo>
                      <a:cubicBezTo>
                        <a:pt x="19430" y="24289"/>
                        <a:pt x="19240" y="23431"/>
                        <a:pt x="19335" y="21431"/>
                      </a:cubicBezTo>
                      <a:cubicBezTo>
                        <a:pt x="12763" y="30194"/>
                        <a:pt x="9715" y="4572"/>
                        <a:pt x="2666" y="14764"/>
                      </a:cubicBezTo>
                      <a:cubicBezTo>
                        <a:pt x="2477" y="10668"/>
                        <a:pt x="4381" y="13621"/>
                        <a:pt x="4381" y="10001"/>
                      </a:cubicBezTo>
                      <a:cubicBezTo>
                        <a:pt x="4572" y="7144"/>
                        <a:pt x="4000" y="6572"/>
                        <a:pt x="3429" y="5620"/>
                      </a:cubicBezTo>
                      <a:cubicBezTo>
                        <a:pt x="2952" y="5905"/>
                        <a:pt x="3047" y="7715"/>
                        <a:pt x="2857" y="9049"/>
                      </a:cubicBezTo>
                      <a:cubicBezTo>
                        <a:pt x="2000" y="7810"/>
                        <a:pt x="1428" y="4572"/>
                        <a:pt x="0" y="390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9" name="Freeform: Shape 1178">
                  <a:extLst>
                    <a:ext uri="{FF2B5EF4-FFF2-40B4-BE49-F238E27FC236}">
                      <a16:creationId xmlns:a16="http://schemas.microsoft.com/office/drawing/2014/main" id="{52D51DED-F2DB-4251-8044-399BC9732DCA}"/>
                    </a:ext>
                  </a:extLst>
                </p:cNvPr>
                <p:cNvSpPr/>
                <p:nvPr/>
              </p:nvSpPr>
              <p:spPr>
                <a:xfrm>
                  <a:off x="10462069" y="1638032"/>
                  <a:ext cx="5905" cy="7887"/>
                </a:xfrm>
                <a:custGeom>
                  <a:avLst/>
                  <a:gdLst>
                    <a:gd name="connsiteX0" fmla="*/ 191 w 5905"/>
                    <a:gd name="connsiteY0" fmla="*/ 1125 h 7887"/>
                    <a:gd name="connsiteX1" fmla="*/ 5905 w 5905"/>
                    <a:gd name="connsiteY1" fmla="*/ 1316 h 7887"/>
                    <a:gd name="connsiteX2" fmla="*/ 2858 w 5905"/>
                    <a:gd name="connsiteY2" fmla="*/ 6364 h 7887"/>
                    <a:gd name="connsiteX3" fmla="*/ 2381 w 5905"/>
                    <a:gd name="connsiteY3" fmla="*/ 1887 h 7887"/>
                    <a:gd name="connsiteX4" fmla="*/ 1809 w 5905"/>
                    <a:gd name="connsiteY4" fmla="*/ 7602 h 7887"/>
                    <a:gd name="connsiteX5" fmla="*/ 0 w 5905"/>
                    <a:gd name="connsiteY5" fmla="*/ 7888 h 7887"/>
                    <a:gd name="connsiteX6" fmla="*/ 191 w 5905"/>
                    <a:gd name="connsiteY6" fmla="*/ 1125 h 7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905" h="7887">
                      <a:moveTo>
                        <a:pt x="191" y="1125"/>
                      </a:moveTo>
                      <a:cubicBezTo>
                        <a:pt x="2667" y="-2018"/>
                        <a:pt x="3620" y="2554"/>
                        <a:pt x="5905" y="1316"/>
                      </a:cubicBezTo>
                      <a:cubicBezTo>
                        <a:pt x="5429" y="5030"/>
                        <a:pt x="4001" y="5030"/>
                        <a:pt x="2858" y="6364"/>
                      </a:cubicBezTo>
                      <a:cubicBezTo>
                        <a:pt x="3047" y="3697"/>
                        <a:pt x="2952" y="2078"/>
                        <a:pt x="2381" y="1887"/>
                      </a:cubicBezTo>
                      <a:cubicBezTo>
                        <a:pt x="1524" y="3697"/>
                        <a:pt x="2477" y="4649"/>
                        <a:pt x="1809" y="7602"/>
                      </a:cubicBezTo>
                      <a:lnTo>
                        <a:pt x="0" y="7888"/>
                      </a:lnTo>
                      <a:cubicBezTo>
                        <a:pt x="381" y="4554"/>
                        <a:pt x="381" y="4364"/>
                        <a:pt x="191" y="1125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0" name="Freeform: Shape 1179">
                  <a:extLst>
                    <a:ext uri="{FF2B5EF4-FFF2-40B4-BE49-F238E27FC236}">
                      <a16:creationId xmlns:a16="http://schemas.microsoft.com/office/drawing/2014/main" id="{314DF08A-964C-42E2-9202-EBD8E1CA5EA9}"/>
                    </a:ext>
                  </a:extLst>
                </p:cNvPr>
                <p:cNvSpPr/>
                <p:nvPr/>
              </p:nvSpPr>
              <p:spPr>
                <a:xfrm>
                  <a:off x="10468451" y="1706784"/>
                  <a:ext cx="3351" cy="8953"/>
                </a:xfrm>
                <a:custGeom>
                  <a:avLst/>
                  <a:gdLst>
                    <a:gd name="connsiteX0" fmla="*/ 0 w 3351"/>
                    <a:gd name="connsiteY0" fmla="*/ 3810 h 8953"/>
                    <a:gd name="connsiteX1" fmla="*/ 762 w 3351"/>
                    <a:gd name="connsiteY1" fmla="*/ 2572 h 8953"/>
                    <a:gd name="connsiteX2" fmla="*/ 857 w 3351"/>
                    <a:gd name="connsiteY2" fmla="*/ 1429 h 8953"/>
                    <a:gd name="connsiteX3" fmla="*/ 2761 w 3351"/>
                    <a:gd name="connsiteY3" fmla="*/ 0 h 8953"/>
                    <a:gd name="connsiteX4" fmla="*/ 3143 w 3351"/>
                    <a:gd name="connsiteY4" fmla="*/ 8953 h 8953"/>
                    <a:gd name="connsiteX5" fmla="*/ 0 w 3351"/>
                    <a:gd name="connsiteY5" fmla="*/ 3810 h 89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51" h="8953">
                      <a:moveTo>
                        <a:pt x="0" y="3810"/>
                      </a:moveTo>
                      <a:cubicBezTo>
                        <a:pt x="95" y="2667"/>
                        <a:pt x="476" y="2857"/>
                        <a:pt x="762" y="2572"/>
                      </a:cubicBezTo>
                      <a:cubicBezTo>
                        <a:pt x="1143" y="2286"/>
                        <a:pt x="1048" y="1333"/>
                        <a:pt x="857" y="1429"/>
                      </a:cubicBezTo>
                      <a:cubicBezTo>
                        <a:pt x="952" y="-1048"/>
                        <a:pt x="2191" y="667"/>
                        <a:pt x="2761" y="0"/>
                      </a:cubicBezTo>
                      <a:cubicBezTo>
                        <a:pt x="2952" y="2762"/>
                        <a:pt x="3714" y="4000"/>
                        <a:pt x="3143" y="8953"/>
                      </a:cubicBezTo>
                      <a:cubicBezTo>
                        <a:pt x="1332" y="7334"/>
                        <a:pt x="2381" y="3715"/>
                        <a:pt x="0" y="3810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1" name="Freeform: Shape 1180">
                  <a:extLst>
                    <a:ext uri="{FF2B5EF4-FFF2-40B4-BE49-F238E27FC236}">
                      <a16:creationId xmlns:a16="http://schemas.microsoft.com/office/drawing/2014/main" id="{2E9B86FF-40CD-44CD-8767-8C6B8464B208}"/>
                    </a:ext>
                  </a:extLst>
                </p:cNvPr>
                <p:cNvSpPr/>
                <p:nvPr/>
              </p:nvSpPr>
              <p:spPr>
                <a:xfrm>
                  <a:off x="10481483" y="1696912"/>
                  <a:ext cx="9161" cy="13616"/>
                </a:xfrm>
                <a:custGeom>
                  <a:avLst/>
                  <a:gdLst>
                    <a:gd name="connsiteX0" fmla="*/ 113 w 9161"/>
                    <a:gd name="connsiteY0" fmla="*/ 10539 h 13616"/>
                    <a:gd name="connsiteX1" fmla="*/ 493 w 9161"/>
                    <a:gd name="connsiteY1" fmla="*/ 252 h 13616"/>
                    <a:gd name="connsiteX2" fmla="*/ 5160 w 9161"/>
                    <a:gd name="connsiteY2" fmla="*/ 633 h 13616"/>
                    <a:gd name="connsiteX3" fmla="*/ 3542 w 9161"/>
                    <a:gd name="connsiteY3" fmla="*/ 4253 h 13616"/>
                    <a:gd name="connsiteX4" fmla="*/ 4208 w 9161"/>
                    <a:gd name="connsiteY4" fmla="*/ 6443 h 13616"/>
                    <a:gd name="connsiteX5" fmla="*/ 7542 w 9161"/>
                    <a:gd name="connsiteY5" fmla="*/ 4824 h 13616"/>
                    <a:gd name="connsiteX6" fmla="*/ 9161 w 9161"/>
                    <a:gd name="connsiteY6" fmla="*/ 62 h 13616"/>
                    <a:gd name="connsiteX7" fmla="*/ 6589 w 9161"/>
                    <a:gd name="connsiteY7" fmla="*/ 9491 h 13616"/>
                    <a:gd name="connsiteX8" fmla="*/ 5732 w 9161"/>
                    <a:gd name="connsiteY8" fmla="*/ 5110 h 13616"/>
                    <a:gd name="connsiteX9" fmla="*/ 5160 w 9161"/>
                    <a:gd name="connsiteY9" fmla="*/ 9682 h 13616"/>
                    <a:gd name="connsiteX10" fmla="*/ 2494 w 9161"/>
                    <a:gd name="connsiteY10" fmla="*/ 12349 h 13616"/>
                    <a:gd name="connsiteX11" fmla="*/ 113 w 9161"/>
                    <a:gd name="connsiteY11" fmla="*/ 10539 h 136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9161" h="13616">
                      <a:moveTo>
                        <a:pt x="113" y="10539"/>
                      </a:moveTo>
                      <a:cubicBezTo>
                        <a:pt x="-554" y="6729"/>
                        <a:pt x="2018" y="4919"/>
                        <a:pt x="493" y="252"/>
                      </a:cubicBezTo>
                      <a:cubicBezTo>
                        <a:pt x="2208" y="1109"/>
                        <a:pt x="2684" y="2252"/>
                        <a:pt x="5160" y="633"/>
                      </a:cubicBezTo>
                      <a:cubicBezTo>
                        <a:pt x="5351" y="4253"/>
                        <a:pt x="3922" y="2443"/>
                        <a:pt x="3542" y="4253"/>
                      </a:cubicBezTo>
                      <a:cubicBezTo>
                        <a:pt x="3637" y="5205"/>
                        <a:pt x="3733" y="6253"/>
                        <a:pt x="4208" y="6443"/>
                      </a:cubicBezTo>
                      <a:cubicBezTo>
                        <a:pt x="5160" y="4348"/>
                        <a:pt x="6780" y="157"/>
                        <a:pt x="7542" y="4824"/>
                      </a:cubicBezTo>
                      <a:cubicBezTo>
                        <a:pt x="8400" y="4348"/>
                        <a:pt x="8018" y="-605"/>
                        <a:pt x="9161" y="62"/>
                      </a:cubicBezTo>
                      <a:cubicBezTo>
                        <a:pt x="8875" y="5015"/>
                        <a:pt x="7732" y="7301"/>
                        <a:pt x="6589" y="9491"/>
                      </a:cubicBezTo>
                      <a:cubicBezTo>
                        <a:pt x="7446" y="7205"/>
                        <a:pt x="7257" y="3395"/>
                        <a:pt x="5732" y="5110"/>
                      </a:cubicBezTo>
                      <a:cubicBezTo>
                        <a:pt x="4970" y="5586"/>
                        <a:pt x="6114" y="8063"/>
                        <a:pt x="5160" y="9682"/>
                      </a:cubicBezTo>
                      <a:cubicBezTo>
                        <a:pt x="4208" y="7682"/>
                        <a:pt x="1922" y="10539"/>
                        <a:pt x="2494" y="12349"/>
                      </a:cubicBezTo>
                      <a:cubicBezTo>
                        <a:pt x="1445" y="17111"/>
                        <a:pt x="875" y="6634"/>
                        <a:pt x="113" y="1053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2" name="Freeform: Shape 1181">
                  <a:extLst>
                    <a:ext uri="{FF2B5EF4-FFF2-40B4-BE49-F238E27FC236}">
                      <a16:creationId xmlns:a16="http://schemas.microsoft.com/office/drawing/2014/main" id="{F9AE001D-D175-4ECA-BFE5-87CE0734744A}"/>
                    </a:ext>
                  </a:extLst>
                </p:cNvPr>
                <p:cNvSpPr/>
                <p:nvPr/>
              </p:nvSpPr>
              <p:spPr>
                <a:xfrm>
                  <a:off x="10478642" y="1668855"/>
                  <a:ext cx="12572" cy="10592"/>
                </a:xfrm>
                <a:custGeom>
                  <a:avLst/>
                  <a:gdLst>
                    <a:gd name="connsiteX0" fmla="*/ 0 w 12572"/>
                    <a:gd name="connsiteY0" fmla="*/ 6211 h 10592"/>
                    <a:gd name="connsiteX1" fmla="*/ 5810 w 12572"/>
                    <a:gd name="connsiteY1" fmla="*/ 4115 h 10592"/>
                    <a:gd name="connsiteX2" fmla="*/ 5619 w 12572"/>
                    <a:gd name="connsiteY2" fmla="*/ 781 h 10592"/>
                    <a:gd name="connsiteX3" fmla="*/ 12572 w 12572"/>
                    <a:gd name="connsiteY3" fmla="*/ 5258 h 10592"/>
                    <a:gd name="connsiteX4" fmla="*/ 12002 w 12572"/>
                    <a:gd name="connsiteY4" fmla="*/ 1924 h 10592"/>
                    <a:gd name="connsiteX5" fmla="*/ 7716 w 12572"/>
                    <a:gd name="connsiteY5" fmla="*/ 10592 h 10592"/>
                    <a:gd name="connsiteX6" fmla="*/ 8287 w 12572"/>
                    <a:gd name="connsiteY6" fmla="*/ 5925 h 10592"/>
                    <a:gd name="connsiteX7" fmla="*/ 6191 w 12572"/>
                    <a:gd name="connsiteY7" fmla="*/ 5163 h 10592"/>
                    <a:gd name="connsiteX8" fmla="*/ 0 w 12572"/>
                    <a:gd name="connsiteY8" fmla="*/ 6211 h 10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572" h="10592">
                      <a:moveTo>
                        <a:pt x="0" y="6211"/>
                      </a:moveTo>
                      <a:cubicBezTo>
                        <a:pt x="1620" y="6496"/>
                        <a:pt x="4476" y="496"/>
                        <a:pt x="5810" y="4115"/>
                      </a:cubicBezTo>
                      <a:cubicBezTo>
                        <a:pt x="6667" y="3829"/>
                        <a:pt x="6001" y="305"/>
                        <a:pt x="5619" y="781"/>
                      </a:cubicBezTo>
                      <a:cubicBezTo>
                        <a:pt x="8001" y="1924"/>
                        <a:pt x="12383" y="-3886"/>
                        <a:pt x="12572" y="5258"/>
                      </a:cubicBezTo>
                      <a:cubicBezTo>
                        <a:pt x="11811" y="5925"/>
                        <a:pt x="11906" y="3734"/>
                        <a:pt x="12002" y="1924"/>
                      </a:cubicBezTo>
                      <a:cubicBezTo>
                        <a:pt x="11240" y="6973"/>
                        <a:pt x="9239" y="8020"/>
                        <a:pt x="7716" y="10592"/>
                      </a:cubicBezTo>
                      <a:cubicBezTo>
                        <a:pt x="8001" y="9544"/>
                        <a:pt x="8191" y="7925"/>
                        <a:pt x="8287" y="5925"/>
                      </a:cubicBezTo>
                      <a:cubicBezTo>
                        <a:pt x="7239" y="7163"/>
                        <a:pt x="6478" y="8020"/>
                        <a:pt x="6191" y="5163"/>
                      </a:cubicBezTo>
                      <a:cubicBezTo>
                        <a:pt x="4667" y="8592"/>
                        <a:pt x="1810" y="7258"/>
                        <a:pt x="0" y="621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3" name="Freeform: Shape 1182">
                  <a:extLst>
                    <a:ext uri="{FF2B5EF4-FFF2-40B4-BE49-F238E27FC236}">
                      <a16:creationId xmlns:a16="http://schemas.microsoft.com/office/drawing/2014/main" id="{E2172F58-41F8-4F61-AE0F-34CF612FCB15}"/>
                    </a:ext>
                  </a:extLst>
                </p:cNvPr>
                <p:cNvSpPr/>
                <p:nvPr/>
              </p:nvSpPr>
              <p:spPr>
                <a:xfrm>
                  <a:off x="10758964" y="2198820"/>
                  <a:ext cx="12763" cy="35553"/>
                </a:xfrm>
                <a:custGeom>
                  <a:avLst/>
                  <a:gdLst>
                    <a:gd name="connsiteX0" fmla="*/ 5047 w 12763"/>
                    <a:gd name="connsiteY0" fmla="*/ 14789 h 35553"/>
                    <a:gd name="connsiteX1" fmla="*/ 5429 w 12763"/>
                    <a:gd name="connsiteY1" fmla="*/ 12408 h 35553"/>
                    <a:gd name="connsiteX2" fmla="*/ 5429 w 12763"/>
                    <a:gd name="connsiteY2" fmla="*/ 6693 h 35553"/>
                    <a:gd name="connsiteX3" fmla="*/ 5810 w 12763"/>
                    <a:gd name="connsiteY3" fmla="*/ 10026 h 35553"/>
                    <a:gd name="connsiteX4" fmla="*/ 10382 w 12763"/>
                    <a:gd name="connsiteY4" fmla="*/ 4597 h 35553"/>
                    <a:gd name="connsiteX5" fmla="*/ 9239 w 12763"/>
                    <a:gd name="connsiteY5" fmla="*/ 1359 h 35553"/>
                    <a:gd name="connsiteX6" fmla="*/ 12763 w 12763"/>
                    <a:gd name="connsiteY6" fmla="*/ 8693 h 35553"/>
                    <a:gd name="connsiteX7" fmla="*/ 11620 w 12763"/>
                    <a:gd name="connsiteY7" fmla="*/ 14599 h 35553"/>
                    <a:gd name="connsiteX8" fmla="*/ 7810 w 12763"/>
                    <a:gd name="connsiteY8" fmla="*/ 17551 h 35553"/>
                    <a:gd name="connsiteX9" fmla="*/ 10857 w 12763"/>
                    <a:gd name="connsiteY9" fmla="*/ 19266 h 35553"/>
                    <a:gd name="connsiteX10" fmla="*/ 4286 w 12763"/>
                    <a:gd name="connsiteY10" fmla="*/ 28410 h 35553"/>
                    <a:gd name="connsiteX11" fmla="*/ 2761 w 12763"/>
                    <a:gd name="connsiteY11" fmla="*/ 35554 h 35553"/>
                    <a:gd name="connsiteX12" fmla="*/ 3904 w 12763"/>
                    <a:gd name="connsiteY12" fmla="*/ 28505 h 35553"/>
                    <a:gd name="connsiteX13" fmla="*/ 0 w 12763"/>
                    <a:gd name="connsiteY13" fmla="*/ 22409 h 35553"/>
                    <a:gd name="connsiteX14" fmla="*/ 5047 w 12763"/>
                    <a:gd name="connsiteY14" fmla="*/ 14789 h 35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763" h="35553">
                      <a:moveTo>
                        <a:pt x="5047" y="14789"/>
                      </a:moveTo>
                      <a:cubicBezTo>
                        <a:pt x="4190" y="15932"/>
                        <a:pt x="3904" y="9550"/>
                        <a:pt x="5429" y="12408"/>
                      </a:cubicBezTo>
                      <a:cubicBezTo>
                        <a:pt x="5333" y="9074"/>
                        <a:pt x="4858" y="8312"/>
                        <a:pt x="5429" y="6693"/>
                      </a:cubicBezTo>
                      <a:cubicBezTo>
                        <a:pt x="6858" y="6217"/>
                        <a:pt x="5524" y="7550"/>
                        <a:pt x="5810" y="10026"/>
                      </a:cubicBezTo>
                      <a:cubicBezTo>
                        <a:pt x="7619" y="4216"/>
                        <a:pt x="9048" y="11074"/>
                        <a:pt x="10382" y="4597"/>
                      </a:cubicBezTo>
                      <a:cubicBezTo>
                        <a:pt x="10191" y="2978"/>
                        <a:pt x="9810" y="1930"/>
                        <a:pt x="9239" y="1359"/>
                      </a:cubicBezTo>
                      <a:cubicBezTo>
                        <a:pt x="12096" y="-3499"/>
                        <a:pt x="11334" y="6026"/>
                        <a:pt x="12763" y="8693"/>
                      </a:cubicBezTo>
                      <a:cubicBezTo>
                        <a:pt x="10763" y="7931"/>
                        <a:pt x="11334" y="14122"/>
                        <a:pt x="11620" y="14599"/>
                      </a:cubicBezTo>
                      <a:cubicBezTo>
                        <a:pt x="10763" y="17456"/>
                        <a:pt x="8096" y="10598"/>
                        <a:pt x="7810" y="17551"/>
                      </a:cubicBezTo>
                      <a:cubicBezTo>
                        <a:pt x="8476" y="19456"/>
                        <a:pt x="9525" y="19742"/>
                        <a:pt x="10857" y="19266"/>
                      </a:cubicBezTo>
                      <a:cubicBezTo>
                        <a:pt x="8287" y="23743"/>
                        <a:pt x="8667" y="29458"/>
                        <a:pt x="4286" y="28410"/>
                      </a:cubicBezTo>
                      <a:cubicBezTo>
                        <a:pt x="7333" y="29934"/>
                        <a:pt x="3429" y="31648"/>
                        <a:pt x="2761" y="35554"/>
                      </a:cubicBezTo>
                      <a:cubicBezTo>
                        <a:pt x="1143" y="32125"/>
                        <a:pt x="4095" y="31743"/>
                        <a:pt x="3904" y="28505"/>
                      </a:cubicBezTo>
                      <a:cubicBezTo>
                        <a:pt x="1238" y="26791"/>
                        <a:pt x="1714" y="25076"/>
                        <a:pt x="0" y="22409"/>
                      </a:cubicBezTo>
                      <a:cubicBezTo>
                        <a:pt x="1905" y="17932"/>
                        <a:pt x="3429" y="18885"/>
                        <a:pt x="5047" y="14789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4" name="Freeform: Shape 1183">
                  <a:extLst>
                    <a:ext uri="{FF2B5EF4-FFF2-40B4-BE49-F238E27FC236}">
                      <a16:creationId xmlns:a16="http://schemas.microsoft.com/office/drawing/2014/main" id="{41094A2E-1F57-4738-AA00-CE1D45409647}"/>
                    </a:ext>
                  </a:extLst>
                </p:cNvPr>
                <p:cNvSpPr/>
                <p:nvPr/>
              </p:nvSpPr>
              <p:spPr>
                <a:xfrm>
                  <a:off x="10802111" y="2129313"/>
                  <a:ext cx="2285" cy="6191"/>
                </a:xfrm>
                <a:custGeom>
                  <a:avLst/>
                  <a:gdLst>
                    <a:gd name="connsiteX0" fmla="*/ 0 w 2285"/>
                    <a:gd name="connsiteY0" fmla="*/ 6191 h 6191"/>
                    <a:gd name="connsiteX1" fmla="*/ 0 w 2285"/>
                    <a:gd name="connsiteY1" fmla="*/ 476 h 6191"/>
                    <a:gd name="connsiteX2" fmla="*/ 2286 w 2285"/>
                    <a:gd name="connsiteY2" fmla="*/ 0 h 6191"/>
                    <a:gd name="connsiteX3" fmla="*/ 0 w 2285"/>
                    <a:gd name="connsiteY3" fmla="*/ 6191 h 61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85" h="6191">
                      <a:moveTo>
                        <a:pt x="0" y="6191"/>
                      </a:moveTo>
                      <a:lnTo>
                        <a:pt x="0" y="476"/>
                      </a:lnTo>
                      <a:lnTo>
                        <a:pt x="2286" y="0"/>
                      </a:lnTo>
                      <a:cubicBezTo>
                        <a:pt x="2001" y="3429"/>
                        <a:pt x="858" y="4381"/>
                        <a:pt x="0" y="6191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5" name="Freeform: Shape 1184">
                  <a:extLst>
                    <a:ext uri="{FF2B5EF4-FFF2-40B4-BE49-F238E27FC236}">
                      <a16:creationId xmlns:a16="http://schemas.microsoft.com/office/drawing/2014/main" id="{D48473F9-7065-4C08-88D6-9A926DA2E50F}"/>
                    </a:ext>
                  </a:extLst>
                </p:cNvPr>
                <p:cNvSpPr/>
                <p:nvPr/>
              </p:nvSpPr>
              <p:spPr>
                <a:xfrm>
                  <a:off x="10964703" y="1770866"/>
                  <a:ext cx="17621" cy="16023"/>
                </a:xfrm>
                <a:custGeom>
                  <a:avLst/>
                  <a:gdLst>
                    <a:gd name="connsiteX0" fmla="*/ 17621 w 17621"/>
                    <a:gd name="connsiteY0" fmla="*/ 3832 h 16023"/>
                    <a:gd name="connsiteX1" fmla="*/ 14763 w 17621"/>
                    <a:gd name="connsiteY1" fmla="*/ 5641 h 16023"/>
                    <a:gd name="connsiteX2" fmla="*/ 16001 w 17621"/>
                    <a:gd name="connsiteY2" fmla="*/ 8785 h 16023"/>
                    <a:gd name="connsiteX3" fmla="*/ 0 w 17621"/>
                    <a:gd name="connsiteY3" fmla="*/ 16024 h 16023"/>
                    <a:gd name="connsiteX4" fmla="*/ 5524 w 17621"/>
                    <a:gd name="connsiteY4" fmla="*/ 6689 h 16023"/>
                    <a:gd name="connsiteX5" fmla="*/ 6001 w 17621"/>
                    <a:gd name="connsiteY5" fmla="*/ 11166 h 16023"/>
                    <a:gd name="connsiteX6" fmla="*/ 9430 w 17621"/>
                    <a:gd name="connsiteY6" fmla="*/ 4594 h 16023"/>
                    <a:gd name="connsiteX7" fmla="*/ 12763 w 17621"/>
                    <a:gd name="connsiteY7" fmla="*/ 6118 h 16023"/>
                    <a:gd name="connsiteX8" fmla="*/ 17621 w 17621"/>
                    <a:gd name="connsiteY8" fmla="*/ 3832 h 160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621" h="16023">
                      <a:moveTo>
                        <a:pt x="17621" y="3832"/>
                      </a:moveTo>
                      <a:cubicBezTo>
                        <a:pt x="15526" y="1450"/>
                        <a:pt x="17335" y="6403"/>
                        <a:pt x="14763" y="5641"/>
                      </a:cubicBezTo>
                      <a:cubicBezTo>
                        <a:pt x="14763" y="8404"/>
                        <a:pt x="16383" y="4594"/>
                        <a:pt x="16001" y="8785"/>
                      </a:cubicBezTo>
                      <a:cubicBezTo>
                        <a:pt x="10382" y="6689"/>
                        <a:pt x="5810" y="15357"/>
                        <a:pt x="0" y="16024"/>
                      </a:cubicBezTo>
                      <a:cubicBezTo>
                        <a:pt x="666" y="11547"/>
                        <a:pt x="5810" y="16024"/>
                        <a:pt x="5524" y="6689"/>
                      </a:cubicBezTo>
                      <a:cubicBezTo>
                        <a:pt x="6001" y="6880"/>
                        <a:pt x="5905" y="9451"/>
                        <a:pt x="6001" y="11166"/>
                      </a:cubicBezTo>
                      <a:cubicBezTo>
                        <a:pt x="7430" y="10499"/>
                        <a:pt x="10191" y="7737"/>
                        <a:pt x="9430" y="4594"/>
                      </a:cubicBezTo>
                      <a:cubicBezTo>
                        <a:pt x="10096" y="1736"/>
                        <a:pt x="11811" y="5641"/>
                        <a:pt x="12763" y="6118"/>
                      </a:cubicBezTo>
                      <a:cubicBezTo>
                        <a:pt x="12859" y="22"/>
                        <a:pt x="16669" y="-2836"/>
                        <a:pt x="17621" y="3832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6" name="Freeform: Shape 1185">
                  <a:extLst>
                    <a:ext uri="{FF2B5EF4-FFF2-40B4-BE49-F238E27FC236}">
                      <a16:creationId xmlns:a16="http://schemas.microsoft.com/office/drawing/2014/main" id="{43271B25-13D3-4B7F-A514-0F57EA34D5D3}"/>
                    </a:ext>
                  </a:extLst>
                </p:cNvPr>
                <p:cNvSpPr/>
                <p:nvPr/>
              </p:nvSpPr>
              <p:spPr>
                <a:xfrm>
                  <a:off x="10989087" y="1664684"/>
                  <a:ext cx="26956" cy="24256"/>
                </a:xfrm>
                <a:custGeom>
                  <a:avLst/>
                  <a:gdLst>
                    <a:gd name="connsiteX0" fmla="*/ 0 w 26956"/>
                    <a:gd name="connsiteY0" fmla="*/ 16478 h 24256"/>
                    <a:gd name="connsiteX1" fmla="*/ 7048 w 26956"/>
                    <a:gd name="connsiteY1" fmla="*/ 6668 h 24256"/>
                    <a:gd name="connsiteX2" fmla="*/ 9906 w 26956"/>
                    <a:gd name="connsiteY2" fmla="*/ 7144 h 24256"/>
                    <a:gd name="connsiteX3" fmla="*/ 10763 w 26956"/>
                    <a:gd name="connsiteY3" fmla="*/ 11526 h 24256"/>
                    <a:gd name="connsiteX4" fmla="*/ 14003 w 26956"/>
                    <a:gd name="connsiteY4" fmla="*/ 2667 h 24256"/>
                    <a:gd name="connsiteX5" fmla="*/ 14955 w 26956"/>
                    <a:gd name="connsiteY5" fmla="*/ 9335 h 24256"/>
                    <a:gd name="connsiteX6" fmla="*/ 18479 w 26956"/>
                    <a:gd name="connsiteY6" fmla="*/ 381 h 24256"/>
                    <a:gd name="connsiteX7" fmla="*/ 24575 w 26956"/>
                    <a:gd name="connsiteY7" fmla="*/ 2286 h 24256"/>
                    <a:gd name="connsiteX8" fmla="*/ 24766 w 26956"/>
                    <a:gd name="connsiteY8" fmla="*/ 8001 h 24256"/>
                    <a:gd name="connsiteX9" fmla="*/ 26956 w 26956"/>
                    <a:gd name="connsiteY9" fmla="*/ 8573 h 24256"/>
                    <a:gd name="connsiteX10" fmla="*/ 24480 w 26956"/>
                    <a:gd name="connsiteY10" fmla="*/ 18383 h 24256"/>
                    <a:gd name="connsiteX11" fmla="*/ 24003 w 26956"/>
                    <a:gd name="connsiteY11" fmla="*/ 15050 h 24256"/>
                    <a:gd name="connsiteX12" fmla="*/ 12764 w 26956"/>
                    <a:gd name="connsiteY12" fmla="*/ 17812 h 24256"/>
                    <a:gd name="connsiteX13" fmla="*/ 11526 w 26956"/>
                    <a:gd name="connsiteY13" fmla="*/ 21527 h 24256"/>
                    <a:gd name="connsiteX14" fmla="*/ 10954 w 26956"/>
                    <a:gd name="connsiteY14" fmla="*/ 17050 h 24256"/>
                    <a:gd name="connsiteX15" fmla="*/ 0 w 26956"/>
                    <a:gd name="connsiteY15" fmla="*/ 16478 h 24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956" h="24256">
                      <a:moveTo>
                        <a:pt x="0" y="16478"/>
                      </a:moveTo>
                      <a:cubicBezTo>
                        <a:pt x="858" y="7430"/>
                        <a:pt x="6382" y="14383"/>
                        <a:pt x="7048" y="6668"/>
                      </a:cubicBezTo>
                      <a:cubicBezTo>
                        <a:pt x="8382" y="7811"/>
                        <a:pt x="8382" y="8954"/>
                        <a:pt x="9906" y="7144"/>
                      </a:cubicBezTo>
                      <a:cubicBezTo>
                        <a:pt x="9811" y="10287"/>
                        <a:pt x="10668" y="9239"/>
                        <a:pt x="10763" y="11526"/>
                      </a:cubicBezTo>
                      <a:cubicBezTo>
                        <a:pt x="12860" y="11430"/>
                        <a:pt x="12478" y="4477"/>
                        <a:pt x="14003" y="2667"/>
                      </a:cubicBezTo>
                      <a:cubicBezTo>
                        <a:pt x="15241" y="3715"/>
                        <a:pt x="14003" y="6668"/>
                        <a:pt x="14955" y="9335"/>
                      </a:cubicBezTo>
                      <a:cubicBezTo>
                        <a:pt x="15621" y="4096"/>
                        <a:pt x="18384" y="8382"/>
                        <a:pt x="18479" y="381"/>
                      </a:cubicBezTo>
                      <a:cubicBezTo>
                        <a:pt x="19527" y="5715"/>
                        <a:pt x="22194" y="-4191"/>
                        <a:pt x="24575" y="2286"/>
                      </a:cubicBezTo>
                      <a:lnTo>
                        <a:pt x="24766" y="8001"/>
                      </a:lnTo>
                      <a:cubicBezTo>
                        <a:pt x="25623" y="6953"/>
                        <a:pt x="26194" y="6477"/>
                        <a:pt x="26956" y="8573"/>
                      </a:cubicBezTo>
                      <a:cubicBezTo>
                        <a:pt x="26480" y="12764"/>
                        <a:pt x="24860" y="13907"/>
                        <a:pt x="24480" y="18383"/>
                      </a:cubicBezTo>
                      <a:cubicBezTo>
                        <a:pt x="24099" y="18288"/>
                        <a:pt x="24099" y="16383"/>
                        <a:pt x="24003" y="15050"/>
                      </a:cubicBezTo>
                      <a:cubicBezTo>
                        <a:pt x="21622" y="19812"/>
                        <a:pt x="14860" y="31528"/>
                        <a:pt x="12764" y="17812"/>
                      </a:cubicBezTo>
                      <a:cubicBezTo>
                        <a:pt x="11621" y="17050"/>
                        <a:pt x="11716" y="19812"/>
                        <a:pt x="11526" y="21527"/>
                      </a:cubicBezTo>
                      <a:cubicBezTo>
                        <a:pt x="10668" y="21431"/>
                        <a:pt x="10573" y="18669"/>
                        <a:pt x="10954" y="17050"/>
                      </a:cubicBezTo>
                      <a:cubicBezTo>
                        <a:pt x="9334" y="7906"/>
                        <a:pt x="2763" y="13811"/>
                        <a:pt x="0" y="1647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7" name="Freeform: Shape 1186">
                  <a:extLst>
                    <a:ext uri="{FF2B5EF4-FFF2-40B4-BE49-F238E27FC236}">
                      <a16:creationId xmlns:a16="http://schemas.microsoft.com/office/drawing/2014/main" id="{20D0A1CC-E9C0-41D8-B7D5-BF8118721E8F}"/>
                    </a:ext>
                  </a:extLst>
                </p:cNvPr>
                <p:cNvSpPr/>
                <p:nvPr/>
              </p:nvSpPr>
              <p:spPr>
                <a:xfrm>
                  <a:off x="11013090" y="1527429"/>
                  <a:ext cx="11335" cy="21621"/>
                </a:xfrm>
                <a:custGeom>
                  <a:avLst/>
                  <a:gdLst>
                    <a:gd name="connsiteX0" fmla="*/ 0 w 11335"/>
                    <a:gd name="connsiteY0" fmla="*/ 5048 h 21621"/>
                    <a:gd name="connsiteX1" fmla="*/ 6001 w 11335"/>
                    <a:gd name="connsiteY1" fmla="*/ 0 h 21621"/>
                    <a:gd name="connsiteX2" fmla="*/ 8477 w 11335"/>
                    <a:gd name="connsiteY2" fmla="*/ 2762 h 21621"/>
                    <a:gd name="connsiteX3" fmla="*/ 6953 w 11335"/>
                    <a:gd name="connsiteY3" fmla="*/ 6667 h 21621"/>
                    <a:gd name="connsiteX4" fmla="*/ 9811 w 11335"/>
                    <a:gd name="connsiteY4" fmla="*/ 9334 h 21621"/>
                    <a:gd name="connsiteX5" fmla="*/ 11335 w 11335"/>
                    <a:gd name="connsiteY5" fmla="*/ 21622 h 21621"/>
                    <a:gd name="connsiteX6" fmla="*/ 7239 w 11335"/>
                    <a:gd name="connsiteY6" fmla="*/ 13430 h 21621"/>
                    <a:gd name="connsiteX7" fmla="*/ 6001 w 11335"/>
                    <a:gd name="connsiteY7" fmla="*/ 17240 h 21621"/>
                    <a:gd name="connsiteX8" fmla="*/ 2477 w 11335"/>
                    <a:gd name="connsiteY8" fmla="*/ 14669 h 21621"/>
                    <a:gd name="connsiteX9" fmla="*/ 1334 w 11335"/>
                    <a:gd name="connsiteY9" fmla="*/ 11525 h 21621"/>
                    <a:gd name="connsiteX10" fmla="*/ 1810 w 11335"/>
                    <a:gd name="connsiteY10" fmla="*/ 6763 h 21621"/>
                    <a:gd name="connsiteX11" fmla="*/ 0 w 11335"/>
                    <a:gd name="connsiteY11" fmla="*/ 5048 h 21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335" h="21621">
                      <a:moveTo>
                        <a:pt x="0" y="5048"/>
                      </a:moveTo>
                      <a:cubicBezTo>
                        <a:pt x="1715" y="1905"/>
                        <a:pt x="3238" y="381"/>
                        <a:pt x="6001" y="0"/>
                      </a:cubicBezTo>
                      <a:cubicBezTo>
                        <a:pt x="6191" y="3619"/>
                        <a:pt x="7239" y="3524"/>
                        <a:pt x="8477" y="2762"/>
                      </a:cubicBezTo>
                      <a:cubicBezTo>
                        <a:pt x="8382" y="5144"/>
                        <a:pt x="8096" y="7239"/>
                        <a:pt x="6953" y="6667"/>
                      </a:cubicBezTo>
                      <a:cubicBezTo>
                        <a:pt x="7430" y="9715"/>
                        <a:pt x="8763" y="8858"/>
                        <a:pt x="9811" y="9334"/>
                      </a:cubicBezTo>
                      <a:cubicBezTo>
                        <a:pt x="10288" y="16192"/>
                        <a:pt x="11335" y="14669"/>
                        <a:pt x="11335" y="21622"/>
                      </a:cubicBezTo>
                      <a:cubicBezTo>
                        <a:pt x="9620" y="20479"/>
                        <a:pt x="8668" y="15811"/>
                        <a:pt x="7239" y="13430"/>
                      </a:cubicBezTo>
                      <a:cubicBezTo>
                        <a:pt x="6573" y="13906"/>
                        <a:pt x="6668" y="16669"/>
                        <a:pt x="6001" y="17240"/>
                      </a:cubicBezTo>
                      <a:cubicBezTo>
                        <a:pt x="4572" y="14954"/>
                        <a:pt x="4476" y="11906"/>
                        <a:pt x="2477" y="14669"/>
                      </a:cubicBezTo>
                      <a:cubicBezTo>
                        <a:pt x="2095" y="13716"/>
                        <a:pt x="2191" y="10477"/>
                        <a:pt x="1334" y="11525"/>
                      </a:cubicBezTo>
                      <a:cubicBezTo>
                        <a:pt x="952" y="8477"/>
                        <a:pt x="1906" y="9049"/>
                        <a:pt x="1810" y="6763"/>
                      </a:cubicBezTo>
                      <a:cubicBezTo>
                        <a:pt x="1620" y="4572"/>
                        <a:pt x="286" y="6953"/>
                        <a:pt x="0" y="5048"/>
                      </a:cubicBezTo>
                      <a:close/>
                    </a:path>
                  </a:pathLst>
                </a:custGeom>
                <a:solidFill>
                  <a:srgbClr val="DCE6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188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6004464" y="3161823"/>
              <a:ext cx="1019460" cy="349948"/>
              <a:chOff x="6004464" y="3161823"/>
              <a:chExt cx="1019460" cy="349948"/>
            </a:xfrm>
            <a:solidFill>
              <a:srgbClr val="FFFFFF"/>
            </a:solidFill>
          </p:grpSpPr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93065BC7-E099-4BF0-B45F-94EDE9F65E59}"/>
                  </a:ext>
                </a:extLst>
              </p:cNvPr>
              <p:cNvSpPr/>
              <p:nvPr/>
            </p:nvSpPr>
            <p:spPr>
              <a:xfrm>
                <a:off x="6004464" y="3161823"/>
                <a:ext cx="853821" cy="349948"/>
              </a:xfrm>
              <a:custGeom>
                <a:avLst/>
                <a:gdLst>
                  <a:gd name="connsiteX0" fmla="*/ 853821 w 853821"/>
                  <a:gd name="connsiteY0" fmla="*/ 334994 h 349948"/>
                  <a:gd name="connsiteX1" fmla="*/ 838867 w 853821"/>
                  <a:gd name="connsiteY1" fmla="*/ 349948 h 349948"/>
                  <a:gd name="connsiteX2" fmla="*/ 262223 w 853821"/>
                  <a:gd name="connsiteY2" fmla="*/ 349948 h 349948"/>
                  <a:gd name="connsiteX3" fmla="*/ 134398 w 853821"/>
                  <a:gd name="connsiteY3" fmla="*/ 257175 h 349948"/>
                  <a:gd name="connsiteX4" fmla="*/ 61341 w 853821"/>
                  <a:gd name="connsiteY4" fmla="*/ 205359 h 349948"/>
                  <a:gd name="connsiteX5" fmla="*/ 0 w 853821"/>
                  <a:gd name="connsiteY5" fmla="*/ 161830 h 349948"/>
                  <a:gd name="connsiteX6" fmla="*/ 209455 w 853821"/>
                  <a:gd name="connsiteY6" fmla="*/ 0 h 349948"/>
                  <a:gd name="connsiteX7" fmla="*/ 425672 w 853821"/>
                  <a:gd name="connsiteY7" fmla="*/ 216217 h 349948"/>
                  <a:gd name="connsiteX8" fmla="*/ 423863 w 853821"/>
                  <a:gd name="connsiteY8" fmla="*/ 243935 h 349948"/>
                  <a:gd name="connsiteX9" fmla="*/ 447104 w 853821"/>
                  <a:gd name="connsiteY9" fmla="*/ 241459 h 349948"/>
                  <a:gd name="connsiteX10" fmla="*/ 519874 w 853821"/>
                  <a:gd name="connsiteY10" fmla="*/ 269462 h 349948"/>
                  <a:gd name="connsiteX11" fmla="*/ 568452 w 853821"/>
                  <a:gd name="connsiteY11" fmla="*/ 241459 h 349948"/>
                  <a:gd name="connsiteX12" fmla="*/ 624649 w 853821"/>
                  <a:gd name="connsiteY12" fmla="*/ 297656 h 349948"/>
                  <a:gd name="connsiteX13" fmla="*/ 619887 w 853821"/>
                  <a:gd name="connsiteY13" fmla="*/ 320135 h 349948"/>
                  <a:gd name="connsiteX14" fmla="*/ 838867 w 853821"/>
                  <a:gd name="connsiteY14" fmla="*/ 320135 h 349948"/>
                  <a:gd name="connsiteX15" fmla="*/ 853821 w 853821"/>
                  <a:gd name="connsiteY15" fmla="*/ 334994 h 349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53821" h="349948">
                    <a:moveTo>
                      <a:pt x="853821" y="334994"/>
                    </a:moveTo>
                    <a:cubicBezTo>
                      <a:pt x="853821" y="343281"/>
                      <a:pt x="847154" y="349948"/>
                      <a:pt x="838867" y="349948"/>
                    </a:cubicBezTo>
                    <a:lnTo>
                      <a:pt x="262223" y="349948"/>
                    </a:lnTo>
                    <a:lnTo>
                      <a:pt x="134398" y="257175"/>
                    </a:lnTo>
                    <a:lnTo>
                      <a:pt x="61341" y="205359"/>
                    </a:lnTo>
                    <a:lnTo>
                      <a:pt x="0" y="161830"/>
                    </a:lnTo>
                    <a:cubicBezTo>
                      <a:pt x="24193" y="68675"/>
                      <a:pt x="108775" y="0"/>
                      <a:pt x="209455" y="0"/>
                    </a:cubicBezTo>
                    <a:cubicBezTo>
                      <a:pt x="328898" y="0"/>
                      <a:pt x="425672" y="96774"/>
                      <a:pt x="425672" y="216217"/>
                    </a:cubicBezTo>
                    <a:cubicBezTo>
                      <a:pt x="425672" y="225647"/>
                      <a:pt x="425005" y="234886"/>
                      <a:pt x="423863" y="243935"/>
                    </a:cubicBezTo>
                    <a:cubicBezTo>
                      <a:pt x="431387" y="242316"/>
                      <a:pt x="439102" y="241459"/>
                      <a:pt x="447104" y="241459"/>
                    </a:cubicBezTo>
                    <a:cubicBezTo>
                      <a:pt x="475107" y="241459"/>
                      <a:pt x="500634" y="252031"/>
                      <a:pt x="519874" y="269462"/>
                    </a:cubicBezTo>
                    <a:cubicBezTo>
                      <a:pt x="529590" y="252698"/>
                      <a:pt x="547688" y="241459"/>
                      <a:pt x="568452" y="241459"/>
                    </a:cubicBezTo>
                    <a:cubicBezTo>
                      <a:pt x="599504" y="241459"/>
                      <a:pt x="624649" y="266605"/>
                      <a:pt x="624649" y="297656"/>
                    </a:cubicBezTo>
                    <a:cubicBezTo>
                      <a:pt x="624649" y="305657"/>
                      <a:pt x="622935" y="313182"/>
                      <a:pt x="619887" y="320135"/>
                    </a:cubicBezTo>
                    <a:lnTo>
                      <a:pt x="838867" y="320135"/>
                    </a:lnTo>
                    <a:cubicBezTo>
                      <a:pt x="847154" y="320135"/>
                      <a:pt x="853821" y="326803"/>
                      <a:pt x="853821" y="3349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4F28C7E-C368-43F4-B0B5-F982F73DBC15}"/>
                  </a:ext>
                </a:extLst>
              </p:cNvPr>
              <p:cNvSpPr/>
              <p:nvPr/>
            </p:nvSpPr>
            <p:spPr>
              <a:xfrm>
                <a:off x="6658546" y="3461861"/>
                <a:ext cx="365379" cy="9525"/>
              </a:xfrm>
              <a:custGeom>
                <a:avLst/>
                <a:gdLst>
                  <a:gd name="connsiteX0" fmla="*/ 365379 w 365379"/>
                  <a:gd name="connsiteY0" fmla="*/ 0 h 9525"/>
                  <a:gd name="connsiteX1" fmla="*/ 0 w 36537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379" h="9525">
                    <a:moveTo>
                      <a:pt x="365379" y="0"/>
                    </a:moveTo>
                    <a:lnTo>
                      <a:pt x="0" y="0"/>
                    </a:lnTo>
                  </a:path>
                </a:pathLst>
              </a:custGeom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91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1441227" y="5849683"/>
              <a:ext cx="1806987" cy="648938"/>
              <a:chOff x="1441227" y="5849683"/>
              <a:chExt cx="1806987" cy="648938"/>
            </a:xfrm>
          </p:grpSpPr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7F38326A-7FDC-4808-9DD5-EA79F125BC34}"/>
                  </a:ext>
                </a:extLst>
              </p:cNvPr>
              <p:cNvSpPr/>
              <p:nvPr/>
            </p:nvSpPr>
            <p:spPr>
              <a:xfrm>
                <a:off x="2480976" y="5849683"/>
                <a:ext cx="514921" cy="635317"/>
              </a:xfrm>
              <a:custGeom>
                <a:avLst/>
                <a:gdLst>
                  <a:gd name="connsiteX0" fmla="*/ 0 w 514921"/>
                  <a:gd name="connsiteY0" fmla="*/ 635318 h 635317"/>
                  <a:gd name="connsiteX1" fmla="*/ 255079 w 514921"/>
                  <a:gd name="connsiteY1" fmla="*/ 0 h 635317"/>
                  <a:gd name="connsiteX2" fmla="*/ 514921 w 514921"/>
                  <a:gd name="connsiteY2" fmla="*/ 635318 h 635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4921" h="635317">
                    <a:moveTo>
                      <a:pt x="0" y="635318"/>
                    </a:moveTo>
                    <a:lnTo>
                      <a:pt x="255079" y="0"/>
                    </a:lnTo>
                    <a:lnTo>
                      <a:pt x="514921" y="635318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ED44A92C-FDB3-4861-85A8-B5F76B5E49F3}"/>
                  </a:ext>
                </a:extLst>
              </p:cNvPr>
              <p:cNvSpPr/>
              <p:nvPr/>
            </p:nvSpPr>
            <p:spPr>
              <a:xfrm>
                <a:off x="1682115" y="5849683"/>
                <a:ext cx="1053941" cy="635317"/>
              </a:xfrm>
              <a:custGeom>
                <a:avLst/>
                <a:gdLst>
                  <a:gd name="connsiteX0" fmla="*/ 0 w 1053941"/>
                  <a:gd name="connsiteY0" fmla="*/ 635318 h 635317"/>
                  <a:gd name="connsiteX1" fmla="*/ 255079 w 1053941"/>
                  <a:gd name="connsiteY1" fmla="*/ 0 h 635317"/>
                  <a:gd name="connsiteX2" fmla="*/ 1053941 w 1053941"/>
                  <a:gd name="connsiteY2" fmla="*/ 0 h 635317"/>
                  <a:gd name="connsiteX3" fmla="*/ 798862 w 1053941"/>
                  <a:gd name="connsiteY3" fmla="*/ 635318 h 635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53941" h="635317">
                    <a:moveTo>
                      <a:pt x="0" y="635318"/>
                    </a:moveTo>
                    <a:lnTo>
                      <a:pt x="255079" y="0"/>
                    </a:lnTo>
                    <a:lnTo>
                      <a:pt x="1053941" y="0"/>
                    </a:lnTo>
                    <a:lnTo>
                      <a:pt x="798862" y="6353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194" name="Graphic 3">
                <a:extLst>
                  <a:ext uri="{FF2B5EF4-FFF2-40B4-BE49-F238E27FC236}">
                    <a16:creationId xmlns:a16="http://schemas.microsoft.com/office/drawing/2014/main" id="{C6937364-D676-4A74-BCD9-980EDF22D4FA}"/>
                  </a:ext>
                </a:extLst>
              </p:cNvPr>
              <p:cNvGrpSpPr/>
              <p:nvPr/>
            </p:nvGrpSpPr>
            <p:grpSpPr>
              <a:xfrm>
                <a:off x="1441227" y="5849683"/>
                <a:ext cx="1806987" cy="648938"/>
                <a:chOff x="1441227" y="5849683"/>
                <a:chExt cx="1806987" cy="648938"/>
              </a:xfrm>
              <a:noFill/>
            </p:grpSpPr>
            <p:sp>
              <p:nvSpPr>
                <p:cNvPr id="1195" name="Freeform: Shape 1194">
                  <a:extLst>
                    <a:ext uri="{FF2B5EF4-FFF2-40B4-BE49-F238E27FC236}">
                      <a16:creationId xmlns:a16="http://schemas.microsoft.com/office/drawing/2014/main" id="{412B2CB1-E7FD-45E4-A055-9EB0D324E81B}"/>
                    </a:ext>
                  </a:extLst>
                </p:cNvPr>
                <p:cNvSpPr/>
                <p:nvPr/>
              </p:nvSpPr>
              <p:spPr>
                <a:xfrm>
                  <a:off x="1441227" y="5849778"/>
                  <a:ext cx="495966" cy="635222"/>
                </a:xfrm>
                <a:custGeom>
                  <a:avLst/>
                  <a:gdLst>
                    <a:gd name="connsiteX0" fmla="*/ 0 w 495966"/>
                    <a:gd name="connsiteY0" fmla="*/ 635222 h 635222"/>
                    <a:gd name="connsiteX1" fmla="*/ 495967 w 495966"/>
                    <a:gd name="connsiteY1" fmla="*/ 0 h 635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95966" h="635222">
                      <a:moveTo>
                        <a:pt x="0" y="635222"/>
                      </a:moveTo>
                      <a:cubicBezTo>
                        <a:pt x="2381" y="624744"/>
                        <a:pt x="495967" y="0"/>
                        <a:pt x="495967" y="0"/>
                      </a:cubicBezTo>
                    </a:path>
                  </a:pathLst>
                </a:cu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6" name="Freeform: Shape 1195">
                  <a:extLst>
                    <a:ext uri="{FF2B5EF4-FFF2-40B4-BE49-F238E27FC236}">
                      <a16:creationId xmlns:a16="http://schemas.microsoft.com/office/drawing/2014/main" id="{5C50724E-67D9-448A-ABB5-98031148B988}"/>
                    </a:ext>
                  </a:extLst>
                </p:cNvPr>
                <p:cNvSpPr/>
                <p:nvPr/>
              </p:nvSpPr>
              <p:spPr>
                <a:xfrm>
                  <a:off x="2213705" y="5849683"/>
                  <a:ext cx="1034510" cy="648938"/>
                </a:xfrm>
                <a:custGeom>
                  <a:avLst/>
                  <a:gdLst>
                    <a:gd name="connsiteX0" fmla="*/ 0 w 1034510"/>
                    <a:gd name="connsiteY0" fmla="*/ 648938 h 648938"/>
                    <a:gd name="connsiteX1" fmla="*/ 522351 w 1034510"/>
                    <a:gd name="connsiteY1" fmla="*/ 0 h 648938"/>
                    <a:gd name="connsiteX2" fmla="*/ 1034510 w 1034510"/>
                    <a:gd name="connsiteY2" fmla="*/ 648938 h 648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034510" h="648938">
                      <a:moveTo>
                        <a:pt x="0" y="648938"/>
                      </a:moveTo>
                      <a:lnTo>
                        <a:pt x="522351" y="0"/>
                      </a:lnTo>
                      <a:lnTo>
                        <a:pt x="1034510" y="648938"/>
                      </a:lnTo>
                    </a:path>
                  </a:pathLst>
                </a:cu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7" name="Freeform: Shape 1196">
                  <a:extLst>
                    <a:ext uri="{FF2B5EF4-FFF2-40B4-BE49-F238E27FC236}">
                      <a16:creationId xmlns:a16="http://schemas.microsoft.com/office/drawing/2014/main" id="{E4154FD9-26D6-4DC1-BC0E-280EFADD94C3}"/>
                    </a:ext>
                  </a:extLst>
                </p:cNvPr>
                <p:cNvSpPr/>
                <p:nvPr/>
              </p:nvSpPr>
              <p:spPr>
                <a:xfrm>
                  <a:off x="2736056" y="5849778"/>
                  <a:ext cx="1238" cy="635222"/>
                </a:xfrm>
                <a:custGeom>
                  <a:avLst/>
                  <a:gdLst>
                    <a:gd name="connsiteX0" fmla="*/ 1238 w 1238"/>
                    <a:gd name="connsiteY0" fmla="*/ 635222 h 635222"/>
                    <a:gd name="connsiteX1" fmla="*/ 0 w 1238"/>
                    <a:gd name="connsiteY1" fmla="*/ 0 h 635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38" h="635222">
                      <a:moveTo>
                        <a:pt x="1238" y="635222"/>
                      </a:moveTo>
                      <a:cubicBezTo>
                        <a:pt x="953" y="612743"/>
                        <a:pt x="0" y="0"/>
                        <a:pt x="0" y="0"/>
                      </a:cubicBezTo>
                    </a:path>
                  </a:pathLst>
                </a:custGeom>
                <a:ln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8" name="Freeform: Shape 1197">
                  <a:extLst>
                    <a:ext uri="{FF2B5EF4-FFF2-40B4-BE49-F238E27FC236}">
                      <a16:creationId xmlns:a16="http://schemas.microsoft.com/office/drawing/2014/main" id="{F2812EED-7975-4778-A45F-D9E8E378D457}"/>
                    </a:ext>
                  </a:extLst>
                </p:cNvPr>
                <p:cNvSpPr/>
                <p:nvPr/>
              </p:nvSpPr>
              <p:spPr>
                <a:xfrm>
                  <a:off x="2584227" y="6153721"/>
                  <a:ext cx="293560" cy="332803"/>
                </a:xfrm>
                <a:custGeom>
                  <a:avLst/>
                  <a:gdLst>
                    <a:gd name="connsiteX0" fmla="*/ 0 w 293560"/>
                    <a:gd name="connsiteY0" fmla="*/ 331280 h 332803"/>
                    <a:gd name="connsiteX1" fmla="*/ 154114 w 293560"/>
                    <a:gd name="connsiteY1" fmla="*/ 0 h 332803"/>
                    <a:gd name="connsiteX2" fmla="*/ 293561 w 293560"/>
                    <a:gd name="connsiteY2" fmla="*/ 332804 h 3328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93560" h="332803">
                      <a:moveTo>
                        <a:pt x="0" y="331280"/>
                      </a:moveTo>
                      <a:lnTo>
                        <a:pt x="154114" y="0"/>
                      </a:lnTo>
                      <a:lnTo>
                        <a:pt x="293561" y="332804"/>
                      </a:lnTo>
                    </a:path>
                  </a:pathLst>
                </a:custGeom>
                <a:ln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216" name="Graphic 3">
              <a:extLst>
                <a:ext uri="{FF2B5EF4-FFF2-40B4-BE49-F238E27FC236}">
                  <a16:creationId xmlns:a16="http://schemas.microsoft.com/office/drawing/2014/main" id="{C6937364-D676-4A74-BCD9-980EDF22D4FA}"/>
                </a:ext>
              </a:extLst>
            </p:cNvPr>
            <p:cNvGrpSpPr/>
            <p:nvPr/>
          </p:nvGrpSpPr>
          <p:grpSpPr>
            <a:xfrm>
              <a:off x="7205567" y="1770411"/>
              <a:ext cx="199834" cy="200787"/>
              <a:chOff x="7205567" y="1770411"/>
              <a:chExt cx="199834" cy="200787"/>
            </a:xfrm>
            <a:solidFill>
              <a:srgbClr val="FE6D4B"/>
            </a:solidFill>
          </p:grpSpPr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BDBEAB74-447E-43D4-A659-7A898C768220}"/>
                  </a:ext>
                </a:extLst>
              </p:cNvPr>
              <p:cNvSpPr/>
              <p:nvPr/>
            </p:nvSpPr>
            <p:spPr>
              <a:xfrm>
                <a:off x="7205567" y="1770411"/>
                <a:ext cx="95" cy="200786"/>
              </a:xfrm>
              <a:custGeom>
                <a:avLst/>
                <a:gdLst>
                  <a:gd name="connsiteX0" fmla="*/ 0 w 95"/>
                  <a:gd name="connsiteY0" fmla="*/ 0 h 200786"/>
                  <a:gd name="connsiteX1" fmla="*/ 95 w 95"/>
                  <a:gd name="connsiteY1" fmla="*/ 200787 h 200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" h="200786">
                    <a:moveTo>
                      <a:pt x="0" y="0"/>
                    </a:moveTo>
                    <a:lnTo>
                      <a:pt x="95" y="200787"/>
                    </a:lnTo>
                  </a:path>
                </a:pathLst>
              </a:custGeom>
              <a:ln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031F881B-2FB0-48B2-8C2C-4BEA69B256CA}"/>
                  </a:ext>
                </a:extLst>
              </p:cNvPr>
              <p:cNvSpPr/>
              <p:nvPr/>
            </p:nvSpPr>
            <p:spPr>
              <a:xfrm>
                <a:off x="7210425" y="1770411"/>
                <a:ext cx="194976" cy="86677"/>
              </a:xfrm>
              <a:custGeom>
                <a:avLst/>
                <a:gdLst>
                  <a:gd name="connsiteX0" fmla="*/ 194976 w 194976"/>
                  <a:gd name="connsiteY0" fmla="*/ 86678 h 86677"/>
                  <a:gd name="connsiteX1" fmla="*/ 0 w 194976"/>
                  <a:gd name="connsiteY1" fmla="*/ 86678 h 86677"/>
                  <a:gd name="connsiteX2" fmla="*/ 0 w 194976"/>
                  <a:gd name="connsiteY2" fmla="*/ 0 h 86677"/>
                  <a:gd name="connsiteX3" fmla="*/ 194976 w 194976"/>
                  <a:gd name="connsiteY3" fmla="*/ 0 h 86677"/>
                  <a:gd name="connsiteX4" fmla="*/ 99726 w 194976"/>
                  <a:gd name="connsiteY4" fmla="*/ 43339 h 86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4976" h="86677">
                    <a:moveTo>
                      <a:pt x="194976" y="86678"/>
                    </a:moveTo>
                    <a:lnTo>
                      <a:pt x="0" y="86678"/>
                    </a:lnTo>
                    <a:lnTo>
                      <a:pt x="0" y="0"/>
                    </a:lnTo>
                    <a:lnTo>
                      <a:pt x="194976" y="0"/>
                    </a:lnTo>
                    <a:lnTo>
                      <a:pt x="99726" y="433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E6D4B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894725E2-FE32-45F0-90C5-F9F1AAB2C155}"/>
                </a:ext>
              </a:extLst>
            </p:cNvPr>
            <p:cNvSpPr/>
            <p:nvPr/>
          </p:nvSpPr>
          <p:spPr>
            <a:xfrm>
              <a:off x="875538" y="3655409"/>
              <a:ext cx="1791080" cy="301752"/>
            </a:xfrm>
            <a:custGeom>
              <a:avLst/>
              <a:gdLst>
                <a:gd name="connsiteX0" fmla="*/ 0 w 1791080"/>
                <a:gd name="connsiteY0" fmla="*/ 0 h 301752"/>
                <a:gd name="connsiteX1" fmla="*/ 1791081 w 1791080"/>
                <a:gd name="connsiteY1" fmla="*/ 0 h 301752"/>
                <a:gd name="connsiteX2" fmla="*/ 1791081 w 1791080"/>
                <a:gd name="connsiteY2" fmla="*/ 301752 h 301752"/>
                <a:gd name="connsiteX3" fmla="*/ 0 w 1791080"/>
                <a:gd name="connsiteY3" fmla="*/ 301752 h 30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080" h="301752">
                  <a:moveTo>
                    <a:pt x="0" y="0"/>
                  </a:moveTo>
                  <a:lnTo>
                    <a:pt x="1791081" y="0"/>
                  </a:lnTo>
                  <a:lnTo>
                    <a:pt x="1791081" y="301752"/>
                  </a:lnTo>
                  <a:lnTo>
                    <a:pt x="0" y="301752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145D369C-6E6E-452F-BC4E-C54D9FBBC94A}"/>
                </a:ext>
              </a:extLst>
            </p:cNvPr>
            <p:cNvSpPr/>
            <p:nvPr/>
          </p:nvSpPr>
          <p:spPr>
            <a:xfrm>
              <a:off x="3412236" y="2689098"/>
              <a:ext cx="1791080" cy="301752"/>
            </a:xfrm>
            <a:custGeom>
              <a:avLst/>
              <a:gdLst>
                <a:gd name="connsiteX0" fmla="*/ 0 w 1791080"/>
                <a:gd name="connsiteY0" fmla="*/ 0 h 301752"/>
                <a:gd name="connsiteX1" fmla="*/ 1791081 w 1791080"/>
                <a:gd name="connsiteY1" fmla="*/ 0 h 301752"/>
                <a:gd name="connsiteX2" fmla="*/ 1791081 w 1791080"/>
                <a:gd name="connsiteY2" fmla="*/ 301752 h 301752"/>
                <a:gd name="connsiteX3" fmla="*/ 0 w 1791080"/>
                <a:gd name="connsiteY3" fmla="*/ 301752 h 30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080" h="301752">
                  <a:moveTo>
                    <a:pt x="0" y="0"/>
                  </a:moveTo>
                  <a:lnTo>
                    <a:pt x="1791081" y="0"/>
                  </a:lnTo>
                  <a:lnTo>
                    <a:pt x="1791081" y="301752"/>
                  </a:lnTo>
                  <a:lnTo>
                    <a:pt x="0" y="301752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338F0B29-A6FD-4AD3-821D-919780D0CC30}"/>
                </a:ext>
              </a:extLst>
            </p:cNvPr>
            <p:cNvSpPr/>
            <p:nvPr/>
          </p:nvSpPr>
          <p:spPr>
            <a:xfrm>
              <a:off x="7634382" y="1771078"/>
              <a:ext cx="1791080" cy="301752"/>
            </a:xfrm>
            <a:custGeom>
              <a:avLst/>
              <a:gdLst>
                <a:gd name="connsiteX0" fmla="*/ 0 w 1791080"/>
                <a:gd name="connsiteY0" fmla="*/ 0 h 301752"/>
                <a:gd name="connsiteX1" fmla="*/ 1791081 w 1791080"/>
                <a:gd name="connsiteY1" fmla="*/ 0 h 301752"/>
                <a:gd name="connsiteX2" fmla="*/ 1791081 w 1791080"/>
                <a:gd name="connsiteY2" fmla="*/ 301752 h 301752"/>
                <a:gd name="connsiteX3" fmla="*/ 0 w 1791080"/>
                <a:gd name="connsiteY3" fmla="*/ 301752 h 30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91080" h="301752">
                  <a:moveTo>
                    <a:pt x="0" y="0"/>
                  </a:moveTo>
                  <a:lnTo>
                    <a:pt x="1791081" y="0"/>
                  </a:lnTo>
                  <a:lnTo>
                    <a:pt x="1791081" y="301752"/>
                  </a:lnTo>
                  <a:lnTo>
                    <a:pt x="0" y="301752"/>
                  </a:ln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03" name="Graphic 1202">
            <a:extLst>
              <a:ext uri="{FF2B5EF4-FFF2-40B4-BE49-F238E27FC236}">
                <a16:creationId xmlns:a16="http://schemas.microsoft.com/office/drawing/2014/main" id="{23F4C44E-FF78-A650-3204-4504F3EAFF2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68000" contrast="-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126" y="1304038"/>
            <a:ext cx="11823906" cy="581902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222" name="Freeform: Shape 14">
            <a:extLst>
              <a:ext uri="{FF2B5EF4-FFF2-40B4-BE49-F238E27FC236}">
                <a16:creationId xmlns:a16="http://schemas.microsoft.com/office/drawing/2014/main" id="{872BF808-3AC4-4428-935C-0FCD8B081315}"/>
              </a:ext>
            </a:extLst>
          </p:cNvPr>
          <p:cNvSpPr/>
          <p:nvPr/>
        </p:nvSpPr>
        <p:spPr>
          <a:xfrm>
            <a:off x="3867636" y="2571425"/>
            <a:ext cx="6078569" cy="3538537"/>
          </a:xfrm>
          <a:custGeom>
            <a:avLst/>
            <a:gdLst>
              <a:gd name="connsiteX0" fmla="*/ 6078569 w 6078569"/>
              <a:gd name="connsiteY0" fmla="*/ 3538538 h 3538537"/>
              <a:gd name="connsiteX1" fmla="*/ 2649284 w 6078569"/>
              <a:gd name="connsiteY1" fmla="*/ 3518630 h 3538537"/>
              <a:gd name="connsiteX2" fmla="*/ 0 w 6078569"/>
              <a:gd name="connsiteY2" fmla="*/ 3503200 h 3538537"/>
              <a:gd name="connsiteX3" fmla="*/ 157639 w 6078569"/>
              <a:gd name="connsiteY3" fmla="*/ 2462213 h 3538537"/>
              <a:gd name="connsiteX4" fmla="*/ 748189 w 6078569"/>
              <a:gd name="connsiteY4" fmla="*/ 1500188 h 3538537"/>
              <a:gd name="connsiteX5" fmla="*/ 1014889 w 6078569"/>
              <a:gd name="connsiteY5" fmla="*/ 1300163 h 3538537"/>
              <a:gd name="connsiteX6" fmla="*/ 1748314 w 6078569"/>
              <a:gd name="connsiteY6" fmla="*/ 442913 h 3538537"/>
              <a:gd name="connsiteX7" fmla="*/ 2195989 w 6078569"/>
              <a:gd name="connsiteY7" fmla="*/ 766763 h 3538537"/>
              <a:gd name="connsiteX8" fmla="*/ 2199132 w 6078569"/>
              <a:gd name="connsiteY8" fmla="*/ 762572 h 3538537"/>
              <a:gd name="connsiteX9" fmla="*/ 2443639 w 6078569"/>
              <a:gd name="connsiteY9" fmla="*/ 442913 h 3538537"/>
              <a:gd name="connsiteX10" fmla="*/ 2605564 w 6078569"/>
              <a:gd name="connsiteY10" fmla="*/ 376238 h 3538537"/>
              <a:gd name="connsiteX11" fmla="*/ 2670238 w 6078569"/>
              <a:gd name="connsiteY11" fmla="*/ 279273 h 3538537"/>
              <a:gd name="connsiteX12" fmla="*/ 3010376 w 6078569"/>
              <a:gd name="connsiteY12" fmla="*/ 28575 h 3538537"/>
              <a:gd name="connsiteX13" fmla="*/ 3010376 w 6078569"/>
              <a:gd name="connsiteY13" fmla="*/ 152400 h 3538537"/>
              <a:gd name="connsiteX14" fmla="*/ 2924651 w 6078569"/>
              <a:gd name="connsiteY14" fmla="*/ 276225 h 3538537"/>
              <a:gd name="connsiteX15" fmla="*/ 3134201 w 6078569"/>
              <a:gd name="connsiteY15" fmla="*/ 152400 h 3538537"/>
              <a:gd name="connsiteX16" fmla="*/ 3181826 w 6078569"/>
              <a:gd name="connsiteY16" fmla="*/ 0 h 3538537"/>
              <a:gd name="connsiteX17" fmla="*/ 3267551 w 6078569"/>
              <a:gd name="connsiteY17" fmla="*/ 38100 h 3538537"/>
              <a:gd name="connsiteX18" fmla="*/ 3252025 w 6078569"/>
              <a:gd name="connsiteY18" fmla="*/ 213265 h 3538537"/>
              <a:gd name="connsiteX19" fmla="*/ 3439001 w 6078569"/>
              <a:gd name="connsiteY19" fmla="*/ 76200 h 3538537"/>
              <a:gd name="connsiteX20" fmla="*/ 3648551 w 6078569"/>
              <a:gd name="connsiteY20" fmla="*/ 276225 h 3538537"/>
              <a:gd name="connsiteX21" fmla="*/ 3743801 w 6078569"/>
              <a:gd name="connsiteY21" fmla="*/ 276225 h 3538537"/>
              <a:gd name="connsiteX22" fmla="*/ 3696176 w 6078569"/>
              <a:gd name="connsiteY22" fmla="*/ 142875 h 3538537"/>
              <a:gd name="connsiteX23" fmla="*/ 3867626 w 6078569"/>
              <a:gd name="connsiteY23" fmla="*/ 276225 h 3538537"/>
              <a:gd name="connsiteX24" fmla="*/ 4067651 w 6078569"/>
              <a:gd name="connsiteY24" fmla="*/ 323850 h 3538537"/>
              <a:gd name="connsiteX25" fmla="*/ 4070509 w 6078569"/>
              <a:gd name="connsiteY25" fmla="*/ 315849 h 3538537"/>
              <a:gd name="connsiteX26" fmla="*/ 4072414 w 6078569"/>
              <a:gd name="connsiteY26" fmla="*/ 319088 h 3538537"/>
              <a:gd name="connsiteX27" fmla="*/ 4405789 w 6078569"/>
              <a:gd name="connsiteY27" fmla="*/ 547688 h 3538537"/>
              <a:gd name="connsiteX28" fmla="*/ 4405789 w 6078569"/>
              <a:gd name="connsiteY28" fmla="*/ 681038 h 3538537"/>
              <a:gd name="connsiteX29" fmla="*/ 4767739 w 6078569"/>
              <a:gd name="connsiteY29" fmla="*/ 909638 h 3538537"/>
              <a:gd name="connsiteX30" fmla="*/ 4939189 w 6078569"/>
              <a:gd name="connsiteY30" fmla="*/ 1119188 h 3538537"/>
              <a:gd name="connsiteX31" fmla="*/ 5329714 w 6078569"/>
              <a:gd name="connsiteY31" fmla="*/ 1576388 h 3538537"/>
              <a:gd name="connsiteX32" fmla="*/ 5901214 w 6078569"/>
              <a:gd name="connsiteY32" fmla="*/ 1766888 h 3538537"/>
              <a:gd name="connsiteX33" fmla="*/ 6078569 w 6078569"/>
              <a:gd name="connsiteY33" fmla="*/ 3538538 h 353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8569" h="3538537">
                <a:moveTo>
                  <a:pt x="6078569" y="3538538"/>
                </a:moveTo>
                <a:lnTo>
                  <a:pt x="2649284" y="3518630"/>
                </a:lnTo>
                <a:lnTo>
                  <a:pt x="0" y="3503200"/>
                </a:lnTo>
                <a:lnTo>
                  <a:pt x="157639" y="2462213"/>
                </a:lnTo>
                <a:lnTo>
                  <a:pt x="748189" y="1500188"/>
                </a:lnTo>
                <a:lnTo>
                  <a:pt x="1014889" y="1300163"/>
                </a:lnTo>
                <a:lnTo>
                  <a:pt x="1748314" y="442913"/>
                </a:lnTo>
                <a:lnTo>
                  <a:pt x="2195989" y="766763"/>
                </a:lnTo>
                <a:lnTo>
                  <a:pt x="2199132" y="762572"/>
                </a:lnTo>
                <a:lnTo>
                  <a:pt x="2443639" y="442913"/>
                </a:lnTo>
                <a:lnTo>
                  <a:pt x="2605564" y="376238"/>
                </a:lnTo>
                <a:lnTo>
                  <a:pt x="2670238" y="279273"/>
                </a:lnTo>
                <a:cubicBezTo>
                  <a:pt x="2877026" y="123825"/>
                  <a:pt x="3010376" y="28575"/>
                  <a:pt x="3010376" y="28575"/>
                </a:cubicBezTo>
                <a:lnTo>
                  <a:pt x="3010376" y="152400"/>
                </a:lnTo>
                <a:lnTo>
                  <a:pt x="2924651" y="276225"/>
                </a:lnTo>
                <a:lnTo>
                  <a:pt x="3134201" y="152400"/>
                </a:lnTo>
                <a:lnTo>
                  <a:pt x="3181826" y="0"/>
                </a:lnTo>
                <a:lnTo>
                  <a:pt x="3267551" y="38100"/>
                </a:lnTo>
                <a:lnTo>
                  <a:pt x="3252025" y="213265"/>
                </a:lnTo>
                <a:lnTo>
                  <a:pt x="3439001" y="76200"/>
                </a:lnTo>
                <a:lnTo>
                  <a:pt x="3648551" y="276225"/>
                </a:lnTo>
                <a:lnTo>
                  <a:pt x="3743801" y="276225"/>
                </a:lnTo>
                <a:lnTo>
                  <a:pt x="3696176" y="142875"/>
                </a:lnTo>
                <a:lnTo>
                  <a:pt x="3867626" y="276225"/>
                </a:lnTo>
                <a:lnTo>
                  <a:pt x="4067651" y="323850"/>
                </a:lnTo>
                <a:lnTo>
                  <a:pt x="4070509" y="315849"/>
                </a:lnTo>
                <a:lnTo>
                  <a:pt x="4072414" y="319088"/>
                </a:lnTo>
                <a:lnTo>
                  <a:pt x="4405789" y="547688"/>
                </a:lnTo>
                <a:lnTo>
                  <a:pt x="4405789" y="681038"/>
                </a:lnTo>
                <a:lnTo>
                  <a:pt x="4767739" y="909638"/>
                </a:lnTo>
                <a:lnTo>
                  <a:pt x="4939189" y="1119188"/>
                </a:lnTo>
                <a:lnTo>
                  <a:pt x="5329714" y="1576388"/>
                </a:lnTo>
                <a:lnTo>
                  <a:pt x="5901214" y="1766888"/>
                </a:lnTo>
                <a:lnTo>
                  <a:pt x="6078569" y="3538538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3" name="Freeform: Shape 17">
            <a:extLst>
              <a:ext uri="{FF2B5EF4-FFF2-40B4-BE49-F238E27FC236}">
                <a16:creationId xmlns:a16="http://schemas.microsoft.com/office/drawing/2014/main" id="{DFBE7A58-3EC4-4637-BE8F-B0E6039F530F}"/>
              </a:ext>
            </a:extLst>
          </p:cNvPr>
          <p:cNvSpPr/>
          <p:nvPr/>
        </p:nvSpPr>
        <p:spPr>
          <a:xfrm>
            <a:off x="7119662" y="1938012"/>
            <a:ext cx="818483" cy="957262"/>
          </a:xfrm>
          <a:custGeom>
            <a:avLst/>
            <a:gdLst>
              <a:gd name="connsiteX0" fmla="*/ 818483 w 818483"/>
              <a:gd name="connsiteY0" fmla="*/ 949262 h 957262"/>
              <a:gd name="connsiteX1" fmla="*/ 815626 w 818483"/>
              <a:gd name="connsiteY1" fmla="*/ 957263 h 957262"/>
              <a:gd name="connsiteX2" fmla="*/ 615601 w 818483"/>
              <a:gd name="connsiteY2" fmla="*/ 909638 h 957262"/>
              <a:gd name="connsiteX3" fmla="*/ 444151 w 818483"/>
              <a:gd name="connsiteY3" fmla="*/ 776288 h 957262"/>
              <a:gd name="connsiteX4" fmla="*/ 491776 w 818483"/>
              <a:gd name="connsiteY4" fmla="*/ 909638 h 957262"/>
              <a:gd name="connsiteX5" fmla="*/ 396526 w 818483"/>
              <a:gd name="connsiteY5" fmla="*/ 909638 h 957262"/>
              <a:gd name="connsiteX6" fmla="*/ 186976 w 818483"/>
              <a:gd name="connsiteY6" fmla="*/ 709613 h 957262"/>
              <a:gd name="connsiteX7" fmla="*/ 0 w 818483"/>
              <a:gd name="connsiteY7" fmla="*/ 846677 h 957262"/>
              <a:gd name="connsiteX8" fmla="*/ 201263 w 818483"/>
              <a:gd name="connsiteY8" fmla="*/ 581025 h 957262"/>
              <a:gd name="connsiteX9" fmla="*/ 58388 w 818483"/>
              <a:gd name="connsiteY9" fmla="*/ 352425 h 957262"/>
              <a:gd name="connsiteX10" fmla="*/ 86963 w 818483"/>
              <a:gd name="connsiteY10" fmla="*/ 0 h 957262"/>
              <a:gd name="connsiteX11" fmla="*/ 515588 w 818483"/>
              <a:gd name="connsiteY11" fmla="*/ 419100 h 95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83" h="957262">
                <a:moveTo>
                  <a:pt x="818483" y="949262"/>
                </a:moveTo>
                <a:lnTo>
                  <a:pt x="815626" y="957263"/>
                </a:lnTo>
                <a:lnTo>
                  <a:pt x="615601" y="909638"/>
                </a:lnTo>
                <a:lnTo>
                  <a:pt x="444151" y="776288"/>
                </a:lnTo>
                <a:lnTo>
                  <a:pt x="491776" y="909638"/>
                </a:lnTo>
                <a:lnTo>
                  <a:pt x="396526" y="909638"/>
                </a:lnTo>
                <a:lnTo>
                  <a:pt x="186976" y="709613"/>
                </a:lnTo>
                <a:lnTo>
                  <a:pt x="0" y="846677"/>
                </a:lnTo>
                <a:lnTo>
                  <a:pt x="201263" y="581025"/>
                </a:lnTo>
                <a:lnTo>
                  <a:pt x="58388" y="352425"/>
                </a:lnTo>
                <a:lnTo>
                  <a:pt x="86963" y="0"/>
                </a:lnTo>
                <a:lnTo>
                  <a:pt x="515588" y="41910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5" name="Freeform: Shape 18">
            <a:extLst>
              <a:ext uri="{FF2B5EF4-FFF2-40B4-BE49-F238E27FC236}">
                <a16:creationId xmlns:a16="http://schemas.microsoft.com/office/drawing/2014/main" id="{B378A17F-6013-4170-8B64-A931B94ACFAE}"/>
              </a:ext>
            </a:extLst>
          </p:cNvPr>
          <p:cNvSpPr/>
          <p:nvPr/>
        </p:nvSpPr>
        <p:spPr>
          <a:xfrm>
            <a:off x="6537875" y="1938012"/>
            <a:ext cx="783050" cy="912685"/>
          </a:xfrm>
          <a:custGeom>
            <a:avLst/>
            <a:gdLst>
              <a:gd name="connsiteX0" fmla="*/ 581787 w 783050"/>
              <a:gd name="connsiteY0" fmla="*/ 846677 h 912685"/>
              <a:gd name="connsiteX1" fmla="*/ 597313 w 783050"/>
              <a:gd name="connsiteY1" fmla="*/ 671513 h 912685"/>
              <a:gd name="connsiteX2" fmla="*/ 511588 w 783050"/>
              <a:gd name="connsiteY2" fmla="*/ 633413 h 912685"/>
              <a:gd name="connsiteX3" fmla="*/ 463963 w 783050"/>
              <a:gd name="connsiteY3" fmla="*/ 785813 h 912685"/>
              <a:gd name="connsiteX4" fmla="*/ 254413 w 783050"/>
              <a:gd name="connsiteY4" fmla="*/ 909638 h 912685"/>
              <a:gd name="connsiteX5" fmla="*/ 340138 w 783050"/>
              <a:gd name="connsiteY5" fmla="*/ 785813 h 912685"/>
              <a:gd name="connsiteX6" fmla="*/ 340138 w 783050"/>
              <a:gd name="connsiteY6" fmla="*/ 661988 h 912685"/>
              <a:gd name="connsiteX7" fmla="*/ 0 w 783050"/>
              <a:gd name="connsiteY7" fmla="*/ 912686 h 912685"/>
              <a:gd name="connsiteX8" fmla="*/ 259175 w 783050"/>
              <a:gd name="connsiteY8" fmla="*/ 523875 h 912685"/>
              <a:gd name="connsiteX9" fmla="*/ 506825 w 783050"/>
              <a:gd name="connsiteY9" fmla="*/ 352425 h 912685"/>
              <a:gd name="connsiteX10" fmla="*/ 668750 w 783050"/>
              <a:gd name="connsiteY10" fmla="*/ 0 h 912685"/>
              <a:gd name="connsiteX11" fmla="*/ 640175 w 783050"/>
              <a:gd name="connsiteY11" fmla="*/ 352425 h 912685"/>
              <a:gd name="connsiteX12" fmla="*/ 783050 w 783050"/>
              <a:gd name="connsiteY12" fmla="*/ 581025 h 912685"/>
              <a:gd name="connsiteX13" fmla="*/ 581787 w 783050"/>
              <a:gd name="connsiteY13" fmla="*/ 846677 h 912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3050" h="912685">
                <a:moveTo>
                  <a:pt x="581787" y="846677"/>
                </a:moveTo>
                <a:lnTo>
                  <a:pt x="597313" y="671513"/>
                </a:lnTo>
                <a:lnTo>
                  <a:pt x="511588" y="633413"/>
                </a:lnTo>
                <a:lnTo>
                  <a:pt x="463963" y="785813"/>
                </a:lnTo>
                <a:lnTo>
                  <a:pt x="254413" y="909638"/>
                </a:lnTo>
                <a:lnTo>
                  <a:pt x="340138" y="785813"/>
                </a:lnTo>
                <a:lnTo>
                  <a:pt x="340138" y="661988"/>
                </a:lnTo>
                <a:cubicBezTo>
                  <a:pt x="340138" y="661988"/>
                  <a:pt x="206788" y="757238"/>
                  <a:pt x="0" y="912686"/>
                </a:cubicBezTo>
                <a:lnTo>
                  <a:pt x="259175" y="523875"/>
                </a:lnTo>
                <a:lnTo>
                  <a:pt x="506825" y="352425"/>
                </a:lnTo>
                <a:lnTo>
                  <a:pt x="668750" y="0"/>
                </a:lnTo>
                <a:lnTo>
                  <a:pt x="640175" y="352425"/>
                </a:lnTo>
                <a:lnTo>
                  <a:pt x="783050" y="581025"/>
                </a:lnTo>
                <a:lnTo>
                  <a:pt x="581787" y="846677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6" name="Freeform: Shape 47">
            <a:extLst>
              <a:ext uri="{FF2B5EF4-FFF2-40B4-BE49-F238E27FC236}">
                <a16:creationId xmlns:a16="http://schemas.microsoft.com/office/drawing/2014/main" id="{69D22466-19C6-47E7-8F3D-901F3CF3FD7E}"/>
              </a:ext>
            </a:extLst>
          </p:cNvPr>
          <p:cNvSpPr/>
          <p:nvPr/>
        </p:nvSpPr>
        <p:spPr>
          <a:xfrm>
            <a:off x="8049588" y="3814437"/>
            <a:ext cx="3429838" cy="2347912"/>
          </a:xfrm>
          <a:custGeom>
            <a:avLst/>
            <a:gdLst>
              <a:gd name="connsiteX0" fmla="*/ 3429000 w 3429838"/>
              <a:gd name="connsiteY0" fmla="*/ 2347913 h 2347912"/>
              <a:gd name="connsiteX1" fmla="*/ 2597372 w 3429838"/>
              <a:gd name="connsiteY1" fmla="*/ 2345627 h 2347912"/>
              <a:gd name="connsiteX2" fmla="*/ 0 w 3429838"/>
              <a:gd name="connsiteY2" fmla="*/ 2338388 h 2347912"/>
              <a:gd name="connsiteX3" fmla="*/ 1731646 w 3429838"/>
              <a:gd name="connsiteY3" fmla="*/ 58674 h 2347912"/>
              <a:gd name="connsiteX4" fmla="*/ 1773174 w 3429838"/>
              <a:gd name="connsiteY4" fmla="*/ 4286 h 2347912"/>
              <a:gd name="connsiteX5" fmla="*/ 1776413 w 3429838"/>
              <a:gd name="connsiteY5" fmla="*/ 0 h 2347912"/>
              <a:gd name="connsiteX6" fmla="*/ 1781175 w 3429838"/>
              <a:gd name="connsiteY6" fmla="*/ 4953 h 2347912"/>
              <a:gd name="connsiteX7" fmla="*/ 2100263 w 3429838"/>
              <a:gd name="connsiteY7" fmla="*/ 333375 h 2347912"/>
              <a:gd name="connsiteX8" fmla="*/ 2024063 w 3429838"/>
              <a:gd name="connsiteY8" fmla="*/ 504825 h 2347912"/>
              <a:gd name="connsiteX9" fmla="*/ 2262188 w 3429838"/>
              <a:gd name="connsiteY9" fmla="*/ 971550 h 2347912"/>
              <a:gd name="connsiteX10" fmla="*/ 2576513 w 3429838"/>
              <a:gd name="connsiteY10" fmla="*/ 1066800 h 2347912"/>
              <a:gd name="connsiteX11" fmla="*/ 3052763 w 3429838"/>
              <a:gd name="connsiteY11" fmla="*/ 1952625 h 2347912"/>
              <a:gd name="connsiteX12" fmla="*/ 3056953 w 3429838"/>
              <a:gd name="connsiteY12" fmla="*/ 1957102 h 2347912"/>
              <a:gd name="connsiteX13" fmla="*/ 3061431 w 3429838"/>
              <a:gd name="connsiteY13" fmla="*/ 1961674 h 2347912"/>
              <a:gd name="connsiteX14" fmla="*/ 3063526 w 3429838"/>
              <a:gd name="connsiteY14" fmla="*/ 1963769 h 2347912"/>
              <a:gd name="connsiteX15" fmla="*/ 3069050 w 3429838"/>
              <a:gd name="connsiteY15" fmla="*/ 1969103 h 2347912"/>
              <a:gd name="connsiteX16" fmla="*/ 3081910 w 3429838"/>
              <a:gd name="connsiteY16" fmla="*/ 1980533 h 2347912"/>
              <a:gd name="connsiteX17" fmla="*/ 3087624 w 3429838"/>
              <a:gd name="connsiteY17" fmla="*/ 1985391 h 2347912"/>
              <a:gd name="connsiteX18" fmla="*/ 3093530 w 3429838"/>
              <a:gd name="connsiteY18" fmla="*/ 1990344 h 2347912"/>
              <a:gd name="connsiteX19" fmla="*/ 3346133 w 3429838"/>
              <a:gd name="connsiteY19" fmla="*/ 2190179 h 2347912"/>
              <a:gd name="connsiteX20" fmla="*/ 3348799 w 3429838"/>
              <a:gd name="connsiteY20" fmla="*/ 2192845 h 2347912"/>
              <a:gd name="connsiteX21" fmla="*/ 3418714 w 3429838"/>
              <a:gd name="connsiteY21" fmla="*/ 2286286 h 2347912"/>
              <a:gd name="connsiteX22" fmla="*/ 3419189 w 3429838"/>
              <a:gd name="connsiteY22" fmla="*/ 2287143 h 2347912"/>
              <a:gd name="connsiteX23" fmla="*/ 3429000 w 3429838"/>
              <a:gd name="connsiteY23" fmla="*/ 2347913 h 234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429838" h="2347912">
                <a:moveTo>
                  <a:pt x="3429000" y="2347913"/>
                </a:moveTo>
                <a:lnTo>
                  <a:pt x="2597372" y="2345627"/>
                </a:lnTo>
                <a:lnTo>
                  <a:pt x="0" y="2338388"/>
                </a:lnTo>
                <a:lnTo>
                  <a:pt x="1731646" y="58674"/>
                </a:lnTo>
                <a:lnTo>
                  <a:pt x="1773174" y="4286"/>
                </a:lnTo>
                <a:lnTo>
                  <a:pt x="1776413" y="0"/>
                </a:lnTo>
                <a:lnTo>
                  <a:pt x="1781175" y="4953"/>
                </a:lnTo>
                <a:lnTo>
                  <a:pt x="2100263" y="333375"/>
                </a:lnTo>
                <a:lnTo>
                  <a:pt x="2024063" y="504825"/>
                </a:lnTo>
                <a:cubicBezTo>
                  <a:pt x="2024063" y="504825"/>
                  <a:pt x="2224088" y="971550"/>
                  <a:pt x="2262188" y="971550"/>
                </a:cubicBezTo>
                <a:cubicBezTo>
                  <a:pt x="2300288" y="971550"/>
                  <a:pt x="2576513" y="1066800"/>
                  <a:pt x="2576513" y="1066800"/>
                </a:cubicBezTo>
                <a:cubicBezTo>
                  <a:pt x="2576513" y="1066800"/>
                  <a:pt x="2967038" y="1857375"/>
                  <a:pt x="3052763" y="1952625"/>
                </a:cubicBezTo>
                <a:cubicBezTo>
                  <a:pt x="3054096" y="1954149"/>
                  <a:pt x="3055525" y="1955578"/>
                  <a:pt x="3056953" y="1957102"/>
                </a:cubicBezTo>
                <a:cubicBezTo>
                  <a:pt x="3058382" y="1958626"/>
                  <a:pt x="3059906" y="1960150"/>
                  <a:pt x="3061431" y="1961674"/>
                </a:cubicBezTo>
                <a:cubicBezTo>
                  <a:pt x="3062097" y="1962340"/>
                  <a:pt x="3062764" y="1963102"/>
                  <a:pt x="3063526" y="1963769"/>
                </a:cubicBezTo>
                <a:cubicBezTo>
                  <a:pt x="3065335" y="1965484"/>
                  <a:pt x="3067145" y="1967293"/>
                  <a:pt x="3069050" y="1969103"/>
                </a:cubicBezTo>
                <a:cubicBezTo>
                  <a:pt x="3073051" y="1972818"/>
                  <a:pt x="3077337" y="1976628"/>
                  <a:pt x="3081910" y="1980533"/>
                </a:cubicBezTo>
                <a:cubicBezTo>
                  <a:pt x="3083814" y="1982248"/>
                  <a:pt x="3085623" y="1983867"/>
                  <a:pt x="3087624" y="1985391"/>
                </a:cubicBezTo>
                <a:cubicBezTo>
                  <a:pt x="3089529" y="1987010"/>
                  <a:pt x="3091529" y="1988725"/>
                  <a:pt x="3093530" y="1990344"/>
                </a:cubicBezTo>
                <a:cubicBezTo>
                  <a:pt x="3161539" y="2046541"/>
                  <a:pt x="3270695" y="2116645"/>
                  <a:pt x="3346133" y="2190179"/>
                </a:cubicBezTo>
                <a:cubicBezTo>
                  <a:pt x="3346990" y="2191036"/>
                  <a:pt x="3347942" y="2191988"/>
                  <a:pt x="3348799" y="2192845"/>
                </a:cubicBezTo>
                <a:cubicBezTo>
                  <a:pt x="3380041" y="2223611"/>
                  <a:pt x="3405188" y="2255044"/>
                  <a:pt x="3418714" y="2286286"/>
                </a:cubicBezTo>
                <a:cubicBezTo>
                  <a:pt x="3418903" y="2286572"/>
                  <a:pt x="3418998" y="2286857"/>
                  <a:pt x="3419189" y="2287143"/>
                </a:cubicBezTo>
                <a:cubicBezTo>
                  <a:pt x="3427857" y="2307527"/>
                  <a:pt x="3431667" y="2327910"/>
                  <a:pt x="3429000" y="2347913"/>
                </a:cubicBez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8" name="Freeform: Shape 1216">
            <a:extLst>
              <a:ext uri="{FF2B5EF4-FFF2-40B4-BE49-F238E27FC236}">
                <a16:creationId xmlns:a16="http://schemas.microsoft.com/office/drawing/2014/main" id="{2465E1B1-7E06-47F9-A59A-D7302F706FAE}"/>
              </a:ext>
            </a:extLst>
          </p:cNvPr>
          <p:cNvSpPr/>
          <p:nvPr/>
        </p:nvSpPr>
        <p:spPr>
          <a:xfrm>
            <a:off x="7206530" y="1737225"/>
            <a:ext cx="95" cy="200786"/>
          </a:xfrm>
          <a:custGeom>
            <a:avLst/>
            <a:gdLst>
              <a:gd name="connsiteX0" fmla="*/ 0 w 95"/>
              <a:gd name="connsiteY0" fmla="*/ 0 h 200786"/>
              <a:gd name="connsiteX1" fmla="*/ 95 w 95"/>
              <a:gd name="connsiteY1" fmla="*/ 200787 h 20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" h="200786">
                <a:moveTo>
                  <a:pt x="0" y="0"/>
                </a:moveTo>
                <a:lnTo>
                  <a:pt x="95" y="200787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9" name="Freeform: Shape 1217">
            <a:extLst>
              <a:ext uri="{FF2B5EF4-FFF2-40B4-BE49-F238E27FC236}">
                <a16:creationId xmlns:a16="http://schemas.microsoft.com/office/drawing/2014/main" id="{1EF00A78-950D-4EDD-9CFB-BD74B0A8EFC0}"/>
              </a:ext>
            </a:extLst>
          </p:cNvPr>
          <p:cNvSpPr/>
          <p:nvPr/>
        </p:nvSpPr>
        <p:spPr>
          <a:xfrm>
            <a:off x="7211388" y="1737225"/>
            <a:ext cx="194976" cy="86677"/>
          </a:xfrm>
          <a:custGeom>
            <a:avLst/>
            <a:gdLst>
              <a:gd name="connsiteX0" fmla="*/ 194976 w 194976"/>
              <a:gd name="connsiteY0" fmla="*/ 86678 h 86677"/>
              <a:gd name="connsiteX1" fmla="*/ 0 w 194976"/>
              <a:gd name="connsiteY1" fmla="*/ 86678 h 86677"/>
              <a:gd name="connsiteX2" fmla="*/ 0 w 194976"/>
              <a:gd name="connsiteY2" fmla="*/ 0 h 86677"/>
              <a:gd name="connsiteX3" fmla="*/ 194976 w 194976"/>
              <a:gd name="connsiteY3" fmla="*/ 0 h 86677"/>
              <a:gd name="connsiteX4" fmla="*/ 99726 w 194976"/>
              <a:gd name="connsiteY4" fmla="*/ 43339 h 8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76" h="86677">
                <a:moveTo>
                  <a:pt x="194976" y="86678"/>
                </a:moveTo>
                <a:lnTo>
                  <a:pt x="0" y="86678"/>
                </a:lnTo>
                <a:lnTo>
                  <a:pt x="0" y="0"/>
                </a:lnTo>
                <a:lnTo>
                  <a:pt x="194976" y="0"/>
                </a:lnTo>
                <a:lnTo>
                  <a:pt x="99726" y="43339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6D4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4" name="Freeform: Shape 20">
            <a:extLst>
              <a:ext uri="{FF2B5EF4-FFF2-40B4-BE49-F238E27FC236}">
                <a16:creationId xmlns:a16="http://schemas.microsoft.com/office/drawing/2014/main" id="{92578AC9-13FC-4636-ADDD-8C82376A1EB4}"/>
              </a:ext>
            </a:extLst>
          </p:cNvPr>
          <p:cNvSpPr/>
          <p:nvPr/>
        </p:nvSpPr>
        <p:spPr>
          <a:xfrm>
            <a:off x="5093688" y="2653242"/>
            <a:ext cx="4854130" cy="3462337"/>
          </a:xfrm>
          <a:custGeom>
            <a:avLst/>
            <a:gdLst>
              <a:gd name="connsiteX0" fmla="*/ 4854131 w 4854130"/>
              <a:gd name="connsiteY0" fmla="*/ 3462338 h 3462337"/>
              <a:gd name="connsiteX1" fmla="*/ 1424845 w 4854130"/>
              <a:gd name="connsiteY1" fmla="*/ 3442430 h 3462337"/>
              <a:gd name="connsiteX2" fmla="*/ 619125 w 4854130"/>
              <a:gd name="connsiteY2" fmla="*/ 2890838 h 3462337"/>
              <a:gd name="connsiteX3" fmla="*/ 180975 w 4854130"/>
              <a:gd name="connsiteY3" fmla="*/ 2443163 h 3462337"/>
              <a:gd name="connsiteX4" fmla="*/ 295275 w 4854130"/>
              <a:gd name="connsiteY4" fmla="*/ 2309813 h 3462337"/>
              <a:gd name="connsiteX5" fmla="*/ 504825 w 4854130"/>
              <a:gd name="connsiteY5" fmla="*/ 2252663 h 3462337"/>
              <a:gd name="connsiteX6" fmla="*/ 381000 w 4854130"/>
              <a:gd name="connsiteY6" fmla="*/ 2052638 h 3462337"/>
              <a:gd name="connsiteX7" fmla="*/ 428625 w 4854130"/>
              <a:gd name="connsiteY7" fmla="*/ 1814513 h 3462337"/>
              <a:gd name="connsiteX8" fmla="*/ 95250 w 4854130"/>
              <a:gd name="connsiteY8" fmla="*/ 2052638 h 3462337"/>
              <a:gd name="connsiteX9" fmla="*/ 0 w 4854130"/>
              <a:gd name="connsiteY9" fmla="*/ 1957388 h 3462337"/>
              <a:gd name="connsiteX10" fmla="*/ 171450 w 4854130"/>
              <a:gd name="connsiteY10" fmla="*/ 1833563 h 3462337"/>
              <a:gd name="connsiteX11" fmla="*/ 133350 w 4854130"/>
              <a:gd name="connsiteY11" fmla="*/ 1747838 h 3462337"/>
              <a:gd name="connsiteX12" fmla="*/ 438150 w 4854130"/>
              <a:gd name="connsiteY12" fmla="*/ 1585913 h 3462337"/>
              <a:gd name="connsiteX13" fmla="*/ 561975 w 4854130"/>
              <a:gd name="connsiteY13" fmla="*/ 1243013 h 3462337"/>
              <a:gd name="connsiteX14" fmla="*/ 438150 w 4854130"/>
              <a:gd name="connsiteY14" fmla="*/ 1042988 h 3462337"/>
              <a:gd name="connsiteX15" fmla="*/ 581025 w 4854130"/>
              <a:gd name="connsiteY15" fmla="*/ 795338 h 3462337"/>
              <a:gd name="connsiteX16" fmla="*/ 485775 w 4854130"/>
              <a:gd name="connsiteY16" fmla="*/ 661988 h 3462337"/>
              <a:gd name="connsiteX17" fmla="*/ 523875 w 4854130"/>
              <a:gd name="connsiteY17" fmla="*/ 366713 h 3462337"/>
              <a:gd name="connsiteX18" fmla="*/ 913352 w 4854130"/>
              <a:gd name="connsiteY18" fmla="*/ 642842 h 3462337"/>
              <a:gd name="connsiteX19" fmla="*/ 974693 w 4854130"/>
              <a:gd name="connsiteY19" fmla="*/ 686372 h 3462337"/>
              <a:gd name="connsiteX20" fmla="*/ 1047750 w 4854130"/>
              <a:gd name="connsiteY20" fmla="*/ 738188 h 3462337"/>
              <a:gd name="connsiteX21" fmla="*/ 1175575 w 4854130"/>
              <a:gd name="connsiteY21" fmla="*/ 830961 h 3462337"/>
              <a:gd name="connsiteX22" fmla="*/ 1638300 w 4854130"/>
              <a:gd name="connsiteY22" fmla="*/ 1166813 h 3462337"/>
              <a:gd name="connsiteX23" fmla="*/ 1933575 w 4854130"/>
              <a:gd name="connsiteY23" fmla="*/ 1252538 h 3462337"/>
              <a:gd name="connsiteX24" fmla="*/ 2705100 w 4854130"/>
              <a:gd name="connsiteY24" fmla="*/ 1957388 h 3462337"/>
              <a:gd name="connsiteX25" fmla="*/ 2447925 w 4854130"/>
              <a:gd name="connsiteY25" fmla="*/ 1204913 h 3462337"/>
              <a:gd name="connsiteX26" fmla="*/ 2228850 w 4854130"/>
              <a:gd name="connsiteY26" fmla="*/ 1166813 h 3462337"/>
              <a:gd name="connsiteX27" fmla="*/ 2352675 w 4854130"/>
              <a:gd name="connsiteY27" fmla="*/ 1100138 h 3462337"/>
              <a:gd name="connsiteX28" fmla="*/ 2400300 w 4854130"/>
              <a:gd name="connsiteY28" fmla="*/ 947738 h 3462337"/>
              <a:gd name="connsiteX29" fmla="*/ 2295525 w 4854130"/>
              <a:gd name="connsiteY29" fmla="*/ 947738 h 3462337"/>
              <a:gd name="connsiteX30" fmla="*/ 2505075 w 4854130"/>
              <a:gd name="connsiteY30" fmla="*/ 804863 h 3462337"/>
              <a:gd name="connsiteX31" fmla="*/ 2286000 w 4854130"/>
              <a:gd name="connsiteY31" fmla="*/ 728663 h 3462337"/>
              <a:gd name="connsiteX32" fmla="*/ 2085975 w 4854130"/>
              <a:gd name="connsiteY32" fmla="*/ 804863 h 3462337"/>
              <a:gd name="connsiteX33" fmla="*/ 2105025 w 4854130"/>
              <a:gd name="connsiteY33" fmla="*/ 595313 h 3462337"/>
              <a:gd name="connsiteX34" fmla="*/ 2190750 w 4854130"/>
              <a:gd name="connsiteY34" fmla="*/ 433388 h 3462337"/>
              <a:gd name="connsiteX35" fmla="*/ 1971675 w 4854130"/>
              <a:gd name="connsiteY35" fmla="*/ 442913 h 3462337"/>
              <a:gd name="connsiteX36" fmla="*/ 1876425 w 4854130"/>
              <a:gd name="connsiteY36" fmla="*/ 566738 h 3462337"/>
              <a:gd name="connsiteX37" fmla="*/ 1924050 w 4854130"/>
              <a:gd name="connsiteY37" fmla="*/ 366713 h 3462337"/>
              <a:gd name="connsiteX38" fmla="*/ 2105025 w 4854130"/>
              <a:gd name="connsiteY38" fmla="*/ 233363 h 3462337"/>
              <a:gd name="connsiteX39" fmla="*/ 1990725 w 4854130"/>
              <a:gd name="connsiteY39" fmla="*/ 185738 h 3462337"/>
              <a:gd name="connsiteX40" fmla="*/ 2027587 w 4854130"/>
              <a:gd name="connsiteY40" fmla="*/ 137065 h 3462337"/>
              <a:gd name="connsiteX41" fmla="*/ 2214563 w 4854130"/>
              <a:gd name="connsiteY41" fmla="*/ 0 h 3462337"/>
              <a:gd name="connsiteX42" fmla="*/ 2424113 w 4854130"/>
              <a:gd name="connsiteY42" fmla="*/ 200025 h 3462337"/>
              <a:gd name="connsiteX43" fmla="*/ 2519363 w 4854130"/>
              <a:gd name="connsiteY43" fmla="*/ 200025 h 3462337"/>
              <a:gd name="connsiteX44" fmla="*/ 2471738 w 4854130"/>
              <a:gd name="connsiteY44" fmla="*/ 66675 h 3462337"/>
              <a:gd name="connsiteX45" fmla="*/ 2643188 w 4854130"/>
              <a:gd name="connsiteY45" fmla="*/ 200025 h 3462337"/>
              <a:gd name="connsiteX46" fmla="*/ 2843213 w 4854130"/>
              <a:gd name="connsiteY46" fmla="*/ 247650 h 3462337"/>
              <a:gd name="connsiteX47" fmla="*/ 2846070 w 4854130"/>
              <a:gd name="connsiteY47" fmla="*/ 239649 h 3462337"/>
              <a:gd name="connsiteX48" fmla="*/ 2847975 w 4854130"/>
              <a:gd name="connsiteY48" fmla="*/ 242888 h 3462337"/>
              <a:gd name="connsiteX49" fmla="*/ 3181350 w 4854130"/>
              <a:gd name="connsiteY49" fmla="*/ 471488 h 3462337"/>
              <a:gd name="connsiteX50" fmla="*/ 3181350 w 4854130"/>
              <a:gd name="connsiteY50" fmla="*/ 604838 h 3462337"/>
              <a:gd name="connsiteX51" fmla="*/ 3543300 w 4854130"/>
              <a:gd name="connsiteY51" fmla="*/ 833438 h 3462337"/>
              <a:gd name="connsiteX52" fmla="*/ 3714750 w 4854130"/>
              <a:gd name="connsiteY52" fmla="*/ 1042988 h 3462337"/>
              <a:gd name="connsiteX53" fmla="*/ 4105275 w 4854130"/>
              <a:gd name="connsiteY53" fmla="*/ 1500188 h 3462337"/>
              <a:gd name="connsiteX54" fmla="*/ 4676775 w 4854130"/>
              <a:gd name="connsiteY54" fmla="*/ 1690688 h 3462337"/>
              <a:gd name="connsiteX55" fmla="*/ 4854131 w 4854130"/>
              <a:gd name="connsiteY55" fmla="*/ 3462338 h 3462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854130" h="3462337">
                <a:moveTo>
                  <a:pt x="4854131" y="3462338"/>
                </a:moveTo>
                <a:lnTo>
                  <a:pt x="1424845" y="3442430"/>
                </a:lnTo>
                <a:lnTo>
                  <a:pt x="619125" y="2890838"/>
                </a:lnTo>
                <a:lnTo>
                  <a:pt x="180975" y="2443163"/>
                </a:lnTo>
                <a:lnTo>
                  <a:pt x="295275" y="2309813"/>
                </a:lnTo>
                <a:lnTo>
                  <a:pt x="504825" y="2252663"/>
                </a:lnTo>
                <a:lnTo>
                  <a:pt x="381000" y="2052638"/>
                </a:lnTo>
                <a:lnTo>
                  <a:pt x="428625" y="1814513"/>
                </a:lnTo>
                <a:cubicBezTo>
                  <a:pt x="428625" y="1814513"/>
                  <a:pt x="114300" y="2043113"/>
                  <a:pt x="95250" y="2052638"/>
                </a:cubicBezTo>
                <a:cubicBezTo>
                  <a:pt x="76200" y="2062163"/>
                  <a:pt x="0" y="1957388"/>
                  <a:pt x="0" y="1957388"/>
                </a:cubicBezTo>
                <a:lnTo>
                  <a:pt x="171450" y="1833563"/>
                </a:lnTo>
                <a:lnTo>
                  <a:pt x="133350" y="1747838"/>
                </a:lnTo>
                <a:lnTo>
                  <a:pt x="438150" y="1585913"/>
                </a:lnTo>
                <a:lnTo>
                  <a:pt x="561975" y="1243013"/>
                </a:lnTo>
                <a:lnTo>
                  <a:pt x="438150" y="1042988"/>
                </a:lnTo>
                <a:lnTo>
                  <a:pt x="581025" y="795338"/>
                </a:lnTo>
                <a:lnTo>
                  <a:pt x="485775" y="661988"/>
                </a:lnTo>
                <a:lnTo>
                  <a:pt x="523875" y="366713"/>
                </a:lnTo>
                <a:lnTo>
                  <a:pt x="913352" y="642842"/>
                </a:lnTo>
                <a:lnTo>
                  <a:pt x="974693" y="686372"/>
                </a:lnTo>
                <a:lnTo>
                  <a:pt x="1047750" y="738188"/>
                </a:lnTo>
                <a:lnTo>
                  <a:pt x="1175575" y="830961"/>
                </a:lnTo>
                <a:lnTo>
                  <a:pt x="1638300" y="1166813"/>
                </a:lnTo>
                <a:lnTo>
                  <a:pt x="1933575" y="1252538"/>
                </a:lnTo>
                <a:lnTo>
                  <a:pt x="2705100" y="1957388"/>
                </a:lnTo>
                <a:lnTo>
                  <a:pt x="2447925" y="1204913"/>
                </a:lnTo>
                <a:lnTo>
                  <a:pt x="2228850" y="1166813"/>
                </a:lnTo>
                <a:lnTo>
                  <a:pt x="2352675" y="1100138"/>
                </a:lnTo>
                <a:lnTo>
                  <a:pt x="2400300" y="947738"/>
                </a:lnTo>
                <a:lnTo>
                  <a:pt x="2295525" y="947738"/>
                </a:lnTo>
                <a:lnTo>
                  <a:pt x="2505075" y="804863"/>
                </a:lnTo>
                <a:lnTo>
                  <a:pt x="2286000" y="728663"/>
                </a:lnTo>
                <a:cubicBezTo>
                  <a:pt x="2286000" y="728663"/>
                  <a:pt x="2114550" y="795338"/>
                  <a:pt x="2085975" y="804863"/>
                </a:cubicBezTo>
                <a:cubicBezTo>
                  <a:pt x="2057400" y="814388"/>
                  <a:pt x="2105025" y="595313"/>
                  <a:pt x="2105025" y="595313"/>
                </a:cubicBezTo>
                <a:lnTo>
                  <a:pt x="2190750" y="433388"/>
                </a:lnTo>
                <a:lnTo>
                  <a:pt x="1971675" y="442913"/>
                </a:lnTo>
                <a:lnTo>
                  <a:pt x="1876425" y="566738"/>
                </a:lnTo>
                <a:lnTo>
                  <a:pt x="1924050" y="366713"/>
                </a:lnTo>
                <a:lnTo>
                  <a:pt x="2105025" y="233363"/>
                </a:lnTo>
                <a:lnTo>
                  <a:pt x="1990725" y="185738"/>
                </a:lnTo>
                <a:lnTo>
                  <a:pt x="2027587" y="137065"/>
                </a:lnTo>
                <a:lnTo>
                  <a:pt x="2214563" y="0"/>
                </a:lnTo>
                <a:lnTo>
                  <a:pt x="2424113" y="200025"/>
                </a:lnTo>
                <a:lnTo>
                  <a:pt x="2519363" y="200025"/>
                </a:lnTo>
                <a:lnTo>
                  <a:pt x="2471738" y="66675"/>
                </a:lnTo>
                <a:lnTo>
                  <a:pt x="2643188" y="200025"/>
                </a:lnTo>
                <a:lnTo>
                  <a:pt x="2843213" y="247650"/>
                </a:lnTo>
                <a:lnTo>
                  <a:pt x="2846070" y="239649"/>
                </a:lnTo>
                <a:lnTo>
                  <a:pt x="2847975" y="242888"/>
                </a:lnTo>
                <a:lnTo>
                  <a:pt x="3181350" y="471488"/>
                </a:lnTo>
                <a:lnTo>
                  <a:pt x="3181350" y="604838"/>
                </a:lnTo>
                <a:lnTo>
                  <a:pt x="3543300" y="833438"/>
                </a:lnTo>
                <a:lnTo>
                  <a:pt x="3714750" y="1042988"/>
                </a:lnTo>
                <a:lnTo>
                  <a:pt x="4105275" y="1500188"/>
                </a:lnTo>
                <a:lnTo>
                  <a:pt x="4676775" y="1690688"/>
                </a:lnTo>
                <a:lnTo>
                  <a:pt x="4854131" y="3462338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5" name="Freeform: Shape 47">
            <a:extLst>
              <a:ext uri="{FF2B5EF4-FFF2-40B4-BE49-F238E27FC236}">
                <a16:creationId xmlns:a16="http://schemas.microsoft.com/office/drawing/2014/main" id="{A9DE1AC1-0F4E-48E7-B60C-9EFBE5767922}"/>
              </a:ext>
            </a:extLst>
          </p:cNvPr>
          <p:cNvSpPr/>
          <p:nvPr/>
        </p:nvSpPr>
        <p:spPr>
          <a:xfrm>
            <a:off x="8051201" y="3820054"/>
            <a:ext cx="3429838" cy="2347912"/>
          </a:xfrm>
          <a:custGeom>
            <a:avLst/>
            <a:gdLst>
              <a:gd name="connsiteX0" fmla="*/ 3429000 w 3429838"/>
              <a:gd name="connsiteY0" fmla="*/ 2347913 h 2347912"/>
              <a:gd name="connsiteX1" fmla="*/ 2597372 w 3429838"/>
              <a:gd name="connsiteY1" fmla="*/ 2345627 h 2347912"/>
              <a:gd name="connsiteX2" fmla="*/ 0 w 3429838"/>
              <a:gd name="connsiteY2" fmla="*/ 2338388 h 2347912"/>
              <a:gd name="connsiteX3" fmla="*/ 1731646 w 3429838"/>
              <a:gd name="connsiteY3" fmla="*/ 58674 h 2347912"/>
              <a:gd name="connsiteX4" fmla="*/ 1773174 w 3429838"/>
              <a:gd name="connsiteY4" fmla="*/ 4286 h 2347912"/>
              <a:gd name="connsiteX5" fmla="*/ 1776413 w 3429838"/>
              <a:gd name="connsiteY5" fmla="*/ 0 h 2347912"/>
              <a:gd name="connsiteX6" fmla="*/ 1781175 w 3429838"/>
              <a:gd name="connsiteY6" fmla="*/ 4953 h 2347912"/>
              <a:gd name="connsiteX7" fmla="*/ 2100263 w 3429838"/>
              <a:gd name="connsiteY7" fmla="*/ 333375 h 2347912"/>
              <a:gd name="connsiteX8" fmla="*/ 2024063 w 3429838"/>
              <a:gd name="connsiteY8" fmla="*/ 504825 h 2347912"/>
              <a:gd name="connsiteX9" fmla="*/ 2262188 w 3429838"/>
              <a:gd name="connsiteY9" fmla="*/ 971550 h 2347912"/>
              <a:gd name="connsiteX10" fmla="*/ 2576513 w 3429838"/>
              <a:gd name="connsiteY10" fmla="*/ 1066800 h 2347912"/>
              <a:gd name="connsiteX11" fmla="*/ 3052763 w 3429838"/>
              <a:gd name="connsiteY11" fmla="*/ 1952625 h 2347912"/>
              <a:gd name="connsiteX12" fmla="*/ 3056953 w 3429838"/>
              <a:gd name="connsiteY12" fmla="*/ 1957102 h 2347912"/>
              <a:gd name="connsiteX13" fmla="*/ 3061431 w 3429838"/>
              <a:gd name="connsiteY13" fmla="*/ 1961674 h 2347912"/>
              <a:gd name="connsiteX14" fmla="*/ 3063526 w 3429838"/>
              <a:gd name="connsiteY14" fmla="*/ 1963769 h 2347912"/>
              <a:gd name="connsiteX15" fmla="*/ 3069050 w 3429838"/>
              <a:gd name="connsiteY15" fmla="*/ 1969103 h 2347912"/>
              <a:gd name="connsiteX16" fmla="*/ 3081910 w 3429838"/>
              <a:gd name="connsiteY16" fmla="*/ 1980533 h 2347912"/>
              <a:gd name="connsiteX17" fmla="*/ 3087624 w 3429838"/>
              <a:gd name="connsiteY17" fmla="*/ 1985391 h 2347912"/>
              <a:gd name="connsiteX18" fmla="*/ 3093530 w 3429838"/>
              <a:gd name="connsiteY18" fmla="*/ 1990344 h 2347912"/>
              <a:gd name="connsiteX19" fmla="*/ 3346133 w 3429838"/>
              <a:gd name="connsiteY19" fmla="*/ 2190179 h 2347912"/>
              <a:gd name="connsiteX20" fmla="*/ 3348799 w 3429838"/>
              <a:gd name="connsiteY20" fmla="*/ 2192845 h 2347912"/>
              <a:gd name="connsiteX21" fmla="*/ 3418714 w 3429838"/>
              <a:gd name="connsiteY21" fmla="*/ 2286286 h 2347912"/>
              <a:gd name="connsiteX22" fmla="*/ 3419189 w 3429838"/>
              <a:gd name="connsiteY22" fmla="*/ 2287143 h 2347912"/>
              <a:gd name="connsiteX23" fmla="*/ 3429000 w 3429838"/>
              <a:gd name="connsiteY23" fmla="*/ 2347913 h 234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429838" h="2347912">
                <a:moveTo>
                  <a:pt x="3429000" y="2347913"/>
                </a:moveTo>
                <a:lnTo>
                  <a:pt x="2597372" y="2345627"/>
                </a:lnTo>
                <a:lnTo>
                  <a:pt x="0" y="2338388"/>
                </a:lnTo>
                <a:lnTo>
                  <a:pt x="1731646" y="58674"/>
                </a:lnTo>
                <a:lnTo>
                  <a:pt x="1773174" y="4286"/>
                </a:lnTo>
                <a:lnTo>
                  <a:pt x="1776413" y="0"/>
                </a:lnTo>
                <a:lnTo>
                  <a:pt x="1781175" y="4953"/>
                </a:lnTo>
                <a:lnTo>
                  <a:pt x="2100263" y="333375"/>
                </a:lnTo>
                <a:lnTo>
                  <a:pt x="2024063" y="504825"/>
                </a:lnTo>
                <a:cubicBezTo>
                  <a:pt x="2024063" y="504825"/>
                  <a:pt x="2224088" y="971550"/>
                  <a:pt x="2262188" y="971550"/>
                </a:cubicBezTo>
                <a:cubicBezTo>
                  <a:pt x="2300288" y="971550"/>
                  <a:pt x="2576513" y="1066800"/>
                  <a:pt x="2576513" y="1066800"/>
                </a:cubicBezTo>
                <a:cubicBezTo>
                  <a:pt x="2576513" y="1066800"/>
                  <a:pt x="2967038" y="1857375"/>
                  <a:pt x="3052763" y="1952625"/>
                </a:cubicBezTo>
                <a:cubicBezTo>
                  <a:pt x="3054096" y="1954149"/>
                  <a:pt x="3055525" y="1955578"/>
                  <a:pt x="3056953" y="1957102"/>
                </a:cubicBezTo>
                <a:cubicBezTo>
                  <a:pt x="3058382" y="1958626"/>
                  <a:pt x="3059906" y="1960150"/>
                  <a:pt x="3061431" y="1961674"/>
                </a:cubicBezTo>
                <a:cubicBezTo>
                  <a:pt x="3062097" y="1962340"/>
                  <a:pt x="3062764" y="1963102"/>
                  <a:pt x="3063526" y="1963769"/>
                </a:cubicBezTo>
                <a:cubicBezTo>
                  <a:pt x="3065335" y="1965484"/>
                  <a:pt x="3067145" y="1967293"/>
                  <a:pt x="3069050" y="1969103"/>
                </a:cubicBezTo>
                <a:cubicBezTo>
                  <a:pt x="3073051" y="1972818"/>
                  <a:pt x="3077337" y="1976628"/>
                  <a:pt x="3081910" y="1980533"/>
                </a:cubicBezTo>
                <a:cubicBezTo>
                  <a:pt x="3083814" y="1982248"/>
                  <a:pt x="3085623" y="1983867"/>
                  <a:pt x="3087624" y="1985391"/>
                </a:cubicBezTo>
                <a:cubicBezTo>
                  <a:pt x="3089529" y="1987010"/>
                  <a:pt x="3091529" y="1988725"/>
                  <a:pt x="3093530" y="1990344"/>
                </a:cubicBezTo>
                <a:cubicBezTo>
                  <a:pt x="3161539" y="2046541"/>
                  <a:pt x="3270695" y="2116645"/>
                  <a:pt x="3346133" y="2190179"/>
                </a:cubicBezTo>
                <a:cubicBezTo>
                  <a:pt x="3346990" y="2191036"/>
                  <a:pt x="3347942" y="2191988"/>
                  <a:pt x="3348799" y="2192845"/>
                </a:cubicBezTo>
                <a:cubicBezTo>
                  <a:pt x="3380041" y="2223611"/>
                  <a:pt x="3405188" y="2255044"/>
                  <a:pt x="3418714" y="2286286"/>
                </a:cubicBezTo>
                <a:cubicBezTo>
                  <a:pt x="3418903" y="2286572"/>
                  <a:pt x="3418998" y="2286857"/>
                  <a:pt x="3419189" y="2287143"/>
                </a:cubicBezTo>
                <a:cubicBezTo>
                  <a:pt x="3427857" y="2307527"/>
                  <a:pt x="3431667" y="2327910"/>
                  <a:pt x="3429000" y="2347913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8" name="Freeform: Shape 49">
            <a:extLst>
              <a:ext uri="{FF2B5EF4-FFF2-40B4-BE49-F238E27FC236}">
                <a16:creationId xmlns:a16="http://schemas.microsoft.com/office/drawing/2014/main" id="{82893F36-A702-459D-96FA-9432AF1FE1E9}"/>
              </a:ext>
            </a:extLst>
          </p:cNvPr>
          <p:cNvSpPr/>
          <p:nvPr/>
        </p:nvSpPr>
        <p:spPr>
          <a:xfrm>
            <a:off x="9360888" y="3824340"/>
            <a:ext cx="2128837" cy="2353151"/>
          </a:xfrm>
          <a:custGeom>
            <a:avLst/>
            <a:gdLst>
              <a:gd name="connsiteX0" fmla="*/ 2128838 w 2128837"/>
              <a:gd name="connsiteY0" fmla="*/ 2353152 h 2353151"/>
              <a:gd name="connsiteX1" fmla="*/ 1290638 w 2128837"/>
              <a:gd name="connsiteY1" fmla="*/ 2343627 h 2353151"/>
              <a:gd name="connsiteX2" fmla="*/ 1287684 w 2128837"/>
              <a:gd name="connsiteY2" fmla="*/ 2341341 h 2353151"/>
              <a:gd name="connsiteX3" fmla="*/ 333375 w 2128837"/>
              <a:gd name="connsiteY3" fmla="*/ 1586389 h 2353151"/>
              <a:gd name="connsiteX4" fmla="*/ 0 w 2128837"/>
              <a:gd name="connsiteY4" fmla="*/ 1748314 h 2353151"/>
              <a:gd name="connsiteX5" fmla="*/ 190500 w 2128837"/>
              <a:gd name="connsiteY5" fmla="*/ 1033939 h 2353151"/>
              <a:gd name="connsiteX6" fmla="*/ 190500 w 2128837"/>
              <a:gd name="connsiteY6" fmla="*/ 824389 h 2353151"/>
              <a:gd name="connsiteX7" fmla="*/ 409575 w 2128837"/>
              <a:gd name="connsiteY7" fmla="*/ 662464 h 2353151"/>
              <a:gd name="connsiteX8" fmla="*/ 485775 w 2128837"/>
              <a:gd name="connsiteY8" fmla="*/ 357664 h 2353151"/>
              <a:gd name="connsiteX9" fmla="*/ 421958 w 2128837"/>
              <a:gd name="connsiteY9" fmla="*/ 54388 h 2353151"/>
              <a:gd name="connsiteX10" fmla="*/ 463487 w 2128837"/>
              <a:gd name="connsiteY10" fmla="*/ 0 h 2353151"/>
              <a:gd name="connsiteX11" fmla="*/ 471488 w 2128837"/>
              <a:gd name="connsiteY11" fmla="*/ 667 h 2353151"/>
              <a:gd name="connsiteX12" fmla="*/ 790575 w 2128837"/>
              <a:gd name="connsiteY12" fmla="*/ 329089 h 2353151"/>
              <a:gd name="connsiteX13" fmla="*/ 714375 w 2128837"/>
              <a:gd name="connsiteY13" fmla="*/ 500539 h 2353151"/>
              <a:gd name="connsiteX14" fmla="*/ 952500 w 2128837"/>
              <a:gd name="connsiteY14" fmla="*/ 967264 h 2353151"/>
              <a:gd name="connsiteX15" fmla="*/ 1266825 w 2128837"/>
              <a:gd name="connsiteY15" fmla="*/ 1062514 h 2353151"/>
              <a:gd name="connsiteX16" fmla="*/ 1743075 w 2128837"/>
              <a:gd name="connsiteY16" fmla="*/ 1948339 h 2353151"/>
              <a:gd name="connsiteX17" fmla="*/ 1747266 w 2128837"/>
              <a:gd name="connsiteY17" fmla="*/ 1952815 h 2353151"/>
              <a:gd name="connsiteX18" fmla="*/ 1751743 w 2128837"/>
              <a:gd name="connsiteY18" fmla="*/ 1957388 h 2353151"/>
              <a:gd name="connsiteX19" fmla="*/ 1753838 w 2128837"/>
              <a:gd name="connsiteY19" fmla="*/ 1959483 h 2353151"/>
              <a:gd name="connsiteX20" fmla="*/ 1759362 w 2128837"/>
              <a:gd name="connsiteY20" fmla="*/ 1964817 h 2353151"/>
              <a:gd name="connsiteX21" fmla="*/ 1772222 w 2128837"/>
              <a:gd name="connsiteY21" fmla="*/ 1976247 h 2353151"/>
              <a:gd name="connsiteX22" fmla="*/ 1777937 w 2128837"/>
              <a:gd name="connsiteY22" fmla="*/ 1981105 h 2353151"/>
              <a:gd name="connsiteX23" fmla="*/ 1783842 w 2128837"/>
              <a:gd name="connsiteY23" fmla="*/ 1986058 h 2353151"/>
              <a:gd name="connsiteX24" fmla="*/ 2036446 w 2128837"/>
              <a:gd name="connsiteY24" fmla="*/ 2185893 h 2353151"/>
              <a:gd name="connsiteX25" fmla="*/ 2039112 w 2128837"/>
              <a:gd name="connsiteY25" fmla="*/ 2188559 h 2353151"/>
              <a:gd name="connsiteX26" fmla="*/ 2109026 w 2128837"/>
              <a:gd name="connsiteY26" fmla="*/ 2281999 h 2353151"/>
              <a:gd name="connsiteX27" fmla="*/ 2109502 w 2128837"/>
              <a:gd name="connsiteY27" fmla="*/ 2282857 h 2353151"/>
              <a:gd name="connsiteX28" fmla="*/ 2128838 w 2128837"/>
              <a:gd name="connsiteY28" fmla="*/ 2353152 h 235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128837" h="2353151">
                <a:moveTo>
                  <a:pt x="2128838" y="2353152"/>
                </a:moveTo>
                <a:lnTo>
                  <a:pt x="1290638" y="2343627"/>
                </a:lnTo>
                <a:lnTo>
                  <a:pt x="1287684" y="2341341"/>
                </a:lnTo>
                <a:lnTo>
                  <a:pt x="333375" y="1586389"/>
                </a:lnTo>
                <a:lnTo>
                  <a:pt x="0" y="1748314"/>
                </a:lnTo>
                <a:lnTo>
                  <a:pt x="190500" y="1033939"/>
                </a:lnTo>
                <a:lnTo>
                  <a:pt x="190500" y="824389"/>
                </a:lnTo>
                <a:lnTo>
                  <a:pt x="409575" y="662464"/>
                </a:lnTo>
                <a:lnTo>
                  <a:pt x="485775" y="357664"/>
                </a:lnTo>
                <a:lnTo>
                  <a:pt x="421958" y="54388"/>
                </a:lnTo>
                <a:lnTo>
                  <a:pt x="463487" y="0"/>
                </a:lnTo>
                <a:lnTo>
                  <a:pt x="471488" y="667"/>
                </a:lnTo>
                <a:lnTo>
                  <a:pt x="790575" y="329089"/>
                </a:lnTo>
                <a:lnTo>
                  <a:pt x="714375" y="500539"/>
                </a:lnTo>
                <a:cubicBezTo>
                  <a:pt x="714375" y="500539"/>
                  <a:pt x="914400" y="967264"/>
                  <a:pt x="952500" y="967264"/>
                </a:cubicBezTo>
                <a:cubicBezTo>
                  <a:pt x="990600" y="967264"/>
                  <a:pt x="1266825" y="1062514"/>
                  <a:pt x="1266825" y="1062514"/>
                </a:cubicBezTo>
                <a:cubicBezTo>
                  <a:pt x="1266825" y="1062514"/>
                  <a:pt x="1657350" y="1853089"/>
                  <a:pt x="1743075" y="1948339"/>
                </a:cubicBezTo>
                <a:cubicBezTo>
                  <a:pt x="1744409" y="1949863"/>
                  <a:pt x="1745838" y="1951292"/>
                  <a:pt x="1747266" y="1952815"/>
                </a:cubicBezTo>
                <a:cubicBezTo>
                  <a:pt x="1748694" y="1954340"/>
                  <a:pt x="1750123" y="1955864"/>
                  <a:pt x="1751743" y="1957388"/>
                </a:cubicBezTo>
                <a:cubicBezTo>
                  <a:pt x="1752409" y="1958054"/>
                  <a:pt x="1753077" y="1958816"/>
                  <a:pt x="1753838" y="1959483"/>
                </a:cubicBezTo>
                <a:cubicBezTo>
                  <a:pt x="1755648" y="1961198"/>
                  <a:pt x="1757458" y="1963007"/>
                  <a:pt x="1759362" y="1964817"/>
                </a:cubicBezTo>
                <a:cubicBezTo>
                  <a:pt x="1763363" y="1968532"/>
                  <a:pt x="1767649" y="1972342"/>
                  <a:pt x="1772222" y="1976247"/>
                </a:cubicBezTo>
                <a:cubicBezTo>
                  <a:pt x="1774031" y="1977866"/>
                  <a:pt x="1775936" y="1979485"/>
                  <a:pt x="1777937" y="1981105"/>
                </a:cubicBezTo>
                <a:cubicBezTo>
                  <a:pt x="1779841" y="1982724"/>
                  <a:pt x="1781841" y="1984439"/>
                  <a:pt x="1783842" y="1986058"/>
                </a:cubicBezTo>
                <a:cubicBezTo>
                  <a:pt x="1851756" y="2041589"/>
                  <a:pt x="1959483" y="2108645"/>
                  <a:pt x="2036446" y="2185893"/>
                </a:cubicBezTo>
                <a:cubicBezTo>
                  <a:pt x="2037302" y="2186749"/>
                  <a:pt x="2038255" y="2187702"/>
                  <a:pt x="2039112" y="2188559"/>
                </a:cubicBezTo>
                <a:cubicBezTo>
                  <a:pt x="2068354" y="2218277"/>
                  <a:pt x="2093023" y="2249424"/>
                  <a:pt x="2109026" y="2281999"/>
                </a:cubicBezTo>
                <a:cubicBezTo>
                  <a:pt x="2109216" y="2282286"/>
                  <a:pt x="2109311" y="2282571"/>
                  <a:pt x="2109502" y="2282857"/>
                </a:cubicBezTo>
                <a:cubicBezTo>
                  <a:pt x="2120551" y="2305622"/>
                  <a:pt x="2127504" y="2329053"/>
                  <a:pt x="2128838" y="2353152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9" name="Freeform: Shape 62">
            <a:extLst>
              <a:ext uri="{FF2B5EF4-FFF2-40B4-BE49-F238E27FC236}">
                <a16:creationId xmlns:a16="http://schemas.microsoft.com/office/drawing/2014/main" id="{CCEE5F90-ADAF-4AFB-A470-3D262D9F8BD9}"/>
              </a:ext>
            </a:extLst>
          </p:cNvPr>
          <p:cNvSpPr/>
          <p:nvPr/>
        </p:nvSpPr>
        <p:spPr>
          <a:xfrm>
            <a:off x="1688501" y="4077229"/>
            <a:ext cx="4152900" cy="2081212"/>
          </a:xfrm>
          <a:custGeom>
            <a:avLst/>
            <a:gdLst>
              <a:gd name="connsiteX0" fmla="*/ 4152900 w 4152900"/>
              <a:gd name="connsiteY0" fmla="*/ 2043113 h 2081212"/>
              <a:gd name="connsiteX1" fmla="*/ 3562350 w 4152900"/>
              <a:gd name="connsiteY1" fmla="*/ 2043113 h 2081212"/>
              <a:gd name="connsiteX2" fmla="*/ 0 w 4152900"/>
              <a:gd name="connsiteY2" fmla="*/ 2081213 h 2081212"/>
              <a:gd name="connsiteX3" fmla="*/ 1519238 w 4152900"/>
              <a:gd name="connsiteY3" fmla="*/ 0 h 2081212"/>
              <a:gd name="connsiteX4" fmla="*/ 1966913 w 4152900"/>
              <a:gd name="connsiteY4" fmla="*/ 352425 h 2081212"/>
              <a:gd name="connsiteX5" fmla="*/ 1966913 w 4152900"/>
              <a:gd name="connsiteY5" fmla="*/ 476250 h 2081212"/>
              <a:gd name="connsiteX6" fmla="*/ 2176463 w 4152900"/>
              <a:gd name="connsiteY6" fmla="*/ 628650 h 2081212"/>
              <a:gd name="connsiteX7" fmla="*/ 2443163 w 4152900"/>
              <a:gd name="connsiteY7" fmla="*/ 266700 h 2081212"/>
              <a:gd name="connsiteX8" fmla="*/ 2871788 w 4152900"/>
              <a:gd name="connsiteY8" fmla="*/ 685800 h 2081212"/>
              <a:gd name="connsiteX9" fmla="*/ 3014663 w 4152900"/>
              <a:gd name="connsiteY9" fmla="*/ 1019175 h 2081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2900" h="2081212">
                <a:moveTo>
                  <a:pt x="4152900" y="2043113"/>
                </a:moveTo>
                <a:lnTo>
                  <a:pt x="3562350" y="2043113"/>
                </a:lnTo>
                <a:lnTo>
                  <a:pt x="0" y="2081213"/>
                </a:lnTo>
                <a:lnTo>
                  <a:pt x="1519238" y="0"/>
                </a:lnTo>
                <a:lnTo>
                  <a:pt x="1966913" y="352425"/>
                </a:lnTo>
                <a:lnTo>
                  <a:pt x="1966913" y="476250"/>
                </a:lnTo>
                <a:lnTo>
                  <a:pt x="2176463" y="628650"/>
                </a:lnTo>
                <a:lnTo>
                  <a:pt x="2443163" y="266700"/>
                </a:lnTo>
                <a:lnTo>
                  <a:pt x="2871788" y="685800"/>
                </a:lnTo>
                <a:lnTo>
                  <a:pt x="3014663" y="1019175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1" name="Freeform: Shape 14">
            <a:extLst>
              <a:ext uri="{FF2B5EF4-FFF2-40B4-BE49-F238E27FC236}">
                <a16:creationId xmlns:a16="http://schemas.microsoft.com/office/drawing/2014/main" id="{3601EAF4-323B-454D-BB47-AC17A95F8D45}"/>
              </a:ext>
            </a:extLst>
          </p:cNvPr>
          <p:cNvSpPr/>
          <p:nvPr/>
        </p:nvSpPr>
        <p:spPr>
          <a:xfrm>
            <a:off x="3869249" y="2577042"/>
            <a:ext cx="6078569" cy="3538537"/>
          </a:xfrm>
          <a:custGeom>
            <a:avLst/>
            <a:gdLst>
              <a:gd name="connsiteX0" fmla="*/ 6078569 w 6078569"/>
              <a:gd name="connsiteY0" fmla="*/ 3538538 h 3538537"/>
              <a:gd name="connsiteX1" fmla="*/ 2649284 w 6078569"/>
              <a:gd name="connsiteY1" fmla="*/ 3518630 h 3538537"/>
              <a:gd name="connsiteX2" fmla="*/ 0 w 6078569"/>
              <a:gd name="connsiteY2" fmla="*/ 3503200 h 3538537"/>
              <a:gd name="connsiteX3" fmla="*/ 157639 w 6078569"/>
              <a:gd name="connsiteY3" fmla="*/ 2462213 h 3538537"/>
              <a:gd name="connsiteX4" fmla="*/ 748189 w 6078569"/>
              <a:gd name="connsiteY4" fmla="*/ 1500188 h 3538537"/>
              <a:gd name="connsiteX5" fmla="*/ 1014889 w 6078569"/>
              <a:gd name="connsiteY5" fmla="*/ 1300163 h 3538537"/>
              <a:gd name="connsiteX6" fmla="*/ 1748314 w 6078569"/>
              <a:gd name="connsiteY6" fmla="*/ 442913 h 3538537"/>
              <a:gd name="connsiteX7" fmla="*/ 2195989 w 6078569"/>
              <a:gd name="connsiteY7" fmla="*/ 766763 h 3538537"/>
              <a:gd name="connsiteX8" fmla="*/ 2199132 w 6078569"/>
              <a:gd name="connsiteY8" fmla="*/ 762572 h 3538537"/>
              <a:gd name="connsiteX9" fmla="*/ 2443639 w 6078569"/>
              <a:gd name="connsiteY9" fmla="*/ 442913 h 3538537"/>
              <a:gd name="connsiteX10" fmla="*/ 2605564 w 6078569"/>
              <a:gd name="connsiteY10" fmla="*/ 376238 h 3538537"/>
              <a:gd name="connsiteX11" fmla="*/ 2670238 w 6078569"/>
              <a:gd name="connsiteY11" fmla="*/ 279273 h 3538537"/>
              <a:gd name="connsiteX12" fmla="*/ 3010376 w 6078569"/>
              <a:gd name="connsiteY12" fmla="*/ 28575 h 3538537"/>
              <a:gd name="connsiteX13" fmla="*/ 3010376 w 6078569"/>
              <a:gd name="connsiteY13" fmla="*/ 152400 h 3538537"/>
              <a:gd name="connsiteX14" fmla="*/ 2924651 w 6078569"/>
              <a:gd name="connsiteY14" fmla="*/ 276225 h 3538537"/>
              <a:gd name="connsiteX15" fmla="*/ 3134201 w 6078569"/>
              <a:gd name="connsiteY15" fmla="*/ 152400 h 3538537"/>
              <a:gd name="connsiteX16" fmla="*/ 3181826 w 6078569"/>
              <a:gd name="connsiteY16" fmla="*/ 0 h 3538537"/>
              <a:gd name="connsiteX17" fmla="*/ 3267551 w 6078569"/>
              <a:gd name="connsiteY17" fmla="*/ 38100 h 3538537"/>
              <a:gd name="connsiteX18" fmla="*/ 3252025 w 6078569"/>
              <a:gd name="connsiteY18" fmla="*/ 213265 h 3538537"/>
              <a:gd name="connsiteX19" fmla="*/ 3439001 w 6078569"/>
              <a:gd name="connsiteY19" fmla="*/ 76200 h 3538537"/>
              <a:gd name="connsiteX20" fmla="*/ 3648551 w 6078569"/>
              <a:gd name="connsiteY20" fmla="*/ 276225 h 3538537"/>
              <a:gd name="connsiteX21" fmla="*/ 3743801 w 6078569"/>
              <a:gd name="connsiteY21" fmla="*/ 276225 h 3538537"/>
              <a:gd name="connsiteX22" fmla="*/ 3696176 w 6078569"/>
              <a:gd name="connsiteY22" fmla="*/ 142875 h 3538537"/>
              <a:gd name="connsiteX23" fmla="*/ 3867626 w 6078569"/>
              <a:gd name="connsiteY23" fmla="*/ 276225 h 3538537"/>
              <a:gd name="connsiteX24" fmla="*/ 4067651 w 6078569"/>
              <a:gd name="connsiteY24" fmla="*/ 323850 h 3538537"/>
              <a:gd name="connsiteX25" fmla="*/ 4070509 w 6078569"/>
              <a:gd name="connsiteY25" fmla="*/ 315849 h 3538537"/>
              <a:gd name="connsiteX26" fmla="*/ 4072414 w 6078569"/>
              <a:gd name="connsiteY26" fmla="*/ 319088 h 3538537"/>
              <a:gd name="connsiteX27" fmla="*/ 4405789 w 6078569"/>
              <a:gd name="connsiteY27" fmla="*/ 547688 h 3538537"/>
              <a:gd name="connsiteX28" fmla="*/ 4405789 w 6078569"/>
              <a:gd name="connsiteY28" fmla="*/ 681038 h 3538537"/>
              <a:gd name="connsiteX29" fmla="*/ 4767739 w 6078569"/>
              <a:gd name="connsiteY29" fmla="*/ 909638 h 3538537"/>
              <a:gd name="connsiteX30" fmla="*/ 4939189 w 6078569"/>
              <a:gd name="connsiteY30" fmla="*/ 1119188 h 3538537"/>
              <a:gd name="connsiteX31" fmla="*/ 5329714 w 6078569"/>
              <a:gd name="connsiteY31" fmla="*/ 1576388 h 3538537"/>
              <a:gd name="connsiteX32" fmla="*/ 5901214 w 6078569"/>
              <a:gd name="connsiteY32" fmla="*/ 1766888 h 3538537"/>
              <a:gd name="connsiteX33" fmla="*/ 6078569 w 6078569"/>
              <a:gd name="connsiteY33" fmla="*/ 3538538 h 3538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8569" h="3538537">
                <a:moveTo>
                  <a:pt x="6078569" y="3538538"/>
                </a:moveTo>
                <a:lnTo>
                  <a:pt x="2649284" y="3518630"/>
                </a:lnTo>
                <a:lnTo>
                  <a:pt x="0" y="3503200"/>
                </a:lnTo>
                <a:lnTo>
                  <a:pt x="157639" y="2462213"/>
                </a:lnTo>
                <a:lnTo>
                  <a:pt x="748189" y="1500188"/>
                </a:lnTo>
                <a:lnTo>
                  <a:pt x="1014889" y="1300163"/>
                </a:lnTo>
                <a:lnTo>
                  <a:pt x="1748314" y="442913"/>
                </a:lnTo>
                <a:lnTo>
                  <a:pt x="2195989" y="766763"/>
                </a:lnTo>
                <a:lnTo>
                  <a:pt x="2199132" y="762572"/>
                </a:lnTo>
                <a:lnTo>
                  <a:pt x="2443639" y="442913"/>
                </a:lnTo>
                <a:lnTo>
                  <a:pt x="2605564" y="376238"/>
                </a:lnTo>
                <a:lnTo>
                  <a:pt x="2670238" y="279273"/>
                </a:lnTo>
                <a:cubicBezTo>
                  <a:pt x="2877026" y="123825"/>
                  <a:pt x="3010376" y="28575"/>
                  <a:pt x="3010376" y="28575"/>
                </a:cubicBezTo>
                <a:lnTo>
                  <a:pt x="3010376" y="152400"/>
                </a:lnTo>
                <a:lnTo>
                  <a:pt x="2924651" y="276225"/>
                </a:lnTo>
                <a:lnTo>
                  <a:pt x="3134201" y="152400"/>
                </a:lnTo>
                <a:lnTo>
                  <a:pt x="3181826" y="0"/>
                </a:lnTo>
                <a:lnTo>
                  <a:pt x="3267551" y="38100"/>
                </a:lnTo>
                <a:lnTo>
                  <a:pt x="3252025" y="213265"/>
                </a:lnTo>
                <a:lnTo>
                  <a:pt x="3439001" y="76200"/>
                </a:lnTo>
                <a:lnTo>
                  <a:pt x="3648551" y="276225"/>
                </a:lnTo>
                <a:lnTo>
                  <a:pt x="3743801" y="276225"/>
                </a:lnTo>
                <a:lnTo>
                  <a:pt x="3696176" y="142875"/>
                </a:lnTo>
                <a:lnTo>
                  <a:pt x="3867626" y="276225"/>
                </a:lnTo>
                <a:lnTo>
                  <a:pt x="4067651" y="323850"/>
                </a:lnTo>
                <a:lnTo>
                  <a:pt x="4070509" y="315849"/>
                </a:lnTo>
                <a:lnTo>
                  <a:pt x="4072414" y="319088"/>
                </a:lnTo>
                <a:lnTo>
                  <a:pt x="4405789" y="547688"/>
                </a:lnTo>
                <a:lnTo>
                  <a:pt x="4405789" y="681038"/>
                </a:lnTo>
                <a:lnTo>
                  <a:pt x="4767739" y="909638"/>
                </a:lnTo>
                <a:lnTo>
                  <a:pt x="4939189" y="1119188"/>
                </a:lnTo>
                <a:lnTo>
                  <a:pt x="5329714" y="1576388"/>
                </a:lnTo>
                <a:lnTo>
                  <a:pt x="5901214" y="1766888"/>
                </a:lnTo>
                <a:lnTo>
                  <a:pt x="6078569" y="3538538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2" name="Freeform: Shape 17">
            <a:extLst>
              <a:ext uri="{FF2B5EF4-FFF2-40B4-BE49-F238E27FC236}">
                <a16:creationId xmlns:a16="http://schemas.microsoft.com/office/drawing/2014/main" id="{35181268-0778-41D9-B5E1-F786D0055CD2}"/>
              </a:ext>
            </a:extLst>
          </p:cNvPr>
          <p:cNvSpPr/>
          <p:nvPr/>
        </p:nvSpPr>
        <p:spPr>
          <a:xfrm>
            <a:off x="7121275" y="1943629"/>
            <a:ext cx="818483" cy="957262"/>
          </a:xfrm>
          <a:custGeom>
            <a:avLst/>
            <a:gdLst>
              <a:gd name="connsiteX0" fmla="*/ 818483 w 818483"/>
              <a:gd name="connsiteY0" fmla="*/ 949262 h 957262"/>
              <a:gd name="connsiteX1" fmla="*/ 815626 w 818483"/>
              <a:gd name="connsiteY1" fmla="*/ 957263 h 957262"/>
              <a:gd name="connsiteX2" fmla="*/ 615601 w 818483"/>
              <a:gd name="connsiteY2" fmla="*/ 909638 h 957262"/>
              <a:gd name="connsiteX3" fmla="*/ 444151 w 818483"/>
              <a:gd name="connsiteY3" fmla="*/ 776288 h 957262"/>
              <a:gd name="connsiteX4" fmla="*/ 491776 w 818483"/>
              <a:gd name="connsiteY4" fmla="*/ 909638 h 957262"/>
              <a:gd name="connsiteX5" fmla="*/ 396526 w 818483"/>
              <a:gd name="connsiteY5" fmla="*/ 909638 h 957262"/>
              <a:gd name="connsiteX6" fmla="*/ 186976 w 818483"/>
              <a:gd name="connsiteY6" fmla="*/ 709613 h 957262"/>
              <a:gd name="connsiteX7" fmla="*/ 0 w 818483"/>
              <a:gd name="connsiteY7" fmla="*/ 846677 h 957262"/>
              <a:gd name="connsiteX8" fmla="*/ 201263 w 818483"/>
              <a:gd name="connsiteY8" fmla="*/ 581025 h 957262"/>
              <a:gd name="connsiteX9" fmla="*/ 58388 w 818483"/>
              <a:gd name="connsiteY9" fmla="*/ 352425 h 957262"/>
              <a:gd name="connsiteX10" fmla="*/ 86963 w 818483"/>
              <a:gd name="connsiteY10" fmla="*/ 0 h 957262"/>
              <a:gd name="connsiteX11" fmla="*/ 515588 w 818483"/>
              <a:gd name="connsiteY11" fmla="*/ 419100 h 95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18483" h="957262">
                <a:moveTo>
                  <a:pt x="818483" y="949262"/>
                </a:moveTo>
                <a:lnTo>
                  <a:pt x="815626" y="957263"/>
                </a:lnTo>
                <a:lnTo>
                  <a:pt x="615601" y="909638"/>
                </a:lnTo>
                <a:lnTo>
                  <a:pt x="444151" y="776288"/>
                </a:lnTo>
                <a:lnTo>
                  <a:pt x="491776" y="909638"/>
                </a:lnTo>
                <a:lnTo>
                  <a:pt x="396526" y="909638"/>
                </a:lnTo>
                <a:lnTo>
                  <a:pt x="186976" y="709613"/>
                </a:lnTo>
                <a:lnTo>
                  <a:pt x="0" y="846677"/>
                </a:lnTo>
                <a:lnTo>
                  <a:pt x="201263" y="581025"/>
                </a:lnTo>
                <a:lnTo>
                  <a:pt x="58388" y="352425"/>
                </a:lnTo>
                <a:lnTo>
                  <a:pt x="86963" y="0"/>
                </a:lnTo>
                <a:lnTo>
                  <a:pt x="515588" y="419100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3" name="Freeform: Shape 18">
            <a:extLst>
              <a:ext uri="{FF2B5EF4-FFF2-40B4-BE49-F238E27FC236}">
                <a16:creationId xmlns:a16="http://schemas.microsoft.com/office/drawing/2014/main" id="{D4B0A868-1E89-4705-AA3D-43D9B5EDCA7A}"/>
              </a:ext>
            </a:extLst>
          </p:cNvPr>
          <p:cNvSpPr/>
          <p:nvPr/>
        </p:nvSpPr>
        <p:spPr>
          <a:xfrm>
            <a:off x="6539488" y="1943629"/>
            <a:ext cx="783050" cy="912685"/>
          </a:xfrm>
          <a:custGeom>
            <a:avLst/>
            <a:gdLst>
              <a:gd name="connsiteX0" fmla="*/ 581787 w 783050"/>
              <a:gd name="connsiteY0" fmla="*/ 846677 h 912685"/>
              <a:gd name="connsiteX1" fmla="*/ 597313 w 783050"/>
              <a:gd name="connsiteY1" fmla="*/ 671513 h 912685"/>
              <a:gd name="connsiteX2" fmla="*/ 511588 w 783050"/>
              <a:gd name="connsiteY2" fmla="*/ 633413 h 912685"/>
              <a:gd name="connsiteX3" fmla="*/ 463963 w 783050"/>
              <a:gd name="connsiteY3" fmla="*/ 785813 h 912685"/>
              <a:gd name="connsiteX4" fmla="*/ 254413 w 783050"/>
              <a:gd name="connsiteY4" fmla="*/ 909638 h 912685"/>
              <a:gd name="connsiteX5" fmla="*/ 340138 w 783050"/>
              <a:gd name="connsiteY5" fmla="*/ 785813 h 912685"/>
              <a:gd name="connsiteX6" fmla="*/ 340138 w 783050"/>
              <a:gd name="connsiteY6" fmla="*/ 661988 h 912685"/>
              <a:gd name="connsiteX7" fmla="*/ 0 w 783050"/>
              <a:gd name="connsiteY7" fmla="*/ 912686 h 912685"/>
              <a:gd name="connsiteX8" fmla="*/ 259175 w 783050"/>
              <a:gd name="connsiteY8" fmla="*/ 523875 h 912685"/>
              <a:gd name="connsiteX9" fmla="*/ 506825 w 783050"/>
              <a:gd name="connsiteY9" fmla="*/ 352425 h 912685"/>
              <a:gd name="connsiteX10" fmla="*/ 668750 w 783050"/>
              <a:gd name="connsiteY10" fmla="*/ 0 h 912685"/>
              <a:gd name="connsiteX11" fmla="*/ 640175 w 783050"/>
              <a:gd name="connsiteY11" fmla="*/ 352425 h 912685"/>
              <a:gd name="connsiteX12" fmla="*/ 783050 w 783050"/>
              <a:gd name="connsiteY12" fmla="*/ 581025 h 912685"/>
              <a:gd name="connsiteX13" fmla="*/ 581787 w 783050"/>
              <a:gd name="connsiteY13" fmla="*/ 846677 h 912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83050" h="912685">
                <a:moveTo>
                  <a:pt x="581787" y="846677"/>
                </a:moveTo>
                <a:lnTo>
                  <a:pt x="597313" y="671513"/>
                </a:lnTo>
                <a:lnTo>
                  <a:pt x="511588" y="633413"/>
                </a:lnTo>
                <a:lnTo>
                  <a:pt x="463963" y="785813"/>
                </a:lnTo>
                <a:lnTo>
                  <a:pt x="254413" y="909638"/>
                </a:lnTo>
                <a:lnTo>
                  <a:pt x="340138" y="785813"/>
                </a:lnTo>
                <a:lnTo>
                  <a:pt x="340138" y="661988"/>
                </a:lnTo>
                <a:cubicBezTo>
                  <a:pt x="340138" y="661988"/>
                  <a:pt x="206788" y="757238"/>
                  <a:pt x="0" y="912686"/>
                </a:cubicBezTo>
                <a:lnTo>
                  <a:pt x="259175" y="523875"/>
                </a:lnTo>
                <a:lnTo>
                  <a:pt x="506825" y="352425"/>
                </a:lnTo>
                <a:lnTo>
                  <a:pt x="668750" y="0"/>
                </a:lnTo>
                <a:lnTo>
                  <a:pt x="640175" y="352425"/>
                </a:lnTo>
                <a:lnTo>
                  <a:pt x="783050" y="581025"/>
                </a:lnTo>
                <a:lnTo>
                  <a:pt x="581787" y="846677"/>
                </a:lnTo>
                <a:close/>
              </a:path>
            </a:pathLst>
          </a:custGeom>
          <a:noFill/>
          <a:ln w="9525" cap="flat">
            <a:solidFill>
              <a:schemeClr val="bg1">
                <a:lumMod val="6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0" name="Freeform: Shape 1216">
            <a:extLst>
              <a:ext uri="{FF2B5EF4-FFF2-40B4-BE49-F238E27FC236}">
                <a16:creationId xmlns:a16="http://schemas.microsoft.com/office/drawing/2014/main" id="{22E503B0-1557-4C10-B0FF-BEA6B36BDB97}"/>
              </a:ext>
            </a:extLst>
          </p:cNvPr>
          <p:cNvSpPr/>
          <p:nvPr/>
        </p:nvSpPr>
        <p:spPr>
          <a:xfrm>
            <a:off x="7208143" y="1742842"/>
            <a:ext cx="95" cy="200786"/>
          </a:xfrm>
          <a:custGeom>
            <a:avLst/>
            <a:gdLst>
              <a:gd name="connsiteX0" fmla="*/ 0 w 95"/>
              <a:gd name="connsiteY0" fmla="*/ 0 h 200786"/>
              <a:gd name="connsiteX1" fmla="*/ 95 w 95"/>
              <a:gd name="connsiteY1" fmla="*/ 200787 h 200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" h="200786">
                <a:moveTo>
                  <a:pt x="0" y="0"/>
                </a:moveTo>
                <a:lnTo>
                  <a:pt x="95" y="200787"/>
                </a:lnTo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1" name="Freeform: Shape 1217">
            <a:extLst>
              <a:ext uri="{FF2B5EF4-FFF2-40B4-BE49-F238E27FC236}">
                <a16:creationId xmlns:a16="http://schemas.microsoft.com/office/drawing/2014/main" id="{F19D40AF-96BB-4338-A4D8-28AD95194EA4}"/>
              </a:ext>
            </a:extLst>
          </p:cNvPr>
          <p:cNvSpPr/>
          <p:nvPr/>
        </p:nvSpPr>
        <p:spPr>
          <a:xfrm>
            <a:off x="7212351" y="1764794"/>
            <a:ext cx="194976" cy="86677"/>
          </a:xfrm>
          <a:custGeom>
            <a:avLst/>
            <a:gdLst>
              <a:gd name="connsiteX0" fmla="*/ 194976 w 194976"/>
              <a:gd name="connsiteY0" fmla="*/ 86678 h 86677"/>
              <a:gd name="connsiteX1" fmla="*/ 0 w 194976"/>
              <a:gd name="connsiteY1" fmla="*/ 86678 h 86677"/>
              <a:gd name="connsiteX2" fmla="*/ 0 w 194976"/>
              <a:gd name="connsiteY2" fmla="*/ 0 h 86677"/>
              <a:gd name="connsiteX3" fmla="*/ 194976 w 194976"/>
              <a:gd name="connsiteY3" fmla="*/ 0 h 86677"/>
              <a:gd name="connsiteX4" fmla="*/ 99726 w 194976"/>
              <a:gd name="connsiteY4" fmla="*/ 43339 h 8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976" h="86677">
                <a:moveTo>
                  <a:pt x="194976" y="86678"/>
                </a:moveTo>
                <a:lnTo>
                  <a:pt x="0" y="86678"/>
                </a:lnTo>
                <a:lnTo>
                  <a:pt x="0" y="0"/>
                </a:lnTo>
                <a:lnTo>
                  <a:pt x="194976" y="0"/>
                </a:lnTo>
                <a:lnTo>
                  <a:pt x="99726" y="43339"/>
                </a:lnTo>
                <a:close/>
              </a:path>
            </a:pathLst>
          </a:custGeom>
          <a:solidFill>
            <a:srgbClr val="CD33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6D4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7" name="Freeform: Shape 62">
            <a:extLst>
              <a:ext uri="{FF2B5EF4-FFF2-40B4-BE49-F238E27FC236}">
                <a16:creationId xmlns:a16="http://schemas.microsoft.com/office/drawing/2014/main" id="{4EF8B175-8E63-4E0E-BC0F-278453798C60}"/>
              </a:ext>
            </a:extLst>
          </p:cNvPr>
          <p:cNvSpPr/>
          <p:nvPr/>
        </p:nvSpPr>
        <p:spPr>
          <a:xfrm>
            <a:off x="1686888" y="4071612"/>
            <a:ext cx="4152900" cy="2081212"/>
          </a:xfrm>
          <a:custGeom>
            <a:avLst/>
            <a:gdLst>
              <a:gd name="connsiteX0" fmla="*/ 4152900 w 4152900"/>
              <a:gd name="connsiteY0" fmla="*/ 2043113 h 2081212"/>
              <a:gd name="connsiteX1" fmla="*/ 3562350 w 4152900"/>
              <a:gd name="connsiteY1" fmla="*/ 2043113 h 2081212"/>
              <a:gd name="connsiteX2" fmla="*/ 0 w 4152900"/>
              <a:gd name="connsiteY2" fmla="*/ 2081213 h 2081212"/>
              <a:gd name="connsiteX3" fmla="*/ 1519238 w 4152900"/>
              <a:gd name="connsiteY3" fmla="*/ 0 h 2081212"/>
              <a:gd name="connsiteX4" fmla="*/ 1966913 w 4152900"/>
              <a:gd name="connsiteY4" fmla="*/ 352425 h 2081212"/>
              <a:gd name="connsiteX5" fmla="*/ 1966913 w 4152900"/>
              <a:gd name="connsiteY5" fmla="*/ 476250 h 2081212"/>
              <a:gd name="connsiteX6" fmla="*/ 2176463 w 4152900"/>
              <a:gd name="connsiteY6" fmla="*/ 628650 h 2081212"/>
              <a:gd name="connsiteX7" fmla="*/ 2443163 w 4152900"/>
              <a:gd name="connsiteY7" fmla="*/ 266700 h 2081212"/>
              <a:gd name="connsiteX8" fmla="*/ 2871788 w 4152900"/>
              <a:gd name="connsiteY8" fmla="*/ 685800 h 2081212"/>
              <a:gd name="connsiteX9" fmla="*/ 3014663 w 4152900"/>
              <a:gd name="connsiteY9" fmla="*/ 1019175 h 2081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52900" h="2081212">
                <a:moveTo>
                  <a:pt x="4152900" y="2043113"/>
                </a:moveTo>
                <a:lnTo>
                  <a:pt x="3562350" y="2043113"/>
                </a:lnTo>
                <a:lnTo>
                  <a:pt x="0" y="2081213"/>
                </a:lnTo>
                <a:lnTo>
                  <a:pt x="1519238" y="0"/>
                </a:lnTo>
                <a:lnTo>
                  <a:pt x="1966913" y="352425"/>
                </a:lnTo>
                <a:lnTo>
                  <a:pt x="1966913" y="476250"/>
                </a:lnTo>
                <a:lnTo>
                  <a:pt x="2176463" y="628650"/>
                </a:lnTo>
                <a:lnTo>
                  <a:pt x="2443163" y="266700"/>
                </a:lnTo>
                <a:lnTo>
                  <a:pt x="2871788" y="685800"/>
                </a:lnTo>
                <a:lnTo>
                  <a:pt x="3014663" y="1019175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0" name="Grafik 79" descr="Zelt">
            <a:extLst>
              <a:ext uri="{FF2B5EF4-FFF2-40B4-BE49-F238E27FC236}">
                <a16:creationId xmlns:a16="http://schemas.microsoft.com/office/drawing/2014/main" id="{B77A03EA-F76B-41CE-9A75-FDF236A267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446" y="4622272"/>
            <a:ext cx="461870" cy="461870"/>
          </a:xfrm>
          <a:prstGeom prst="rect">
            <a:avLst/>
          </a:prstGeom>
        </p:spPr>
      </p:pic>
      <p:pic>
        <p:nvPicPr>
          <p:cNvPr id="1242" name="Grafik 1241" descr="Zelt">
            <a:extLst>
              <a:ext uri="{FF2B5EF4-FFF2-40B4-BE49-F238E27FC236}">
                <a16:creationId xmlns:a16="http://schemas.microsoft.com/office/drawing/2014/main" id="{5DD04E59-25BD-4DD2-817B-A53137E9B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5730" y="3553732"/>
            <a:ext cx="461870" cy="461870"/>
          </a:xfrm>
          <a:prstGeom prst="rect">
            <a:avLst/>
          </a:prstGeom>
        </p:spPr>
      </p:pic>
      <p:pic>
        <p:nvPicPr>
          <p:cNvPr id="1243" name="Grafik 1242" descr="Zelt">
            <a:extLst>
              <a:ext uri="{FF2B5EF4-FFF2-40B4-BE49-F238E27FC236}">
                <a16:creationId xmlns:a16="http://schemas.microsoft.com/office/drawing/2014/main" id="{67A46385-1EAA-464B-88E2-474116D90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2901" y="3297752"/>
            <a:ext cx="461870" cy="461870"/>
          </a:xfrm>
          <a:prstGeom prst="rect">
            <a:avLst/>
          </a:prstGeom>
        </p:spPr>
      </p:pic>
      <p:pic>
        <p:nvPicPr>
          <p:cNvPr id="1244" name="Grafik 1243" descr="Zelt">
            <a:extLst>
              <a:ext uri="{FF2B5EF4-FFF2-40B4-BE49-F238E27FC236}">
                <a16:creationId xmlns:a16="http://schemas.microsoft.com/office/drawing/2014/main" id="{DF05105C-49EE-4C2E-BC8F-7E8F47259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3022" y="2687788"/>
            <a:ext cx="461870" cy="461870"/>
          </a:xfrm>
          <a:prstGeom prst="rect">
            <a:avLst/>
          </a:prstGeom>
        </p:spPr>
      </p:pic>
      <p:sp>
        <p:nvSpPr>
          <p:cNvPr id="1204" name="Freihandform: Form 1203">
            <a:extLst>
              <a:ext uri="{FF2B5EF4-FFF2-40B4-BE49-F238E27FC236}">
                <a16:creationId xmlns:a16="http://schemas.microsoft.com/office/drawing/2014/main" id="{FD0AA5AD-60F2-485B-B369-09456C7AF90C}"/>
              </a:ext>
            </a:extLst>
          </p:cNvPr>
          <p:cNvSpPr/>
          <p:nvPr/>
        </p:nvSpPr>
        <p:spPr>
          <a:xfrm>
            <a:off x="1705510" y="1959544"/>
            <a:ext cx="5951668" cy="4197218"/>
          </a:xfrm>
          <a:custGeom>
            <a:avLst/>
            <a:gdLst>
              <a:gd name="connsiteX0" fmla="*/ 0 w 5951668"/>
              <a:gd name="connsiteY0" fmla="*/ 4197218 h 4197218"/>
              <a:gd name="connsiteX1" fmla="*/ 3256908 w 5951668"/>
              <a:gd name="connsiteY1" fmla="*/ 2943771 h 4197218"/>
              <a:gd name="connsiteX2" fmla="*/ 4325420 w 5951668"/>
              <a:gd name="connsiteY2" fmla="*/ 1916355 h 4197218"/>
              <a:gd name="connsiteX3" fmla="*/ 5219272 w 5951668"/>
              <a:gd name="connsiteY3" fmla="*/ 1638953 h 4197218"/>
              <a:gd name="connsiteX4" fmla="*/ 5948737 w 5951668"/>
              <a:gd name="connsiteY4" fmla="*/ 1156067 h 4197218"/>
              <a:gd name="connsiteX5" fmla="*/ 5517223 w 5951668"/>
              <a:gd name="connsiteY5" fmla="*/ 5362 h 4197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1668" h="4197218">
                <a:moveTo>
                  <a:pt x="0" y="4197218"/>
                </a:moveTo>
                <a:cubicBezTo>
                  <a:pt x="1268002" y="3760566"/>
                  <a:pt x="2536005" y="3323915"/>
                  <a:pt x="3256908" y="2943771"/>
                </a:cubicBezTo>
                <a:cubicBezTo>
                  <a:pt x="3977811" y="2563627"/>
                  <a:pt x="3998359" y="2133825"/>
                  <a:pt x="4325420" y="1916355"/>
                </a:cubicBezTo>
                <a:cubicBezTo>
                  <a:pt x="4652481" y="1698885"/>
                  <a:pt x="4948719" y="1765668"/>
                  <a:pt x="5219272" y="1638953"/>
                </a:cubicBezTo>
                <a:cubicBezTo>
                  <a:pt x="5489825" y="1512238"/>
                  <a:pt x="5899079" y="1428332"/>
                  <a:pt x="5948737" y="1156067"/>
                </a:cubicBezTo>
                <a:cubicBezTo>
                  <a:pt x="5998396" y="883802"/>
                  <a:pt x="5399070" y="-80256"/>
                  <a:pt x="5517223" y="5362"/>
                </a:cubicBezTo>
              </a:path>
            </a:pathLst>
          </a:custGeom>
          <a:noFill/>
          <a:ln w="19050">
            <a:solidFill>
              <a:srgbClr val="D6981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7" name="Title 1">
            <a:extLst>
              <a:ext uri="{FF2B5EF4-FFF2-40B4-BE49-F238E27FC236}">
                <a16:creationId xmlns:a16="http://schemas.microsoft.com/office/drawing/2014/main" id="{8A92923B-5E49-487A-9DD1-AB8DA1FF968F}"/>
              </a:ext>
            </a:extLst>
          </p:cNvPr>
          <p:cNvSpPr txBox="1">
            <a:spLocks/>
          </p:cNvSpPr>
          <p:nvPr/>
        </p:nvSpPr>
        <p:spPr>
          <a:xfrm>
            <a:off x="914164" y="385738"/>
            <a:ext cx="10515025" cy="805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r-HR" sz="4000" b="0" i="0" u="none" strike="noStrike" kern="1200" cap="none" spc="0" normalizeH="0" baseline="0" noProof="0" dirty="0">
                <a:ln>
                  <a:noFill/>
                </a:ln>
                <a:solidFill>
                  <a:srgbClr val="A5A5A5">
                    <a:lumMod val="75000"/>
                  </a:srgbClr>
                </a:solidFill>
                <a:effectLst/>
                <a:uLnTx/>
                <a:uFillTx/>
                <a:latin typeface="Baskerville Old Face" panose="02020602080505020303" pitchFamily="18" charset="0"/>
                <a:ea typeface="+mj-ea"/>
                <a:cs typeface="+mj-cs"/>
              </a:rPr>
              <a:t>Die Karte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75000"/>
                </a:srgbClr>
              </a:solidFill>
              <a:effectLst/>
              <a:uLnTx/>
              <a:uFillTx/>
              <a:latin typeface="Baskerville Old Face" panose="02020602080505020303" pitchFamily="18" charset="0"/>
              <a:ea typeface="+mj-ea"/>
              <a:cs typeface="+mj-cs"/>
            </a:endParaRPr>
          </a:p>
        </p:txBody>
      </p:sp>
      <p:pic>
        <p:nvPicPr>
          <p:cNvPr id="1199" name="Grafik 1198" descr="Schließen">
            <a:extLst>
              <a:ext uri="{FF2B5EF4-FFF2-40B4-BE49-F238E27FC236}">
                <a16:creationId xmlns:a16="http://schemas.microsoft.com/office/drawing/2014/main" id="{B37F858E-7FCD-4991-A4AB-2714EF07C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30661" y="5890697"/>
            <a:ext cx="507339" cy="507339"/>
          </a:xfrm>
          <a:prstGeom prst="rect">
            <a:avLst/>
          </a:prstGeom>
        </p:spPr>
      </p:pic>
      <p:sp>
        <p:nvSpPr>
          <p:cNvPr id="1254" name="Textfeld 1253">
            <a:extLst>
              <a:ext uri="{FF2B5EF4-FFF2-40B4-BE49-F238E27FC236}">
                <a16:creationId xmlns:a16="http://schemas.microsoft.com/office/drawing/2014/main" id="{1F265469-9071-4CFF-B6B4-F2607D27B122}"/>
              </a:ext>
            </a:extLst>
          </p:cNvPr>
          <p:cNvSpPr txBox="1"/>
          <p:nvPr/>
        </p:nvSpPr>
        <p:spPr>
          <a:xfrm>
            <a:off x="4610894" y="4991916"/>
            <a:ext cx="737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D69814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Camp 1</a:t>
            </a:r>
          </a:p>
        </p:txBody>
      </p:sp>
      <p:sp>
        <p:nvSpPr>
          <p:cNvPr id="1255" name="Textfeld 1254">
            <a:extLst>
              <a:ext uri="{FF2B5EF4-FFF2-40B4-BE49-F238E27FC236}">
                <a16:creationId xmlns:a16="http://schemas.microsoft.com/office/drawing/2014/main" id="{A22ACAA9-793D-49DC-A06F-CDC423B8913D}"/>
              </a:ext>
            </a:extLst>
          </p:cNvPr>
          <p:cNvSpPr txBox="1"/>
          <p:nvPr/>
        </p:nvSpPr>
        <p:spPr>
          <a:xfrm>
            <a:off x="5891892" y="3920193"/>
            <a:ext cx="737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D69814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Camp 2</a:t>
            </a:r>
          </a:p>
        </p:txBody>
      </p:sp>
      <p:sp>
        <p:nvSpPr>
          <p:cNvPr id="1256" name="Textfeld 1255">
            <a:extLst>
              <a:ext uri="{FF2B5EF4-FFF2-40B4-BE49-F238E27FC236}">
                <a16:creationId xmlns:a16="http://schemas.microsoft.com/office/drawing/2014/main" id="{7AA86824-32BF-4746-8DC8-D7DAF0200565}"/>
              </a:ext>
            </a:extLst>
          </p:cNvPr>
          <p:cNvSpPr txBox="1"/>
          <p:nvPr/>
        </p:nvSpPr>
        <p:spPr>
          <a:xfrm>
            <a:off x="6560004" y="3649348"/>
            <a:ext cx="737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D69814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Camp 3</a:t>
            </a:r>
          </a:p>
        </p:txBody>
      </p:sp>
      <p:sp>
        <p:nvSpPr>
          <p:cNvPr id="1257" name="Textfeld 1256">
            <a:extLst>
              <a:ext uri="{FF2B5EF4-FFF2-40B4-BE49-F238E27FC236}">
                <a16:creationId xmlns:a16="http://schemas.microsoft.com/office/drawing/2014/main" id="{413269C0-5834-43C1-B4F5-5236A22CC144}"/>
              </a:ext>
            </a:extLst>
          </p:cNvPr>
          <p:cNvSpPr txBox="1"/>
          <p:nvPr/>
        </p:nvSpPr>
        <p:spPr>
          <a:xfrm>
            <a:off x="7400752" y="3033214"/>
            <a:ext cx="737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D69814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Camp 4</a:t>
            </a:r>
          </a:p>
        </p:txBody>
      </p:sp>
      <p:sp>
        <p:nvSpPr>
          <p:cNvPr id="1246" name="Legende: mit gebogener Linie mit Rahmen und Akzentuierungsbalken 1245">
            <a:extLst>
              <a:ext uri="{FF2B5EF4-FFF2-40B4-BE49-F238E27FC236}">
                <a16:creationId xmlns:a16="http://schemas.microsoft.com/office/drawing/2014/main" id="{489B3E49-7ED5-4F54-B7BD-E53233B05614}"/>
              </a:ext>
            </a:extLst>
          </p:cNvPr>
          <p:cNvSpPr/>
          <p:nvPr/>
        </p:nvSpPr>
        <p:spPr>
          <a:xfrm flipV="1">
            <a:off x="6437686" y="4424279"/>
            <a:ext cx="3922181" cy="543333"/>
          </a:xfrm>
          <a:prstGeom prst="accentBorderCallout2">
            <a:avLst>
              <a:gd name="adj1" fmla="val 13595"/>
              <a:gd name="adj2" fmla="val -3352"/>
              <a:gd name="adj3" fmla="val 13595"/>
              <a:gd name="adj4" fmla="val -11331"/>
              <a:gd name="adj5" fmla="val 97033"/>
              <a:gd name="adj6" fmla="val -21586"/>
            </a:avLst>
          </a:prstGeom>
          <a:solidFill>
            <a:srgbClr val="CD3333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7" name="Textfeld 1246">
            <a:extLst>
              <a:ext uri="{FF2B5EF4-FFF2-40B4-BE49-F238E27FC236}">
                <a16:creationId xmlns:a16="http://schemas.microsoft.com/office/drawing/2014/main" id="{BAF6515F-B9AF-4F5C-BCBA-CBC5235D103C}"/>
              </a:ext>
            </a:extLst>
          </p:cNvPr>
          <p:cNvSpPr txBox="1"/>
          <p:nvPr/>
        </p:nvSpPr>
        <p:spPr>
          <a:xfrm>
            <a:off x="6458717" y="4467009"/>
            <a:ext cx="390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Herausforderung 2: Den Nebel lichten – Wie sieht ein KI-System aus?</a:t>
            </a:r>
          </a:p>
        </p:txBody>
      </p:sp>
      <p:sp>
        <p:nvSpPr>
          <p:cNvPr id="1248" name="Legende: mit gebogener Linie mit Rahmen und Akzentuierungsbalken 1247">
            <a:extLst>
              <a:ext uri="{FF2B5EF4-FFF2-40B4-BE49-F238E27FC236}">
                <a16:creationId xmlns:a16="http://schemas.microsoft.com/office/drawing/2014/main" id="{C8054C1D-B272-4A5E-A022-3BFC8E475437}"/>
              </a:ext>
            </a:extLst>
          </p:cNvPr>
          <p:cNvSpPr/>
          <p:nvPr/>
        </p:nvSpPr>
        <p:spPr>
          <a:xfrm flipV="1">
            <a:off x="4656522" y="5577454"/>
            <a:ext cx="4217600" cy="487017"/>
          </a:xfrm>
          <a:prstGeom prst="accentBorderCallout2">
            <a:avLst>
              <a:gd name="adj1" fmla="val 13595"/>
              <a:gd name="adj2" fmla="val -3352"/>
              <a:gd name="adj3" fmla="val 13595"/>
              <a:gd name="adj4" fmla="val -11331"/>
              <a:gd name="adj5" fmla="val 130544"/>
              <a:gd name="adj6" fmla="val -25026"/>
            </a:avLst>
          </a:prstGeom>
          <a:solidFill>
            <a:srgbClr val="CD3333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5" name="Textfeld 1244">
            <a:extLst>
              <a:ext uri="{FF2B5EF4-FFF2-40B4-BE49-F238E27FC236}">
                <a16:creationId xmlns:a16="http://schemas.microsoft.com/office/drawing/2014/main" id="{D6E9C7E8-5877-4F54-BC68-424A606B0BA9}"/>
              </a:ext>
            </a:extLst>
          </p:cNvPr>
          <p:cNvSpPr txBox="1"/>
          <p:nvPr/>
        </p:nvSpPr>
        <p:spPr>
          <a:xfrm>
            <a:off x="4682377" y="5598391"/>
            <a:ext cx="4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Herausforderung 1: Das Terrain erkunden – Wo begegnet uns KI im Alltag?</a:t>
            </a:r>
          </a:p>
        </p:txBody>
      </p:sp>
      <p:sp>
        <p:nvSpPr>
          <p:cNvPr id="1261" name="Legende: mit gebogener Linie mit Rahmen und Akzentuierungsbalken 1260">
            <a:extLst>
              <a:ext uri="{FF2B5EF4-FFF2-40B4-BE49-F238E27FC236}">
                <a16:creationId xmlns:a16="http://schemas.microsoft.com/office/drawing/2014/main" id="{B63B16B7-E69E-4450-B0E6-D2716F1041DB}"/>
              </a:ext>
            </a:extLst>
          </p:cNvPr>
          <p:cNvSpPr/>
          <p:nvPr/>
        </p:nvSpPr>
        <p:spPr>
          <a:xfrm flipH="1">
            <a:off x="2096636" y="3149658"/>
            <a:ext cx="3426947" cy="570657"/>
          </a:xfrm>
          <a:prstGeom prst="accentBorderCallout2">
            <a:avLst>
              <a:gd name="adj1" fmla="val 13595"/>
              <a:gd name="adj2" fmla="val -3352"/>
              <a:gd name="adj3" fmla="val 13595"/>
              <a:gd name="adj4" fmla="val -11331"/>
              <a:gd name="adj5" fmla="val 130544"/>
              <a:gd name="adj6" fmla="val -25026"/>
            </a:avLst>
          </a:prstGeom>
          <a:solidFill>
            <a:srgbClr val="CD3333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2" name="Textfeld 1261">
            <a:extLst>
              <a:ext uri="{FF2B5EF4-FFF2-40B4-BE49-F238E27FC236}">
                <a16:creationId xmlns:a16="http://schemas.microsoft.com/office/drawing/2014/main" id="{A736F8B2-65C2-4F0C-B639-67FEA9C7FEBC}"/>
              </a:ext>
            </a:extLst>
          </p:cNvPr>
          <p:cNvSpPr txBox="1"/>
          <p:nvPr/>
        </p:nvSpPr>
        <p:spPr>
          <a:xfrm rot="10800000" flipH="1" flipV="1">
            <a:off x="2099215" y="3201398"/>
            <a:ext cx="346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Herausforderung 3: Klettertraining – Wie lernt ein KI-System?</a:t>
            </a:r>
          </a:p>
        </p:txBody>
      </p:sp>
      <p:sp>
        <p:nvSpPr>
          <p:cNvPr id="1263" name="Legende: mit gebogener Linie mit Rahmen und Akzentuierungsbalken 1262">
            <a:extLst>
              <a:ext uri="{FF2B5EF4-FFF2-40B4-BE49-F238E27FC236}">
                <a16:creationId xmlns:a16="http://schemas.microsoft.com/office/drawing/2014/main" id="{94E46FE1-B8C3-4D2C-B6B8-27A1619ACA66}"/>
              </a:ext>
            </a:extLst>
          </p:cNvPr>
          <p:cNvSpPr/>
          <p:nvPr/>
        </p:nvSpPr>
        <p:spPr>
          <a:xfrm flipV="1">
            <a:off x="8145875" y="3449307"/>
            <a:ext cx="3072585" cy="746333"/>
          </a:xfrm>
          <a:prstGeom prst="accentBorderCallout2">
            <a:avLst>
              <a:gd name="adj1" fmla="val 13595"/>
              <a:gd name="adj2" fmla="val -3352"/>
              <a:gd name="adj3" fmla="val 13595"/>
              <a:gd name="adj4" fmla="val -11331"/>
              <a:gd name="adj5" fmla="val 97033"/>
              <a:gd name="adj6" fmla="val -21586"/>
            </a:avLst>
          </a:prstGeom>
          <a:solidFill>
            <a:srgbClr val="CD3333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4" name="Textfeld 1263">
            <a:extLst>
              <a:ext uri="{FF2B5EF4-FFF2-40B4-BE49-F238E27FC236}">
                <a16:creationId xmlns:a16="http://schemas.microsoft.com/office/drawing/2014/main" id="{B68F5965-0F28-4CAC-92C1-A1F7893A0FF7}"/>
              </a:ext>
            </a:extLst>
          </p:cNvPr>
          <p:cNvSpPr txBox="1"/>
          <p:nvPr/>
        </p:nvSpPr>
        <p:spPr>
          <a:xfrm>
            <a:off x="8181977" y="3501875"/>
            <a:ext cx="2978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Herausforderung 4: Das richtige Werkzeug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– Was ist beim Training eines KI-Systems wichtig?</a:t>
            </a:r>
          </a:p>
        </p:txBody>
      </p:sp>
      <p:sp>
        <p:nvSpPr>
          <p:cNvPr id="1265" name="Legende: mit gebogener Linie mit Rahmen und Akzentuierungsbalken 1264">
            <a:extLst>
              <a:ext uri="{FF2B5EF4-FFF2-40B4-BE49-F238E27FC236}">
                <a16:creationId xmlns:a16="http://schemas.microsoft.com/office/drawing/2014/main" id="{2F101F8C-77E5-4DD6-98B0-516A4BB102FA}"/>
              </a:ext>
            </a:extLst>
          </p:cNvPr>
          <p:cNvSpPr/>
          <p:nvPr/>
        </p:nvSpPr>
        <p:spPr>
          <a:xfrm flipH="1" flipV="1">
            <a:off x="2196886" y="2252892"/>
            <a:ext cx="4232423" cy="571220"/>
          </a:xfrm>
          <a:prstGeom prst="accentBorderCallout2">
            <a:avLst>
              <a:gd name="adj1" fmla="val 13595"/>
              <a:gd name="adj2" fmla="val -3352"/>
              <a:gd name="adj3" fmla="val 13595"/>
              <a:gd name="adj4" fmla="val -11331"/>
              <a:gd name="adj5" fmla="val 97033"/>
              <a:gd name="adj6" fmla="val -21586"/>
            </a:avLst>
          </a:prstGeom>
          <a:solidFill>
            <a:srgbClr val="CD3333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66" name="Textfeld 1265">
            <a:extLst>
              <a:ext uri="{FF2B5EF4-FFF2-40B4-BE49-F238E27FC236}">
                <a16:creationId xmlns:a16="http://schemas.microsoft.com/office/drawing/2014/main" id="{1A53D1EC-B9A5-43B0-A791-08D3EBF19AA9}"/>
              </a:ext>
            </a:extLst>
          </p:cNvPr>
          <p:cNvSpPr txBox="1"/>
          <p:nvPr/>
        </p:nvSpPr>
        <p:spPr>
          <a:xfrm flipH="1">
            <a:off x="2241201" y="2311449"/>
            <a:ext cx="4195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Bahnschrift Light SemiCondensed" panose="020B0502040204020203" pitchFamily="34" charset="0"/>
                <a:ea typeface="+mn-ea"/>
                <a:cs typeface="+mn-cs"/>
              </a:rPr>
              <a:t>Herausforderung 5: In die Irre geführt – Können KI-Systeme falsch liegen?</a:t>
            </a:r>
          </a:p>
        </p:txBody>
      </p:sp>
    </p:spTree>
    <p:extLst>
      <p:ext uri="{BB962C8B-B14F-4D97-AF65-F5344CB8AC3E}">
        <p14:creationId xmlns:p14="http://schemas.microsoft.com/office/powerpoint/2010/main" val="318902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" grpId="0" animBg="1"/>
      <p:bldP spid="1247" grpId="0"/>
      <p:bldP spid="1248" grpId="0" animBg="1"/>
      <p:bldP spid="1245" grpId="0"/>
      <p:bldP spid="1261" grpId="0" animBg="1"/>
      <p:bldP spid="1262" grpId="0"/>
      <p:bldP spid="1263" grpId="0" animBg="1"/>
      <p:bldP spid="1264" grpId="0"/>
      <p:bldP spid="1265" grpId="0" animBg="1"/>
      <p:bldP spid="1266" grpId="0"/>
    </p:bldLst>
  </p:timing>
</p:sld>
</file>

<file path=ppt/theme/theme1.xml><?xml version="1.0" encoding="utf-8"?>
<a:theme xmlns:a="http://schemas.openxmlformats.org/drawingml/2006/main" name="1_Office Theme">
  <a:themeElements>
    <a:clrScheme name="Custom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D3333"/>
      </a:accent1>
      <a:accent2>
        <a:srgbClr val="FE6D4B"/>
      </a:accent2>
      <a:accent3>
        <a:srgbClr val="A5A5A5"/>
      </a:accent3>
      <a:accent4>
        <a:srgbClr val="EEBA4A"/>
      </a:accent4>
      <a:accent5>
        <a:srgbClr val="4ABDEC"/>
      </a:accent5>
      <a:accent6>
        <a:srgbClr val="90C149"/>
      </a:accent6>
      <a:hlink>
        <a:srgbClr val="7358B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Bahnschrift Light SemiCondensed</vt:lpstr>
      <vt:lpstr>Baskerville Old Face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Tina Maljur</dc:creator>
  <cp:lastModifiedBy>Tina Maljur</cp:lastModifiedBy>
  <cp:revision>1</cp:revision>
  <dcterms:created xsi:type="dcterms:W3CDTF">2023-05-12T11:33:05Z</dcterms:created>
  <dcterms:modified xsi:type="dcterms:W3CDTF">2023-05-12T11:34:12Z</dcterms:modified>
</cp:coreProperties>
</file>